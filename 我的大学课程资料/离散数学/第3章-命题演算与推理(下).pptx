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Lst>
  <p:notesMasterIdLst>
    <p:notesMasterId r:id="rId162"/>
  </p:notesMasterIdLst>
  <p:sldIdLst>
    <p:sldId id="499" r:id="rId3"/>
    <p:sldId id="636" r:id="rId4"/>
    <p:sldId id="1119" r:id="rId5"/>
    <p:sldId id="709" r:id="rId6"/>
    <p:sldId id="1109" r:id="rId7"/>
    <p:sldId id="1242" r:id="rId8"/>
    <p:sldId id="1243" r:id="rId9"/>
    <p:sldId id="1244" r:id="rId10"/>
    <p:sldId id="1245" r:id="rId11"/>
    <p:sldId id="1246" r:id="rId12"/>
    <p:sldId id="1247" r:id="rId13"/>
    <p:sldId id="1248" r:id="rId14"/>
    <p:sldId id="1249" r:id="rId15"/>
    <p:sldId id="1250" r:id="rId16"/>
    <p:sldId id="1253" r:id="rId17"/>
    <p:sldId id="1254" r:id="rId18"/>
    <p:sldId id="1255" r:id="rId19"/>
    <p:sldId id="1110" r:id="rId20"/>
    <p:sldId id="1260" r:id="rId21"/>
    <p:sldId id="1261" r:id="rId22"/>
    <p:sldId id="1262" r:id="rId23"/>
    <p:sldId id="1263" r:id="rId24"/>
    <p:sldId id="1264" r:id="rId25"/>
    <p:sldId id="1265" r:id="rId26"/>
    <p:sldId id="1266" r:id="rId27"/>
    <p:sldId id="1267" r:id="rId28"/>
    <p:sldId id="1268" r:id="rId29"/>
    <p:sldId id="1269" r:id="rId30"/>
    <p:sldId id="1270" r:id="rId31"/>
    <p:sldId id="1271" r:id="rId32"/>
    <p:sldId id="1272" r:id="rId33"/>
    <p:sldId id="1273" r:id="rId34"/>
    <p:sldId id="1274" r:id="rId35"/>
    <p:sldId id="1275" r:id="rId36"/>
    <p:sldId id="1276" r:id="rId37"/>
    <p:sldId id="1277" r:id="rId38"/>
    <p:sldId id="1278" r:id="rId39"/>
    <p:sldId id="1279" r:id="rId40"/>
    <p:sldId id="1280" r:id="rId41"/>
    <p:sldId id="1281" r:id="rId42"/>
    <p:sldId id="1283" r:id="rId43"/>
    <p:sldId id="1285" r:id="rId44"/>
    <p:sldId id="1286" r:id="rId45"/>
    <p:sldId id="1287" r:id="rId46"/>
    <p:sldId id="1288" r:id="rId47"/>
    <p:sldId id="1289" r:id="rId48"/>
    <p:sldId id="1290" r:id="rId49"/>
    <p:sldId id="1291" r:id="rId50"/>
    <p:sldId id="1292" r:id="rId51"/>
    <p:sldId id="1293" r:id="rId52"/>
    <p:sldId id="1294" r:id="rId53"/>
    <p:sldId id="1295" r:id="rId54"/>
    <p:sldId id="1296" r:id="rId55"/>
    <p:sldId id="1297" r:id="rId56"/>
    <p:sldId id="1298" r:id="rId57"/>
    <p:sldId id="1299" r:id="rId58"/>
    <p:sldId id="1300" r:id="rId59"/>
    <p:sldId id="1301" r:id="rId60"/>
    <p:sldId id="1302" r:id="rId61"/>
    <p:sldId id="1303" r:id="rId62"/>
    <p:sldId id="1304" r:id="rId63"/>
    <p:sldId id="1305" r:id="rId64"/>
    <p:sldId id="1306" r:id="rId65"/>
    <p:sldId id="1307" r:id="rId66"/>
    <p:sldId id="1156" r:id="rId67"/>
    <p:sldId id="1157" r:id="rId68"/>
    <p:sldId id="1396" r:id="rId69"/>
    <p:sldId id="1159" r:id="rId70"/>
    <p:sldId id="1160" r:id="rId71"/>
    <p:sldId id="1397" r:id="rId72"/>
    <p:sldId id="700" r:id="rId73"/>
    <p:sldId id="1163" r:id="rId74"/>
    <p:sldId id="736" r:id="rId75"/>
    <p:sldId id="1113" r:id="rId76"/>
    <p:sldId id="1312" r:id="rId77"/>
    <p:sldId id="1398" r:id="rId78"/>
    <p:sldId id="1313" r:id="rId79"/>
    <p:sldId id="1314" r:id="rId80"/>
    <p:sldId id="1330" r:id="rId81"/>
    <p:sldId id="1326" r:id="rId82"/>
    <p:sldId id="1327" r:id="rId83"/>
    <p:sldId id="1328" r:id="rId84"/>
    <p:sldId id="1329" r:id="rId85"/>
    <p:sldId id="1324" r:id="rId86"/>
    <p:sldId id="1316" r:id="rId87"/>
    <p:sldId id="1317" r:id="rId88"/>
    <p:sldId id="1318" r:id="rId89"/>
    <p:sldId id="1319" r:id="rId90"/>
    <p:sldId id="1320" r:id="rId91"/>
    <p:sldId id="1321" r:id="rId92"/>
    <p:sldId id="1114" r:id="rId93"/>
    <p:sldId id="1394" r:id="rId94"/>
    <p:sldId id="1395" r:id="rId95"/>
    <p:sldId id="1333" r:id="rId96"/>
    <p:sldId id="1334" r:id="rId97"/>
    <p:sldId id="1335" r:id="rId98"/>
    <p:sldId id="1191" r:id="rId99"/>
    <p:sldId id="1336" r:id="rId100"/>
    <p:sldId id="1400" r:id="rId101"/>
    <p:sldId id="1401" r:id="rId102"/>
    <p:sldId id="1337" r:id="rId103"/>
    <p:sldId id="1350" r:id="rId104"/>
    <p:sldId id="1189" r:id="rId105"/>
    <p:sldId id="1399" r:id="rId106"/>
    <p:sldId id="1196" r:id="rId107"/>
    <p:sldId id="1338" r:id="rId108"/>
    <p:sldId id="1197" r:id="rId109"/>
    <p:sldId id="1201" r:id="rId110"/>
    <p:sldId id="1340" r:id="rId111"/>
    <p:sldId id="1341" r:id="rId112"/>
    <p:sldId id="1342" r:id="rId113"/>
    <p:sldId id="1343" r:id="rId114"/>
    <p:sldId id="1344" r:id="rId115"/>
    <p:sldId id="1345" r:id="rId116"/>
    <p:sldId id="1346" r:id="rId117"/>
    <p:sldId id="1347" r:id="rId118"/>
    <p:sldId id="1348" r:id="rId119"/>
    <p:sldId id="1349" r:id="rId120"/>
    <p:sldId id="1354" r:id="rId121"/>
    <p:sldId id="1358" r:id="rId122"/>
    <p:sldId id="1402" r:id="rId123"/>
    <p:sldId id="1403" r:id="rId124"/>
    <p:sldId id="1404" r:id="rId125"/>
    <p:sldId id="1362" r:id="rId126"/>
    <p:sldId id="1363" r:id="rId127"/>
    <p:sldId id="1364" r:id="rId128"/>
    <p:sldId id="1405" r:id="rId129"/>
    <p:sldId id="1393" r:id="rId130"/>
    <p:sldId id="1367" r:id="rId131"/>
    <p:sldId id="1390" r:id="rId132"/>
    <p:sldId id="1391" r:id="rId133"/>
    <p:sldId id="1218" r:id="rId134"/>
    <p:sldId id="1241" r:id="rId135"/>
    <p:sldId id="1219" r:id="rId136"/>
    <p:sldId id="1371" r:id="rId137"/>
    <p:sldId id="1406" r:id="rId138"/>
    <p:sldId id="1407" r:id="rId139"/>
    <p:sldId id="1408" r:id="rId140"/>
    <p:sldId id="1220" r:id="rId141"/>
    <p:sldId id="1221" r:id="rId142"/>
    <p:sldId id="970" r:id="rId143"/>
    <p:sldId id="971" r:id="rId144"/>
    <p:sldId id="1376" r:id="rId145"/>
    <p:sldId id="1227" r:id="rId146"/>
    <p:sldId id="1375" r:id="rId147"/>
    <p:sldId id="1226" r:id="rId148"/>
    <p:sldId id="1377" r:id="rId149"/>
    <p:sldId id="972" r:id="rId150"/>
    <p:sldId id="1389" r:id="rId151"/>
    <p:sldId id="1225" r:id="rId152"/>
    <p:sldId id="1231" r:id="rId153"/>
    <p:sldId id="1383" r:id="rId154"/>
    <p:sldId id="1384" r:id="rId155"/>
    <p:sldId id="1385" r:id="rId156"/>
    <p:sldId id="1386" r:id="rId157"/>
    <p:sldId id="1235" r:id="rId158"/>
    <p:sldId id="1387" r:id="rId159"/>
    <p:sldId id="1388" r:id="rId160"/>
    <p:sldId id="741" r:id="rId161"/>
  </p:sldIdLst>
  <p:sldSz cx="9144000" cy="6858000" type="screen4x3"/>
  <p:notesSz cx="6858000" cy="9144000"/>
  <p:defaultTextStyle>
    <a:defPPr>
      <a:defRPr lang="zh-CN"/>
    </a:defPPr>
    <a:lvl1pPr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333300"/>
    <a:srgbClr val="FFCC66"/>
    <a:srgbClr val="FFFF99"/>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92" autoAdjust="0"/>
    <p:restoredTop sz="95479" autoAdjust="0"/>
  </p:normalViewPr>
  <p:slideViewPr>
    <p:cSldViewPr>
      <p:cViewPr varScale="1">
        <p:scale>
          <a:sx n="87" d="100"/>
          <a:sy n="87" d="100"/>
        </p:scale>
        <p:origin x="1310"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5924"/>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presProps" Target="presProps.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theme" Target="theme/theme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B904C3C8-CD28-43A2-97CC-CFE9696E9B4B}"/>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spcBef>
                <a:spcPct val="0"/>
              </a:spcBef>
              <a:defRPr kumimoji="0" sz="1200">
                <a:latin typeface="Arial" panose="020B0604020202020204" pitchFamily="34" charset="0"/>
              </a:defRPr>
            </a:lvl1pPr>
          </a:lstStyle>
          <a:p>
            <a:pPr>
              <a:defRPr/>
            </a:pPr>
            <a:endParaRPr lang="en-US" altLang="zh-CN"/>
          </a:p>
        </p:txBody>
      </p:sp>
      <p:sp>
        <p:nvSpPr>
          <p:cNvPr id="23555" name="Rectangle 3">
            <a:extLst>
              <a:ext uri="{FF2B5EF4-FFF2-40B4-BE49-F238E27FC236}">
                <a16:creationId xmlns:a16="http://schemas.microsoft.com/office/drawing/2014/main" id="{E3786B24-352F-4D75-BD8D-2009C20F831E}"/>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spcBef>
                <a:spcPct val="0"/>
              </a:spcBef>
              <a:defRPr kumimoji="0" sz="1200">
                <a:latin typeface="Arial" panose="020B0604020202020204" pitchFamily="34" charset="0"/>
              </a:defRPr>
            </a:lvl1pPr>
          </a:lstStyle>
          <a:p>
            <a:pPr>
              <a:defRPr/>
            </a:pPr>
            <a:endParaRPr lang="en-US" altLang="zh-CN"/>
          </a:p>
        </p:txBody>
      </p:sp>
      <p:sp>
        <p:nvSpPr>
          <p:cNvPr id="3076" name="Rectangle 4">
            <a:extLst>
              <a:ext uri="{FF2B5EF4-FFF2-40B4-BE49-F238E27FC236}">
                <a16:creationId xmlns:a16="http://schemas.microsoft.com/office/drawing/2014/main" id="{C5DE785C-3137-471E-A405-D6D8CD56600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a:extLst>
              <a:ext uri="{FF2B5EF4-FFF2-40B4-BE49-F238E27FC236}">
                <a16:creationId xmlns:a16="http://schemas.microsoft.com/office/drawing/2014/main" id="{923EBB6A-5A55-498A-B8F7-4C5027E3ED32}"/>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3558" name="Rectangle 6">
            <a:extLst>
              <a:ext uri="{FF2B5EF4-FFF2-40B4-BE49-F238E27FC236}">
                <a16:creationId xmlns:a16="http://schemas.microsoft.com/office/drawing/2014/main" id="{2E196091-A44B-45CB-B320-18529EC39830}"/>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spcBef>
                <a:spcPct val="0"/>
              </a:spcBef>
              <a:defRPr kumimoji="0" sz="1200">
                <a:latin typeface="Arial" panose="020B0604020202020204" pitchFamily="34" charset="0"/>
              </a:defRPr>
            </a:lvl1pPr>
          </a:lstStyle>
          <a:p>
            <a:pPr>
              <a:defRPr/>
            </a:pPr>
            <a:endParaRPr lang="en-US" altLang="zh-CN"/>
          </a:p>
        </p:txBody>
      </p:sp>
      <p:sp>
        <p:nvSpPr>
          <p:cNvPr id="23559" name="Rectangle 7">
            <a:extLst>
              <a:ext uri="{FF2B5EF4-FFF2-40B4-BE49-F238E27FC236}">
                <a16:creationId xmlns:a16="http://schemas.microsoft.com/office/drawing/2014/main" id="{06A0FD62-E2D4-4F4D-93BE-88ACD36D4577}"/>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kumimoji="0" sz="1200">
                <a:latin typeface="Arial" panose="020B0604020202020204" pitchFamily="34" charset="0"/>
              </a:defRPr>
            </a:lvl1pPr>
          </a:lstStyle>
          <a:p>
            <a:pPr>
              <a:defRPr/>
            </a:pPr>
            <a:fld id="{46AD72E6-9DD5-48DA-8887-17146EB9408F}"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5">
            <a:extLst>
              <a:ext uri="{FF2B5EF4-FFF2-40B4-BE49-F238E27FC236}">
                <a16:creationId xmlns:a16="http://schemas.microsoft.com/office/drawing/2014/main" id="{AB030B22-3C4A-48F4-9E99-72E3F5012C4F}"/>
              </a:ext>
            </a:extLst>
          </p:cNvPr>
          <p:cNvSpPr>
            <a:spLocks noGrp="1" noChangeArrowheads="1"/>
          </p:cNvSpPr>
          <p:nvPr>
            <p:ph type="dt" sz="half" idx="10"/>
          </p:nvPr>
        </p:nvSpPr>
        <p:spPr>
          <a:ln/>
        </p:spPr>
        <p:txBody>
          <a:bodyPr/>
          <a:lstStyle>
            <a:lvl1pPr>
              <a:defRPr/>
            </a:lvl1pPr>
          </a:lstStyle>
          <a:p>
            <a:pPr>
              <a:defRPr/>
            </a:pPr>
            <a:fld id="{AD2AFF28-304C-45F3-82B9-26E2530AF004}" type="datetime1">
              <a:rPr lang="zh-CN" altLang="en-US"/>
              <a:pPr>
                <a:defRPr/>
              </a:pPr>
              <a:t>2020/9/7</a:t>
            </a:fld>
            <a:endParaRPr lang="en-US" altLang="zh-CN"/>
          </a:p>
        </p:txBody>
      </p:sp>
      <p:sp>
        <p:nvSpPr>
          <p:cNvPr id="5" name="Rectangle 6">
            <a:extLst>
              <a:ext uri="{FF2B5EF4-FFF2-40B4-BE49-F238E27FC236}">
                <a16:creationId xmlns:a16="http://schemas.microsoft.com/office/drawing/2014/main" id="{74CFCCBD-6A5B-4164-8F9A-C36F96E8FC0E}"/>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a:extLst>
              <a:ext uri="{FF2B5EF4-FFF2-40B4-BE49-F238E27FC236}">
                <a16:creationId xmlns:a16="http://schemas.microsoft.com/office/drawing/2014/main" id="{0C9B9679-E51F-43B9-86B0-AA651CB8EA2D}"/>
              </a:ext>
            </a:extLst>
          </p:cNvPr>
          <p:cNvSpPr>
            <a:spLocks noGrp="1" noChangeArrowheads="1"/>
          </p:cNvSpPr>
          <p:nvPr>
            <p:ph type="sldNum" sz="quarter" idx="12"/>
          </p:nvPr>
        </p:nvSpPr>
        <p:spPr>
          <a:ln/>
        </p:spPr>
        <p:txBody>
          <a:bodyPr/>
          <a:lstStyle>
            <a:lvl1pPr>
              <a:defRPr/>
            </a:lvl1pPr>
          </a:lstStyle>
          <a:p>
            <a:pPr>
              <a:defRPr/>
            </a:pPr>
            <a:fld id="{E7D71905-AD24-41A3-AC87-E33FAE6F562C}" type="slidenum">
              <a:rPr lang="en-US" altLang="zh-CN"/>
              <a:pPr>
                <a:defRPr/>
              </a:pPr>
              <a:t>‹#›</a:t>
            </a:fld>
            <a:endParaRPr lang="en-US" altLang="zh-CN"/>
          </a:p>
        </p:txBody>
      </p:sp>
    </p:spTree>
    <p:extLst>
      <p:ext uri="{BB962C8B-B14F-4D97-AF65-F5344CB8AC3E}">
        <p14:creationId xmlns:p14="http://schemas.microsoft.com/office/powerpoint/2010/main" val="23496367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DFA25889-F636-467F-A80A-821F1C114BBA}"/>
              </a:ext>
            </a:extLst>
          </p:cNvPr>
          <p:cNvSpPr>
            <a:spLocks noGrp="1" noChangeArrowheads="1"/>
          </p:cNvSpPr>
          <p:nvPr>
            <p:ph type="dt" sz="half" idx="10"/>
          </p:nvPr>
        </p:nvSpPr>
        <p:spPr>
          <a:ln/>
        </p:spPr>
        <p:txBody>
          <a:bodyPr/>
          <a:lstStyle>
            <a:lvl1pPr>
              <a:defRPr/>
            </a:lvl1pPr>
          </a:lstStyle>
          <a:p>
            <a:pPr>
              <a:defRPr/>
            </a:pPr>
            <a:fld id="{120EBE1D-62DE-4C0B-A3AE-FA63738DBF91}" type="datetime1">
              <a:rPr lang="zh-CN" altLang="en-US"/>
              <a:pPr>
                <a:defRPr/>
              </a:pPr>
              <a:t>2020/9/7</a:t>
            </a:fld>
            <a:endParaRPr lang="en-US" altLang="zh-CN"/>
          </a:p>
        </p:txBody>
      </p:sp>
      <p:sp>
        <p:nvSpPr>
          <p:cNvPr id="5" name="Rectangle 6">
            <a:extLst>
              <a:ext uri="{FF2B5EF4-FFF2-40B4-BE49-F238E27FC236}">
                <a16:creationId xmlns:a16="http://schemas.microsoft.com/office/drawing/2014/main" id="{9EEEB5FD-B3FA-4D4D-AFAA-91445AE39246}"/>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a:extLst>
              <a:ext uri="{FF2B5EF4-FFF2-40B4-BE49-F238E27FC236}">
                <a16:creationId xmlns:a16="http://schemas.microsoft.com/office/drawing/2014/main" id="{BC84FC1B-D370-4036-A6AF-1D58D9A3FD63}"/>
              </a:ext>
            </a:extLst>
          </p:cNvPr>
          <p:cNvSpPr>
            <a:spLocks noGrp="1" noChangeArrowheads="1"/>
          </p:cNvSpPr>
          <p:nvPr>
            <p:ph type="sldNum" sz="quarter" idx="12"/>
          </p:nvPr>
        </p:nvSpPr>
        <p:spPr>
          <a:ln/>
        </p:spPr>
        <p:txBody>
          <a:bodyPr/>
          <a:lstStyle>
            <a:lvl1pPr>
              <a:defRPr/>
            </a:lvl1pPr>
          </a:lstStyle>
          <a:p>
            <a:pPr>
              <a:defRPr/>
            </a:pPr>
            <a:fld id="{33BD0E5D-57A0-4AE1-876D-0531B5676FA3}" type="slidenum">
              <a:rPr lang="en-US" altLang="zh-CN"/>
              <a:pPr>
                <a:defRPr/>
              </a:pPr>
              <a:t>‹#›</a:t>
            </a:fld>
            <a:endParaRPr lang="en-US" altLang="zh-CN"/>
          </a:p>
        </p:txBody>
      </p:sp>
    </p:spTree>
    <p:extLst>
      <p:ext uri="{BB962C8B-B14F-4D97-AF65-F5344CB8AC3E}">
        <p14:creationId xmlns:p14="http://schemas.microsoft.com/office/powerpoint/2010/main" val="322732433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71F7FC50-0D49-4D36-943E-D0FFE7BC9C59}"/>
              </a:ext>
            </a:extLst>
          </p:cNvPr>
          <p:cNvSpPr>
            <a:spLocks noGrp="1" noChangeArrowheads="1"/>
          </p:cNvSpPr>
          <p:nvPr>
            <p:ph type="dt" sz="half" idx="10"/>
          </p:nvPr>
        </p:nvSpPr>
        <p:spPr>
          <a:ln/>
        </p:spPr>
        <p:txBody>
          <a:bodyPr/>
          <a:lstStyle>
            <a:lvl1pPr>
              <a:defRPr/>
            </a:lvl1pPr>
          </a:lstStyle>
          <a:p>
            <a:pPr>
              <a:defRPr/>
            </a:pPr>
            <a:fld id="{FEB8575F-BEB2-4BC4-9773-82BA65BCAC83}" type="datetime1">
              <a:rPr lang="zh-CN" altLang="en-US"/>
              <a:pPr>
                <a:defRPr/>
              </a:pPr>
              <a:t>2020/9/7</a:t>
            </a:fld>
            <a:endParaRPr lang="en-US" altLang="zh-CN"/>
          </a:p>
        </p:txBody>
      </p:sp>
      <p:sp>
        <p:nvSpPr>
          <p:cNvPr id="5" name="Rectangle 6">
            <a:extLst>
              <a:ext uri="{FF2B5EF4-FFF2-40B4-BE49-F238E27FC236}">
                <a16:creationId xmlns:a16="http://schemas.microsoft.com/office/drawing/2014/main" id="{D1CD0AB7-50FF-435C-8EC0-0ED933D051AB}"/>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a:extLst>
              <a:ext uri="{FF2B5EF4-FFF2-40B4-BE49-F238E27FC236}">
                <a16:creationId xmlns:a16="http://schemas.microsoft.com/office/drawing/2014/main" id="{6F36D161-D152-464D-A688-C0C96FAD79C1}"/>
              </a:ext>
            </a:extLst>
          </p:cNvPr>
          <p:cNvSpPr>
            <a:spLocks noGrp="1" noChangeArrowheads="1"/>
          </p:cNvSpPr>
          <p:nvPr>
            <p:ph type="sldNum" sz="quarter" idx="12"/>
          </p:nvPr>
        </p:nvSpPr>
        <p:spPr>
          <a:ln/>
        </p:spPr>
        <p:txBody>
          <a:bodyPr/>
          <a:lstStyle>
            <a:lvl1pPr>
              <a:defRPr/>
            </a:lvl1pPr>
          </a:lstStyle>
          <a:p>
            <a:pPr>
              <a:defRPr/>
            </a:pPr>
            <a:fld id="{CC33A7B4-2B5E-4903-BB78-BBE9332BC2AD}" type="slidenum">
              <a:rPr lang="en-US" altLang="zh-CN"/>
              <a:pPr>
                <a:defRPr/>
              </a:pPr>
              <a:t>‹#›</a:t>
            </a:fld>
            <a:endParaRPr lang="en-US" altLang="zh-CN"/>
          </a:p>
        </p:txBody>
      </p:sp>
    </p:spTree>
    <p:extLst>
      <p:ext uri="{BB962C8B-B14F-4D97-AF65-F5344CB8AC3E}">
        <p14:creationId xmlns:p14="http://schemas.microsoft.com/office/powerpoint/2010/main" val="121747330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42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90B1BBB3-7D54-4CC2-A37D-B315F20B5EEA}"/>
              </a:ext>
            </a:extLst>
          </p:cNvPr>
          <p:cNvSpPr>
            <a:spLocks noGrp="1" noChangeArrowheads="1"/>
          </p:cNvSpPr>
          <p:nvPr>
            <p:ph type="dt" sz="half" idx="10"/>
          </p:nvPr>
        </p:nvSpPr>
        <p:spPr>
          <a:ln/>
        </p:spPr>
        <p:txBody>
          <a:bodyPr/>
          <a:lstStyle>
            <a:lvl1pPr>
              <a:defRPr/>
            </a:lvl1pPr>
          </a:lstStyle>
          <a:p>
            <a:pPr>
              <a:defRPr/>
            </a:pPr>
            <a:fld id="{2A1C9FDF-C201-4656-AF79-B5893630D576}" type="datetime1">
              <a:rPr lang="zh-CN" altLang="en-US"/>
              <a:pPr>
                <a:defRPr/>
              </a:pPr>
              <a:t>2020/9/7</a:t>
            </a:fld>
            <a:endParaRPr lang="en-US" altLang="zh-CN"/>
          </a:p>
        </p:txBody>
      </p:sp>
      <p:sp>
        <p:nvSpPr>
          <p:cNvPr id="6" name="Rectangle 6">
            <a:extLst>
              <a:ext uri="{FF2B5EF4-FFF2-40B4-BE49-F238E27FC236}">
                <a16:creationId xmlns:a16="http://schemas.microsoft.com/office/drawing/2014/main" id="{79A5699C-464B-4469-9351-E32455D7C651}"/>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a:extLst>
              <a:ext uri="{FF2B5EF4-FFF2-40B4-BE49-F238E27FC236}">
                <a16:creationId xmlns:a16="http://schemas.microsoft.com/office/drawing/2014/main" id="{66CBE546-1795-4CCE-878F-1643C02EE75D}"/>
              </a:ext>
            </a:extLst>
          </p:cNvPr>
          <p:cNvSpPr>
            <a:spLocks noGrp="1" noChangeArrowheads="1"/>
          </p:cNvSpPr>
          <p:nvPr>
            <p:ph type="sldNum" sz="quarter" idx="12"/>
          </p:nvPr>
        </p:nvSpPr>
        <p:spPr>
          <a:ln/>
        </p:spPr>
        <p:txBody>
          <a:bodyPr/>
          <a:lstStyle>
            <a:lvl1pPr>
              <a:defRPr/>
            </a:lvl1pPr>
          </a:lstStyle>
          <a:p>
            <a:pPr>
              <a:defRPr/>
            </a:pPr>
            <a:fld id="{E101E18F-BC02-48C6-9EA7-EBB3EED2612E}" type="slidenum">
              <a:rPr lang="en-US" altLang="zh-CN"/>
              <a:pPr>
                <a:defRPr/>
              </a:pPr>
              <a:t>‹#›</a:t>
            </a:fld>
            <a:endParaRPr lang="en-US" altLang="zh-CN"/>
          </a:p>
        </p:txBody>
      </p:sp>
    </p:spTree>
    <p:extLst>
      <p:ext uri="{BB962C8B-B14F-4D97-AF65-F5344CB8AC3E}">
        <p14:creationId xmlns:p14="http://schemas.microsoft.com/office/powerpoint/2010/main" val="259576985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01509235-7F64-48FB-909F-B0F1DFA9826D}"/>
              </a:ext>
            </a:extLst>
          </p:cNvPr>
          <p:cNvSpPr>
            <a:spLocks noGrp="1" noChangeArrowheads="1"/>
          </p:cNvSpPr>
          <p:nvPr>
            <p:ph type="dt" sz="half" idx="10"/>
          </p:nvPr>
        </p:nvSpPr>
        <p:spPr>
          <a:ln/>
        </p:spPr>
        <p:txBody>
          <a:bodyPr/>
          <a:lstStyle>
            <a:lvl1pPr>
              <a:defRPr/>
            </a:lvl1pPr>
          </a:lstStyle>
          <a:p>
            <a:pPr>
              <a:defRPr/>
            </a:pPr>
            <a:fld id="{CEA5A7D1-BF4A-4440-A77E-F556C07325EC}" type="datetime1">
              <a:rPr lang="zh-CN" altLang="en-US"/>
              <a:pPr>
                <a:defRPr/>
              </a:pPr>
              <a:t>2020/9/7</a:t>
            </a:fld>
            <a:endParaRPr lang="en-US" altLang="zh-CN"/>
          </a:p>
        </p:txBody>
      </p:sp>
      <p:sp>
        <p:nvSpPr>
          <p:cNvPr id="8" name="Rectangle 6">
            <a:extLst>
              <a:ext uri="{FF2B5EF4-FFF2-40B4-BE49-F238E27FC236}">
                <a16:creationId xmlns:a16="http://schemas.microsoft.com/office/drawing/2014/main" id="{5DDE1FA4-C2F4-421D-A4C3-B58F4ABBB0F2}"/>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9" name="Rectangle 7">
            <a:extLst>
              <a:ext uri="{FF2B5EF4-FFF2-40B4-BE49-F238E27FC236}">
                <a16:creationId xmlns:a16="http://schemas.microsoft.com/office/drawing/2014/main" id="{49C5190E-BD32-4A91-BBBF-D89F740E400B}"/>
              </a:ext>
            </a:extLst>
          </p:cNvPr>
          <p:cNvSpPr>
            <a:spLocks noGrp="1" noChangeArrowheads="1"/>
          </p:cNvSpPr>
          <p:nvPr>
            <p:ph type="sldNum" sz="quarter" idx="12"/>
          </p:nvPr>
        </p:nvSpPr>
        <p:spPr>
          <a:ln/>
        </p:spPr>
        <p:txBody>
          <a:bodyPr/>
          <a:lstStyle>
            <a:lvl1pPr>
              <a:defRPr/>
            </a:lvl1pPr>
          </a:lstStyle>
          <a:p>
            <a:pPr>
              <a:defRPr/>
            </a:pPr>
            <a:fld id="{17D9A567-57D7-432D-8A6D-14E8234934BB}" type="slidenum">
              <a:rPr lang="en-US" altLang="zh-CN"/>
              <a:pPr>
                <a:defRPr/>
              </a:pPr>
              <a:t>‹#›</a:t>
            </a:fld>
            <a:endParaRPr lang="en-US" altLang="zh-CN"/>
          </a:p>
        </p:txBody>
      </p:sp>
    </p:spTree>
    <p:extLst>
      <p:ext uri="{BB962C8B-B14F-4D97-AF65-F5344CB8AC3E}">
        <p14:creationId xmlns:p14="http://schemas.microsoft.com/office/powerpoint/2010/main" val="203857643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7471A473-4979-4792-B0D7-1FC1A43209D3}"/>
              </a:ext>
            </a:extLst>
          </p:cNvPr>
          <p:cNvSpPr>
            <a:spLocks noGrp="1" noChangeArrowheads="1"/>
          </p:cNvSpPr>
          <p:nvPr>
            <p:ph type="dt" sz="half" idx="10"/>
          </p:nvPr>
        </p:nvSpPr>
        <p:spPr>
          <a:ln/>
        </p:spPr>
        <p:txBody>
          <a:bodyPr/>
          <a:lstStyle>
            <a:lvl1pPr>
              <a:defRPr/>
            </a:lvl1pPr>
          </a:lstStyle>
          <a:p>
            <a:pPr>
              <a:defRPr/>
            </a:pPr>
            <a:fld id="{E8B8A8DD-E7F2-4343-A247-11D8310EBD29}" type="datetime1">
              <a:rPr lang="zh-CN" altLang="en-US"/>
              <a:pPr>
                <a:defRPr/>
              </a:pPr>
              <a:t>2020/9/7</a:t>
            </a:fld>
            <a:endParaRPr lang="en-US" altLang="zh-CN"/>
          </a:p>
        </p:txBody>
      </p:sp>
      <p:sp>
        <p:nvSpPr>
          <p:cNvPr id="4" name="Rectangle 6">
            <a:extLst>
              <a:ext uri="{FF2B5EF4-FFF2-40B4-BE49-F238E27FC236}">
                <a16:creationId xmlns:a16="http://schemas.microsoft.com/office/drawing/2014/main" id="{008F45E6-45B8-4E4E-9C14-3B4FE16933A6}"/>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5" name="Rectangle 7">
            <a:extLst>
              <a:ext uri="{FF2B5EF4-FFF2-40B4-BE49-F238E27FC236}">
                <a16:creationId xmlns:a16="http://schemas.microsoft.com/office/drawing/2014/main" id="{6CFF04A5-E0E5-408B-A8BE-77099EC30A64}"/>
              </a:ext>
            </a:extLst>
          </p:cNvPr>
          <p:cNvSpPr>
            <a:spLocks noGrp="1" noChangeArrowheads="1"/>
          </p:cNvSpPr>
          <p:nvPr>
            <p:ph type="sldNum" sz="quarter" idx="12"/>
          </p:nvPr>
        </p:nvSpPr>
        <p:spPr>
          <a:ln/>
        </p:spPr>
        <p:txBody>
          <a:bodyPr/>
          <a:lstStyle>
            <a:lvl1pPr>
              <a:defRPr/>
            </a:lvl1pPr>
          </a:lstStyle>
          <a:p>
            <a:pPr>
              <a:defRPr/>
            </a:pPr>
            <a:fld id="{6B1B966C-1FBC-4780-89A0-755850447494}" type="slidenum">
              <a:rPr lang="en-US" altLang="zh-CN"/>
              <a:pPr>
                <a:defRPr/>
              </a:pPr>
              <a:t>‹#›</a:t>
            </a:fld>
            <a:endParaRPr lang="en-US" altLang="zh-CN"/>
          </a:p>
        </p:txBody>
      </p:sp>
    </p:spTree>
    <p:extLst>
      <p:ext uri="{BB962C8B-B14F-4D97-AF65-F5344CB8AC3E}">
        <p14:creationId xmlns:p14="http://schemas.microsoft.com/office/powerpoint/2010/main" val="399342671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C08CD0F7-924E-4A6D-97F8-CEB621DB4A31}"/>
              </a:ext>
            </a:extLst>
          </p:cNvPr>
          <p:cNvSpPr>
            <a:spLocks noGrp="1" noChangeArrowheads="1"/>
          </p:cNvSpPr>
          <p:nvPr>
            <p:ph type="dt" sz="half" idx="10"/>
          </p:nvPr>
        </p:nvSpPr>
        <p:spPr>
          <a:ln/>
        </p:spPr>
        <p:txBody>
          <a:bodyPr/>
          <a:lstStyle>
            <a:lvl1pPr>
              <a:defRPr/>
            </a:lvl1pPr>
          </a:lstStyle>
          <a:p>
            <a:pPr>
              <a:defRPr/>
            </a:pPr>
            <a:fld id="{D1A1F4E8-2CB3-49A6-9731-2AD02B171693}" type="datetime1">
              <a:rPr lang="zh-CN" altLang="en-US"/>
              <a:pPr>
                <a:defRPr/>
              </a:pPr>
              <a:t>2020/9/7</a:t>
            </a:fld>
            <a:endParaRPr lang="en-US" altLang="zh-CN"/>
          </a:p>
        </p:txBody>
      </p:sp>
      <p:sp>
        <p:nvSpPr>
          <p:cNvPr id="3" name="Rectangle 6">
            <a:extLst>
              <a:ext uri="{FF2B5EF4-FFF2-40B4-BE49-F238E27FC236}">
                <a16:creationId xmlns:a16="http://schemas.microsoft.com/office/drawing/2014/main" id="{E83B107A-7808-4277-A5CD-75BBE78DFE51}"/>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4" name="Rectangle 7">
            <a:extLst>
              <a:ext uri="{FF2B5EF4-FFF2-40B4-BE49-F238E27FC236}">
                <a16:creationId xmlns:a16="http://schemas.microsoft.com/office/drawing/2014/main" id="{287D287A-C54D-4F85-8496-4E22EB62C18B}"/>
              </a:ext>
            </a:extLst>
          </p:cNvPr>
          <p:cNvSpPr>
            <a:spLocks noGrp="1" noChangeArrowheads="1"/>
          </p:cNvSpPr>
          <p:nvPr>
            <p:ph type="sldNum" sz="quarter" idx="12"/>
          </p:nvPr>
        </p:nvSpPr>
        <p:spPr>
          <a:ln/>
        </p:spPr>
        <p:txBody>
          <a:bodyPr/>
          <a:lstStyle>
            <a:lvl1pPr>
              <a:defRPr/>
            </a:lvl1pPr>
          </a:lstStyle>
          <a:p>
            <a:pPr>
              <a:defRPr/>
            </a:pPr>
            <a:fld id="{2D615D6B-11BC-47BE-8A1F-DBB3E512A457}" type="slidenum">
              <a:rPr lang="en-US" altLang="zh-CN"/>
              <a:pPr>
                <a:defRPr/>
              </a:pPr>
              <a:t>‹#›</a:t>
            </a:fld>
            <a:endParaRPr lang="en-US" altLang="zh-CN"/>
          </a:p>
        </p:txBody>
      </p:sp>
    </p:spTree>
    <p:extLst>
      <p:ext uri="{BB962C8B-B14F-4D97-AF65-F5344CB8AC3E}">
        <p14:creationId xmlns:p14="http://schemas.microsoft.com/office/powerpoint/2010/main" val="143661949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340EBC86-2884-442E-B294-340F2C06B0FB}"/>
              </a:ext>
            </a:extLst>
          </p:cNvPr>
          <p:cNvSpPr>
            <a:spLocks noGrp="1" noChangeArrowheads="1"/>
          </p:cNvSpPr>
          <p:nvPr>
            <p:ph type="dt" sz="half" idx="10"/>
          </p:nvPr>
        </p:nvSpPr>
        <p:spPr>
          <a:ln/>
        </p:spPr>
        <p:txBody>
          <a:bodyPr/>
          <a:lstStyle>
            <a:lvl1pPr>
              <a:defRPr/>
            </a:lvl1pPr>
          </a:lstStyle>
          <a:p>
            <a:pPr>
              <a:defRPr/>
            </a:pPr>
            <a:fld id="{50A13DA2-0FB5-406C-9B48-1AB74416BB97}" type="datetime1">
              <a:rPr lang="zh-CN" altLang="en-US"/>
              <a:pPr>
                <a:defRPr/>
              </a:pPr>
              <a:t>2020/9/7</a:t>
            </a:fld>
            <a:endParaRPr lang="en-US" altLang="zh-CN"/>
          </a:p>
        </p:txBody>
      </p:sp>
      <p:sp>
        <p:nvSpPr>
          <p:cNvPr id="6" name="Rectangle 6">
            <a:extLst>
              <a:ext uri="{FF2B5EF4-FFF2-40B4-BE49-F238E27FC236}">
                <a16:creationId xmlns:a16="http://schemas.microsoft.com/office/drawing/2014/main" id="{38A9950C-6A69-484A-A947-B4C66920659B}"/>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a:extLst>
              <a:ext uri="{FF2B5EF4-FFF2-40B4-BE49-F238E27FC236}">
                <a16:creationId xmlns:a16="http://schemas.microsoft.com/office/drawing/2014/main" id="{E652A0EF-0668-4627-BD1D-0CAEA27C03DA}"/>
              </a:ext>
            </a:extLst>
          </p:cNvPr>
          <p:cNvSpPr>
            <a:spLocks noGrp="1" noChangeArrowheads="1"/>
          </p:cNvSpPr>
          <p:nvPr>
            <p:ph type="sldNum" sz="quarter" idx="12"/>
          </p:nvPr>
        </p:nvSpPr>
        <p:spPr>
          <a:ln/>
        </p:spPr>
        <p:txBody>
          <a:bodyPr/>
          <a:lstStyle>
            <a:lvl1pPr>
              <a:defRPr/>
            </a:lvl1pPr>
          </a:lstStyle>
          <a:p>
            <a:pPr>
              <a:defRPr/>
            </a:pPr>
            <a:fld id="{5B7FCC9F-181E-4EDF-95FA-67CE74BFC18C}" type="slidenum">
              <a:rPr lang="en-US" altLang="zh-CN"/>
              <a:pPr>
                <a:defRPr/>
              </a:pPr>
              <a:t>‹#›</a:t>
            </a:fld>
            <a:endParaRPr lang="en-US" altLang="zh-CN"/>
          </a:p>
        </p:txBody>
      </p:sp>
    </p:spTree>
    <p:extLst>
      <p:ext uri="{BB962C8B-B14F-4D97-AF65-F5344CB8AC3E}">
        <p14:creationId xmlns:p14="http://schemas.microsoft.com/office/powerpoint/2010/main" val="142871323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754E73BE-BCF5-4389-AAA0-F2C924E6CFB2}"/>
              </a:ext>
            </a:extLst>
          </p:cNvPr>
          <p:cNvSpPr>
            <a:spLocks noGrp="1" noChangeArrowheads="1"/>
          </p:cNvSpPr>
          <p:nvPr>
            <p:ph type="dt" sz="half" idx="10"/>
          </p:nvPr>
        </p:nvSpPr>
        <p:spPr>
          <a:ln/>
        </p:spPr>
        <p:txBody>
          <a:bodyPr/>
          <a:lstStyle>
            <a:lvl1pPr>
              <a:defRPr/>
            </a:lvl1pPr>
          </a:lstStyle>
          <a:p>
            <a:pPr>
              <a:defRPr/>
            </a:pPr>
            <a:fld id="{ECD528AA-5CBE-4EB6-8300-3DEC3B392C2F}" type="datetime1">
              <a:rPr lang="zh-CN" altLang="en-US"/>
              <a:pPr>
                <a:defRPr/>
              </a:pPr>
              <a:t>2020/9/7</a:t>
            </a:fld>
            <a:endParaRPr lang="en-US" altLang="zh-CN"/>
          </a:p>
        </p:txBody>
      </p:sp>
      <p:sp>
        <p:nvSpPr>
          <p:cNvPr id="6" name="Rectangle 6">
            <a:extLst>
              <a:ext uri="{FF2B5EF4-FFF2-40B4-BE49-F238E27FC236}">
                <a16:creationId xmlns:a16="http://schemas.microsoft.com/office/drawing/2014/main" id="{7188B05B-A00D-4315-9B80-07FD4D5E80D9}"/>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a:extLst>
              <a:ext uri="{FF2B5EF4-FFF2-40B4-BE49-F238E27FC236}">
                <a16:creationId xmlns:a16="http://schemas.microsoft.com/office/drawing/2014/main" id="{77E7B42B-410F-435D-9B34-3622B0C1637A}"/>
              </a:ext>
            </a:extLst>
          </p:cNvPr>
          <p:cNvSpPr>
            <a:spLocks noGrp="1" noChangeArrowheads="1"/>
          </p:cNvSpPr>
          <p:nvPr>
            <p:ph type="sldNum" sz="quarter" idx="12"/>
          </p:nvPr>
        </p:nvSpPr>
        <p:spPr>
          <a:ln/>
        </p:spPr>
        <p:txBody>
          <a:bodyPr/>
          <a:lstStyle>
            <a:lvl1pPr>
              <a:defRPr/>
            </a:lvl1pPr>
          </a:lstStyle>
          <a:p>
            <a:pPr>
              <a:defRPr/>
            </a:pPr>
            <a:fld id="{6B9EB8EA-AE5D-4FCF-95EE-A8B329EC22BF}" type="slidenum">
              <a:rPr lang="en-US" altLang="zh-CN"/>
              <a:pPr>
                <a:defRPr/>
              </a:pPr>
              <a:t>‹#›</a:t>
            </a:fld>
            <a:endParaRPr lang="en-US" altLang="zh-CN"/>
          </a:p>
        </p:txBody>
      </p:sp>
    </p:spTree>
    <p:extLst>
      <p:ext uri="{BB962C8B-B14F-4D97-AF65-F5344CB8AC3E}">
        <p14:creationId xmlns:p14="http://schemas.microsoft.com/office/powerpoint/2010/main" val="3169630245"/>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065F6E6F-D0F7-47F0-9024-0B9D78057301}"/>
              </a:ext>
            </a:extLst>
          </p:cNvPr>
          <p:cNvSpPr>
            <a:spLocks noGrp="1" noChangeArrowheads="1"/>
          </p:cNvSpPr>
          <p:nvPr>
            <p:ph type="dt" sz="half" idx="10"/>
          </p:nvPr>
        </p:nvSpPr>
        <p:spPr>
          <a:ln/>
        </p:spPr>
        <p:txBody>
          <a:bodyPr/>
          <a:lstStyle>
            <a:lvl1pPr>
              <a:defRPr/>
            </a:lvl1pPr>
          </a:lstStyle>
          <a:p>
            <a:pPr>
              <a:defRPr/>
            </a:pPr>
            <a:fld id="{E431C07C-26A5-4658-A647-D2844EA2BACF}" type="datetime1">
              <a:rPr lang="zh-CN" altLang="en-US"/>
              <a:pPr>
                <a:defRPr/>
              </a:pPr>
              <a:t>2020/9/7</a:t>
            </a:fld>
            <a:endParaRPr lang="en-US" altLang="zh-CN"/>
          </a:p>
        </p:txBody>
      </p:sp>
      <p:sp>
        <p:nvSpPr>
          <p:cNvPr id="5" name="Rectangle 6">
            <a:extLst>
              <a:ext uri="{FF2B5EF4-FFF2-40B4-BE49-F238E27FC236}">
                <a16:creationId xmlns:a16="http://schemas.microsoft.com/office/drawing/2014/main" id="{C3CEEFC5-22AA-4024-9DA5-41E738BEF66E}"/>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a:extLst>
              <a:ext uri="{FF2B5EF4-FFF2-40B4-BE49-F238E27FC236}">
                <a16:creationId xmlns:a16="http://schemas.microsoft.com/office/drawing/2014/main" id="{A3BF1134-5CD7-4E04-9A4A-52248A2F2744}"/>
              </a:ext>
            </a:extLst>
          </p:cNvPr>
          <p:cNvSpPr>
            <a:spLocks noGrp="1" noChangeArrowheads="1"/>
          </p:cNvSpPr>
          <p:nvPr>
            <p:ph type="sldNum" sz="quarter" idx="12"/>
          </p:nvPr>
        </p:nvSpPr>
        <p:spPr>
          <a:ln/>
        </p:spPr>
        <p:txBody>
          <a:bodyPr/>
          <a:lstStyle>
            <a:lvl1pPr>
              <a:defRPr/>
            </a:lvl1pPr>
          </a:lstStyle>
          <a:p>
            <a:pPr>
              <a:defRPr/>
            </a:pPr>
            <a:fld id="{93FE2315-7240-492D-B13E-AF727ED5D7CB}" type="slidenum">
              <a:rPr lang="en-US" altLang="zh-CN"/>
              <a:pPr>
                <a:defRPr/>
              </a:pPr>
              <a:t>‹#›</a:t>
            </a:fld>
            <a:endParaRPr lang="en-US" altLang="zh-CN"/>
          </a:p>
        </p:txBody>
      </p:sp>
    </p:spTree>
    <p:extLst>
      <p:ext uri="{BB962C8B-B14F-4D97-AF65-F5344CB8AC3E}">
        <p14:creationId xmlns:p14="http://schemas.microsoft.com/office/powerpoint/2010/main" val="2649168930"/>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943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4213" y="609600"/>
            <a:ext cx="5678487" cy="54943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83064CC4-3A6C-4CB2-91B8-8233DBF068A2}"/>
              </a:ext>
            </a:extLst>
          </p:cNvPr>
          <p:cNvSpPr>
            <a:spLocks noGrp="1" noChangeArrowheads="1"/>
          </p:cNvSpPr>
          <p:nvPr>
            <p:ph type="dt" sz="half" idx="10"/>
          </p:nvPr>
        </p:nvSpPr>
        <p:spPr>
          <a:ln/>
        </p:spPr>
        <p:txBody>
          <a:bodyPr/>
          <a:lstStyle>
            <a:lvl1pPr>
              <a:defRPr/>
            </a:lvl1pPr>
          </a:lstStyle>
          <a:p>
            <a:pPr>
              <a:defRPr/>
            </a:pPr>
            <a:fld id="{85BE2969-3310-432F-A81E-5062F421D733}" type="datetime1">
              <a:rPr lang="zh-CN" altLang="en-US"/>
              <a:pPr>
                <a:defRPr/>
              </a:pPr>
              <a:t>2020/9/7</a:t>
            </a:fld>
            <a:endParaRPr lang="en-US" altLang="zh-CN"/>
          </a:p>
        </p:txBody>
      </p:sp>
      <p:sp>
        <p:nvSpPr>
          <p:cNvPr id="5" name="Rectangle 6">
            <a:extLst>
              <a:ext uri="{FF2B5EF4-FFF2-40B4-BE49-F238E27FC236}">
                <a16:creationId xmlns:a16="http://schemas.microsoft.com/office/drawing/2014/main" id="{2C96D649-139A-47F5-A07A-B6E48C03CA32}"/>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a:extLst>
              <a:ext uri="{FF2B5EF4-FFF2-40B4-BE49-F238E27FC236}">
                <a16:creationId xmlns:a16="http://schemas.microsoft.com/office/drawing/2014/main" id="{1F59AA17-F1CB-48CF-AAF9-7EDB568E1244}"/>
              </a:ext>
            </a:extLst>
          </p:cNvPr>
          <p:cNvSpPr>
            <a:spLocks noGrp="1" noChangeArrowheads="1"/>
          </p:cNvSpPr>
          <p:nvPr>
            <p:ph type="sldNum" sz="quarter" idx="12"/>
          </p:nvPr>
        </p:nvSpPr>
        <p:spPr>
          <a:ln/>
        </p:spPr>
        <p:txBody>
          <a:bodyPr/>
          <a:lstStyle>
            <a:lvl1pPr>
              <a:defRPr/>
            </a:lvl1pPr>
          </a:lstStyle>
          <a:p>
            <a:pPr>
              <a:defRPr/>
            </a:pPr>
            <a:fld id="{561401FB-1E7B-47FC-BF1B-408C9FD2A804}" type="slidenum">
              <a:rPr lang="en-US" altLang="zh-CN"/>
              <a:pPr>
                <a:defRPr/>
              </a:pPr>
              <a:t>‹#›</a:t>
            </a:fld>
            <a:endParaRPr lang="en-US" altLang="zh-CN"/>
          </a:p>
        </p:txBody>
      </p:sp>
    </p:spTree>
    <p:extLst>
      <p:ext uri="{BB962C8B-B14F-4D97-AF65-F5344CB8AC3E}">
        <p14:creationId xmlns:p14="http://schemas.microsoft.com/office/powerpoint/2010/main" val="233758089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4213" y="609600"/>
            <a:ext cx="7773987" cy="5494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5">
            <a:extLst>
              <a:ext uri="{FF2B5EF4-FFF2-40B4-BE49-F238E27FC236}">
                <a16:creationId xmlns:a16="http://schemas.microsoft.com/office/drawing/2014/main" id="{D7F592B5-7FC6-4884-A0C2-735751739A7F}"/>
              </a:ext>
            </a:extLst>
          </p:cNvPr>
          <p:cNvSpPr>
            <a:spLocks noGrp="1" noChangeArrowheads="1"/>
          </p:cNvSpPr>
          <p:nvPr>
            <p:ph type="dt" sz="half" idx="10"/>
          </p:nvPr>
        </p:nvSpPr>
        <p:spPr>
          <a:ln/>
        </p:spPr>
        <p:txBody>
          <a:bodyPr/>
          <a:lstStyle>
            <a:lvl1pPr>
              <a:defRPr/>
            </a:lvl1pPr>
          </a:lstStyle>
          <a:p>
            <a:pPr>
              <a:defRPr/>
            </a:pPr>
            <a:fld id="{7BC3EC99-C7F1-4E40-A5CC-E3DB33593D81}" type="datetime1">
              <a:rPr lang="zh-CN" altLang="en-US"/>
              <a:pPr>
                <a:defRPr/>
              </a:pPr>
              <a:t>2020/9/7</a:t>
            </a:fld>
            <a:endParaRPr lang="en-US" altLang="zh-CN"/>
          </a:p>
        </p:txBody>
      </p:sp>
      <p:sp>
        <p:nvSpPr>
          <p:cNvPr id="4" name="Rectangle 6">
            <a:extLst>
              <a:ext uri="{FF2B5EF4-FFF2-40B4-BE49-F238E27FC236}">
                <a16:creationId xmlns:a16="http://schemas.microsoft.com/office/drawing/2014/main" id="{C6E4A053-549A-4922-8483-71613DF811B4}"/>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5" name="Rectangle 7">
            <a:extLst>
              <a:ext uri="{FF2B5EF4-FFF2-40B4-BE49-F238E27FC236}">
                <a16:creationId xmlns:a16="http://schemas.microsoft.com/office/drawing/2014/main" id="{9321EAE1-6160-4E9A-BD79-99BC43BE9D33}"/>
              </a:ext>
            </a:extLst>
          </p:cNvPr>
          <p:cNvSpPr>
            <a:spLocks noGrp="1" noChangeArrowheads="1"/>
          </p:cNvSpPr>
          <p:nvPr>
            <p:ph type="sldNum" sz="quarter" idx="12"/>
          </p:nvPr>
        </p:nvSpPr>
        <p:spPr>
          <a:ln/>
        </p:spPr>
        <p:txBody>
          <a:bodyPr/>
          <a:lstStyle>
            <a:lvl1pPr>
              <a:defRPr/>
            </a:lvl1pPr>
          </a:lstStyle>
          <a:p>
            <a:pPr>
              <a:defRPr/>
            </a:pPr>
            <a:fld id="{9969F979-6A95-4C7A-A568-A3CE7A0B101C}" type="slidenum">
              <a:rPr lang="en-US" altLang="zh-CN"/>
              <a:pPr>
                <a:defRPr/>
              </a:pPr>
              <a:t>‹#›</a:t>
            </a:fld>
            <a:endParaRPr lang="en-US" altLang="zh-CN"/>
          </a:p>
        </p:txBody>
      </p:sp>
    </p:spTree>
    <p:extLst>
      <p:ext uri="{BB962C8B-B14F-4D97-AF65-F5344CB8AC3E}">
        <p14:creationId xmlns:p14="http://schemas.microsoft.com/office/powerpoint/2010/main" val="147098565"/>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09600"/>
            <a:ext cx="77724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684213" y="1989138"/>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989138"/>
            <a:ext cx="3810000" cy="4114800"/>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72BF2538-F6FD-4A00-979B-652AE256CD17}"/>
              </a:ext>
            </a:extLst>
          </p:cNvPr>
          <p:cNvSpPr>
            <a:spLocks noGrp="1" noChangeArrowheads="1"/>
          </p:cNvSpPr>
          <p:nvPr>
            <p:ph type="dt" sz="half" idx="10"/>
          </p:nvPr>
        </p:nvSpPr>
        <p:spPr>
          <a:ln/>
        </p:spPr>
        <p:txBody>
          <a:bodyPr/>
          <a:lstStyle>
            <a:lvl1pPr>
              <a:defRPr/>
            </a:lvl1pPr>
          </a:lstStyle>
          <a:p>
            <a:pPr>
              <a:defRPr/>
            </a:pPr>
            <a:fld id="{AD42222E-B4E9-4E1E-9DA2-A78516DDF537}" type="datetime1">
              <a:rPr lang="zh-CN" altLang="en-US"/>
              <a:pPr>
                <a:defRPr/>
              </a:pPr>
              <a:t>2020/9/7</a:t>
            </a:fld>
            <a:endParaRPr lang="en-US" altLang="zh-CN"/>
          </a:p>
        </p:txBody>
      </p:sp>
      <p:sp>
        <p:nvSpPr>
          <p:cNvPr id="6" name="Rectangle 6">
            <a:extLst>
              <a:ext uri="{FF2B5EF4-FFF2-40B4-BE49-F238E27FC236}">
                <a16:creationId xmlns:a16="http://schemas.microsoft.com/office/drawing/2014/main" id="{53789BE1-9032-4CC0-8B59-5FE11B3D28BB}"/>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7">
            <a:extLst>
              <a:ext uri="{FF2B5EF4-FFF2-40B4-BE49-F238E27FC236}">
                <a16:creationId xmlns:a16="http://schemas.microsoft.com/office/drawing/2014/main" id="{87BEB9A2-09D5-47BC-B71D-59E5128CE7BA}"/>
              </a:ext>
            </a:extLst>
          </p:cNvPr>
          <p:cNvSpPr>
            <a:spLocks noGrp="1" noChangeArrowheads="1"/>
          </p:cNvSpPr>
          <p:nvPr>
            <p:ph type="sldNum" sz="quarter" idx="12"/>
          </p:nvPr>
        </p:nvSpPr>
        <p:spPr>
          <a:ln/>
        </p:spPr>
        <p:txBody>
          <a:bodyPr/>
          <a:lstStyle>
            <a:lvl1pPr>
              <a:defRPr/>
            </a:lvl1pPr>
          </a:lstStyle>
          <a:p>
            <a:pPr>
              <a:defRPr/>
            </a:pPr>
            <a:fld id="{E1BB826E-3977-446A-9E0C-67246F3475FE}" type="slidenum">
              <a:rPr lang="en-US" altLang="zh-CN"/>
              <a:pPr>
                <a:defRPr/>
              </a:pPr>
              <a:t>‹#›</a:t>
            </a:fld>
            <a:endParaRPr lang="en-US" altLang="zh-CN"/>
          </a:p>
        </p:txBody>
      </p:sp>
    </p:spTree>
    <p:extLst>
      <p:ext uri="{BB962C8B-B14F-4D97-AF65-F5344CB8AC3E}">
        <p14:creationId xmlns:p14="http://schemas.microsoft.com/office/powerpoint/2010/main" val="289229611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7596FD31-7772-4042-BCF8-08CD8EBD5B41}"/>
              </a:ext>
            </a:extLst>
          </p:cNvPr>
          <p:cNvSpPr>
            <a:spLocks noGrp="1" noChangeArrowheads="1"/>
          </p:cNvSpPr>
          <p:nvPr>
            <p:ph type="dt" sz="half" idx="10"/>
          </p:nvPr>
        </p:nvSpPr>
        <p:spPr>
          <a:ln/>
        </p:spPr>
        <p:txBody>
          <a:bodyPr/>
          <a:lstStyle>
            <a:lvl1pPr>
              <a:defRPr/>
            </a:lvl1pPr>
          </a:lstStyle>
          <a:p>
            <a:pPr>
              <a:defRPr/>
            </a:pPr>
            <a:fld id="{6074BF6D-EC8F-4367-9724-D18EF215AF88}" type="datetime1">
              <a:rPr lang="zh-CN" altLang="en-US"/>
              <a:pPr>
                <a:defRPr/>
              </a:pPr>
              <a:t>2020/9/7</a:t>
            </a:fld>
            <a:endParaRPr lang="en-US" altLang="zh-CN"/>
          </a:p>
        </p:txBody>
      </p:sp>
      <p:sp>
        <p:nvSpPr>
          <p:cNvPr id="5" name="Rectangle 5">
            <a:extLst>
              <a:ext uri="{FF2B5EF4-FFF2-40B4-BE49-F238E27FC236}">
                <a16:creationId xmlns:a16="http://schemas.microsoft.com/office/drawing/2014/main" id="{D5B711D3-6EF3-4B58-AE97-1CB0D1B7D021}"/>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a:extLst>
              <a:ext uri="{FF2B5EF4-FFF2-40B4-BE49-F238E27FC236}">
                <a16:creationId xmlns:a16="http://schemas.microsoft.com/office/drawing/2014/main" id="{DEDFF6B2-0D63-44A5-8B48-C13B20603FCC}"/>
              </a:ext>
            </a:extLst>
          </p:cNvPr>
          <p:cNvSpPr>
            <a:spLocks noGrp="1" noChangeArrowheads="1"/>
          </p:cNvSpPr>
          <p:nvPr>
            <p:ph type="sldNum" sz="quarter" idx="12"/>
          </p:nvPr>
        </p:nvSpPr>
        <p:spPr>
          <a:ln/>
        </p:spPr>
        <p:txBody>
          <a:bodyPr/>
          <a:lstStyle>
            <a:lvl1pPr>
              <a:defRPr/>
            </a:lvl1pPr>
          </a:lstStyle>
          <a:p>
            <a:pPr>
              <a:defRPr/>
            </a:pPr>
            <a:fld id="{0F60749C-20BC-446D-9F3A-17EECDC67A7C}" type="slidenum">
              <a:rPr lang="en-US" altLang="zh-CN"/>
              <a:pPr>
                <a:defRPr/>
              </a:pPr>
              <a:t>‹#›</a:t>
            </a:fld>
            <a:endParaRPr lang="en-US" altLang="zh-CN"/>
          </a:p>
        </p:txBody>
      </p:sp>
    </p:spTree>
    <p:extLst>
      <p:ext uri="{BB962C8B-B14F-4D97-AF65-F5344CB8AC3E}">
        <p14:creationId xmlns:p14="http://schemas.microsoft.com/office/powerpoint/2010/main" val="174114288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6DC3610-0BD2-4B32-9D72-BC9888822F18}"/>
              </a:ext>
            </a:extLst>
          </p:cNvPr>
          <p:cNvSpPr>
            <a:spLocks noGrp="1" noChangeArrowheads="1"/>
          </p:cNvSpPr>
          <p:nvPr>
            <p:ph type="dt" sz="half" idx="10"/>
          </p:nvPr>
        </p:nvSpPr>
        <p:spPr>
          <a:ln/>
        </p:spPr>
        <p:txBody>
          <a:bodyPr/>
          <a:lstStyle>
            <a:lvl1pPr>
              <a:defRPr/>
            </a:lvl1pPr>
          </a:lstStyle>
          <a:p>
            <a:pPr>
              <a:defRPr/>
            </a:pPr>
            <a:fld id="{A67E6A74-272E-4671-A2AF-370E1A2A09BA}" type="datetime1">
              <a:rPr lang="zh-CN" altLang="en-US"/>
              <a:pPr>
                <a:defRPr/>
              </a:pPr>
              <a:t>2020/9/7</a:t>
            </a:fld>
            <a:endParaRPr lang="en-US" altLang="zh-CN"/>
          </a:p>
        </p:txBody>
      </p:sp>
      <p:sp>
        <p:nvSpPr>
          <p:cNvPr id="5" name="Rectangle 5">
            <a:extLst>
              <a:ext uri="{FF2B5EF4-FFF2-40B4-BE49-F238E27FC236}">
                <a16:creationId xmlns:a16="http://schemas.microsoft.com/office/drawing/2014/main" id="{EC1C312F-0D21-4615-9838-FE6DEFDC45A6}"/>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a:extLst>
              <a:ext uri="{FF2B5EF4-FFF2-40B4-BE49-F238E27FC236}">
                <a16:creationId xmlns:a16="http://schemas.microsoft.com/office/drawing/2014/main" id="{C54AC96D-AE35-4C54-8575-D7C11D19E377}"/>
              </a:ext>
            </a:extLst>
          </p:cNvPr>
          <p:cNvSpPr>
            <a:spLocks noGrp="1" noChangeArrowheads="1"/>
          </p:cNvSpPr>
          <p:nvPr>
            <p:ph type="sldNum" sz="quarter" idx="12"/>
          </p:nvPr>
        </p:nvSpPr>
        <p:spPr>
          <a:ln/>
        </p:spPr>
        <p:txBody>
          <a:bodyPr/>
          <a:lstStyle>
            <a:lvl1pPr>
              <a:defRPr/>
            </a:lvl1pPr>
          </a:lstStyle>
          <a:p>
            <a:pPr>
              <a:defRPr/>
            </a:pPr>
            <a:fld id="{16827B17-9DA9-493E-8B36-F10C62FCE418}" type="slidenum">
              <a:rPr lang="en-US" altLang="zh-CN"/>
              <a:pPr>
                <a:defRPr/>
              </a:pPr>
              <a:t>‹#›</a:t>
            </a:fld>
            <a:endParaRPr lang="en-US" altLang="zh-CN"/>
          </a:p>
        </p:txBody>
      </p:sp>
    </p:spTree>
    <p:extLst>
      <p:ext uri="{BB962C8B-B14F-4D97-AF65-F5344CB8AC3E}">
        <p14:creationId xmlns:p14="http://schemas.microsoft.com/office/powerpoint/2010/main" val="3816535274"/>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E61F79BA-E424-41C9-B214-A7C0CFA40F3B}"/>
              </a:ext>
            </a:extLst>
          </p:cNvPr>
          <p:cNvSpPr>
            <a:spLocks noGrp="1" noChangeArrowheads="1"/>
          </p:cNvSpPr>
          <p:nvPr>
            <p:ph type="dt" sz="half" idx="10"/>
          </p:nvPr>
        </p:nvSpPr>
        <p:spPr>
          <a:ln/>
        </p:spPr>
        <p:txBody>
          <a:bodyPr/>
          <a:lstStyle>
            <a:lvl1pPr>
              <a:defRPr/>
            </a:lvl1pPr>
          </a:lstStyle>
          <a:p>
            <a:pPr>
              <a:defRPr/>
            </a:pPr>
            <a:fld id="{FA155E73-8416-4AF2-AA32-7FE31B00DA36}" type="datetime1">
              <a:rPr lang="zh-CN" altLang="en-US"/>
              <a:pPr>
                <a:defRPr/>
              </a:pPr>
              <a:t>2020/9/7</a:t>
            </a:fld>
            <a:endParaRPr lang="en-US" altLang="zh-CN"/>
          </a:p>
        </p:txBody>
      </p:sp>
      <p:sp>
        <p:nvSpPr>
          <p:cNvPr id="5" name="Rectangle 5">
            <a:extLst>
              <a:ext uri="{FF2B5EF4-FFF2-40B4-BE49-F238E27FC236}">
                <a16:creationId xmlns:a16="http://schemas.microsoft.com/office/drawing/2014/main" id="{07D0CCA3-EB09-47B8-880F-7847DAC34A3D}"/>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a:extLst>
              <a:ext uri="{FF2B5EF4-FFF2-40B4-BE49-F238E27FC236}">
                <a16:creationId xmlns:a16="http://schemas.microsoft.com/office/drawing/2014/main" id="{FE7AACEA-A412-436E-BCB2-F6CB907E1888}"/>
              </a:ext>
            </a:extLst>
          </p:cNvPr>
          <p:cNvSpPr>
            <a:spLocks noGrp="1" noChangeArrowheads="1"/>
          </p:cNvSpPr>
          <p:nvPr>
            <p:ph type="sldNum" sz="quarter" idx="12"/>
          </p:nvPr>
        </p:nvSpPr>
        <p:spPr>
          <a:ln/>
        </p:spPr>
        <p:txBody>
          <a:bodyPr/>
          <a:lstStyle>
            <a:lvl1pPr>
              <a:defRPr/>
            </a:lvl1pPr>
          </a:lstStyle>
          <a:p>
            <a:pPr>
              <a:defRPr/>
            </a:pPr>
            <a:fld id="{B793E7C8-9B51-4469-9731-7065EAB1C763}" type="slidenum">
              <a:rPr lang="en-US" altLang="zh-CN"/>
              <a:pPr>
                <a:defRPr/>
              </a:pPr>
              <a:t>‹#›</a:t>
            </a:fld>
            <a:endParaRPr lang="en-US" altLang="zh-CN"/>
          </a:p>
        </p:txBody>
      </p:sp>
    </p:spTree>
    <p:extLst>
      <p:ext uri="{BB962C8B-B14F-4D97-AF65-F5344CB8AC3E}">
        <p14:creationId xmlns:p14="http://schemas.microsoft.com/office/powerpoint/2010/main" val="306040285"/>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42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83BC15EA-AC13-49E6-BBDF-9100037121F0}"/>
              </a:ext>
            </a:extLst>
          </p:cNvPr>
          <p:cNvSpPr>
            <a:spLocks noGrp="1" noChangeArrowheads="1"/>
          </p:cNvSpPr>
          <p:nvPr>
            <p:ph type="dt" sz="half" idx="10"/>
          </p:nvPr>
        </p:nvSpPr>
        <p:spPr>
          <a:ln/>
        </p:spPr>
        <p:txBody>
          <a:bodyPr/>
          <a:lstStyle>
            <a:lvl1pPr>
              <a:defRPr/>
            </a:lvl1pPr>
          </a:lstStyle>
          <a:p>
            <a:pPr>
              <a:defRPr/>
            </a:pPr>
            <a:fld id="{E597D5DB-52CA-40FC-9FC9-C5F0176EEC35}" type="datetime1">
              <a:rPr lang="zh-CN" altLang="en-US"/>
              <a:pPr>
                <a:defRPr/>
              </a:pPr>
              <a:t>2020/9/7</a:t>
            </a:fld>
            <a:endParaRPr lang="en-US" altLang="zh-CN"/>
          </a:p>
        </p:txBody>
      </p:sp>
      <p:sp>
        <p:nvSpPr>
          <p:cNvPr id="6" name="Rectangle 5">
            <a:extLst>
              <a:ext uri="{FF2B5EF4-FFF2-40B4-BE49-F238E27FC236}">
                <a16:creationId xmlns:a16="http://schemas.microsoft.com/office/drawing/2014/main" id="{0894FE9E-26EF-4FA4-9A1C-E7F33F229B50}"/>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6">
            <a:extLst>
              <a:ext uri="{FF2B5EF4-FFF2-40B4-BE49-F238E27FC236}">
                <a16:creationId xmlns:a16="http://schemas.microsoft.com/office/drawing/2014/main" id="{B4F0608A-D695-4B37-AAAB-A04218C82A6B}"/>
              </a:ext>
            </a:extLst>
          </p:cNvPr>
          <p:cNvSpPr>
            <a:spLocks noGrp="1" noChangeArrowheads="1"/>
          </p:cNvSpPr>
          <p:nvPr>
            <p:ph type="sldNum" sz="quarter" idx="12"/>
          </p:nvPr>
        </p:nvSpPr>
        <p:spPr>
          <a:ln/>
        </p:spPr>
        <p:txBody>
          <a:bodyPr/>
          <a:lstStyle>
            <a:lvl1pPr>
              <a:defRPr/>
            </a:lvl1pPr>
          </a:lstStyle>
          <a:p>
            <a:pPr>
              <a:defRPr/>
            </a:pPr>
            <a:fld id="{0B1526A5-3E55-429A-85D2-CFF7C1C414E6}" type="slidenum">
              <a:rPr lang="en-US" altLang="zh-CN"/>
              <a:pPr>
                <a:defRPr/>
              </a:pPr>
              <a:t>‹#›</a:t>
            </a:fld>
            <a:endParaRPr lang="en-US" altLang="zh-CN"/>
          </a:p>
        </p:txBody>
      </p:sp>
    </p:spTree>
    <p:extLst>
      <p:ext uri="{BB962C8B-B14F-4D97-AF65-F5344CB8AC3E}">
        <p14:creationId xmlns:p14="http://schemas.microsoft.com/office/powerpoint/2010/main" val="2859508949"/>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8CF5A6A2-DFA2-4867-88AA-4A708CC7969B}"/>
              </a:ext>
            </a:extLst>
          </p:cNvPr>
          <p:cNvSpPr>
            <a:spLocks noGrp="1" noChangeArrowheads="1"/>
          </p:cNvSpPr>
          <p:nvPr>
            <p:ph type="dt" sz="half" idx="10"/>
          </p:nvPr>
        </p:nvSpPr>
        <p:spPr>
          <a:ln/>
        </p:spPr>
        <p:txBody>
          <a:bodyPr/>
          <a:lstStyle>
            <a:lvl1pPr>
              <a:defRPr/>
            </a:lvl1pPr>
          </a:lstStyle>
          <a:p>
            <a:pPr>
              <a:defRPr/>
            </a:pPr>
            <a:fld id="{1502728A-DF9C-4DAA-BC5D-8B1834FF75AA}" type="datetime1">
              <a:rPr lang="zh-CN" altLang="en-US"/>
              <a:pPr>
                <a:defRPr/>
              </a:pPr>
              <a:t>2020/9/7</a:t>
            </a:fld>
            <a:endParaRPr lang="en-US" altLang="zh-CN"/>
          </a:p>
        </p:txBody>
      </p:sp>
      <p:sp>
        <p:nvSpPr>
          <p:cNvPr id="8" name="Rectangle 5">
            <a:extLst>
              <a:ext uri="{FF2B5EF4-FFF2-40B4-BE49-F238E27FC236}">
                <a16:creationId xmlns:a16="http://schemas.microsoft.com/office/drawing/2014/main" id="{09CA1A15-9FCF-4A5D-9A7F-129EF1E70F56}"/>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9" name="Rectangle 6">
            <a:extLst>
              <a:ext uri="{FF2B5EF4-FFF2-40B4-BE49-F238E27FC236}">
                <a16:creationId xmlns:a16="http://schemas.microsoft.com/office/drawing/2014/main" id="{B5B16F22-8BF0-452B-9082-FFBF3771793B}"/>
              </a:ext>
            </a:extLst>
          </p:cNvPr>
          <p:cNvSpPr>
            <a:spLocks noGrp="1" noChangeArrowheads="1"/>
          </p:cNvSpPr>
          <p:nvPr>
            <p:ph type="sldNum" sz="quarter" idx="12"/>
          </p:nvPr>
        </p:nvSpPr>
        <p:spPr>
          <a:ln/>
        </p:spPr>
        <p:txBody>
          <a:bodyPr/>
          <a:lstStyle>
            <a:lvl1pPr>
              <a:defRPr/>
            </a:lvl1pPr>
          </a:lstStyle>
          <a:p>
            <a:pPr>
              <a:defRPr/>
            </a:pPr>
            <a:fld id="{39F2DA6D-245C-44EF-9E26-EF53807523E5}" type="slidenum">
              <a:rPr lang="en-US" altLang="zh-CN"/>
              <a:pPr>
                <a:defRPr/>
              </a:pPr>
              <a:t>‹#›</a:t>
            </a:fld>
            <a:endParaRPr lang="en-US" altLang="zh-CN"/>
          </a:p>
        </p:txBody>
      </p:sp>
    </p:spTree>
    <p:extLst>
      <p:ext uri="{BB962C8B-B14F-4D97-AF65-F5344CB8AC3E}">
        <p14:creationId xmlns:p14="http://schemas.microsoft.com/office/powerpoint/2010/main" val="839497648"/>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A7810076-A7E4-4521-B0EC-FBB925F0E287}"/>
              </a:ext>
            </a:extLst>
          </p:cNvPr>
          <p:cNvSpPr>
            <a:spLocks noGrp="1" noChangeArrowheads="1"/>
          </p:cNvSpPr>
          <p:nvPr>
            <p:ph type="dt" sz="half" idx="10"/>
          </p:nvPr>
        </p:nvSpPr>
        <p:spPr>
          <a:ln/>
        </p:spPr>
        <p:txBody>
          <a:bodyPr/>
          <a:lstStyle>
            <a:lvl1pPr>
              <a:defRPr/>
            </a:lvl1pPr>
          </a:lstStyle>
          <a:p>
            <a:pPr>
              <a:defRPr/>
            </a:pPr>
            <a:fld id="{39F6F7CA-E88A-43A1-8E1B-9FDC16BC02CE}" type="datetime1">
              <a:rPr lang="zh-CN" altLang="en-US"/>
              <a:pPr>
                <a:defRPr/>
              </a:pPr>
              <a:t>2020/9/7</a:t>
            </a:fld>
            <a:endParaRPr lang="en-US" altLang="zh-CN"/>
          </a:p>
        </p:txBody>
      </p:sp>
      <p:sp>
        <p:nvSpPr>
          <p:cNvPr id="4" name="Rectangle 5">
            <a:extLst>
              <a:ext uri="{FF2B5EF4-FFF2-40B4-BE49-F238E27FC236}">
                <a16:creationId xmlns:a16="http://schemas.microsoft.com/office/drawing/2014/main" id="{E8782BFA-CBE3-4437-AC9A-345E58D87F49}"/>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5" name="Rectangle 6">
            <a:extLst>
              <a:ext uri="{FF2B5EF4-FFF2-40B4-BE49-F238E27FC236}">
                <a16:creationId xmlns:a16="http://schemas.microsoft.com/office/drawing/2014/main" id="{F56F194D-91E3-49D3-9622-181C46D1AD8F}"/>
              </a:ext>
            </a:extLst>
          </p:cNvPr>
          <p:cNvSpPr>
            <a:spLocks noGrp="1" noChangeArrowheads="1"/>
          </p:cNvSpPr>
          <p:nvPr>
            <p:ph type="sldNum" sz="quarter" idx="12"/>
          </p:nvPr>
        </p:nvSpPr>
        <p:spPr>
          <a:ln/>
        </p:spPr>
        <p:txBody>
          <a:bodyPr/>
          <a:lstStyle>
            <a:lvl1pPr>
              <a:defRPr/>
            </a:lvl1pPr>
          </a:lstStyle>
          <a:p>
            <a:pPr>
              <a:defRPr/>
            </a:pPr>
            <a:fld id="{8A8EA0CE-34FC-40D2-BE86-229795AB5CC4}" type="slidenum">
              <a:rPr lang="en-US" altLang="zh-CN"/>
              <a:pPr>
                <a:defRPr/>
              </a:pPr>
              <a:t>‹#›</a:t>
            </a:fld>
            <a:endParaRPr lang="en-US" altLang="zh-CN"/>
          </a:p>
        </p:txBody>
      </p:sp>
    </p:spTree>
    <p:extLst>
      <p:ext uri="{BB962C8B-B14F-4D97-AF65-F5344CB8AC3E}">
        <p14:creationId xmlns:p14="http://schemas.microsoft.com/office/powerpoint/2010/main" val="1919709626"/>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240E01B-FCB3-4820-8A05-1D60E864E3DB}"/>
              </a:ext>
            </a:extLst>
          </p:cNvPr>
          <p:cNvSpPr>
            <a:spLocks noGrp="1" noChangeArrowheads="1"/>
          </p:cNvSpPr>
          <p:nvPr>
            <p:ph type="dt" sz="half" idx="10"/>
          </p:nvPr>
        </p:nvSpPr>
        <p:spPr>
          <a:ln/>
        </p:spPr>
        <p:txBody>
          <a:bodyPr/>
          <a:lstStyle>
            <a:lvl1pPr>
              <a:defRPr/>
            </a:lvl1pPr>
          </a:lstStyle>
          <a:p>
            <a:pPr>
              <a:defRPr/>
            </a:pPr>
            <a:fld id="{D534B072-35C7-4D08-A580-E0DA75D29974}" type="datetime1">
              <a:rPr lang="zh-CN" altLang="en-US"/>
              <a:pPr>
                <a:defRPr/>
              </a:pPr>
              <a:t>2020/9/7</a:t>
            </a:fld>
            <a:endParaRPr lang="en-US" altLang="zh-CN"/>
          </a:p>
        </p:txBody>
      </p:sp>
      <p:sp>
        <p:nvSpPr>
          <p:cNvPr id="3" name="Rectangle 5">
            <a:extLst>
              <a:ext uri="{FF2B5EF4-FFF2-40B4-BE49-F238E27FC236}">
                <a16:creationId xmlns:a16="http://schemas.microsoft.com/office/drawing/2014/main" id="{7AA07F40-6989-4FAB-9C90-1ACC37CBDCFC}"/>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4" name="Rectangle 6">
            <a:extLst>
              <a:ext uri="{FF2B5EF4-FFF2-40B4-BE49-F238E27FC236}">
                <a16:creationId xmlns:a16="http://schemas.microsoft.com/office/drawing/2014/main" id="{80ACC740-35A3-4308-A235-C540A84D7EA0}"/>
              </a:ext>
            </a:extLst>
          </p:cNvPr>
          <p:cNvSpPr>
            <a:spLocks noGrp="1" noChangeArrowheads="1"/>
          </p:cNvSpPr>
          <p:nvPr>
            <p:ph type="sldNum" sz="quarter" idx="12"/>
          </p:nvPr>
        </p:nvSpPr>
        <p:spPr>
          <a:ln/>
        </p:spPr>
        <p:txBody>
          <a:bodyPr/>
          <a:lstStyle>
            <a:lvl1pPr>
              <a:defRPr/>
            </a:lvl1pPr>
          </a:lstStyle>
          <a:p>
            <a:pPr>
              <a:defRPr/>
            </a:pPr>
            <a:fld id="{E5282E54-785F-42F9-85CA-1249372313CC}" type="slidenum">
              <a:rPr lang="en-US" altLang="zh-CN"/>
              <a:pPr>
                <a:defRPr/>
              </a:pPr>
              <a:t>‹#›</a:t>
            </a:fld>
            <a:endParaRPr lang="en-US" altLang="zh-CN"/>
          </a:p>
        </p:txBody>
      </p:sp>
    </p:spTree>
    <p:extLst>
      <p:ext uri="{BB962C8B-B14F-4D97-AF65-F5344CB8AC3E}">
        <p14:creationId xmlns:p14="http://schemas.microsoft.com/office/powerpoint/2010/main" val="3859861048"/>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DC27525F-DA93-4F8A-87ED-A63703FD3530}"/>
              </a:ext>
            </a:extLst>
          </p:cNvPr>
          <p:cNvSpPr>
            <a:spLocks noGrp="1" noChangeArrowheads="1"/>
          </p:cNvSpPr>
          <p:nvPr>
            <p:ph type="dt" sz="half" idx="10"/>
          </p:nvPr>
        </p:nvSpPr>
        <p:spPr>
          <a:ln/>
        </p:spPr>
        <p:txBody>
          <a:bodyPr/>
          <a:lstStyle>
            <a:lvl1pPr>
              <a:defRPr/>
            </a:lvl1pPr>
          </a:lstStyle>
          <a:p>
            <a:pPr>
              <a:defRPr/>
            </a:pPr>
            <a:fld id="{DEF75A17-7A03-4A95-BB6F-E6A8AE57DCAA}" type="datetime1">
              <a:rPr lang="zh-CN" altLang="en-US"/>
              <a:pPr>
                <a:defRPr/>
              </a:pPr>
              <a:t>2020/9/7</a:t>
            </a:fld>
            <a:endParaRPr lang="en-US" altLang="zh-CN"/>
          </a:p>
        </p:txBody>
      </p:sp>
      <p:sp>
        <p:nvSpPr>
          <p:cNvPr id="6" name="Rectangle 5">
            <a:extLst>
              <a:ext uri="{FF2B5EF4-FFF2-40B4-BE49-F238E27FC236}">
                <a16:creationId xmlns:a16="http://schemas.microsoft.com/office/drawing/2014/main" id="{5C2DE343-2082-4A67-861A-8C493EABBCFF}"/>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6">
            <a:extLst>
              <a:ext uri="{FF2B5EF4-FFF2-40B4-BE49-F238E27FC236}">
                <a16:creationId xmlns:a16="http://schemas.microsoft.com/office/drawing/2014/main" id="{3CF64669-D9D7-47F2-9A22-DE954882DC7A}"/>
              </a:ext>
            </a:extLst>
          </p:cNvPr>
          <p:cNvSpPr>
            <a:spLocks noGrp="1" noChangeArrowheads="1"/>
          </p:cNvSpPr>
          <p:nvPr>
            <p:ph type="sldNum" sz="quarter" idx="12"/>
          </p:nvPr>
        </p:nvSpPr>
        <p:spPr>
          <a:ln/>
        </p:spPr>
        <p:txBody>
          <a:bodyPr/>
          <a:lstStyle>
            <a:lvl1pPr>
              <a:defRPr/>
            </a:lvl1pPr>
          </a:lstStyle>
          <a:p>
            <a:pPr>
              <a:defRPr/>
            </a:pPr>
            <a:fld id="{B6EC0136-D892-4F5D-8988-EC144E10712C}" type="slidenum">
              <a:rPr lang="en-US" altLang="zh-CN"/>
              <a:pPr>
                <a:defRPr/>
              </a:pPr>
              <a:t>‹#›</a:t>
            </a:fld>
            <a:endParaRPr lang="en-US" altLang="zh-CN"/>
          </a:p>
        </p:txBody>
      </p:sp>
    </p:spTree>
    <p:extLst>
      <p:ext uri="{BB962C8B-B14F-4D97-AF65-F5344CB8AC3E}">
        <p14:creationId xmlns:p14="http://schemas.microsoft.com/office/powerpoint/2010/main" val="3414649057"/>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141BE5E7-AD61-46EB-BB92-A69483A8B601}"/>
              </a:ext>
            </a:extLst>
          </p:cNvPr>
          <p:cNvSpPr>
            <a:spLocks noGrp="1" noChangeArrowheads="1"/>
          </p:cNvSpPr>
          <p:nvPr>
            <p:ph type="dt" sz="half" idx="10"/>
          </p:nvPr>
        </p:nvSpPr>
        <p:spPr>
          <a:ln/>
        </p:spPr>
        <p:txBody>
          <a:bodyPr/>
          <a:lstStyle>
            <a:lvl1pPr>
              <a:defRPr/>
            </a:lvl1pPr>
          </a:lstStyle>
          <a:p>
            <a:pPr>
              <a:defRPr/>
            </a:pPr>
            <a:fld id="{57BE0E47-B968-455E-AC1C-49FFD92D464A}" type="datetime1">
              <a:rPr lang="zh-CN" altLang="en-US"/>
              <a:pPr>
                <a:defRPr/>
              </a:pPr>
              <a:t>2020/9/7</a:t>
            </a:fld>
            <a:endParaRPr lang="en-US" altLang="zh-CN"/>
          </a:p>
        </p:txBody>
      </p:sp>
      <p:sp>
        <p:nvSpPr>
          <p:cNvPr id="6" name="Rectangle 5">
            <a:extLst>
              <a:ext uri="{FF2B5EF4-FFF2-40B4-BE49-F238E27FC236}">
                <a16:creationId xmlns:a16="http://schemas.microsoft.com/office/drawing/2014/main" id="{1513D606-ACC0-4F70-A046-84051AB79879}"/>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6">
            <a:extLst>
              <a:ext uri="{FF2B5EF4-FFF2-40B4-BE49-F238E27FC236}">
                <a16:creationId xmlns:a16="http://schemas.microsoft.com/office/drawing/2014/main" id="{AFD7D09A-4CE9-4F9F-85A3-091D859608D8}"/>
              </a:ext>
            </a:extLst>
          </p:cNvPr>
          <p:cNvSpPr>
            <a:spLocks noGrp="1" noChangeArrowheads="1"/>
          </p:cNvSpPr>
          <p:nvPr>
            <p:ph type="sldNum" sz="quarter" idx="12"/>
          </p:nvPr>
        </p:nvSpPr>
        <p:spPr>
          <a:ln/>
        </p:spPr>
        <p:txBody>
          <a:bodyPr/>
          <a:lstStyle>
            <a:lvl1pPr>
              <a:defRPr/>
            </a:lvl1pPr>
          </a:lstStyle>
          <a:p>
            <a:pPr>
              <a:defRPr/>
            </a:pPr>
            <a:fld id="{B9473CB8-5B61-4F79-8375-E843D832D92D}" type="slidenum">
              <a:rPr lang="en-US" altLang="zh-CN"/>
              <a:pPr>
                <a:defRPr/>
              </a:pPr>
              <a:t>‹#›</a:t>
            </a:fld>
            <a:endParaRPr lang="en-US" altLang="zh-CN"/>
          </a:p>
        </p:txBody>
      </p:sp>
    </p:spTree>
    <p:extLst>
      <p:ext uri="{BB962C8B-B14F-4D97-AF65-F5344CB8AC3E}">
        <p14:creationId xmlns:p14="http://schemas.microsoft.com/office/powerpoint/2010/main" val="3833596671"/>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44AB80D-0A44-44A0-A81C-A742C59BAC34}"/>
              </a:ext>
            </a:extLst>
          </p:cNvPr>
          <p:cNvSpPr>
            <a:spLocks noGrp="1" noChangeArrowheads="1"/>
          </p:cNvSpPr>
          <p:nvPr>
            <p:ph type="dt" sz="half" idx="10"/>
          </p:nvPr>
        </p:nvSpPr>
        <p:spPr>
          <a:ln/>
        </p:spPr>
        <p:txBody>
          <a:bodyPr/>
          <a:lstStyle>
            <a:lvl1pPr>
              <a:defRPr/>
            </a:lvl1pPr>
          </a:lstStyle>
          <a:p>
            <a:pPr>
              <a:defRPr/>
            </a:pPr>
            <a:fld id="{640DCE37-8359-4323-9E69-953144C55656}" type="datetime1">
              <a:rPr lang="zh-CN" altLang="en-US"/>
              <a:pPr>
                <a:defRPr/>
              </a:pPr>
              <a:t>2020/9/7</a:t>
            </a:fld>
            <a:endParaRPr lang="en-US" altLang="zh-CN"/>
          </a:p>
        </p:txBody>
      </p:sp>
      <p:sp>
        <p:nvSpPr>
          <p:cNvPr id="5" name="Rectangle 5">
            <a:extLst>
              <a:ext uri="{FF2B5EF4-FFF2-40B4-BE49-F238E27FC236}">
                <a16:creationId xmlns:a16="http://schemas.microsoft.com/office/drawing/2014/main" id="{1A5B515D-9E39-4D1B-A337-031D08876964}"/>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a:extLst>
              <a:ext uri="{FF2B5EF4-FFF2-40B4-BE49-F238E27FC236}">
                <a16:creationId xmlns:a16="http://schemas.microsoft.com/office/drawing/2014/main" id="{3E83DF5D-D475-4677-897F-115973399B8A}"/>
              </a:ext>
            </a:extLst>
          </p:cNvPr>
          <p:cNvSpPr>
            <a:spLocks noGrp="1" noChangeArrowheads="1"/>
          </p:cNvSpPr>
          <p:nvPr>
            <p:ph type="sldNum" sz="quarter" idx="12"/>
          </p:nvPr>
        </p:nvSpPr>
        <p:spPr>
          <a:ln/>
        </p:spPr>
        <p:txBody>
          <a:bodyPr/>
          <a:lstStyle>
            <a:lvl1pPr>
              <a:defRPr/>
            </a:lvl1pPr>
          </a:lstStyle>
          <a:p>
            <a:pPr>
              <a:defRPr/>
            </a:pPr>
            <a:fld id="{4E1614D8-F1AD-4172-92A4-0FE7C52FC990}" type="slidenum">
              <a:rPr lang="en-US" altLang="zh-CN"/>
              <a:pPr>
                <a:defRPr/>
              </a:pPr>
              <a:t>‹#›</a:t>
            </a:fld>
            <a:endParaRPr lang="en-US" altLang="zh-CN"/>
          </a:p>
        </p:txBody>
      </p:sp>
    </p:spTree>
    <p:extLst>
      <p:ext uri="{BB962C8B-B14F-4D97-AF65-F5344CB8AC3E}">
        <p14:creationId xmlns:p14="http://schemas.microsoft.com/office/powerpoint/2010/main" val="1517706478"/>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943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4213" y="609600"/>
            <a:ext cx="5678487" cy="54943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8AEAB4E-9A2A-4B8B-9B39-668304623AEC}"/>
              </a:ext>
            </a:extLst>
          </p:cNvPr>
          <p:cNvSpPr>
            <a:spLocks noGrp="1" noChangeArrowheads="1"/>
          </p:cNvSpPr>
          <p:nvPr>
            <p:ph type="dt" sz="half" idx="10"/>
          </p:nvPr>
        </p:nvSpPr>
        <p:spPr>
          <a:ln/>
        </p:spPr>
        <p:txBody>
          <a:bodyPr/>
          <a:lstStyle>
            <a:lvl1pPr>
              <a:defRPr/>
            </a:lvl1pPr>
          </a:lstStyle>
          <a:p>
            <a:pPr>
              <a:defRPr/>
            </a:pPr>
            <a:fld id="{DBC2AEA5-B3B6-44BD-A1D9-3DF85DDBDD49}" type="datetime1">
              <a:rPr lang="zh-CN" altLang="en-US"/>
              <a:pPr>
                <a:defRPr/>
              </a:pPr>
              <a:t>2020/9/7</a:t>
            </a:fld>
            <a:endParaRPr lang="en-US" altLang="zh-CN"/>
          </a:p>
        </p:txBody>
      </p:sp>
      <p:sp>
        <p:nvSpPr>
          <p:cNvPr id="5" name="Rectangle 5">
            <a:extLst>
              <a:ext uri="{FF2B5EF4-FFF2-40B4-BE49-F238E27FC236}">
                <a16:creationId xmlns:a16="http://schemas.microsoft.com/office/drawing/2014/main" id="{AEB8D166-6A37-45CC-B021-7BBA6FEBF07C}"/>
              </a:ext>
            </a:extLst>
          </p:cNvPr>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a:extLst>
              <a:ext uri="{FF2B5EF4-FFF2-40B4-BE49-F238E27FC236}">
                <a16:creationId xmlns:a16="http://schemas.microsoft.com/office/drawing/2014/main" id="{F5092160-68A0-4408-9E89-4B53C6A5748E}"/>
              </a:ext>
            </a:extLst>
          </p:cNvPr>
          <p:cNvSpPr>
            <a:spLocks noGrp="1" noChangeArrowheads="1"/>
          </p:cNvSpPr>
          <p:nvPr>
            <p:ph type="sldNum" sz="quarter" idx="12"/>
          </p:nvPr>
        </p:nvSpPr>
        <p:spPr>
          <a:ln/>
        </p:spPr>
        <p:txBody>
          <a:bodyPr/>
          <a:lstStyle>
            <a:lvl1pPr>
              <a:defRPr/>
            </a:lvl1pPr>
          </a:lstStyle>
          <a:p>
            <a:pPr>
              <a:defRPr/>
            </a:pPr>
            <a:fld id="{C83254A3-BF13-4924-82D1-EFACDED9EC40}" type="slidenum">
              <a:rPr lang="en-US" altLang="zh-CN"/>
              <a:pPr>
                <a:defRPr/>
              </a:pPr>
              <a:t>‹#›</a:t>
            </a:fld>
            <a:endParaRPr lang="en-US" altLang="zh-CN"/>
          </a:p>
        </p:txBody>
      </p:sp>
    </p:spTree>
    <p:extLst>
      <p:ext uri="{BB962C8B-B14F-4D97-AF65-F5344CB8AC3E}">
        <p14:creationId xmlns:p14="http://schemas.microsoft.com/office/powerpoint/2010/main" val="69146409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3.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85DA9FA7-695F-4AFE-9A75-D68422FCD181}"/>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100" name="Rectangle 4">
            <a:extLst>
              <a:ext uri="{FF2B5EF4-FFF2-40B4-BE49-F238E27FC236}">
                <a16:creationId xmlns:a16="http://schemas.microsoft.com/office/drawing/2014/main" id="{BDFBAB5C-1269-49F3-962F-9F12E42AD38F}"/>
              </a:ext>
            </a:extLst>
          </p:cNvPr>
          <p:cNvSpPr>
            <a:spLocks noGrp="1" noChangeArrowheads="1"/>
          </p:cNvSpPr>
          <p:nvPr>
            <p:ph type="body" idx="1"/>
          </p:nvPr>
        </p:nvSpPr>
        <p:spPr bwMode="auto">
          <a:xfrm>
            <a:off x="684213" y="1989138"/>
            <a:ext cx="7772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a:extLst>
              <a:ext uri="{FF2B5EF4-FFF2-40B4-BE49-F238E27FC236}">
                <a16:creationId xmlns:a16="http://schemas.microsoft.com/office/drawing/2014/main" id="{12F51D00-52D1-4FF6-B7C0-31D7D1A9B777}"/>
              </a:ext>
            </a:extLst>
          </p:cNvPr>
          <p:cNvSpPr>
            <a:spLocks noGrp="1" noChangeArrowheads="1"/>
          </p:cNvSpPr>
          <p:nvPr>
            <p:ph type="dt" sz="half" idx="2"/>
          </p:nvPr>
        </p:nvSpPr>
        <p:spPr bwMode="auto">
          <a:xfrm>
            <a:off x="684213" y="638175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spcBef>
                <a:spcPct val="0"/>
              </a:spcBef>
              <a:defRPr sz="1400" b="1"/>
            </a:lvl1pPr>
          </a:lstStyle>
          <a:p>
            <a:pPr>
              <a:defRPr/>
            </a:pPr>
            <a:fld id="{F666D81F-47B2-48A5-80E6-476B0818C5E4}" type="datetime1">
              <a:rPr lang="zh-CN" altLang="en-US"/>
              <a:pPr>
                <a:defRPr/>
              </a:pPr>
              <a:t>2020/9/7</a:t>
            </a:fld>
            <a:endParaRPr lang="en-US" altLang="zh-CN"/>
          </a:p>
        </p:txBody>
      </p:sp>
      <p:sp>
        <p:nvSpPr>
          <p:cNvPr id="4102" name="Rectangle 6">
            <a:extLst>
              <a:ext uri="{FF2B5EF4-FFF2-40B4-BE49-F238E27FC236}">
                <a16:creationId xmlns:a16="http://schemas.microsoft.com/office/drawing/2014/main" id="{09F0A3D1-AA2F-4115-8233-BA31B5903CE5}"/>
              </a:ext>
            </a:extLst>
          </p:cNvPr>
          <p:cNvSpPr>
            <a:spLocks noGrp="1" noChangeArrowheads="1"/>
          </p:cNvSpPr>
          <p:nvPr>
            <p:ph type="ftr" sz="quarter" idx="3"/>
          </p:nvPr>
        </p:nvSpPr>
        <p:spPr bwMode="auto">
          <a:xfrm>
            <a:off x="3124200" y="635635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spcBef>
                <a:spcPct val="0"/>
              </a:spcBef>
              <a:defRPr sz="1400" b="1"/>
            </a:lvl1pPr>
          </a:lstStyle>
          <a:p>
            <a:pPr>
              <a:defRPr/>
            </a:pPr>
            <a:r>
              <a:rPr lang="zh-CN" altLang="en-US"/>
              <a:t>计算机应用技术研究所</a:t>
            </a:r>
          </a:p>
        </p:txBody>
      </p:sp>
      <p:sp>
        <p:nvSpPr>
          <p:cNvPr id="4103" name="Rectangle 7">
            <a:extLst>
              <a:ext uri="{FF2B5EF4-FFF2-40B4-BE49-F238E27FC236}">
                <a16:creationId xmlns:a16="http://schemas.microsoft.com/office/drawing/2014/main" id="{E2529BF4-D31B-4F48-A5E5-E6B2A26BBE50}"/>
              </a:ext>
            </a:extLst>
          </p:cNvPr>
          <p:cNvSpPr>
            <a:spLocks noGrp="1" noChangeArrowheads="1"/>
          </p:cNvSpPr>
          <p:nvPr>
            <p:ph type="sldNum" sz="quarter" idx="4"/>
          </p:nvPr>
        </p:nvSpPr>
        <p:spPr bwMode="auto">
          <a:xfrm>
            <a:off x="6553200" y="635635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b="1"/>
            </a:lvl1pPr>
          </a:lstStyle>
          <a:p>
            <a:pPr>
              <a:defRPr/>
            </a:pPr>
            <a:fld id="{55F73FD7-305F-45CC-8D6D-AD2C6B20558C}" type="slidenum">
              <a:rPr lang="en-US" altLang="zh-CN"/>
              <a:pPr>
                <a:defRPr/>
              </a:pPr>
              <a:t>‹#›</a:t>
            </a:fld>
            <a:endParaRPr lang="en-US" altLang="zh-CN"/>
          </a:p>
        </p:txBody>
      </p:sp>
      <p:pic>
        <p:nvPicPr>
          <p:cNvPr id="1031" name="Picture 10" descr="12副本1">
            <a:extLst>
              <a:ext uri="{FF2B5EF4-FFF2-40B4-BE49-F238E27FC236}">
                <a16:creationId xmlns:a16="http://schemas.microsoft.com/office/drawing/2014/main" id="{E9DE5C9B-5C48-4961-8ACA-BA2C8B84A55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28588" y="658813"/>
            <a:ext cx="99695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transition/>
  <p:hf hdr="0"/>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7"/>
        </a:buBlip>
        <a:defRPr kumimoji="1" sz="2400" kern="1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Blip>
          <a:blip r:embed="rId17"/>
        </a:buBlip>
        <a:defRPr kumimoji="1" sz="2000" kern="1200">
          <a:solidFill>
            <a:schemeClr val="tx1"/>
          </a:solidFill>
          <a:latin typeface="+mj-lt"/>
          <a:ea typeface="+mj-ea"/>
          <a:cs typeface="+mn-cs"/>
        </a:defRPr>
      </a:lvl2pPr>
      <a:lvl3pPr marL="1143000" indent="-228600" algn="l" rtl="0" eaLnBrk="0" fontAlgn="base" hangingPunct="0">
        <a:spcBef>
          <a:spcPct val="20000"/>
        </a:spcBef>
        <a:spcAft>
          <a:spcPct val="0"/>
        </a:spcAft>
        <a:buChar char="•"/>
        <a:defRPr kumimoji="1" kern="1200">
          <a:solidFill>
            <a:schemeClr val="tx1"/>
          </a:solidFill>
          <a:latin typeface="+mj-lt"/>
          <a:ea typeface="+mj-ea"/>
          <a:cs typeface="+mn-cs"/>
        </a:defRPr>
      </a:lvl3pPr>
      <a:lvl4pPr marL="1600200" indent="-228600" algn="l" rtl="0" eaLnBrk="0" fontAlgn="base" hangingPunct="0">
        <a:spcBef>
          <a:spcPct val="20000"/>
        </a:spcBef>
        <a:spcAft>
          <a:spcPct val="0"/>
        </a:spcAft>
        <a:buChar char="–"/>
        <a:defRPr kumimoji="1" sz="1600" kern="1200">
          <a:solidFill>
            <a:schemeClr val="tx1"/>
          </a:solidFill>
          <a:latin typeface="+mj-lt"/>
          <a:ea typeface="+mj-ea"/>
          <a:cs typeface="+mn-cs"/>
        </a:defRPr>
      </a:lvl4pPr>
      <a:lvl5pPr marL="2057400" indent="-228600" algn="l" rtl="0" eaLnBrk="0" fontAlgn="base" hangingPunct="0">
        <a:spcBef>
          <a:spcPct val="20000"/>
        </a:spcBef>
        <a:spcAft>
          <a:spcPct val="0"/>
        </a:spcAft>
        <a:buChar char="»"/>
        <a:defRPr kumimoji="1" sz="1600" kern="1200">
          <a:solidFill>
            <a:schemeClr val="tx1"/>
          </a:solidFill>
          <a:latin typeface="+mj-lt"/>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E8730667-3F78-41BC-8AE5-ADDAB03D1BCA}"/>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24995" name="Rectangle 3">
            <a:extLst>
              <a:ext uri="{FF2B5EF4-FFF2-40B4-BE49-F238E27FC236}">
                <a16:creationId xmlns:a16="http://schemas.microsoft.com/office/drawing/2014/main" id="{059188C2-49BC-42DA-BE10-7AEA6D776EF9}"/>
              </a:ext>
            </a:extLst>
          </p:cNvPr>
          <p:cNvSpPr>
            <a:spLocks noGrp="1" noChangeArrowheads="1"/>
          </p:cNvSpPr>
          <p:nvPr>
            <p:ph type="body" idx="1"/>
          </p:nvPr>
        </p:nvSpPr>
        <p:spPr bwMode="auto">
          <a:xfrm>
            <a:off x="684213" y="1989138"/>
            <a:ext cx="7772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24996" name="Rectangle 4">
            <a:extLst>
              <a:ext uri="{FF2B5EF4-FFF2-40B4-BE49-F238E27FC236}">
                <a16:creationId xmlns:a16="http://schemas.microsoft.com/office/drawing/2014/main" id="{CEDED784-36D2-47AE-9247-414621414243}"/>
              </a:ext>
            </a:extLst>
          </p:cNvPr>
          <p:cNvSpPr>
            <a:spLocks noGrp="1" noChangeArrowheads="1"/>
          </p:cNvSpPr>
          <p:nvPr>
            <p:ph type="dt" sz="half" idx="2"/>
          </p:nvPr>
        </p:nvSpPr>
        <p:spPr bwMode="auto">
          <a:xfrm>
            <a:off x="684213" y="638175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spcBef>
                <a:spcPct val="0"/>
              </a:spcBef>
              <a:defRPr sz="1400" b="1"/>
            </a:lvl1pPr>
          </a:lstStyle>
          <a:p>
            <a:pPr>
              <a:defRPr/>
            </a:pPr>
            <a:fld id="{410B7E59-3FB5-433D-9700-5C7FE737A54E}" type="datetime1">
              <a:rPr lang="zh-CN" altLang="en-US"/>
              <a:pPr>
                <a:defRPr/>
              </a:pPr>
              <a:t>2020/9/7</a:t>
            </a:fld>
            <a:endParaRPr lang="en-US" altLang="zh-CN"/>
          </a:p>
        </p:txBody>
      </p:sp>
      <p:sp>
        <p:nvSpPr>
          <p:cNvPr id="724997" name="Rectangle 5">
            <a:extLst>
              <a:ext uri="{FF2B5EF4-FFF2-40B4-BE49-F238E27FC236}">
                <a16:creationId xmlns:a16="http://schemas.microsoft.com/office/drawing/2014/main" id="{8DA766A8-56C7-45F4-9C53-45E2092E0810}"/>
              </a:ext>
            </a:extLst>
          </p:cNvPr>
          <p:cNvSpPr>
            <a:spLocks noGrp="1" noChangeArrowheads="1"/>
          </p:cNvSpPr>
          <p:nvPr>
            <p:ph type="ftr" sz="quarter" idx="3"/>
          </p:nvPr>
        </p:nvSpPr>
        <p:spPr bwMode="auto">
          <a:xfrm>
            <a:off x="3124200" y="635635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spcBef>
                <a:spcPct val="0"/>
              </a:spcBef>
              <a:defRPr sz="1400" b="1"/>
            </a:lvl1pPr>
          </a:lstStyle>
          <a:p>
            <a:pPr>
              <a:defRPr/>
            </a:pPr>
            <a:r>
              <a:rPr lang="zh-CN" altLang="en-US"/>
              <a:t>计算机应用技术研究所</a:t>
            </a:r>
          </a:p>
        </p:txBody>
      </p:sp>
      <p:sp>
        <p:nvSpPr>
          <p:cNvPr id="724998" name="Rectangle 6">
            <a:extLst>
              <a:ext uri="{FF2B5EF4-FFF2-40B4-BE49-F238E27FC236}">
                <a16:creationId xmlns:a16="http://schemas.microsoft.com/office/drawing/2014/main" id="{A7F96DC0-CDE5-4423-9CBA-87F6EC284365}"/>
              </a:ext>
            </a:extLst>
          </p:cNvPr>
          <p:cNvSpPr>
            <a:spLocks noGrp="1" noChangeArrowheads="1"/>
          </p:cNvSpPr>
          <p:nvPr>
            <p:ph type="sldNum" sz="quarter" idx="4"/>
          </p:nvPr>
        </p:nvSpPr>
        <p:spPr bwMode="auto">
          <a:xfrm>
            <a:off x="6553200" y="635635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b="1"/>
            </a:lvl1pPr>
          </a:lstStyle>
          <a:p>
            <a:pPr>
              <a:defRPr/>
            </a:pPr>
            <a:fld id="{284C6051-E02E-4D35-A517-8AA8345E29CE}" type="slidenum">
              <a:rPr lang="en-US" altLang="zh-CN"/>
              <a:pPr>
                <a:defRPr/>
              </a:pPr>
              <a:t>‹#›</a:t>
            </a:fld>
            <a:endParaRPr lang="en-US" altLang="zh-CN"/>
          </a:p>
        </p:txBody>
      </p:sp>
      <p:pic>
        <p:nvPicPr>
          <p:cNvPr id="2055" name="Picture 7" descr="12副本1">
            <a:extLst>
              <a:ext uri="{FF2B5EF4-FFF2-40B4-BE49-F238E27FC236}">
                <a16:creationId xmlns:a16="http://schemas.microsoft.com/office/drawing/2014/main" id="{17C086C9-5EE2-401F-A10B-74599625855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8588" y="658813"/>
            <a:ext cx="99695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ransition/>
  <p:hf hdr="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5"/>
        </a:buBlip>
        <a:defRPr sz="2400" kern="1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Blip>
          <a:blip r:embed="rId15"/>
        </a:buBlip>
        <a:defRPr sz="2000" kern="1200">
          <a:solidFill>
            <a:schemeClr val="tx1"/>
          </a:solidFill>
          <a:latin typeface="+mj-lt"/>
          <a:ea typeface="+mn-ea"/>
          <a:cs typeface="+mn-cs"/>
        </a:defRPr>
      </a:lvl2pPr>
      <a:lvl3pPr marL="1143000" indent="-228600" algn="l" rtl="0" eaLnBrk="0" fontAlgn="base" hangingPunct="0">
        <a:spcBef>
          <a:spcPct val="20000"/>
        </a:spcBef>
        <a:spcAft>
          <a:spcPct val="0"/>
        </a:spcAft>
        <a:buChar char="•"/>
        <a:defRPr kern="1200">
          <a:solidFill>
            <a:schemeClr val="tx1"/>
          </a:solidFill>
          <a:latin typeface="+mj-lt"/>
          <a:ea typeface="+mn-ea"/>
          <a:cs typeface="+mn-cs"/>
        </a:defRPr>
      </a:lvl3pPr>
      <a:lvl4pPr marL="1600200" indent="-228600" algn="l" rtl="0" eaLnBrk="0" fontAlgn="base" hangingPunct="0">
        <a:spcBef>
          <a:spcPct val="20000"/>
        </a:spcBef>
        <a:spcAft>
          <a:spcPct val="0"/>
        </a:spcAft>
        <a:buChar char="–"/>
        <a:defRPr sz="1600" kern="1200">
          <a:solidFill>
            <a:schemeClr val="tx1"/>
          </a:solidFill>
          <a:latin typeface="+mj-lt"/>
          <a:ea typeface="+mn-ea"/>
          <a:cs typeface="+mn-cs"/>
        </a:defRPr>
      </a:lvl4pPr>
      <a:lvl5pPr marL="2057400" indent="-228600" algn="l" rtl="0" eaLnBrk="0" fontAlgn="base" hangingPunct="0">
        <a:spcBef>
          <a:spcPct val="20000"/>
        </a:spcBef>
        <a:spcAft>
          <a:spcPct val="0"/>
        </a:spcAft>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2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image" Target="../media/image23.jpeg"/></Relationships>
</file>

<file path=ppt/slides/_rels/slide2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image" Target="../media/image26.jpeg"/></Relationships>
</file>

<file path=ppt/slides/_rels/slide2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2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8.jpeg"/><Relationship Id="rId4" Type="http://schemas.openxmlformats.org/officeDocument/2006/relationships/image" Target="../media/image29.jpeg"/></Relationships>
</file>

<file path=ppt/slides/_rels/slide2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8.jpeg"/></Relationships>
</file>

<file path=ppt/slides/_rels/slide2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3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3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3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3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3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3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3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39.jpeg"/></Relationships>
</file>

<file path=ppt/slides/_rels/slide3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3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1.jpeg"/></Relationships>
</file>

<file path=ppt/slides/_rels/slide4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2.jpeg"/></Relationships>
</file>

<file path=ppt/slides/_rels/slide4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3.jpeg"/></Relationships>
</file>

<file path=ppt/slides/_rels/slide4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4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47.jpeg"/><Relationship Id="rId5" Type="http://schemas.openxmlformats.org/officeDocument/2006/relationships/image" Target="../media/image46.jpeg"/><Relationship Id="rId4" Type="http://schemas.openxmlformats.org/officeDocument/2006/relationships/image" Target="../media/image45.jpeg"/></Relationships>
</file>

<file path=ppt/slides/_rels/slide4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4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4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5.jpeg"/></Relationships>
</file>

<file path=ppt/slides/_rels/slide4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0.jpeg"/><Relationship Id="rId4" Type="http://schemas.openxmlformats.org/officeDocument/2006/relationships/image" Target="../media/image49.jpeg"/></Relationships>
</file>

<file path=ppt/slides/_rels/slide4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1.jpeg"/></Relationships>
</file>

<file path=ppt/slides/_rels/slide4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1.jpeg"/><Relationship Id="rId4" Type="http://schemas.openxmlformats.org/officeDocument/2006/relationships/image" Target="../media/image52.jpeg"/></Relationships>
</file>

<file path=ppt/slides/_rels/slide5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4.jpeg"/><Relationship Id="rId4" Type="http://schemas.openxmlformats.org/officeDocument/2006/relationships/image" Target="../media/image53.jpeg"/></Relationships>
</file>

<file path=ppt/slides/_rels/slide5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5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5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8.jpeg"/><Relationship Id="rId4" Type="http://schemas.openxmlformats.org/officeDocument/2006/relationships/image" Target="../media/image57.jpeg"/></Relationships>
</file>

<file path=ppt/slides/_rels/slide5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9.jpeg"/></Relationships>
</file>

<file path=ppt/slides/_rels/slide5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0.jpeg"/></Relationships>
</file>

<file path=ppt/slides/_rels/slide5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1.jpeg"/></Relationships>
</file>

<file path=ppt/slides/_rels/slide5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2.jpe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wmf"/><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3.jpeg"/></Relationships>
</file>

<file path=ppt/slides/_rels/slide6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4.jpeg"/></Relationships>
</file>

<file path=ppt/slides/_rels/slide6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5.jpeg"/></Relationships>
</file>

<file path=ppt/slides/_rels/slide6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6.jpeg"/></Relationships>
</file>

<file path=ppt/slides/_rels/slide6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7.jpeg"/></Relationships>
</file>

<file path=ppt/slides/_rels/slide6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9.png"/><Relationship Id="rId4" Type="http://schemas.openxmlformats.org/officeDocument/2006/relationships/image" Target="../media/image68.png"/></Relationships>
</file>

<file path=ppt/slides/_rels/slide67.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5.wmf"/><Relationship Id="rId7" Type="http://schemas.openxmlformats.org/officeDocument/2006/relationships/image" Target="../media/image7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6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6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6.png"/></Relationships>
</file>

<file path=ppt/slides/_rels/slide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77.jpeg"/></Relationships>
</file>

<file path=ppt/slides/_rels/slide7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7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0.jpeg"/></Relationships>
</file>

<file path=ppt/slides/_rels/slide7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1.jpeg"/></Relationships>
</file>

<file path=ppt/slides/_rels/slide7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2.jpeg"/></Relationships>
</file>

<file path=ppt/slides/_rels/slide8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84.jpeg"/><Relationship Id="rId4" Type="http://schemas.openxmlformats.org/officeDocument/2006/relationships/image" Target="../media/image83.jpeg"/></Relationships>
</file>

<file path=ppt/slides/_rels/slide8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8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6.jpeg"/></Relationships>
</file>

<file path=ppt/slides/_rels/slide8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7.jpeg"/></Relationships>
</file>

<file path=ppt/slides/_rels/slide8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8.jpeg"/></Relationships>
</file>

<file path=ppt/slides/_rels/slide8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9.jpeg"/></Relationships>
</file>

<file path=ppt/slides/_rels/slide8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0.jpeg"/></Relationships>
</file>

<file path=ppt/slides/_rels/slide8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1.jpeg"/></Relationships>
</file>

<file path=ppt/slides/_rels/slide8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2.jpeg"/></Relationships>
</file>

<file path=ppt/slides/_rels/slide8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3.jpeg"/></Relationships>
</file>

<file path=ppt/slides/_rels/slide9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4.jpeg"/></Relationships>
</file>

<file path=ppt/slides/_rels/slide9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5.jpeg"/></Relationships>
</file>

<file path=ppt/slides/_rels/slide9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6.jpeg"/></Relationships>
</file>

<file path=ppt/slides/_rels/slide9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97.jpeg"/></Relationships>
</file>

<file path=ppt/slides/_rels/slide9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99.png"/><Relationship Id="rId4" Type="http://schemas.openxmlformats.org/officeDocument/2006/relationships/image" Target="../media/image98.png"/></Relationships>
</file>

<file path=ppt/slides/_rels/slide9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10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10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10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10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10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5.png"/></Relationships>
</file>

<file path=ppt/slides/_rels/slide10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6.jpeg"/></Relationships>
</file>

<file path=ppt/slides/_rels/slide11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7.jpeg"/></Relationships>
</file>

<file path=ppt/slides/_rels/slide11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8.jpeg"/></Relationships>
</file>

<file path=ppt/slides/_rels/slide11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09.png"/></Relationships>
</file>

<file path=ppt/slides/_rels/slide11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0.png"/></Relationships>
</file>

<file path=ppt/slides/_rels/slide12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12.png"/><Relationship Id="rId4" Type="http://schemas.openxmlformats.org/officeDocument/2006/relationships/image" Target="../media/image111.png"/></Relationships>
</file>

<file path=ppt/slides/_rels/slide12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3.png"/></Relationships>
</file>

<file path=ppt/slides/_rels/slide12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4.png"/></Relationships>
</file>

<file path=ppt/slides/_rels/slide12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5.jpeg"/></Relationships>
</file>

<file path=ppt/slides/_rels/slide12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12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7.jpeg"/></Relationships>
</file>

<file path=ppt/slides/_rels/slide12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8.png"/></Relationships>
</file>

<file path=ppt/slides/_rels/slide12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19.jpeg"/></Relationships>
</file>

<file path=ppt/slides/_rels/slide12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0.jpeg"/></Relationships>
</file>

<file path=ppt/slides/_rels/slide13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1.jpeg"/></Relationships>
</file>

<file path=ppt/slides/_rels/slide13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2.jpeg"/></Relationships>
</file>

<file path=ppt/slides/_rels/slide1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wmf"/><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3.png"/></Relationships>
</file>

<file path=ppt/slides/_rels/slide13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4.png"/></Relationships>
</file>

<file path=ppt/slides/_rels/slide13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1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wmf"/><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image" Target="../media/image126.png"/></Relationships>
</file>

<file path=ppt/slides/_rels/slide14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31.png"/><Relationship Id="rId5" Type="http://schemas.openxmlformats.org/officeDocument/2006/relationships/image" Target="../media/image130.png"/><Relationship Id="rId4" Type="http://schemas.openxmlformats.org/officeDocument/2006/relationships/image" Target="../media/image129.png"/></Relationships>
</file>

<file path=ppt/slides/_rels/slide14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33.png"/><Relationship Id="rId4" Type="http://schemas.openxmlformats.org/officeDocument/2006/relationships/image" Target="../media/image132.png"/></Relationships>
</file>

<file path=ppt/slides/_rels/slide14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34.png"/></Relationships>
</file>

<file path=ppt/slides/_rels/slide14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135.jpeg"/></Relationships>
</file>

<file path=ppt/slides/_rels/slide1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wmf"/><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12.xml"/><Relationship Id="rId5" Type="http://schemas.openxmlformats.org/officeDocument/2006/relationships/image" Target="../media/image137.jpeg"/><Relationship Id="rId4" Type="http://schemas.openxmlformats.org/officeDocument/2006/relationships/image" Target="../media/image136.wmf"/></Relationships>
</file>

<file path=ppt/slides/_rels/slide15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138.wmf"/></Relationships>
</file>

<file path=ppt/slides/_rels/slide15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139.jpeg"/></Relationships>
</file>

<file path=ppt/slides/_rels/slide156.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140.png"/></Relationships>
</file>

<file path=ppt/slides/_rels/slide15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141.wmf"/></Relationships>
</file>

<file path=ppt/slides/_rels/slide15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142.wmf"/></Relationships>
</file>

<file path=ppt/slides/_rels/slide1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日期占位符 1">
            <a:extLst>
              <a:ext uri="{FF2B5EF4-FFF2-40B4-BE49-F238E27FC236}">
                <a16:creationId xmlns:a16="http://schemas.microsoft.com/office/drawing/2014/main" id="{1B7EDDA7-D532-4F1F-A3FC-7246E606164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A19BEC0-C0C9-468B-B079-9ED7FFB585B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4099" name="页脚占位符 2">
            <a:extLst>
              <a:ext uri="{FF2B5EF4-FFF2-40B4-BE49-F238E27FC236}">
                <a16:creationId xmlns:a16="http://schemas.microsoft.com/office/drawing/2014/main" id="{4C83FCD0-8B9C-4AC0-A46A-7D8EB43BA2C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4100" name="灯片编号占位符 3">
            <a:extLst>
              <a:ext uri="{FF2B5EF4-FFF2-40B4-BE49-F238E27FC236}">
                <a16:creationId xmlns:a16="http://schemas.microsoft.com/office/drawing/2014/main" id="{7533C220-1375-4B17-9B75-1BCF8302EC8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0A3C7F8-66D7-4903-89FE-A94608D63FA1}" type="slidenum">
              <a:rPr lang="en-US" altLang="zh-CN" sz="1400" smtClean="0">
                <a:latin typeface="Times New Roman" panose="02020603050405020304" pitchFamily="18" charset="0"/>
                <a:ea typeface="宋体" panose="02010600030101010101" pitchFamily="2" charset="-122"/>
              </a:rPr>
              <a:pPr>
                <a:spcBef>
                  <a:spcPct val="0"/>
                </a:spcBef>
                <a:buFontTx/>
                <a:buNone/>
              </a:pPr>
              <a:t>1</a:t>
            </a:fld>
            <a:endParaRPr lang="en-US" altLang="zh-CN" sz="1400">
              <a:latin typeface="Times New Roman" panose="02020603050405020304" pitchFamily="18" charset="0"/>
              <a:ea typeface="宋体" panose="02010600030101010101" pitchFamily="2" charset="-122"/>
            </a:endParaRPr>
          </a:p>
        </p:txBody>
      </p:sp>
      <p:sp>
        <p:nvSpPr>
          <p:cNvPr id="4101" name="页脚占位符 3">
            <a:extLst>
              <a:ext uri="{FF2B5EF4-FFF2-40B4-BE49-F238E27FC236}">
                <a16:creationId xmlns:a16="http://schemas.microsoft.com/office/drawing/2014/main" id="{EB7DC40D-A87A-46E2-9439-595188688534}"/>
              </a:ext>
            </a:extLst>
          </p:cNvPr>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r">
              <a:spcBef>
                <a:spcPct val="0"/>
              </a:spcBef>
              <a:buFontTx/>
              <a:buNone/>
            </a:pPr>
            <a:fld id="{BFFE196D-EF03-4201-A0D9-1323CDB88808}" type="slidenum">
              <a:rPr kumimoji="0" lang="en-US" altLang="zh-CN" sz="1000">
                <a:solidFill>
                  <a:schemeClr val="bg1"/>
                </a:solidFill>
                <a:latin typeface="Arial" panose="020B0604020202020204" pitchFamily="34" charset="0"/>
                <a:ea typeface="宋体" panose="02010600030101010101" pitchFamily="2" charset="-122"/>
              </a:rPr>
              <a:pPr algn="r">
                <a:spcBef>
                  <a:spcPct val="0"/>
                </a:spcBef>
                <a:buFontTx/>
                <a:buNone/>
              </a:pPr>
              <a:t>1</a:t>
            </a:fld>
            <a:endParaRPr kumimoji="0" lang="en-US" altLang="zh-CN" sz="1000">
              <a:solidFill>
                <a:schemeClr val="bg1"/>
              </a:solidFill>
              <a:latin typeface="Arial" panose="020B0604020202020204" pitchFamily="34" charset="0"/>
              <a:ea typeface="宋体" panose="02010600030101010101" pitchFamily="2" charset="-122"/>
            </a:endParaRPr>
          </a:p>
        </p:txBody>
      </p:sp>
      <p:sp>
        <p:nvSpPr>
          <p:cNvPr id="423939" name="Rectangle 3">
            <a:extLst>
              <a:ext uri="{FF2B5EF4-FFF2-40B4-BE49-F238E27FC236}">
                <a16:creationId xmlns:a16="http://schemas.microsoft.com/office/drawing/2014/main" id="{96F20D3B-9066-405A-871E-9071BDFE7C84}"/>
              </a:ext>
            </a:extLst>
          </p:cNvPr>
          <p:cNvSpPr>
            <a:spLocks noGrp="1" noChangeArrowheads="1"/>
          </p:cNvSpPr>
          <p:nvPr>
            <p:ph type="body" idx="4294967295"/>
          </p:nvPr>
        </p:nvSpPr>
        <p:spPr>
          <a:xfrm>
            <a:off x="706438" y="1412875"/>
            <a:ext cx="7826375" cy="2514600"/>
          </a:xfrm>
        </p:spPr>
        <p:txBody>
          <a:bodyPr/>
          <a:lstStyle/>
          <a:p>
            <a:pPr marL="400050" indent="-400050" algn="ctr" eaLnBrk="1" hangingPunct="1">
              <a:buFontTx/>
              <a:buNone/>
              <a:defRPr/>
            </a:pPr>
            <a:r>
              <a:rPr lang="zh-CN" altLang="en-US" sz="8000" b="1">
                <a:solidFill>
                  <a:schemeClr val="accent2"/>
                </a:solidFill>
                <a:effectLst/>
                <a:ea typeface="隶书" panose="02010509060101010101" pitchFamily="49" charset="-122"/>
              </a:rPr>
              <a:t>离散数学</a:t>
            </a:r>
            <a:endParaRPr lang="zh-CN" altLang="en-US" sz="6600" b="1">
              <a:solidFill>
                <a:schemeClr val="accent2"/>
              </a:solidFill>
              <a:effectLst/>
              <a:ea typeface="隶书" panose="02010509060101010101" pitchFamily="49" charset="-122"/>
            </a:endParaRPr>
          </a:p>
          <a:p>
            <a:pPr marL="400050" indent="-400050" algn="ctr" eaLnBrk="1" hangingPunct="1">
              <a:buFontTx/>
              <a:buNone/>
              <a:defRPr/>
            </a:pPr>
            <a:r>
              <a:rPr lang="en-US" altLang="zh-CN" sz="6600">
                <a:solidFill>
                  <a:schemeClr val="accent2"/>
                </a:solidFill>
                <a:effectLst/>
                <a:latin typeface="Times New Roman" panose="02020603050405020304" pitchFamily="18" charset="0"/>
                <a:ea typeface="华文行楷" panose="02010800040101010101" pitchFamily="2" charset="-122"/>
              </a:rPr>
              <a:t>Discrete Mathematics</a:t>
            </a:r>
            <a:r>
              <a:rPr lang="en-US" altLang="zh-CN" sz="3600" b="1">
                <a:solidFill>
                  <a:schemeClr val="accent2"/>
                </a:solidFill>
                <a:ea typeface="宋体" panose="02010600030101010101" pitchFamily="2" charset="-122"/>
              </a:rPr>
              <a:t> </a:t>
            </a:r>
          </a:p>
        </p:txBody>
      </p:sp>
      <p:sp>
        <p:nvSpPr>
          <p:cNvPr id="4103" name="Text Box 4">
            <a:extLst>
              <a:ext uri="{FF2B5EF4-FFF2-40B4-BE49-F238E27FC236}">
                <a16:creationId xmlns:a16="http://schemas.microsoft.com/office/drawing/2014/main" id="{E422084E-780E-4B74-9856-3B4C29223D63}"/>
              </a:ext>
            </a:extLst>
          </p:cNvPr>
          <p:cNvSpPr txBox="1">
            <a:spLocks noChangeArrowheads="1"/>
          </p:cNvSpPr>
          <p:nvPr/>
        </p:nvSpPr>
        <p:spPr bwMode="auto">
          <a:xfrm>
            <a:off x="1169988" y="4343400"/>
            <a:ext cx="6858000" cy="1317625"/>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marL="400050" indent="-40005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spcAft>
                <a:spcPct val="20000"/>
              </a:spcAft>
              <a:buClr>
                <a:srgbClr val="228A88"/>
              </a:buClr>
              <a:buFont typeface="Wingdings 2" panose="05020102010507070707" pitchFamily="18" charset="2"/>
              <a:buNone/>
            </a:pPr>
            <a:r>
              <a:rPr kumimoji="0" lang="zh-CN" altLang="en-US" sz="3200" b="1" dirty="0">
                <a:latin typeface="黑体" panose="02010609060101010101" pitchFamily="49" charset="-122"/>
                <a:ea typeface="黑体" panose="02010609060101010101" pitchFamily="49" charset="-122"/>
                <a:cs typeface="Arial" panose="020B0604020202020204" pitchFamily="34" charset="0"/>
              </a:rPr>
              <a:t>杨娟</a:t>
            </a:r>
            <a:r>
              <a:rPr kumimoji="0" lang="zh-CN" altLang="en-US" sz="3200" b="1" dirty="0" smtClean="0">
                <a:latin typeface="黑体" panose="02010609060101010101" pitchFamily="49" charset="-122"/>
                <a:ea typeface="黑体" panose="02010609060101010101" pitchFamily="49" charset="-122"/>
                <a:cs typeface="Arial" panose="020B0604020202020204" pitchFamily="34" charset="0"/>
              </a:rPr>
              <a:t> 博士</a:t>
            </a:r>
            <a:endParaRPr kumimoji="0" lang="zh-CN" altLang="en-US" sz="3200" b="1" dirty="0">
              <a:latin typeface="黑体" panose="02010609060101010101" pitchFamily="49" charset="-122"/>
              <a:ea typeface="黑体" panose="02010609060101010101" pitchFamily="49" charset="-122"/>
              <a:cs typeface="Arial" panose="020B0604020202020204" pitchFamily="34" charset="0"/>
            </a:endParaRPr>
          </a:p>
          <a:p>
            <a:pPr algn="ctr" eaLnBrk="1" hangingPunct="1">
              <a:spcBef>
                <a:spcPct val="50000"/>
              </a:spcBef>
              <a:spcAft>
                <a:spcPct val="20000"/>
              </a:spcAft>
              <a:buClr>
                <a:srgbClr val="228A88"/>
              </a:buClr>
              <a:buFont typeface="Wingdings 2" panose="05020102010507070707" pitchFamily="18" charset="2"/>
              <a:buNone/>
            </a:pPr>
            <a:r>
              <a:rPr kumimoji="0" lang="zh-CN" altLang="en-US" sz="2800" b="1" dirty="0">
                <a:latin typeface="黑体" panose="02010609060101010101" pitchFamily="49" charset="-122"/>
                <a:ea typeface="黑体" panose="02010609060101010101" pitchFamily="49" charset="-122"/>
                <a:cs typeface="Arial" panose="020B0604020202020204" pitchFamily="34" charset="0"/>
              </a:rPr>
              <a:t>合肥工业大学计算机与信息学院</a:t>
            </a:r>
          </a:p>
        </p:txBody>
      </p:sp>
      <p:pic>
        <p:nvPicPr>
          <p:cNvPr id="4104" name="Picture 6" descr="C:\Program Files\Microsoft Office\MEDIA\CAGCAT10\j0293844.wmf">
            <a:extLst>
              <a:ext uri="{FF2B5EF4-FFF2-40B4-BE49-F238E27FC236}">
                <a16:creationId xmlns:a16="http://schemas.microsoft.com/office/drawing/2014/main" id="{C7C63866-2287-4F73-82FD-7329D7BF85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2850" y="549275"/>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日期占位符 3">
            <a:extLst>
              <a:ext uri="{FF2B5EF4-FFF2-40B4-BE49-F238E27FC236}">
                <a16:creationId xmlns:a16="http://schemas.microsoft.com/office/drawing/2014/main" id="{E13F58B9-F14A-4936-A000-F3AABE22478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F9EF6D6-6865-4211-80AA-C653135CC6CF}"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123" name="页脚占位符 4">
            <a:extLst>
              <a:ext uri="{FF2B5EF4-FFF2-40B4-BE49-F238E27FC236}">
                <a16:creationId xmlns:a16="http://schemas.microsoft.com/office/drawing/2014/main" id="{3D8D6950-38AE-419B-8182-BA68C70D742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124" name="灯片编号占位符 5">
            <a:extLst>
              <a:ext uri="{FF2B5EF4-FFF2-40B4-BE49-F238E27FC236}">
                <a16:creationId xmlns:a16="http://schemas.microsoft.com/office/drawing/2014/main" id="{0BFC4396-FEEA-4F08-9C16-AFB29E8BFD6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0AAD009-E8D7-42A6-AA6D-E6E2DC3BFE24}" type="slidenum">
              <a:rPr lang="en-US" altLang="zh-CN" sz="1400" smtClean="0">
                <a:latin typeface="Times New Roman" panose="02020603050405020304" pitchFamily="18" charset="0"/>
                <a:ea typeface="宋体" panose="02010600030101010101" pitchFamily="2" charset="-122"/>
              </a:rPr>
              <a:pPr>
                <a:spcBef>
                  <a:spcPct val="0"/>
                </a:spcBef>
                <a:buFontTx/>
                <a:buNone/>
              </a:pPr>
              <a:t>2</a:t>
            </a:fld>
            <a:endParaRPr lang="en-US" altLang="zh-CN" sz="1400">
              <a:latin typeface="Times New Roman" panose="02020603050405020304" pitchFamily="18" charset="0"/>
              <a:ea typeface="宋体" panose="02010600030101010101" pitchFamily="2" charset="-122"/>
            </a:endParaRPr>
          </a:p>
        </p:txBody>
      </p:sp>
      <p:sp>
        <p:nvSpPr>
          <p:cNvPr id="5125" name="Rectangle 2">
            <a:extLst>
              <a:ext uri="{FF2B5EF4-FFF2-40B4-BE49-F238E27FC236}">
                <a16:creationId xmlns:a16="http://schemas.microsoft.com/office/drawing/2014/main" id="{8489DFAC-8AB4-4CCE-B32F-F42B581B42F6}"/>
              </a:ext>
            </a:extLst>
          </p:cNvPr>
          <p:cNvSpPr>
            <a:spLocks noGrp="1" noChangeArrowheads="1"/>
          </p:cNvSpPr>
          <p:nvPr>
            <p:ph type="ctrTitle"/>
          </p:nvPr>
        </p:nvSpPr>
        <p:spPr>
          <a:xfrm>
            <a:off x="685800" y="2525713"/>
            <a:ext cx="8137525" cy="2159000"/>
          </a:xfrm>
        </p:spPr>
        <p:txBody>
          <a:bodyPr anchor="ctr"/>
          <a:lstStyle/>
          <a:p>
            <a:pPr eaLnBrk="1" hangingPunct="1"/>
            <a:r>
              <a:rPr lang="zh-CN" altLang="en-US" b="1">
                <a:solidFill>
                  <a:schemeClr val="accent2"/>
                </a:solidFill>
                <a:latin typeface="黑体" panose="02010609060101010101" pitchFamily="49" charset="-122"/>
                <a:ea typeface="黑体" panose="02010609060101010101" pitchFamily="49" charset="-122"/>
              </a:rPr>
              <a:t>第</a:t>
            </a:r>
            <a:r>
              <a:rPr lang="en-US" altLang="zh-CN" b="1">
                <a:solidFill>
                  <a:schemeClr val="accent2"/>
                </a:solidFill>
                <a:latin typeface="黑体" panose="02010609060101010101" pitchFamily="49" charset="-122"/>
                <a:ea typeface="黑体" panose="02010609060101010101" pitchFamily="49" charset="-122"/>
              </a:rPr>
              <a:t>3</a:t>
            </a:r>
            <a:r>
              <a:rPr lang="zh-CN" altLang="en-US" b="1">
                <a:solidFill>
                  <a:schemeClr val="accent2"/>
                </a:solidFill>
                <a:latin typeface="黑体" panose="02010609060101010101" pitchFamily="49" charset="-122"/>
                <a:ea typeface="黑体" panose="02010609060101010101" pitchFamily="49" charset="-122"/>
              </a:rPr>
              <a:t>章 命题演算与推理</a:t>
            </a:r>
            <a:br>
              <a:rPr lang="zh-CN" altLang="en-US" b="1">
                <a:solidFill>
                  <a:schemeClr val="accent2"/>
                </a:solidFill>
                <a:latin typeface="黑体" panose="02010609060101010101" pitchFamily="49" charset="-122"/>
                <a:ea typeface="黑体" panose="02010609060101010101" pitchFamily="49" charset="-122"/>
              </a:rPr>
            </a:br>
            <a:r>
              <a:rPr lang="zh-CN" altLang="en-US" b="1">
                <a:solidFill>
                  <a:schemeClr val="accent2"/>
                </a:solidFill>
                <a:latin typeface="黑体" panose="02010609060101010101" pitchFamily="49" charset="-122"/>
                <a:ea typeface="黑体" panose="02010609060101010101" pitchFamily="49" charset="-122"/>
              </a:rPr>
              <a:t>（下）</a:t>
            </a:r>
            <a:endParaRPr lang="zh-CN" altLang="en-US" sz="4800" b="1">
              <a:solidFill>
                <a:schemeClr val="accent2"/>
              </a:solidFill>
              <a:latin typeface="黑体" panose="02010609060101010101" pitchFamily="49" charset="-122"/>
              <a:ea typeface="黑体" panose="02010609060101010101" pitchFamily="49" charset="-122"/>
            </a:endParaRPr>
          </a:p>
        </p:txBody>
      </p:sp>
      <p:pic>
        <p:nvPicPr>
          <p:cNvPr id="5126" name="Picture 7" descr="C:\Program Files\Microsoft Office\MEDIA\CAGCAT10\j0292982.wmf">
            <a:extLst>
              <a:ext uri="{FF2B5EF4-FFF2-40B4-BE49-F238E27FC236}">
                <a16:creationId xmlns:a16="http://schemas.microsoft.com/office/drawing/2014/main" id="{22C403EC-3A28-429C-B74B-8F6436FE82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日期占位符 3">
            <a:extLst>
              <a:ext uri="{FF2B5EF4-FFF2-40B4-BE49-F238E27FC236}">
                <a16:creationId xmlns:a16="http://schemas.microsoft.com/office/drawing/2014/main" id="{92D6C996-C6A9-4702-9FC9-49404D52E2AF}"/>
              </a:ext>
            </a:extLst>
          </p:cNvPr>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9E0876CB-6104-4AE4-801E-EEEA363F40F9}"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grpSp>
        <p:nvGrpSpPr>
          <p:cNvPr id="6147" name="Group 3">
            <a:extLst>
              <a:ext uri="{FF2B5EF4-FFF2-40B4-BE49-F238E27FC236}">
                <a16:creationId xmlns:a16="http://schemas.microsoft.com/office/drawing/2014/main" id="{C8D7FF31-F9D9-4C25-A6A3-AADF4A08E217}"/>
              </a:ext>
            </a:extLst>
          </p:cNvPr>
          <p:cNvGrpSpPr>
            <a:grpSpLocks/>
          </p:cNvGrpSpPr>
          <p:nvPr/>
        </p:nvGrpSpPr>
        <p:grpSpPr bwMode="auto">
          <a:xfrm>
            <a:off x="2224088" y="2325688"/>
            <a:ext cx="4805362" cy="1930400"/>
            <a:chOff x="1474" y="2259"/>
            <a:chExt cx="3027" cy="1216"/>
          </a:xfrm>
        </p:grpSpPr>
        <p:sp>
          <p:nvSpPr>
            <p:cNvPr id="1170446" name="AutoShape 14">
              <a:extLst>
                <a:ext uri="{FF2B5EF4-FFF2-40B4-BE49-F238E27FC236}">
                  <a16:creationId xmlns:a16="http://schemas.microsoft.com/office/drawing/2014/main" id="{57D40593-1B3C-4548-B4BC-FD3A7D2AA0BA}"/>
                </a:ext>
              </a:extLst>
            </p:cNvPr>
            <p:cNvSpPr>
              <a:spLocks noChangeArrowheads="1"/>
            </p:cNvSpPr>
            <p:nvPr/>
          </p:nvSpPr>
          <p:spPr bwMode="gray">
            <a:xfrm>
              <a:off x="1765" y="3014"/>
              <a:ext cx="2736" cy="372"/>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6154" name="AutoShape 15">
              <a:extLst>
                <a:ext uri="{FF2B5EF4-FFF2-40B4-BE49-F238E27FC236}">
                  <a16:creationId xmlns:a16="http://schemas.microsoft.com/office/drawing/2014/main" id="{883A5370-8F7B-4CE4-B121-326716CA71E1}"/>
                </a:ext>
              </a:extLst>
            </p:cNvPr>
            <p:cNvSpPr>
              <a:spLocks noChangeArrowheads="1"/>
            </p:cNvSpPr>
            <p:nvPr/>
          </p:nvSpPr>
          <p:spPr bwMode="gray">
            <a:xfrm>
              <a:off x="1474" y="2920"/>
              <a:ext cx="432" cy="555"/>
            </a:xfrm>
            <a:prstGeom prst="diamond">
              <a:avLst/>
            </a:prstGeom>
            <a:solidFill>
              <a:schemeClr val="fo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6155" name="Text Box 16">
              <a:extLst>
                <a:ext uri="{FF2B5EF4-FFF2-40B4-BE49-F238E27FC236}">
                  <a16:creationId xmlns:a16="http://schemas.microsoft.com/office/drawing/2014/main" id="{6D91DA79-C191-4ED1-AAA1-440694A870DC}"/>
                </a:ext>
              </a:extLst>
            </p:cNvPr>
            <p:cNvSpPr txBox="1">
              <a:spLocks noChangeArrowheads="1"/>
            </p:cNvSpPr>
            <p:nvPr/>
          </p:nvSpPr>
          <p:spPr bwMode="gray">
            <a:xfrm>
              <a:off x="1858" y="3062"/>
              <a:ext cx="247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rPr>
                <a:t>  </a:t>
              </a:r>
              <a:r>
                <a:rPr kumimoji="0" lang="zh-CN" altLang="en-US" sz="2800" b="1">
                  <a:latin typeface="黑体" panose="02010609060101010101" pitchFamily="49" charset="-122"/>
                  <a:ea typeface="黑体" panose="02010609060101010101" pitchFamily="49" charset="-122"/>
                </a:rPr>
                <a:t>命题的演绎推理</a:t>
              </a:r>
              <a:endParaRPr kumimoji="0" lang="en-US" altLang="zh-CN" sz="2800" b="1">
                <a:latin typeface="黑体" panose="02010609060101010101" pitchFamily="49" charset="-122"/>
                <a:ea typeface="黑体" panose="02010609060101010101" pitchFamily="49" charset="-122"/>
              </a:endParaRPr>
            </a:p>
          </p:txBody>
        </p:sp>
        <p:sp>
          <p:nvSpPr>
            <p:cNvPr id="6156" name="Text Box 17">
              <a:extLst>
                <a:ext uri="{FF2B5EF4-FFF2-40B4-BE49-F238E27FC236}">
                  <a16:creationId xmlns:a16="http://schemas.microsoft.com/office/drawing/2014/main" id="{1FFF1928-76D8-4A56-8CBA-518845A7D706}"/>
                </a:ext>
              </a:extLst>
            </p:cNvPr>
            <p:cNvSpPr txBox="1">
              <a:spLocks noChangeArrowheads="1"/>
            </p:cNvSpPr>
            <p:nvPr/>
          </p:nvSpPr>
          <p:spPr bwMode="gray">
            <a:xfrm>
              <a:off x="1567" y="3000"/>
              <a:ext cx="23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5</a:t>
              </a:r>
            </a:p>
          </p:txBody>
        </p:sp>
        <p:sp>
          <p:nvSpPr>
            <p:cNvPr id="6157" name="AutoShape 19">
              <a:extLst>
                <a:ext uri="{FF2B5EF4-FFF2-40B4-BE49-F238E27FC236}">
                  <a16:creationId xmlns:a16="http://schemas.microsoft.com/office/drawing/2014/main" id="{E40CC4AA-324D-40BB-BBC7-5588B4963913}"/>
                </a:ext>
              </a:extLst>
            </p:cNvPr>
            <p:cNvSpPr>
              <a:spLocks noChangeArrowheads="1"/>
            </p:cNvSpPr>
            <p:nvPr/>
          </p:nvSpPr>
          <p:spPr bwMode="gray">
            <a:xfrm>
              <a:off x="1763" y="2383"/>
              <a:ext cx="2736" cy="371"/>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6158" name="AutoShape 20">
              <a:extLst>
                <a:ext uri="{FF2B5EF4-FFF2-40B4-BE49-F238E27FC236}">
                  <a16:creationId xmlns:a16="http://schemas.microsoft.com/office/drawing/2014/main" id="{577179D8-A6A2-4217-AC29-F53AFB5BF2CB}"/>
                </a:ext>
              </a:extLst>
            </p:cNvPr>
            <p:cNvSpPr>
              <a:spLocks noChangeArrowheads="1"/>
            </p:cNvSpPr>
            <p:nvPr/>
          </p:nvSpPr>
          <p:spPr bwMode="gray">
            <a:xfrm>
              <a:off x="1480" y="2259"/>
              <a:ext cx="432" cy="556"/>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6159" name="Text Box 11">
              <a:extLst>
                <a:ext uri="{FF2B5EF4-FFF2-40B4-BE49-F238E27FC236}">
                  <a16:creationId xmlns:a16="http://schemas.microsoft.com/office/drawing/2014/main" id="{54684AEC-AD22-4666-8286-5EA4077766FE}"/>
                </a:ext>
              </a:extLst>
            </p:cNvPr>
            <p:cNvSpPr txBox="1">
              <a:spLocks noChangeArrowheads="1"/>
            </p:cNvSpPr>
            <p:nvPr/>
          </p:nvSpPr>
          <p:spPr bwMode="gray">
            <a:xfrm>
              <a:off x="1864" y="2390"/>
              <a:ext cx="216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rPr>
                <a:t>    </a:t>
              </a:r>
              <a:r>
                <a:rPr kumimoji="0" lang="zh-CN" altLang="en-US" sz="2800" b="1">
                  <a:latin typeface="黑体" panose="02010609060101010101" pitchFamily="49" charset="-122"/>
                  <a:ea typeface="黑体" panose="02010609060101010101" pitchFamily="49" charset="-122"/>
                </a:rPr>
                <a:t>命题公式的范式</a:t>
              </a:r>
            </a:p>
          </p:txBody>
        </p:sp>
        <p:sp>
          <p:nvSpPr>
            <p:cNvPr id="6160" name="Text Box 12">
              <a:extLst>
                <a:ext uri="{FF2B5EF4-FFF2-40B4-BE49-F238E27FC236}">
                  <a16:creationId xmlns:a16="http://schemas.microsoft.com/office/drawing/2014/main" id="{1B1CCDE6-EC71-4799-9AA1-6A26F6C3449A}"/>
                </a:ext>
              </a:extLst>
            </p:cNvPr>
            <p:cNvSpPr txBox="1">
              <a:spLocks noChangeArrowheads="1"/>
            </p:cNvSpPr>
            <p:nvPr/>
          </p:nvSpPr>
          <p:spPr bwMode="gray">
            <a:xfrm>
              <a:off x="1575" y="2364"/>
              <a:ext cx="23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4</a:t>
              </a:r>
            </a:p>
          </p:txBody>
        </p:sp>
      </p:grpSp>
      <p:sp>
        <p:nvSpPr>
          <p:cNvPr id="6148" name="Text Box 2">
            <a:extLst>
              <a:ext uri="{FF2B5EF4-FFF2-40B4-BE49-F238E27FC236}">
                <a16:creationId xmlns:a16="http://schemas.microsoft.com/office/drawing/2014/main" id="{263AF215-46C9-426E-B8DF-1F2FD8F4D92B}"/>
              </a:ext>
            </a:extLst>
          </p:cNvPr>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Clr>
                <a:schemeClr val="bg1"/>
              </a:buClr>
              <a:buSzPts val="5400"/>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本章学习内容</a:t>
            </a:r>
            <a:r>
              <a:rPr lang="en-US" altLang="zh-CN" sz="5400" b="1">
                <a:solidFill>
                  <a:schemeClr val="bg1"/>
                </a:solidFill>
                <a:latin typeface="宋体" panose="02010600030101010101" pitchFamily="2" charset="-122"/>
                <a:ea typeface="宋体" panose="02010600030101010101" pitchFamily="2" charset="-122"/>
              </a:rPr>
              <a:t>(</a:t>
            </a:r>
            <a:r>
              <a:rPr lang="zh-CN" altLang="en-US" sz="5400" b="1">
                <a:solidFill>
                  <a:schemeClr val="bg1"/>
                </a:solidFill>
                <a:latin typeface="宋体" panose="02010600030101010101" pitchFamily="2" charset="-122"/>
                <a:ea typeface="宋体" panose="02010600030101010101" pitchFamily="2" charset="-122"/>
              </a:rPr>
              <a:t>下</a:t>
            </a:r>
            <a:r>
              <a:rPr lang="en-US" altLang="zh-CN" sz="5400" b="1">
                <a:solidFill>
                  <a:schemeClr val="bg1"/>
                </a:solidFill>
                <a:latin typeface="宋体" panose="02010600030101010101" pitchFamily="2" charset="-122"/>
                <a:ea typeface="宋体" panose="02010600030101010101" pitchFamily="2" charset="-122"/>
              </a:rPr>
              <a:t>)</a:t>
            </a:r>
            <a:endParaRPr lang="en-US" altLang="zh-CN" sz="2800">
              <a:latin typeface="Times New Roman" panose="02020603050405020304" pitchFamily="18" charset="0"/>
              <a:ea typeface="宋体" panose="02010600030101010101" pitchFamily="2" charset="-122"/>
            </a:endParaRPr>
          </a:p>
        </p:txBody>
      </p:sp>
      <p:sp>
        <p:nvSpPr>
          <p:cNvPr id="17" name="AutoShape 9">
            <a:extLst>
              <a:ext uri="{FF2B5EF4-FFF2-40B4-BE49-F238E27FC236}">
                <a16:creationId xmlns:a16="http://schemas.microsoft.com/office/drawing/2014/main" id="{4761625E-1F6E-4BDA-9C22-CD1D47DDC422}"/>
              </a:ext>
            </a:extLst>
          </p:cNvPr>
          <p:cNvSpPr>
            <a:spLocks noChangeArrowheads="1"/>
          </p:cNvSpPr>
          <p:nvPr/>
        </p:nvSpPr>
        <p:spPr bwMode="gray">
          <a:xfrm>
            <a:off x="2727325" y="4608513"/>
            <a:ext cx="4343400" cy="60166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6150" name="AutoShape 10">
            <a:extLst>
              <a:ext uri="{FF2B5EF4-FFF2-40B4-BE49-F238E27FC236}">
                <a16:creationId xmlns:a16="http://schemas.microsoft.com/office/drawing/2014/main" id="{66848101-B072-4C45-8CF6-9EC9FB4875A3}"/>
              </a:ext>
            </a:extLst>
          </p:cNvPr>
          <p:cNvSpPr>
            <a:spLocks noChangeArrowheads="1"/>
          </p:cNvSpPr>
          <p:nvPr/>
        </p:nvSpPr>
        <p:spPr bwMode="gray">
          <a:xfrm>
            <a:off x="2278063" y="4432300"/>
            <a:ext cx="685800" cy="901700"/>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6151" name="Text Box 12">
            <a:extLst>
              <a:ext uri="{FF2B5EF4-FFF2-40B4-BE49-F238E27FC236}">
                <a16:creationId xmlns:a16="http://schemas.microsoft.com/office/drawing/2014/main" id="{132CB8C7-3954-45A0-ABBF-DC0FFF0229FC}"/>
              </a:ext>
            </a:extLst>
          </p:cNvPr>
          <p:cNvSpPr txBox="1">
            <a:spLocks noChangeArrowheads="1"/>
          </p:cNvSpPr>
          <p:nvPr/>
        </p:nvSpPr>
        <p:spPr bwMode="gray">
          <a:xfrm>
            <a:off x="2446338" y="4595813"/>
            <a:ext cx="365125"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6</a:t>
            </a:r>
          </a:p>
        </p:txBody>
      </p:sp>
      <p:sp>
        <p:nvSpPr>
          <p:cNvPr id="6152" name="Text Box 16">
            <a:extLst>
              <a:ext uri="{FF2B5EF4-FFF2-40B4-BE49-F238E27FC236}">
                <a16:creationId xmlns:a16="http://schemas.microsoft.com/office/drawing/2014/main" id="{EADC6F47-263D-40DB-B286-782A11810B8A}"/>
              </a:ext>
            </a:extLst>
          </p:cNvPr>
          <p:cNvSpPr txBox="1">
            <a:spLocks noChangeArrowheads="1"/>
          </p:cNvSpPr>
          <p:nvPr/>
        </p:nvSpPr>
        <p:spPr bwMode="gray">
          <a:xfrm>
            <a:off x="2843213" y="4622800"/>
            <a:ext cx="39274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rPr>
              <a:t>  </a:t>
            </a:r>
            <a:r>
              <a:rPr kumimoji="0" lang="zh-CN" altLang="en-US" sz="2800" b="1">
                <a:latin typeface="黑体" panose="02010609060101010101" pitchFamily="49" charset="-122"/>
                <a:ea typeface="黑体" panose="02010609060101010101" pitchFamily="49" charset="-122"/>
              </a:rPr>
              <a:t>命题逻辑的应用</a:t>
            </a:r>
            <a:endParaRPr kumimoji="0" lang="en-US" altLang="zh-CN" sz="2800" b="1">
              <a:latin typeface="黑体" panose="02010609060101010101" pitchFamily="49" charset="-122"/>
              <a:ea typeface="黑体" panose="02010609060101010101" pitchFamily="49"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日期占位符 3">
            <a:extLst>
              <a:ext uri="{FF2B5EF4-FFF2-40B4-BE49-F238E27FC236}">
                <a16:creationId xmlns:a16="http://schemas.microsoft.com/office/drawing/2014/main" id="{3A60CCF3-9850-4A29-B3CF-F6811F79727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EF365E3-5BA3-445B-AFF0-FC5FD1BCB49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7171" name="页脚占位符 4">
            <a:extLst>
              <a:ext uri="{FF2B5EF4-FFF2-40B4-BE49-F238E27FC236}">
                <a16:creationId xmlns:a16="http://schemas.microsoft.com/office/drawing/2014/main" id="{FA90F174-BBE6-4BF6-9679-7B5C0C79AEF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7172" name="灯片编号占位符 5">
            <a:extLst>
              <a:ext uri="{FF2B5EF4-FFF2-40B4-BE49-F238E27FC236}">
                <a16:creationId xmlns:a16="http://schemas.microsoft.com/office/drawing/2014/main" id="{16F7F817-322B-480C-A8F9-447C3ED2B0D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3D6C41C-3570-43CB-987F-7A89482ADE4E}" type="slidenum">
              <a:rPr lang="en-US" altLang="zh-CN" sz="1400" smtClean="0">
                <a:latin typeface="Times New Roman" panose="02020603050405020304" pitchFamily="18" charset="0"/>
                <a:ea typeface="宋体" panose="02010600030101010101" pitchFamily="2" charset="-122"/>
              </a:rPr>
              <a:pPr>
                <a:spcBef>
                  <a:spcPct val="0"/>
                </a:spcBef>
                <a:buFontTx/>
                <a:buNone/>
              </a:pPr>
              <a:t>4</a:t>
            </a:fld>
            <a:endParaRPr lang="en-US" altLang="zh-CN" sz="1400">
              <a:latin typeface="Times New Roman" panose="02020603050405020304" pitchFamily="18" charset="0"/>
              <a:ea typeface="宋体" panose="02010600030101010101" pitchFamily="2" charset="-122"/>
            </a:endParaRPr>
          </a:p>
        </p:txBody>
      </p:sp>
      <p:sp>
        <p:nvSpPr>
          <p:cNvPr id="7173" name="Rectangle 2">
            <a:extLst>
              <a:ext uri="{FF2B5EF4-FFF2-40B4-BE49-F238E27FC236}">
                <a16:creationId xmlns:a16="http://schemas.microsoft.com/office/drawing/2014/main" id="{365E3E35-E460-4582-A6B3-353066E47637}"/>
              </a:ext>
            </a:extLst>
          </p:cNvPr>
          <p:cNvSpPr>
            <a:spLocks noGrp="1" noChangeArrowheads="1"/>
          </p:cNvSpPr>
          <p:nvPr>
            <p:ph type="ctrTitle"/>
          </p:nvPr>
        </p:nvSpPr>
        <p:spPr>
          <a:xfrm>
            <a:off x="1190625" y="2565400"/>
            <a:ext cx="7197725" cy="1439863"/>
          </a:xfrm>
          <a:solidFill>
            <a:srgbClr val="0000FF"/>
          </a:solidFill>
        </p:spPr>
        <p:txBody>
          <a:bodyPr anchor="ctr"/>
          <a:lstStyle/>
          <a:p>
            <a:pPr eaLnBrk="1" hangingPunct="1"/>
            <a:r>
              <a:rPr lang="zh-CN" altLang="en-US" sz="6600" b="1">
                <a:solidFill>
                  <a:schemeClr val="bg1"/>
                </a:solidFill>
              </a:rPr>
              <a:t>命题公式的范式</a:t>
            </a:r>
          </a:p>
        </p:txBody>
      </p:sp>
      <p:pic>
        <p:nvPicPr>
          <p:cNvPr id="7174" name="Picture 7" descr="C:\Program Files\Microsoft Office\MEDIA\CAGCAT10\j0292982.wmf">
            <a:extLst>
              <a:ext uri="{FF2B5EF4-FFF2-40B4-BE49-F238E27FC236}">
                <a16:creationId xmlns:a16="http://schemas.microsoft.com/office/drawing/2014/main" id="{BCFF326C-2FAA-4E81-9BB4-8F59D7754C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992E8E1C-67F0-4E70-97CE-FF562AD86C4A}"/>
              </a:ext>
            </a:extLst>
          </p:cNvPr>
          <p:cNvSpPr txBox="1">
            <a:spLocks noChangeArrowheads="1"/>
          </p:cNvSpPr>
          <p:nvPr/>
        </p:nvSpPr>
        <p:spPr bwMode="auto">
          <a:xfrm>
            <a:off x="1258888" y="836613"/>
            <a:ext cx="63373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命题公式的范式</a:t>
            </a:r>
          </a:p>
        </p:txBody>
      </p:sp>
      <p:sp>
        <p:nvSpPr>
          <p:cNvPr id="8195" name="Rectangle 3">
            <a:extLst>
              <a:ext uri="{FF2B5EF4-FFF2-40B4-BE49-F238E27FC236}">
                <a16:creationId xmlns:a16="http://schemas.microsoft.com/office/drawing/2014/main" id="{BAED3EE9-092E-4A4C-93A6-61C137A218DC}"/>
              </a:ext>
            </a:extLst>
          </p:cNvPr>
          <p:cNvSpPr>
            <a:spLocks noGrp="1" noChangeArrowheads="1"/>
          </p:cNvSpPr>
          <p:nvPr>
            <p:ph type="body" sz="half" idx="1"/>
          </p:nvPr>
        </p:nvSpPr>
        <p:spPr>
          <a:xfrm>
            <a:off x="2052638" y="2349500"/>
            <a:ext cx="5183187" cy="3529013"/>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a:lnSpc>
                <a:spcPct val="125000"/>
              </a:lnSpc>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范式的基本概念</a:t>
            </a:r>
          </a:p>
          <a:p>
            <a:pPr>
              <a:lnSpc>
                <a:spcPct val="125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主析取范式</a:t>
            </a:r>
          </a:p>
          <a:p>
            <a:pPr>
              <a:lnSpc>
                <a:spcPct val="125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主合取范式</a:t>
            </a:r>
          </a:p>
          <a:p>
            <a:pPr>
              <a:lnSpc>
                <a:spcPct val="125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主范式间的联系</a:t>
            </a:r>
          </a:p>
        </p:txBody>
      </p:sp>
      <p:pic>
        <p:nvPicPr>
          <p:cNvPr id="8196" name="Picture 6" descr="C:\Program Files\Microsoft Office\MEDIA\CAGCAT10\j0293844.wmf">
            <a:extLst>
              <a:ext uri="{FF2B5EF4-FFF2-40B4-BE49-F238E27FC236}">
                <a16:creationId xmlns:a16="http://schemas.microsoft.com/office/drawing/2014/main" id="{F9CF103D-FBD2-45F9-B27C-0412BCAE50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日期占位符 3">
            <a:extLst>
              <a:ext uri="{FF2B5EF4-FFF2-40B4-BE49-F238E27FC236}">
                <a16:creationId xmlns:a16="http://schemas.microsoft.com/office/drawing/2014/main" id="{E4B0BF94-09A9-41FF-9B46-159DB69C098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93F51A7-9EB6-464B-BC47-A38E9E75AC6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219" name="页脚占位符 4">
            <a:extLst>
              <a:ext uri="{FF2B5EF4-FFF2-40B4-BE49-F238E27FC236}">
                <a16:creationId xmlns:a16="http://schemas.microsoft.com/office/drawing/2014/main" id="{DC49117F-40F1-4BA4-949E-AED252124DD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220" name="灯片编号占位符 5">
            <a:extLst>
              <a:ext uri="{FF2B5EF4-FFF2-40B4-BE49-F238E27FC236}">
                <a16:creationId xmlns:a16="http://schemas.microsoft.com/office/drawing/2014/main" id="{F7D8DF1D-8274-4034-91C5-29627E017D9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CC9D65B-7E6D-488B-B95A-7940AE14E640}" type="slidenum">
              <a:rPr lang="en-US" altLang="zh-CN" sz="1400" smtClean="0">
                <a:latin typeface="Times New Roman" panose="02020603050405020304" pitchFamily="18" charset="0"/>
                <a:ea typeface="宋体" panose="02010600030101010101" pitchFamily="2" charset="-122"/>
              </a:rPr>
              <a:pPr>
                <a:spcBef>
                  <a:spcPct val="0"/>
                </a:spcBef>
                <a:buFontTx/>
                <a:buNone/>
              </a:pPr>
              <a:t>6</a:t>
            </a:fld>
            <a:endParaRPr lang="en-US" altLang="zh-CN" sz="1400">
              <a:latin typeface="Times New Roman" panose="02020603050405020304" pitchFamily="18" charset="0"/>
              <a:ea typeface="宋体" panose="02010600030101010101" pitchFamily="2" charset="-122"/>
            </a:endParaRPr>
          </a:p>
        </p:txBody>
      </p:sp>
      <p:sp>
        <p:nvSpPr>
          <p:cNvPr id="9221" name="Text Box 2">
            <a:extLst>
              <a:ext uri="{FF2B5EF4-FFF2-40B4-BE49-F238E27FC236}">
                <a16:creationId xmlns:a16="http://schemas.microsoft.com/office/drawing/2014/main" id="{38E07723-D84A-4236-923B-64C2D07C855F}"/>
              </a:ext>
            </a:extLst>
          </p:cNvPr>
          <p:cNvSpPr txBox="1">
            <a:spLocks noChangeArrowheads="1"/>
          </p:cNvSpPr>
          <p:nvPr/>
        </p:nvSpPr>
        <p:spPr bwMode="auto">
          <a:xfrm>
            <a:off x="1435100" y="858838"/>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若干基本概念</a:t>
            </a:r>
          </a:p>
        </p:txBody>
      </p:sp>
      <p:pic>
        <p:nvPicPr>
          <p:cNvPr id="9222" name="Picture 6" descr="C:\Program Files\Microsoft Office\MEDIA\CAGCAT10\j0293844.wmf">
            <a:extLst>
              <a:ext uri="{FF2B5EF4-FFF2-40B4-BE49-F238E27FC236}">
                <a16:creationId xmlns:a16="http://schemas.microsoft.com/office/drawing/2014/main" id="{6236CB93-445D-407A-942C-01CB6F3793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Picture 9" descr="QQ截图20140126204954">
            <a:extLst>
              <a:ext uri="{FF2B5EF4-FFF2-40B4-BE49-F238E27FC236}">
                <a16:creationId xmlns:a16="http://schemas.microsoft.com/office/drawing/2014/main" id="{3D2E8D47-7CE3-4F74-92E5-514DBA6B61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500" y="2349500"/>
            <a:ext cx="7910513" cy="302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日期占位符 3">
            <a:extLst>
              <a:ext uri="{FF2B5EF4-FFF2-40B4-BE49-F238E27FC236}">
                <a16:creationId xmlns:a16="http://schemas.microsoft.com/office/drawing/2014/main" id="{282FFA2F-1B48-4C03-9DCF-864FD63E372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3AAC176-8451-410E-9E03-4337E788373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243" name="页脚占位符 4">
            <a:extLst>
              <a:ext uri="{FF2B5EF4-FFF2-40B4-BE49-F238E27FC236}">
                <a16:creationId xmlns:a16="http://schemas.microsoft.com/office/drawing/2014/main" id="{199B12B3-E38A-422E-ACF2-98846D5D93C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244" name="灯片编号占位符 5">
            <a:extLst>
              <a:ext uri="{FF2B5EF4-FFF2-40B4-BE49-F238E27FC236}">
                <a16:creationId xmlns:a16="http://schemas.microsoft.com/office/drawing/2014/main" id="{0328768F-A0BD-4BB0-8F66-EAEDA90637E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4E6CFC0-28C2-4A3F-BE1A-164798117B56}" type="slidenum">
              <a:rPr lang="en-US" altLang="zh-CN" sz="1400" smtClean="0">
                <a:latin typeface="Times New Roman" panose="02020603050405020304" pitchFamily="18" charset="0"/>
                <a:ea typeface="宋体" panose="02010600030101010101" pitchFamily="2" charset="-122"/>
              </a:rPr>
              <a:pPr>
                <a:spcBef>
                  <a:spcPct val="0"/>
                </a:spcBef>
                <a:buFontTx/>
                <a:buNone/>
              </a:pPr>
              <a:t>7</a:t>
            </a:fld>
            <a:endParaRPr lang="en-US" altLang="zh-CN" sz="1400">
              <a:latin typeface="Times New Roman" panose="02020603050405020304" pitchFamily="18" charset="0"/>
              <a:ea typeface="宋体" panose="02010600030101010101" pitchFamily="2" charset="-122"/>
            </a:endParaRPr>
          </a:p>
        </p:txBody>
      </p:sp>
      <p:sp>
        <p:nvSpPr>
          <p:cNvPr id="10245" name="Text Box 2">
            <a:extLst>
              <a:ext uri="{FF2B5EF4-FFF2-40B4-BE49-F238E27FC236}">
                <a16:creationId xmlns:a16="http://schemas.microsoft.com/office/drawing/2014/main" id="{92D80810-8647-4602-931D-9B466780740C}"/>
              </a:ext>
            </a:extLst>
          </p:cNvPr>
          <p:cNvSpPr txBox="1">
            <a:spLocks noChangeArrowheads="1"/>
          </p:cNvSpPr>
          <p:nvPr/>
        </p:nvSpPr>
        <p:spPr bwMode="auto">
          <a:xfrm>
            <a:off x="1476375" y="658813"/>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若干基本概念</a:t>
            </a:r>
          </a:p>
        </p:txBody>
      </p:sp>
      <p:pic>
        <p:nvPicPr>
          <p:cNvPr id="10246" name="Picture 6" descr="C:\Program Files\Microsoft Office\MEDIA\CAGCAT10\j0293844.wmf">
            <a:extLst>
              <a:ext uri="{FF2B5EF4-FFF2-40B4-BE49-F238E27FC236}">
                <a16:creationId xmlns:a16="http://schemas.microsoft.com/office/drawing/2014/main" id="{9CC869F0-2E62-46BA-B4E4-C1508328EB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5300" y="476250"/>
            <a:ext cx="1065213"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5" descr="QQ截图20140126205952">
            <a:extLst>
              <a:ext uri="{FF2B5EF4-FFF2-40B4-BE49-F238E27FC236}">
                <a16:creationId xmlns:a16="http://schemas.microsoft.com/office/drawing/2014/main" id="{F3D2EAC0-5449-489C-9E18-908306A7EC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916113"/>
            <a:ext cx="7272338" cy="412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日期占位符 3">
            <a:extLst>
              <a:ext uri="{FF2B5EF4-FFF2-40B4-BE49-F238E27FC236}">
                <a16:creationId xmlns:a16="http://schemas.microsoft.com/office/drawing/2014/main" id="{EEC3D6B7-8A3E-44A2-BB71-B9EF8B4FCB1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DA6106F-0CF1-44F2-B92D-8DB0B68EF18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267" name="页脚占位符 4">
            <a:extLst>
              <a:ext uri="{FF2B5EF4-FFF2-40B4-BE49-F238E27FC236}">
                <a16:creationId xmlns:a16="http://schemas.microsoft.com/office/drawing/2014/main" id="{F64FCD50-762F-44A1-9BFA-7E8E62AEC0EB}"/>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268" name="灯片编号占位符 5">
            <a:extLst>
              <a:ext uri="{FF2B5EF4-FFF2-40B4-BE49-F238E27FC236}">
                <a16:creationId xmlns:a16="http://schemas.microsoft.com/office/drawing/2014/main" id="{C754DEB1-58C9-4ADD-9E92-8BFDF74877A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44612F6-3138-49E1-A47A-0471EB4D1C96}" type="slidenum">
              <a:rPr lang="en-US" altLang="zh-CN" sz="1400" smtClean="0">
                <a:latin typeface="Times New Roman" panose="02020603050405020304" pitchFamily="18" charset="0"/>
                <a:ea typeface="宋体" panose="02010600030101010101" pitchFamily="2" charset="-122"/>
              </a:rPr>
              <a:pPr>
                <a:spcBef>
                  <a:spcPct val="0"/>
                </a:spcBef>
                <a:buFontTx/>
                <a:buNone/>
              </a:pPr>
              <a:t>8</a:t>
            </a:fld>
            <a:endParaRPr lang="en-US" altLang="zh-CN" sz="1400">
              <a:latin typeface="Times New Roman" panose="02020603050405020304" pitchFamily="18" charset="0"/>
              <a:ea typeface="宋体" panose="02010600030101010101" pitchFamily="2" charset="-122"/>
            </a:endParaRPr>
          </a:p>
        </p:txBody>
      </p:sp>
      <p:sp>
        <p:nvSpPr>
          <p:cNvPr id="11269" name="Text Box 2">
            <a:extLst>
              <a:ext uri="{FF2B5EF4-FFF2-40B4-BE49-F238E27FC236}">
                <a16:creationId xmlns:a16="http://schemas.microsoft.com/office/drawing/2014/main" id="{97AF1AE4-CA08-4BCB-A563-136B95987574}"/>
              </a:ext>
            </a:extLst>
          </p:cNvPr>
          <p:cNvSpPr txBox="1">
            <a:spLocks noChangeArrowheads="1"/>
          </p:cNvSpPr>
          <p:nvPr/>
        </p:nvSpPr>
        <p:spPr bwMode="auto">
          <a:xfrm>
            <a:off x="1435100" y="620713"/>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合取范式</a:t>
            </a:r>
          </a:p>
        </p:txBody>
      </p:sp>
      <p:pic>
        <p:nvPicPr>
          <p:cNvPr id="11270" name="Picture 6" descr="C:\Program Files\Microsoft Office\MEDIA\CAGCAT10\j0293844.wmf">
            <a:extLst>
              <a:ext uri="{FF2B5EF4-FFF2-40B4-BE49-F238E27FC236}">
                <a16:creationId xmlns:a16="http://schemas.microsoft.com/office/drawing/2014/main" id="{469A12FC-521F-49D9-9AD9-BECF39432D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476250"/>
            <a:ext cx="1079500"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71" name="Picture 5" descr="QQ截图20140126205227">
            <a:extLst>
              <a:ext uri="{FF2B5EF4-FFF2-40B4-BE49-F238E27FC236}">
                <a16:creationId xmlns:a16="http://schemas.microsoft.com/office/drawing/2014/main" id="{06D3D700-512B-419D-97EA-14904C8798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700213"/>
            <a:ext cx="7416800" cy="4462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日期占位符 3">
            <a:extLst>
              <a:ext uri="{FF2B5EF4-FFF2-40B4-BE49-F238E27FC236}">
                <a16:creationId xmlns:a16="http://schemas.microsoft.com/office/drawing/2014/main" id="{1E565D9D-A94C-47BE-AB85-75BB6C6F4CE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F740431-8B78-4E63-8004-ED62035AC496}"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291" name="页脚占位符 4">
            <a:extLst>
              <a:ext uri="{FF2B5EF4-FFF2-40B4-BE49-F238E27FC236}">
                <a16:creationId xmlns:a16="http://schemas.microsoft.com/office/drawing/2014/main" id="{5F5DC3AD-C8D7-4055-A38A-D0BAB28651E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292" name="灯片编号占位符 5">
            <a:extLst>
              <a:ext uri="{FF2B5EF4-FFF2-40B4-BE49-F238E27FC236}">
                <a16:creationId xmlns:a16="http://schemas.microsoft.com/office/drawing/2014/main" id="{58B95BB4-8E2C-45E2-A794-FF9C37FA64E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09EABED-0D37-4B9A-98E5-37B381774777}" type="slidenum">
              <a:rPr lang="en-US" altLang="zh-CN" sz="1400" smtClean="0">
                <a:latin typeface="Times New Roman" panose="02020603050405020304" pitchFamily="18" charset="0"/>
                <a:ea typeface="宋体" panose="02010600030101010101" pitchFamily="2" charset="-122"/>
              </a:rPr>
              <a:pPr>
                <a:spcBef>
                  <a:spcPct val="0"/>
                </a:spcBef>
                <a:buFontTx/>
                <a:buNone/>
              </a:pPr>
              <a:t>9</a:t>
            </a:fld>
            <a:endParaRPr lang="en-US" altLang="zh-CN" sz="1400">
              <a:latin typeface="Times New Roman" panose="02020603050405020304" pitchFamily="18" charset="0"/>
              <a:ea typeface="宋体" panose="02010600030101010101" pitchFamily="2" charset="-122"/>
            </a:endParaRPr>
          </a:p>
        </p:txBody>
      </p:sp>
      <p:sp>
        <p:nvSpPr>
          <p:cNvPr id="12293" name="Text Box 2">
            <a:extLst>
              <a:ext uri="{FF2B5EF4-FFF2-40B4-BE49-F238E27FC236}">
                <a16:creationId xmlns:a16="http://schemas.microsoft.com/office/drawing/2014/main" id="{D17C3F15-A215-4A3D-B073-5013FFC56C76}"/>
              </a:ext>
            </a:extLst>
          </p:cNvPr>
          <p:cNvSpPr txBox="1">
            <a:spLocks noChangeArrowheads="1"/>
          </p:cNvSpPr>
          <p:nvPr/>
        </p:nvSpPr>
        <p:spPr bwMode="auto">
          <a:xfrm>
            <a:off x="1435100" y="569913"/>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cs typeface="Arial" panose="020B0604020202020204" pitchFamily="34" charset="0"/>
              </a:rPr>
              <a:t> </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析取范式</a:t>
            </a:r>
          </a:p>
        </p:txBody>
      </p:sp>
      <p:pic>
        <p:nvPicPr>
          <p:cNvPr id="12294" name="Picture 6" descr="C:\Program Files\Microsoft Office\MEDIA\CAGCAT10\j0293844.wmf">
            <a:extLst>
              <a:ext uri="{FF2B5EF4-FFF2-40B4-BE49-F238E27FC236}">
                <a16:creationId xmlns:a16="http://schemas.microsoft.com/office/drawing/2014/main" id="{540DC9EA-AA06-42ED-8ACE-1D3A397CAD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988" y="476250"/>
            <a:ext cx="1152525"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5" name="Picture 4" descr="QQ截图20140126205712">
            <a:extLst>
              <a:ext uri="{FF2B5EF4-FFF2-40B4-BE49-F238E27FC236}">
                <a16:creationId xmlns:a16="http://schemas.microsoft.com/office/drawing/2014/main" id="{86169E8D-2799-4D62-A530-100F778D9E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652588"/>
            <a:ext cx="7488237" cy="472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日期占位符 3">
            <a:extLst>
              <a:ext uri="{FF2B5EF4-FFF2-40B4-BE49-F238E27FC236}">
                <a16:creationId xmlns:a16="http://schemas.microsoft.com/office/drawing/2014/main" id="{6F0123D9-679A-468E-BE88-6CC89F8271A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D08D4E3-A4FC-405A-BB03-B399FE575EF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315" name="页脚占位符 4">
            <a:extLst>
              <a:ext uri="{FF2B5EF4-FFF2-40B4-BE49-F238E27FC236}">
                <a16:creationId xmlns:a16="http://schemas.microsoft.com/office/drawing/2014/main" id="{C60903B3-3B27-4D3A-912D-B18CD21E4AC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316" name="灯片编号占位符 5">
            <a:extLst>
              <a:ext uri="{FF2B5EF4-FFF2-40B4-BE49-F238E27FC236}">
                <a16:creationId xmlns:a16="http://schemas.microsoft.com/office/drawing/2014/main" id="{229B8FD6-307B-4C82-B099-32F70DF3181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69C5BD0-6807-458D-A89F-C28A08C7411E}" type="slidenum">
              <a:rPr lang="en-US" altLang="zh-CN" sz="1400" smtClean="0">
                <a:latin typeface="Times New Roman" panose="02020603050405020304" pitchFamily="18" charset="0"/>
                <a:ea typeface="宋体" panose="02010600030101010101" pitchFamily="2" charset="-122"/>
              </a:rPr>
              <a:pPr>
                <a:spcBef>
                  <a:spcPct val="0"/>
                </a:spcBef>
                <a:buFontTx/>
                <a:buNone/>
              </a:pPr>
              <a:t>10</a:t>
            </a:fld>
            <a:endParaRPr lang="en-US" altLang="zh-CN" sz="1400">
              <a:latin typeface="Times New Roman" panose="02020603050405020304" pitchFamily="18" charset="0"/>
              <a:ea typeface="宋体" panose="02010600030101010101" pitchFamily="2" charset="-122"/>
            </a:endParaRPr>
          </a:p>
        </p:txBody>
      </p:sp>
      <p:sp>
        <p:nvSpPr>
          <p:cNvPr id="13317" name="Text Box 2">
            <a:extLst>
              <a:ext uri="{FF2B5EF4-FFF2-40B4-BE49-F238E27FC236}">
                <a16:creationId xmlns:a16="http://schemas.microsoft.com/office/drawing/2014/main" id="{BB33C2A1-0B89-4EAD-8A75-12A5363B6E98}"/>
              </a:ext>
            </a:extLst>
          </p:cNvPr>
          <p:cNvSpPr txBox="1">
            <a:spLocks noChangeArrowheads="1"/>
          </p:cNvSpPr>
          <p:nvPr/>
        </p:nvSpPr>
        <p:spPr bwMode="auto">
          <a:xfrm>
            <a:off x="1547813" y="619125"/>
            <a:ext cx="5945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若干要点</a:t>
            </a:r>
          </a:p>
        </p:txBody>
      </p:sp>
      <p:pic>
        <p:nvPicPr>
          <p:cNvPr id="13318" name="Picture 6" descr="C:\Program Files\Microsoft Office\MEDIA\CAGCAT10\j0293844.wmf">
            <a:extLst>
              <a:ext uri="{FF2B5EF4-FFF2-40B4-BE49-F238E27FC236}">
                <a16:creationId xmlns:a16="http://schemas.microsoft.com/office/drawing/2014/main" id="{50B8BC8F-E4E0-44DB-93CC-5CF3703D95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476250"/>
            <a:ext cx="1079500"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Picture 6" descr="QQ截图20140126210929">
            <a:extLst>
              <a:ext uri="{FF2B5EF4-FFF2-40B4-BE49-F238E27FC236}">
                <a16:creationId xmlns:a16="http://schemas.microsoft.com/office/drawing/2014/main" id="{93F8D7D4-8AFB-4833-85F2-8E3C9055EC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1773238"/>
            <a:ext cx="6624638" cy="443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日期占位符 3">
            <a:extLst>
              <a:ext uri="{FF2B5EF4-FFF2-40B4-BE49-F238E27FC236}">
                <a16:creationId xmlns:a16="http://schemas.microsoft.com/office/drawing/2014/main" id="{9FEC5E93-8EFB-499C-8DE6-9F1317C402A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A3D005A-37BA-4F9B-9753-80E4B974E9F7}"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339" name="页脚占位符 4">
            <a:extLst>
              <a:ext uri="{FF2B5EF4-FFF2-40B4-BE49-F238E27FC236}">
                <a16:creationId xmlns:a16="http://schemas.microsoft.com/office/drawing/2014/main" id="{17EC6D9B-F9FF-4288-9D2F-AA2E9F579F39}"/>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340" name="灯片编号占位符 5">
            <a:extLst>
              <a:ext uri="{FF2B5EF4-FFF2-40B4-BE49-F238E27FC236}">
                <a16:creationId xmlns:a16="http://schemas.microsoft.com/office/drawing/2014/main" id="{798F6256-0A7E-45CC-93C2-C6331187DEC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36FEDCB-D006-407B-B6BE-419A0A4D09E1}" type="slidenum">
              <a:rPr lang="en-US" altLang="zh-CN" sz="1400" smtClean="0">
                <a:latin typeface="Times New Roman" panose="02020603050405020304" pitchFamily="18" charset="0"/>
                <a:ea typeface="宋体" panose="02010600030101010101" pitchFamily="2" charset="-122"/>
              </a:rPr>
              <a:pPr>
                <a:spcBef>
                  <a:spcPct val="0"/>
                </a:spcBef>
                <a:buFontTx/>
                <a:buNone/>
              </a:pPr>
              <a:t>11</a:t>
            </a:fld>
            <a:endParaRPr lang="en-US" altLang="zh-CN" sz="1400">
              <a:latin typeface="Times New Roman" panose="02020603050405020304" pitchFamily="18" charset="0"/>
              <a:ea typeface="宋体" panose="02010600030101010101" pitchFamily="2" charset="-122"/>
            </a:endParaRPr>
          </a:p>
        </p:txBody>
      </p:sp>
      <p:sp>
        <p:nvSpPr>
          <p:cNvPr id="14341" name="Text Box 2">
            <a:extLst>
              <a:ext uri="{FF2B5EF4-FFF2-40B4-BE49-F238E27FC236}">
                <a16:creationId xmlns:a16="http://schemas.microsoft.com/office/drawing/2014/main" id="{5A3A382D-65D3-49C5-BEFD-7020A552DF22}"/>
              </a:ext>
            </a:extLst>
          </p:cNvPr>
          <p:cNvSpPr txBox="1">
            <a:spLocks noChangeArrowheads="1"/>
          </p:cNvSpPr>
          <p:nvPr/>
        </p:nvSpPr>
        <p:spPr bwMode="auto">
          <a:xfrm>
            <a:off x="1435100" y="930275"/>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范式的概念</a:t>
            </a:r>
          </a:p>
        </p:txBody>
      </p:sp>
      <p:pic>
        <p:nvPicPr>
          <p:cNvPr id="14342" name="Picture 6" descr="C:\Program Files\Microsoft Office\MEDIA\CAGCAT10\j0293844.wmf">
            <a:extLst>
              <a:ext uri="{FF2B5EF4-FFF2-40B4-BE49-F238E27FC236}">
                <a16:creationId xmlns:a16="http://schemas.microsoft.com/office/drawing/2014/main" id="{C1B6EF98-A0EB-4063-BC1A-7601DD8F95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Picture 6" descr="QQ截图20140126210131">
            <a:extLst>
              <a:ext uri="{FF2B5EF4-FFF2-40B4-BE49-F238E27FC236}">
                <a16:creationId xmlns:a16="http://schemas.microsoft.com/office/drawing/2014/main" id="{0A93E6FB-2542-4069-9E98-E7872A4082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2781300"/>
            <a:ext cx="6767513" cy="3394075"/>
          </a:xfrm>
          <a:prstGeom prst="rect">
            <a:avLst/>
          </a:prstGeom>
          <a:solidFill>
            <a:srgbClr val="008000"/>
          </a:solidFill>
          <a:ln w="28575">
            <a:solidFill>
              <a:srgbClr val="008000"/>
            </a:solidFill>
            <a:miter lim="800000"/>
            <a:headEnd/>
            <a:tailEnd/>
          </a:ln>
        </p:spPr>
      </p:pic>
      <p:sp>
        <p:nvSpPr>
          <p:cNvPr id="14344" name="Text Box 7">
            <a:extLst>
              <a:ext uri="{FF2B5EF4-FFF2-40B4-BE49-F238E27FC236}">
                <a16:creationId xmlns:a16="http://schemas.microsoft.com/office/drawing/2014/main" id="{98C20644-A340-45A3-A4F6-1C1DD4025942}"/>
              </a:ext>
            </a:extLst>
          </p:cNvPr>
          <p:cNvSpPr txBox="1">
            <a:spLocks noChangeArrowheads="1"/>
          </p:cNvSpPr>
          <p:nvPr/>
        </p:nvSpPr>
        <p:spPr bwMode="auto">
          <a:xfrm>
            <a:off x="755650" y="1978025"/>
            <a:ext cx="1584325" cy="701675"/>
          </a:xfrm>
          <a:prstGeom prst="rect">
            <a:avLst/>
          </a:prstGeom>
          <a:solidFill>
            <a:srgbClr val="99CC00"/>
          </a:solidFill>
          <a:ln>
            <a:noFill/>
          </a:ln>
          <a:effectLst/>
          <a:extLst>
            <a:ext uri="{91240B29-F687-4F45-9708-019B960494DF}">
              <a14:hiddenLine xmlns:a14="http://schemas.microsoft.com/office/drawing/2010/main" w="2857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4000" b="1">
                <a:latin typeface="黑体" panose="02010609060101010101" pitchFamily="49" charset="-122"/>
                <a:ea typeface="黑体" panose="02010609060101010101" pitchFamily="49" charset="-122"/>
              </a:rPr>
              <a:t>总 结</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日期占位符 3">
            <a:extLst>
              <a:ext uri="{FF2B5EF4-FFF2-40B4-BE49-F238E27FC236}">
                <a16:creationId xmlns:a16="http://schemas.microsoft.com/office/drawing/2014/main" id="{0CDD733A-52FB-4C05-AD3B-1F813E3242E0}"/>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B55DF34-0A10-4FDC-AF33-AE3F98ACCED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363" name="页脚占位符 4">
            <a:extLst>
              <a:ext uri="{FF2B5EF4-FFF2-40B4-BE49-F238E27FC236}">
                <a16:creationId xmlns:a16="http://schemas.microsoft.com/office/drawing/2014/main" id="{0A93EEC3-5AAF-4971-A688-26245D8AC55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364" name="灯片编号占位符 5">
            <a:extLst>
              <a:ext uri="{FF2B5EF4-FFF2-40B4-BE49-F238E27FC236}">
                <a16:creationId xmlns:a16="http://schemas.microsoft.com/office/drawing/2014/main" id="{9F1FC8DF-FBF9-471B-8545-0AF99EFC010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6391125-8A50-4F59-A9BC-964D6BB8FABD}" type="slidenum">
              <a:rPr lang="en-US" altLang="zh-CN" sz="1400" smtClean="0">
                <a:latin typeface="Times New Roman" panose="02020603050405020304" pitchFamily="18" charset="0"/>
                <a:ea typeface="宋体" panose="02010600030101010101" pitchFamily="2" charset="-122"/>
              </a:rPr>
              <a:pPr>
                <a:spcBef>
                  <a:spcPct val="0"/>
                </a:spcBef>
                <a:buFontTx/>
                <a:buNone/>
              </a:pPr>
              <a:t>12</a:t>
            </a:fld>
            <a:endParaRPr lang="en-US" altLang="zh-CN" sz="1400">
              <a:latin typeface="Times New Roman" panose="02020603050405020304" pitchFamily="18" charset="0"/>
              <a:ea typeface="宋体" panose="02010600030101010101" pitchFamily="2" charset="-122"/>
            </a:endParaRPr>
          </a:p>
        </p:txBody>
      </p:sp>
      <p:sp>
        <p:nvSpPr>
          <p:cNvPr id="15365" name="Text Box 2">
            <a:extLst>
              <a:ext uri="{FF2B5EF4-FFF2-40B4-BE49-F238E27FC236}">
                <a16:creationId xmlns:a16="http://schemas.microsoft.com/office/drawing/2014/main" id="{B41DAB47-9D3F-42A7-A572-FA316198ED49}"/>
              </a:ext>
            </a:extLst>
          </p:cNvPr>
          <p:cNvSpPr txBox="1">
            <a:spLocks noChangeArrowheads="1"/>
          </p:cNvSpPr>
          <p:nvPr/>
        </p:nvSpPr>
        <p:spPr bwMode="auto">
          <a:xfrm>
            <a:off x="1435100" y="858838"/>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范式的存在性</a:t>
            </a:r>
          </a:p>
        </p:txBody>
      </p:sp>
      <p:pic>
        <p:nvPicPr>
          <p:cNvPr id="15366" name="Picture 6" descr="C:\Program Files\Microsoft Office\MEDIA\CAGCAT10\j0293844.wmf">
            <a:extLst>
              <a:ext uri="{FF2B5EF4-FFF2-40B4-BE49-F238E27FC236}">
                <a16:creationId xmlns:a16="http://schemas.microsoft.com/office/drawing/2014/main" id="{C70B2880-1D2B-4B5C-97D8-A38C3768CF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Rectangle 5">
            <a:extLst>
              <a:ext uri="{FF2B5EF4-FFF2-40B4-BE49-F238E27FC236}">
                <a16:creationId xmlns:a16="http://schemas.microsoft.com/office/drawing/2014/main" id="{1911B98F-BE65-435E-8FAD-8713248C5C24}"/>
              </a:ext>
            </a:extLst>
          </p:cNvPr>
          <p:cNvSpPr>
            <a:spLocks noChangeArrowheads="1"/>
          </p:cNvSpPr>
          <p:nvPr/>
        </p:nvSpPr>
        <p:spPr bwMode="auto">
          <a:xfrm>
            <a:off x="755650" y="1893888"/>
            <a:ext cx="7345363" cy="1114425"/>
          </a:xfrm>
          <a:prstGeom prst="rect">
            <a:avLst/>
          </a:prstGeom>
          <a:solidFill>
            <a:schemeClr val="bg1"/>
          </a:solidFill>
          <a:ln w="28575">
            <a:solidFill>
              <a:schemeClr val="hlink"/>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FontTx/>
              <a:buNone/>
            </a:pPr>
            <a:r>
              <a:rPr kumimoji="0" lang="en-US" altLang="zh-CN" b="1">
                <a:solidFill>
                  <a:srgbClr val="FF0000"/>
                </a:solidFill>
                <a:latin typeface="黑体" panose="02010609060101010101" pitchFamily="49" charset="-122"/>
                <a:ea typeface="黑体" panose="02010609060101010101" pitchFamily="49" charset="-122"/>
              </a:rPr>
              <a:t>【</a:t>
            </a:r>
            <a:r>
              <a:rPr kumimoji="0" lang="zh-CN" altLang="en-US" b="1">
                <a:solidFill>
                  <a:srgbClr val="FF0000"/>
                </a:solidFill>
                <a:latin typeface="黑体" panose="02010609060101010101" pitchFamily="49" charset="-122"/>
                <a:ea typeface="黑体" panose="02010609060101010101" pitchFamily="49" charset="-122"/>
              </a:rPr>
              <a:t>定理</a:t>
            </a:r>
            <a:r>
              <a:rPr kumimoji="0" lang="en-US" altLang="zh-CN" b="1">
                <a:solidFill>
                  <a:srgbClr val="FF0000"/>
                </a:solidFill>
                <a:latin typeface="黑体" panose="02010609060101010101" pitchFamily="49" charset="-122"/>
                <a:ea typeface="黑体" panose="02010609060101010101" pitchFamily="49" charset="-122"/>
              </a:rPr>
              <a:t>】</a:t>
            </a:r>
            <a:r>
              <a:rPr kumimoji="0" lang="zh-CN" altLang="en-US" b="1">
                <a:solidFill>
                  <a:srgbClr val="000000"/>
                </a:solidFill>
                <a:latin typeface="黑体" panose="02010609060101010101" pitchFamily="49" charset="-122"/>
                <a:ea typeface="黑体" panose="02010609060101010101" pitchFamily="49" charset="-122"/>
              </a:rPr>
              <a:t>对于任意命题公式，都存在与其等值的析取范式和合取范式。</a:t>
            </a:r>
          </a:p>
        </p:txBody>
      </p:sp>
      <p:sp>
        <p:nvSpPr>
          <p:cNvPr id="15368" name="Rectangle 6">
            <a:extLst>
              <a:ext uri="{FF2B5EF4-FFF2-40B4-BE49-F238E27FC236}">
                <a16:creationId xmlns:a16="http://schemas.microsoft.com/office/drawing/2014/main" id="{89EF1177-904A-49C8-A474-945ECD36C103}"/>
              </a:ext>
            </a:extLst>
          </p:cNvPr>
          <p:cNvSpPr>
            <a:spLocks noChangeArrowheads="1"/>
          </p:cNvSpPr>
          <p:nvPr/>
        </p:nvSpPr>
        <p:spPr bwMode="auto">
          <a:xfrm>
            <a:off x="698500" y="3032125"/>
            <a:ext cx="7545388" cy="1200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b="1">
                <a:solidFill>
                  <a:srgbClr val="FF0000"/>
                </a:solidFill>
                <a:latin typeface="Times New Roman" panose="02020603050405020304" pitchFamily="18" charset="0"/>
                <a:ea typeface="宋体" panose="02010600030101010101" pitchFamily="2" charset="-122"/>
              </a:rPr>
              <a:t>【</a:t>
            </a:r>
            <a:r>
              <a:rPr kumimoji="0" lang="zh-CN" altLang="en-US" b="1">
                <a:solidFill>
                  <a:srgbClr val="FF0000"/>
                </a:solidFill>
                <a:latin typeface="Times New Roman" panose="02020603050405020304" pitchFamily="18" charset="0"/>
                <a:ea typeface="黑体" panose="02010609060101010101" pitchFamily="49" charset="-122"/>
              </a:rPr>
              <a:t>证明</a:t>
            </a:r>
            <a:r>
              <a:rPr kumimoji="0" lang="en-US" altLang="zh-CN" b="1">
                <a:solidFill>
                  <a:srgbClr val="FF0000"/>
                </a:solidFill>
                <a:latin typeface="Times New Roman" panose="02020603050405020304" pitchFamily="18" charset="0"/>
                <a:ea typeface="宋体" panose="02010600030101010101" pitchFamily="2" charset="-122"/>
              </a:rPr>
              <a:t>】</a:t>
            </a:r>
            <a:r>
              <a:rPr kumimoji="0" lang="zh-CN" altLang="en-US" b="1">
                <a:latin typeface="Times New Roman" panose="02020603050405020304" pitchFamily="18" charset="0"/>
                <a:ea typeface="宋体" panose="02010600030101010101" pitchFamily="2" charset="-122"/>
              </a:rPr>
              <a:t>由于联结词之间可以通过命题公式的基本等值式进行相互转化，可由此求出与命题公式相应的析取范式和合取范式。具体转化步骤如下：</a:t>
            </a:r>
          </a:p>
        </p:txBody>
      </p:sp>
      <p:pic>
        <p:nvPicPr>
          <p:cNvPr id="15369" name="Picture 7" descr="QQ截图20140126212327">
            <a:extLst>
              <a:ext uri="{FF2B5EF4-FFF2-40B4-BE49-F238E27FC236}">
                <a16:creationId xmlns:a16="http://schemas.microsoft.com/office/drawing/2014/main" id="{94715A40-8F41-4F3B-9B63-1548A0467F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4303713"/>
            <a:ext cx="6388100" cy="201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日期占位符 3">
            <a:extLst>
              <a:ext uri="{FF2B5EF4-FFF2-40B4-BE49-F238E27FC236}">
                <a16:creationId xmlns:a16="http://schemas.microsoft.com/office/drawing/2014/main" id="{3BF6D11F-7990-4D8D-9E4A-1B7A5989F3E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675BE37-D302-42A6-8374-46716201B00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6387" name="页脚占位符 4">
            <a:extLst>
              <a:ext uri="{FF2B5EF4-FFF2-40B4-BE49-F238E27FC236}">
                <a16:creationId xmlns:a16="http://schemas.microsoft.com/office/drawing/2014/main" id="{7C2F0A5B-01B2-4EDC-A3CD-5F3034BDBC1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6388" name="灯片编号占位符 5">
            <a:extLst>
              <a:ext uri="{FF2B5EF4-FFF2-40B4-BE49-F238E27FC236}">
                <a16:creationId xmlns:a16="http://schemas.microsoft.com/office/drawing/2014/main" id="{34806A52-4F7D-4279-83F3-51C230A8C27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AD3C2A9-00C9-4787-BCAF-E59D3239E4B1}" type="slidenum">
              <a:rPr lang="en-US" altLang="zh-CN" sz="1400" smtClean="0">
                <a:latin typeface="Times New Roman" panose="02020603050405020304" pitchFamily="18" charset="0"/>
                <a:ea typeface="宋体" panose="02010600030101010101" pitchFamily="2" charset="-122"/>
              </a:rPr>
              <a:pPr>
                <a:spcBef>
                  <a:spcPct val="0"/>
                </a:spcBef>
                <a:buFontTx/>
                <a:buNone/>
              </a:pPr>
              <a:t>13</a:t>
            </a:fld>
            <a:endParaRPr lang="en-US" altLang="zh-CN" sz="1400">
              <a:latin typeface="Times New Roman" panose="02020603050405020304" pitchFamily="18" charset="0"/>
              <a:ea typeface="宋体" panose="02010600030101010101" pitchFamily="2" charset="-122"/>
            </a:endParaRPr>
          </a:p>
        </p:txBody>
      </p:sp>
      <p:sp>
        <p:nvSpPr>
          <p:cNvPr id="16389" name="Text Box 2">
            <a:extLst>
              <a:ext uri="{FF2B5EF4-FFF2-40B4-BE49-F238E27FC236}">
                <a16:creationId xmlns:a16="http://schemas.microsoft.com/office/drawing/2014/main" id="{B38953C9-4393-4E45-B4F4-BAE3D6619029}"/>
              </a:ext>
            </a:extLst>
          </p:cNvPr>
          <p:cNvSpPr txBox="1">
            <a:spLocks noChangeArrowheads="1"/>
          </p:cNvSpPr>
          <p:nvPr/>
        </p:nvSpPr>
        <p:spPr bwMode="auto">
          <a:xfrm>
            <a:off x="1403350" y="765175"/>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范式的存在性</a:t>
            </a:r>
          </a:p>
        </p:txBody>
      </p:sp>
      <p:pic>
        <p:nvPicPr>
          <p:cNvPr id="16390" name="Picture 6" descr="C:\Program Files\Microsoft Office\MEDIA\CAGCAT10\j0293844.wmf">
            <a:extLst>
              <a:ext uri="{FF2B5EF4-FFF2-40B4-BE49-F238E27FC236}">
                <a16:creationId xmlns:a16="http://schemas.microsoft.com/office/drawing/2014/main" id="{345BEE66-B87C-4984-A01C-1DD2115ACD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1" name="Picture 7" descr="QQ截图20140126212534">
            <a:extLst>
              <a:ext uri="{FF2B5EF4-FFF2-40B4-BE49-F238E27FC236}">
                <a16:creationId xmlns:a16="http://schemas.microsoft.com/office/drawing/2014/main" id="{BE4C8CC7-5173-4350-9875-6712F57CF0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916113"/>
            <a:ext cx="6840538"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2" name="Picture 8" descr="QQ截图20140126212607">
            <a:extLst>
              <a:ext uri="{FF2B5EF4-FFF2-40B4-BE49-F238E27FC236}">
                <a16:creationId xmlns:a16="http://schemas.microsoft.com/office/drawing/2014/main" id="{26C1D11E-FA3A-4B00-A2E9-32543AAD4C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450" y="4149725"/>
            <a:ext cx="6913563"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日期占位符 3">
            <a:extLst>
              <a:ext uri="{FF2B5EF4-FFF2-40B4-BE49-F238E27FC236}">
                <a16:creationId xmlns:a16="http://schemas.microsoft.com/office/drawing/2014/main" id="{15F6FCC6-FAC7-4FA1-9BC9-10D69B20CE3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7679E1A-C463-40BB-8CCB-FD2C6518FE9C}"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7411" name="页脚占位符 4">
            <a:extLst>
              <a:ext uri="{FF2B5EF4-FFF2-40B4-BE49-F238E27FC236}">
                <a16:creationId xmlns:a16="http://schemas.microsoft.com/office/drawing/2014/main" id="{8FBF7FB5-A902-4B15-B1D0-CFDFF7A0F93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7412" name="灯片编号占位符 5">
            <a:extLst>
              <a:ext uri="{FF2B5EF4-FFF2-40B4-BE49-F238E27FC236}">
                <a16:creationId xmlns:a16="http://schemas.microsoft.com/office/drawing/2014/main" id="{DE0A77C7-259B-46BC-AA32-C9208E0D839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6B3189E-E650-4107-9465-3D8CC03B9D60}" type="slidenum">
              <a:rPr lang="en-US" altLang="zh-CN" sz="1400" smtClean="0">
                <a:latin typeface="Times New Roman" panose="02020603050405020304" pitchFamily="18" charset="0"/>
                <a:ea typeface="宋体" panose="02010600030101010101" pitchFamily="2" charset="-122"/>
              </a:rPr>
              <a:pPr>
                <a:spcBef>
                  <a:spcPct val="0"/>
                </a:spcBef>
                <a:buFontTx/>
                <a:buNone/>
              </a:pPr>
              <a:t>14</a:t>
            </a:fld>
            <a:endParaRPr lang="en-US" altLang="zh-CN" sz="1400">
              <a:latin typeface="Times New Roman" panose="02020603050405020304" pitchFamily="18" charset="0"/>
              <a:ea typeface="宋体" panose="02010600030101010101" pitchFamily="2" charset="-122"/>
            </a:endParaRPr>
          </a:p>
        </p:txBody>
      </p:sp>
      <p:sp>
        <p:nvSpPr>
          <p:cNvPr id="17413" name="Text Box 2">
            <a:extLst>
              <a:ext uri="{FF2B5EF4-FFF2-40B4-BE49-F238E27FC236}">
                <a16:creationId xmlns:a16="http://schemas.microsoft.com/office/drawing/2014/main" id="{46C6FFF7-D273-4E43-9FD9-0EA19FC596E9}"/>
              </a:ext>
            </a:extLst>
          </p:cNvPr>
          <p:cNvSpPr txBox="1">
            <a:spLocks noChangeArrowheads="1"/>
          </p:cNvSpPr>
          <p:nvPr/>
        </p:nvSpPr>
        <p:spPr bwMode="auto">
          <a:xfrm>
            <a:off x="1435100" y="765175"/>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范式的求解</a:t>
            </a:r>
          </a:p>
        </p:txBody>
      </p:sp>
      <p:pic>
        <p:nvPicPr>
          <p:cNvPr id="17414" name="Picture 6" descr="C:\Program Files\Microsoft Office\MEDIA\CAGCAT10\j0293844.wmf">
            <a:extLst>
              <a:ext uri="{FF2B5EF4-FFF2-40B4-BE49-F238E27FC236}">
                <a16:creationId xmlns:a16="http://schemas.microsoft.com/office/drawing/2014/main" id="{A40919A3-9985-48D4-B1B1-71CC46CFE0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5" name="Picture 7" descr="QQ截图20140126210553">
            <a:extLst>
              <a:ext uri="{FF2B5EF4-FFF2-40B4-BE49-F238E27FC236}">
                <a16:creationId xmlns:a16="http://schemas.microsoft.com/office/drawing/2014/main" id="{CEEEE8CA-59BC-42D3-9E8E-7092970F3C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1988" y="1951038"/>
            <a:ext cx="8366125" cy="399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占位符 3">
            <a:extLst>
              <a:ext uri="{FF2B5EF4-FFF2-40B4-BE49-F238E27FC236}">
                <a16:creationId xmlns:a16="http://schemas.microsoft.com/office/drawing/2014/main" id="{A89696F5-E78A-4BE2-9BB3-C65A76DF02E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46B7796-ECA3-460A-95BA-30527402A63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8435" name="页脚占位符 4">
            <a:extLst>
              <a:ext uri="{FF2B5EF4-FFF2-40B4-BE49-F238E27FC236}">
                <a16:creationId xmlns:a16="http://schemas.microsoft.com/office/drawing/2014/main" id="{CC97910F-6E01-46C6-B009-A551E4AEA26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8436" name="灯片编号占位符 5">
            <a:extLst>
              <a:ext uri="{FF2B5EF4-FFF2-40B4-BE49-F238E27FC236}">
                <a16:creationId xmlns:a16="http://schemas.microsoft.com/office/drawing/2014/main" id="{A84BD49D-0CFF-4F01-9A23-58198D4D1D5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59460FA-D2AA-47BE-8E10-DB5DEF826FF8}" type="slidenum">
              <a:rPr lang="en-US" altLang="zh-CN" sz="1400" smtClean="0">
                <a:latin typeface="Times New Roman" panose="02020603050405020304" pitchFamily="18" charset="0"/>
                <a:ea typeface="宋体" panose="02010600030101010101" pitchFamily="2" charset="-122"/>
              </a:rPr>
              <a:pPr>
                <a:spcBef>
                  <a:spcPct val="0"/>
                </a:spcBef>
                <a:buFontTx/>
                <a:buNone/>
              </a:pPr>
              <a:t>15</a:t>
            </a:fld>
            <a:endParaRPr lang="en-US" altLang="zh-CN" sz="1400">
              <a:latin typeface="Times New Roman" panose="02020603050405020304" pitchFamily="18" charset="0"/>
              <a:ea typeface="宋体" panose="02010600030101010101" pitchFamily="2" charset="-122"/>
            </a:endParaRPr>
          </a:p>
        </p:txBody>
      </p:sp>
      <p:sp>
        <p:nvSpPr>
          <p:cNvPr id="18437" name="Text Box 2">
            <a:extLst>
              <a:ext uri="{FF2B5EF4-FFF2-40B4-BE49-F238E27FC236}">
                <a16:creationId xmlns:a16="http://schemas.microsoft.com/office/drawing/2014/main" id="{CA988B91-93C8-45E0-82C7-8FAE3E84BBD2}"/>
              </a:ext>
            </a:extLst>
          </p:cNvPr>
          <p:cNvSpPr txBox="1">
            <a:spLocks noChangeArrowheads="1"/>
          </p:cNvSpPr>
          <p:nvPr/>
        </p:nvSpPr>
        <p:spPr bwMode="auto">
          <a:xfrm>
            <a:off x="1435100" y="714375"/>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范式的求解</a:t>
            </a:r>
          </a:p>
        </p:txBody>
      </p:sp>
      <p:pic>
        <p:nvPicPr>
          <p:cNvPr id="18438" name="Picture 6" descr="C:\Program Files\Microsoft Office\MEDIA\CAGCAT10\j0293844.wmf">
            <a:extLst>
              <a:ext uri="{FF2B5EF4-FFF2-40B4-BE49-F238E27FC236}">
                <a16:creationId xmlns:a16="http://schemas.microsoft.com/office/drawing/2014/main" id="{11C97138-DC9F-4FFE-9670-1A5FDD446F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5143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9" name="Picture 6" descr="QQ截图20140126213750">
            <a:extLst>
              <a:ext uri="{FF2B5EF4-FFF2-40B4-BE49-F238E27FC236}">
                <a16:creationId xmlns:a16="http://schemas.microsoft.com/office/drawing/2014/main" id="{89C3B449-9BE2-4F9F-969B-6115EEC11C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773238"/>
            <a:ext cx="7272338" cy="447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日期占位符 3">
            <a:extLst>
              <a:ext uri="{FF2B5EF4-FFF2-40B4-BE49-F238E27FC236}">
                <a16:creationId xmlns:a16="http://schemas.microsoft.com/office/drawing/2014/main" id="{456DEF5F-9FAD-4AA5-91F3-762053DC0FC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A6B10DE-E839-485B-9774-7449817E443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9459" name="页脚占位符 4">
            <a:extLst>
              <a:ext uri="{FF2B5EF4-FFF2-40B4-BE49-F238E27FC236}">
                <a16:creationId xmlns:a16="http://schemas.microsoft.com/office/drawing/2014/main" id="{74FDE286-F4BB-4B63-BAED-13AE449CA93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9460" name="灯片编号占位符 5">
            <a:extLst>
              <a:ext uri="{FF2B5EF4-FFF2-40B4-BE49-F238E27FC236}">
                <a16:creationId xmlns:a16="http://schemas.microsoft.com/office/drawing/2014/main" id="{ADB2BB4F-8068-40BE-AA6D-A5FF62FBA6D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BD162DC-C7ED-4EDD-938C-025D8EABC8A0}" type="slidenum">
              <a:rPr lang="en-US" altLang="zh-CN" sz="1400" smtClean="0">
                <a:latin typeface="Times New Roman" panose="02020603050405020304" pitchFamily="18" charset="0"/>
                <a:ea typeface="宋体" panose="02010600030101010101" pitchFamily="2" charset="-122"/>
              </a:rPr>
              <a:pPr>
                <a:spcBef>
                  <a:spcPct val="0"/>
                </a:spcBef>
                <a:buFontTx/>
                <a:buNone/>
              </a:pPr>
              <a:t>16</a:t>
            </a:fld>
            <a:endParaRPr lang="en-US" altLang="zh-CN" sz="1400">
              <a:latin typeface="Times New Roman" panose="02020603050405020304" pitchFamily="18" charset="0"/>
              <a:ea typeface="宋体" panose="02010600030101010101" pitchFamily="2" charset="-122"/>
            </a:endParaRPr>
          </a:p>
        </p:txBody>
      </p:sp>
      <p:sp>
        <p:nvSpPr>
          <p:cNvPr id="19461" name="Text Box 2">
            <a:extLst>
              <a:ext uri="{FF2B5EF4-FFF2-40B4-BE49-F238E27FC236}">
                <a16:creationId xmlns:a16="http://schemas.microsoft.com/office/drawing/2014/main" id="{E83F3297-63BC-4DAA-9E3D-0FBA29C61401}"/>
              </a:ext>
            </a:extLst>
          </p:cNvPr>
          <p:cNvSpPr txBox="1">
            <a:spLocks noChangeArrowheads="1"/>
          </p:cNvSpPr>
          <p:nvPr/>
        </p:nvSpPr>
        <p:spPr bwMode="auto">
          <a:xfrm>
            <a:off x="1435100" y="858838"/>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范式的求解</a:t>
            </a:r>
          </a:p>
        </p:txBody>
      </p:sp>
      <p:pic>
        <p:nvPicPr>
          <p:cNvPr id="19462" name="Picture 6" descr="C:\Program Files\Microsoft Office\MEDIA\CAGCAT10\j0293844.wmf">
            <a:extLst>
              <a:ext uri="{FF2B5EF4-FFF2-40B4-BE49-F238E27FC236}">
                <a16:creationId xmlns:a16="http://schemas.microsoft.com/office/drawing/2014/main" id="{772FA814-1F53-4064-A3B8-6E981F6B29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585788"/>
            <a:ext cx="1401763" cy="147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5" descr="QQ截图20140126213930">
            <a:extLst>
              <a:ext uri="{FF2B5EF4-FFF2-40B4-BE49-F238E27FC236}">
                <a16:creationId xmlns:a16="http://schemas.microsoft.com/office/drawing/2014/main" id="{A6DE0EC4-ACDC-4C13-BC47-7962AA3AF2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2166938"/>
            <a:ext cx="7632700" cy="379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日期占位符 3">
            <a:extLst>
              <a:ext uri="{FF2B5EF4-FFF2-40B4-BE49-F238E27FC236}">
                <a16:creationId xmlns:a16="http://schemas.microsoft.com/office/drawing/2014/main" id="{3C581C9B-9BC1-46A8-B981-3FB7CBCFC85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BE022C0-8000-40E5-AB4C-621D73077579}"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20483" name="页脚占位符 4">
            <a:extLst>
              <a:ext uri="{FF2B5EF4-FFF2-40B4-BE49-F238E27FC236}">
                <a16:creationId xmlns:a16="http://schemas.microsoft.com/office/drawing/2014/main" id="{53B73AC7-611B-4F8F-85E0-1248A3508C0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20484" name="灯片编号占位符 5">
            <a:extLst>
              <a:ext uri="{FF2B5EF4-FFF2-40B4-BE49-F238E27FC236}">
                <a16:creationId xmlns:a16="http://schemas.microsoft.com/office/drawing/2014/main" id="{7E83C19C-134D-448D-B193-DE90219A0C8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F927663-1B5A-4DB3-BAA0-B295677CF3D1}" type="slidenum">
              <a:rPr lang="en-US" altLang="zh-CN" sz="1400" smtClean="0">
                <a:latin typeface="Times New Roman" panose="02020603050405020304" pitchFamily="18" charset="0"/>
                <a:ea typeface="宋体" panose="02010600030101010101" pitchFamily="2" charset="-122"/>
              </a:rPr>
              <a:pPr>
                <a:spcBef>
                  <a:spcPct val="0"/>
                </a:spcBef>
                <a:buFontTx/>
                <a:buNone/>
              </a:pPr>
              <a:t>17</a:t>
            </a:fld>
            <a:endParaRPr lang="en-US" altLang="zh-CN" sz="1400">
              <a:latin typeface="Times New Roman" panose="02020603050405020304" pitchFamily="18" charset="0"/>
              <a:ea typeface="宋体" panose="02010600030101010101" pitchFamily="2" charset="-122"/>
            </a:endParaRPr>
          </a:p>
        </p:txBody>
      </p:sp>
      <p:sp>
        <p:nvSpPr>
          <p:cNvPr id="20485" name="Text Box 2">
            <a:extLst>
              <a:ext uri="{FF2B5EF4-FFF2-40B4-BE49-F238E27FC236}">
                <a16:creationId xmlns:a16="http://schemas.microsoft.com/office/drawing/2014/main" id="{855817CE-0955-4606-85C5-2C4CABAB0D22}"/>
              </a:ext>
            </a:extLst>
          </p:cNvPr>
          <p:cNvSpPr txBox="1">
            <a:spLocks noChangeArrowheads="1"/>
          </p:cNvSpPr>
          <p:nvPr/>
        </p:nvSpPr>
        <p:spPr bwMode="auto">
          <a:xfrm>
            <a:off x="1435100" y="714375"/>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范式的求解</a:t>
            </a:r>
          </a:p>
        </p:txBody>
      </p:sp>
      <p:pic>
        <p:nvPicPr>
          <p:cNvPr id="20486" name="Picture 6" descr="C:\Program Files\Microsoft Office\MEDIA\CAGCAT10\j0293844.wmf">
            <a:extLst>
              <a:ext uri="{FF2B5EF4-FFF2-40B4-BE49-F238E27FC236}">
                <a16:creationId xmlns:a16="http://schemas.microsoft.com/office/drawing/2014/main" id="{5730084F-063D-428C-A191-1452B80F68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7" name="Picture 5" descr="QQ截图20140126214101">
            <a:extLst>
              <a:ext uri="{FF2B5EF4-FFF2-40B4-BE49-F238E27FC236}">
                <a16:creationId xmlns:a16="http://schemas.microsoft.com/office/drawing/2014/main" id="{1A0D9DDA-A86E-4BF1-B16D-4601713A00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263" y="1844675"/>
            <a:ext cx="7481887" cy="426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 Box 2">
            <a:extLst>
              <a:ext uri="{FF2B5EF4-FFF2-40B4-BE49-F238E27FC236}">
                <a16:creationId xmlns:a16="http://schemas.microsoft.com/office/drawing/2014/main" id="{77F70575-14F2-4DD0-AA9C-B92D56853508}"/>
              </a:ext>
            </a:extLst>
          </p:cNvPr>
          <p:cNvSpPr txBox="1">
            <a:spLocks noChangeArrowheads="1"/>
          </p:cNvSpPr>
          <p:nvPr/>
        </p:nvSpPr>
        <p:spPr bwMode="auto">
          <a:xfrm>
            <a:off x="1258888" y="836613"/>
            <a:ext cx="63373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命题公式的范式</a:t>
            </a:r>
          </a:p>
        </p:txBody>
      </p:sp>
      <p:sp>
        <p:nvSpPr>
          <p:cNvPr id="21507" name="Rectangle 3">
            <a:extLst>
              <a:ext uri="{FF2B5EF4-FFF2-40B4-BE49-F238E27FC236}">
                <a16:creationId xmlns:a16="http://schemas.microsoft.com/office/drawing/2014/main" id="{141AEC60-6FA0-4663-9D54-DFAD083B3DAC}"/>
              </a:ext>
            </a:extLst>
          </p:cNvPr>
          <p:cNvSpPr>
            <a:spLocks noGrp="1" noChangeArrowheads="1"/>
          </p:cNvSpPr>
          <p:nvPr>
            <p:ph type="body" sz="half" idx="1"/>
          </p:nvPr>
        </p:nvSpPr>
        <p:spPr>
          <a:xfrm>
            <a:off x="2052638" y="2349500"/>
            <a:ext cx="5183187" cy="3529013"/>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a:lnSpc>
                <a:spcPct val="125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范式的基本概念</a:t>
            </a:r>
          </a:p>
          <a:p>
            <a:pPr>
              <a:lnSpc>
                <a:spcPct val="125000"/>
              </a:lnSpc>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主析取范式</a:t>
            </a:r>
          </a:p>
          <a:p>
            <a:pPr>
              <a:lnSpc>
                <a:spcPct val="125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主合取范式</a:t>
            </a:r>
          </a:p>
          <a:p>
            <a:pPr>
              <a:lnSpc>
                <a:spcPct val="125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主范式之间的联系</a:t>
            </a:r>
          </a:p>
        </p:txBody>
      </p:sp>
      <p:pic>
        <p:nvPicPr>
          <p:cNvPr id="21508" name="Picture 6" descr="C:\Program Files\Microsoft Office\MEDIA\CAGCAT10\j0293844.wmf">
            <a:extLst>
              <a:ext uri="{FF2B5EF4-FFF2-40B4-BE49-F238E27FC236}">
                <a16:creationId xmlns:a16="http://schemas.microsoft.com/office/drawing/2014/main" id="{BD384F05-047F-4F1C-AA94-F182C9A0A8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占位符 3">
            <a:extLst>
              <a:ext uri="{FF2B5EF4-FFF2-40B4-BE49-F238E27FC236}">
                <a16:creationId xmlns:a16="http://schemas.microsoft.com/office/drawing/2014/main" id="{967E6C00-03A1-42C4-B0BE-330412A1CE3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80DE121-2E5C-4262-A5BB-608258AE087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22531" name="页脚占位符 4">
            <a:extLst>
              <a:ext uri="{FF2B5EF4-FFF2-40B4-BE49-F238E27FC236}">
                <a16:creationId xmlns:a16="http://schemas.microsoft.com/office/drawing/2014/main" id="{520F1A1E-AA06-4510-A4BD-3E998412DC48}"/>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22532" name="灯片编号占位符 5">
            <a:extLst>
              <a:ext uri="{FF2B5EF4-FFF2-40B4-BE49-F238E27FC236}">
                <a16:creationId xmlns:a16="http://schemas.microsoft.com/office/drawing/2014/main" id="{26AB8941-1B3E-462D-8BB6-4BDAECE05E0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22BADED-B302-4387-AC19-ECBB83F49736}" type="slidenum">
              <a:rPr lang="en-US" altLang="zh-CN" sz="1400" smtClean="0">
                <a:latin typeface="Times New Roman" panose="02020603050405020304" pitchFamily="18" charset="0"/>
                <a:ea typeface="宋体" panose="02010600030101010101" pitchFamily="2" charset="-122"/>
              </a:rPr>
              <a:pPr>
                <a:spcBef>
                  <a:spcPct val="0"/>
                </a:spcBef>
                <a:buFontTx/>
                <a:buNone/>
              </a:pPr>
              <a:t>19</a:t>
            </a:fld>
            <a:endParaRPr lang="en-US" altLang="zh-CN" sz="1400">
              <a:latin typeface="Times New Roman" panose="02020603050405020304" pitchFamily="18" charset="0"/>
              <a:ea typeface="宋体" panose="02010600030101010101" pitchFamily="2" charset="-122"/>
            </a:endParaRPr>
          </a:p>
        </p:txBody>
      </p:sp>
      <p:sp>
        <p:nvSpPr>
          <p:cNvPr id="22533" name="Text Box 2">
            <a:extLst>
              <a:ext uri="{FF2B5EF4-FFF2-40B4-BE49-F238E27FC236}">
                <a16:creationId xmlns:a16="http://schemas.microsoft.com/office/drawing/2014/main" id="{023C0384-0F8A-45A1-A3B8-D5F07152BC66}"/>
              </a:ext>
            </a:extLst>
          </p:cNvPr>
          <p:cNvSpPr txBox="1">
            <a:spLocks noChangeArrowheads="1"/>
          </p:cNvSpPr>
          <p:nvPr/>
        </p:nvSpPr>
        <p:spPr bwMode="auto">
          <a:xfrm>
            <a:off x="1435100" y="714375"/>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主析取范式</a:t>
            </a:r>
          </a:p>
        </p:txBody>
      </p:sp>
      <p:pic>
        <p:nvPicPr>
          <p:cNvPr id="22534" name="Picture 6" descr="C:\Program Files\Microsoft Office\MEDIA\CAGCAT10\j0293844.wmf">
            <a:extLst>
              <a:ext uri="{FF2B5EF4-FFF2-40B4-BE49-F238E27FC236}">
                <a16:creationId xmlns:a16="http://schemas.microsoft.com/office/drawing/2014/main" id="{94EF7C5F-4B43-4498-90C5-D424B73E8B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5" name="Picture 5" descr="QQ截图20140127112618">
            <a:extLst>
              <a:ext uri="{FF2B5EF4-FFF2-40B4-BE49-F238E27FC236}">
                <a16:creationId xmlns:a16="http://schemas.microsoft.com/office/drawing/2014/main" id="{E877E320-D844-4F10-8FC7-E914634C51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850" y="1739900"/>
            <a:ext cx="7632700" cy="440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3">
            <a:extLst>
              <a:ext uri="{FF2B5EF4-FFF2-40B4-BE49-F238E27FC236}">
                <a16:creationId xmlns:a16="http://schemas.microsoft.com/office/drawing/2014/main" id="{2BFD61BA-2AB7-4EDD-9EC4-9DF86AB3AC5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07CA054-7FEA-498E-A688-3C23FA19D13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23555" name="页脚占位符 4">
            <a:extLst>
              <a:ext uri="{FF2B5EF4-FFF2-40B4-BE49-F238E27FC236}">
                <a16:creationId xmlns:a16="http://schemas.microsoft.com/office/drawing/2014/main" id="{81298C52-40D6-468F-8BE8-BCF0BADB914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23556" name="灯片编号占位符 5">
            <a:extLst>
              <a:ext uri="{FF2B5EF4-FFF2-40B4-BE49-F238E27FC236}">
                <a16:creationId xmlns:a16="http://schemas.microsoft.com/office/drawing/2014/main" id="{6B8CAA3C-99EB-4456-A643-673A80FC224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A1E325C-726E-42F8-8F28-C57D1FF0EEC5}" type="slidenum">
              <a:rPr lang="en-US" altLang="zh-CN" sz="1400" smtClean="0">
                <a:latin typeface="Times New Roman" panose="02020603050405020304" pitchFamily="18" charset="0"/>
                <a:ea typeface="宋体" panose="02010600030101010101" pitchFamily="2" charset="-122"/>
              </a:rPr>
              <a:pPr>
                <a:spcBef>
                  <a:spcPct val="0"/>
                </a:spcBef>
                <a:buFontTx/>
                <a:buNone/>
              </a:pPr>
              <a:t>20</a:t>
            </a:fld>
            <a:endParaRPr lang="en-US" altLang="zh-CN" sz="1400">
              <a:latin typeface="Times New Roman" panose="02020603050405020304" pitchFamily="18" charset="0"/>
              <a:ea typeface="宋体" panose="02010600030101010101" pitchFamily="2" charset="-122"/>
            </a:endParaRPr>
          </a:p>
        </p:txBody>
      </p:sp>
      <p:sp>
        <p:nvSpPr>
          <p:cNvPr id="23557" name="Text Box 2">
            <a:extLst>
              <a:ext uri="{FF2B5EF4-FFF2-40B4-BE49-F238E27FC236}">
                <a16:creationId xmlns:a16="http://schemas.microsoft.com/office/drawing/2014/main" id="{62066E65-1672-4464-AD11-B57F38BD7DC4}"/>
              </a:ext>
            </a:extLst>
          </p:cNvPr>
          <p:cNvSpPr txBox="1">
            <a:spLocks noChangeArrowheads="1"/>
          </p:cNvSpPr>
          <p:nvPr/>
        </p:nvSpPr>
        <p:spPr bwMode="auto">
          <a:xfrm>
            <a:off x="1435100" y="620713"/>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主析取范式</a:t>
            </a:r>
          </a:p>
        </p:txBody>
      </p:sp>
      <p:pic>
        <p:nvPicPr>
          <p:cNvPr id="23558" name="Picture 6" descr="C:\Program Files\Microsoft Office\MEDIA\CAGCAT10\j0293844.wmf">
            <a:extLst>
              <a:ext uri="{FF2B5EF4-FFF2-40B4-BE49-F238E27FC236}">
                <a16:creationId xmlns:a16="http://schemas.microsoft.com/office/drawing/2014/main" id="{1604A7D1-5D83-4D0A-8875-0C5EC38F15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5" descr="QQ截图20140127112736">
            <a:extLst>
              <a:ext uri="{FF2B5EF4-FFF2-40B4-BE49-F238E27FC236}">
                <a16:creationId xmlns:a16="http://schemas.microsoft.com/office/drawing/2014/main" id="{7EFB66FF-9733-42A0-82F9-0150C4695E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771650"/>
            <a:ext cx="7272337" cy="455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占位符 3">
            <a:extLst>
              <a:ext uri="{FF2B5EF4-FFF2-40B4-BE49-F238E27FC236}">
                <a16:creationId xmlns:a16="http://schemas.microsoft.com/office/drawing/2014/main" id="{9A9A4AE4-0536-46E0-ADBB-E2D9A9DFA2B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2477AE8-4ED6-46B1-93B3-F7E2FF2D703F}"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24579" name="页脚占位符 4">
            <a:extLst>
              <a:ext uri="{FF2B5EF4-FFF2-40B4-BE49-F238E27FC236}">
                <a16:creationId xmlns:a16="http://schemas.microsoft.com/office/drawing/2014/main" id="{EC53AB87-547B-46C0-B6FD-3DE4A4C7291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24580" name="灯片编号占位符 5">
            <a:extLst>
              <a:ext uri="{FF2B5EF4-FFF2-40B4-BE49-F238E27FC236}">
                <a16:creationId xmlns:a16="http://schemas.microsoft.com/office/drawing/2014/main" id="{47A88A95-4994-4910-BFC8-D8EB8154E5A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5580FBC-A689-4589-A311-67D1F2CD2BFF}" type="slidenum">
              <a:rPr lang="en-US" altLang="zh-CN" sz="1400" smtClean="0">
                <a:latin typeface="Times New Roman" panose="02020603050405020304" pitchFamily="18" charset="0"/>
                <a:ea typeface="宋体" panose="02010600030101010101" pitchFamily="2" charset="-122"/>
              </a:rPr>
              <a:pPr>
                <a:spcBef>
                  <a:spcPct val="0"/>
                </a:spcBef>
                <a:buFontTx/>
                <a:buNone/>
              </a:pPr>
              <a:t>21</a:t>
            </a:fld>
            <a:endParaRPr lang="en-US" altLang="zh-CN" sz="1400">
              <a:latin typeface="Times New Roman" panose="02020603050405020304" pitchFamily="18" charset="0"/>
              <a:ea typeface="宋体" panose="02010600030101010101" pitchFamily="2" charset="-122"/>
            </a:endParaRPr>
          </a:p>
        </p:txBody>
      </p:sp>
      <p:sp>
        <p:nvSpPr>
          <p:cNvPr id="24581" name="Text Box 2">
            <a:extLst>
              <a:ext uri="{FF2B5EF4-FFF2-40B4-BE49-F238E27FC236}">
                <a16:creationId xmlns:a16="http://schemas.microsoft.com/office/drawing/2014/main" id="{21162562-D5AB-47C8-8E43-5C9AF50EE9FD}"/>
              </a:ext>
            </a:extLst>
          </p:cNvPr>
          <p:cNvSpPr txBox="1">
            <a:spLocks noChangeArrowheads="1"/>
          </p:cNvSpPr>
          <p:nvPr/>
        </p:nvSpPr>
        <p:spPr bwMode="auto">
          <a:xfrm>
            <a:off x="1435100" y="620713"/>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主析取范式</a:t>
            </a:r>
          </a:p>
        </p:txBody>
      </p:sp>
      <p:pic>
        <p:nvPicPr>
          <p:cNvPr id="24582" name="Picture 6" descr="C:\Program Files\Microsoft Office\MEDIA\CAGCAT10\j0293844.wmf">
            <a:extLst>
              <a:ext uri="{FF2B5EF4-FFF2-40B4-BE49-F238E27FC236}">
                <a16:creationId xmlns:a16="http://schemas.microsoft.com/office/drawing/2014/main" id="{FC460F2D-BA97-4EFE-B5C7-E45C68B43B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3" name="Picture 6" descr="QQ截图20140127114557">
            <a:extLst>
              <a:ext uri="{FF2B5EF4-FFF2-40B4-BE49-F238E27FC236}">
                <a16:creationId xmlns:a16="http://schemas.microsoft.com/office/drawing/2014/main" id="{20A965B4-17FD-4A8E-A3C2-947599420F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8050" y="3284538"/>
            <a:ext cx="7480300" cy="237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4" name="Picture 7" descr="QQ截图20140127114708">
            <a:extLst>
              <a:ext uri="{FF2B5EF4-FFF2-40B4-BE49-F238E27FC236}">
                <a16:creationId xmlns:a16="http://schemas.microsoft.com/office/drawing/2014/main" id="{A1C6F728-C6FE-4247-9D63-337691667A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4213" y="1844675"/>
            <a:ext cx="698500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3">
            <a:extLst>
              <a:ext uri="{FF2B5EF4-FFF2-40B4-BE49-F238E27FC236}">
                <a16:creationId xmlns:a16="http://schemas.microsoft.com/office/drawing/2014/main" id="{DFF61AF6-5D22-44A8-A65C-A5A64B33FF60}"/>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1AFF603-CE46-450C-B363-91558706DD0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25603" name="页脚占位符 4">
            <a:extLst>
              <a:ext uri="{FF2B5EF4-FFF2-40B4-BE49-F238E27FC236}">
                <a16:creationId xmlns:a16="http://schemas.microsoft.com/office/drawing/2014/main" id="{85E01BFF-6AAE-4DEE-939C-7137E7F1808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25604" name="灯片编号占位符 5">
            <a:extLst>
              <a:ext uri="{FF2B5EF4-FFF2-40B4-BE49-F238E27FC236}">
                <a16:creationId xmlns:a16="http://schemas.microsoft.com/office/drawing/2014/main" id="{E596F897-A3CE-4886-8ECC-B88E987A68C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80D30EC-4892-4482-8B73-17B3002D776D}" type="slidenum">
              <a:rPr lang="en-US" altLang="zh-CN" sz="1400" smtClean="0">
                <a:latin typeface="Times New Roman" panose="02020603050405020304" pitchFamily="18" charset="0"/>
                <a:ea typeface="宋体" panose="02010600030101010101" pitchFamily="2" charset="-122"/>
              </a:rPr>
              <a:pPr>
                <a:spcBef>
                  <a:spcPct val="0"/>
                </a:spcBef>
                <a:buFontTx/>
                <a:buNone/>
              </a:pPr>
              <a:t>22</a:t>
            </a:fld>
            <a:endParaRPr lang="en-US" altLang="zh-CN" sz="1400">
              <a:latin typeface="Times New Roman" panose="02020603050405020304" pitchFamily="18" charset="0"/>
              <a:ea typeface="宋体" panose="02010600030101010101" pitchFamily="2" charset="-122"/>
            </a:endParaRPr>
          </a:p>
        </p:txBody>
      </p:sp>
      <p:sp>
        <p:nvSpPr>
          <p:cNvPr id="25605" name="Text Box 2">
            <a:extLst>
              <a:ext uri="{FF2B5EF4-FFF2-40B4-BE49-F238E27FC236}">
                <a16:creationId xmlns:a16="http://schemas.microsoft.com/office/drawing/2014/main" id="{57F10612-E2A3-4B7D-9855-8A4060B9601A}"/>
              </a:ext>
            </a:extLst>
          </p:cNvPr>
          <p:cNvSpPr txBox="1">
            <a:spLocks noChangeArrowheads="1"/>
          </p:cNvSpPr>
          <p:nvPr/>
        </p:nvSpPr>
        <p:spPr bwMode="auto">
          <a:xfrm>
            <a:off x="1435100" y="620713"/>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主析取范式</a:t>
            </a:r>
          </a:p>
        </p:txBody>
      </p:sp>
      <p:pic>
        <p:nvPicPr>
          <p:cNvPr id="25606" name="Picture 6" descr="C:\Program Files\Microsoft Office\MEDIA\CAGCAT10\j0293844.wmf">
            <a:extLst>
              <a:ext uri="{FF2B5EF4-FFF2-40B4-BE49-F238E27FC236}">
                <a16:creationId xmlns:a16="http://schemas.microsoft.com/office/drawing/2014/main" id="{71C6BDE4-53FE-4144-A644-8F6EF4647B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5" descr="QQ截图20140127114708">
            <a:extLst>
              <a:ext uri="{FF2B5EF4-FFF2-40B4-BE49-F238E27FC236}">
                <a16:creationId xmlns:a16="http://schemas.microsoft.com/office/drawing/2014/main" id="{FD292D4F-408F-4E3A-8202-2F18C4DCE1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700213"/>
            <a:ext cx="6985000"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08" name="Group 6">
            <a:extLst>
              <a:ext uri="{FF2B5EF4-FFF2-40B4-BE49-F238E27FC236}">
                <a16:creationId xmlns:a16="http://schemas.microsoft.com/office/drawing/2014/main" id="{8E0796D9-7C09-4204-8D03-F7DE40CFBBE6}"/>
              </a:ext>
            </a:extLst>
          </p:cNvPr>
          <p:cNvGrpSpPr>
            <a:grpSpLocks/>
          </p:cNvGrpSpPr>
          <p:nvPr/>
        </p:nvGrpSpPr>
        <p:grpSpPr bwMode="auto">
          <a:xfrm>
            <a:off x="1116013" y="2781300"/>
            <a:ext cx="7056437" cy="3084513"/>
            <a:chOff x="288" y="1465"/>
            <a:chExt cx="5040" cy="1943"/>
          </a:xfrm>
        </p:grpSpPr>
        <p:grpSp>
          <p:nvGrpSpPr>
            <p:cNvPr id="25609" name="Group 7">
              <a:extLst>
                <a:ext uri="{FF2B5EF4-FFF2-40B4-BE49-F238E27FC236}">
                  <a16:creationId xmlns:a16="http://schemas.microsoft.com/office/drawing/2014/main" id="{7398DE82-84B2-4606-BF49-72A462320A5E}"/>
                </a:ext>
              </a:extLst>
            </p:cNvPr>
            <p:cNvGrpSpPr>
              <a:grpSpLocks/>
            </p:cNvGrpSpPr>
            <p:nvPr/>
          </p:nvGrpSpPr>
          <p:grpSpPr bwMode="auto">
            <a:xfrm>
              <a:off x="288" y="1465"/>
              <a:ext cx="1909" cy="384"/>
              <a:chOff x="0" y="321"/>
              <a:chExt cx="444" cy="298"/>
            </a:xfrm>
          </p:grpSpPr>
          <p:sp>
            <p:nvSpPr>
              <p:cNvPr id="25652" name="Rectangle 8">
                <a:extLst>
                  <a:ext uri="{FF2B5EF4-FFF2-40B4-BE49-F238E27FC236}">
                    <a16:creationId xmlns:a16="http://schemas.microsoft.com/office/drawing/2014/main" id="{FCB278CF-FA9F-4C54-B40F-966BB7B5AA30}"/>
                  </a:ext>
                </a:extLst>
              </p:cNvPr>
              <p:cNvSpPr>
                <a:spLocks noChangeArrowheads="1"/>
              </p:cNvSpPr>
              <p:nvPr/>
            </p:nvSpPr>
            <p:spPr bwMode="auto">
              <a:xfrm>
                <a:off x="4" y="325"/>
                <a:ext cx="43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zh-CN" altLang="en-US" b="1">
                    <a:latin typeface="Times New Roman" panose="02020603050405020304" pitchFamily="18" charset="0"/>
                    <a:ea typeface="黑体" panose="02010609060101010101" pitchFamily="49" charset="-122"/>
                  </a:rPr>
                  <a:t>小项</a:t>
                </a:r>
                <a:endParaRPr kumimoji="0" lang="zh-CN" altLang="en-US"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25653" name="Rectangle 9">
                <a:extLst>
                  <a:ext uri="{FF2B5EF4-FFF2-40B4-BE49-F238E27FC236}">
                    <a16:creationId xmlns:a16="http://schemas.microsoft.com/office/drawing/2014/main" id="{8BABE1FD-95E0-4923-B6E3-D85E83DE83EE}"/>
                  </a:ext>
                </a:extLst>
              </p:cNvPr>
              <p:cNvSpPr>
                <a:spLocks noChangeArrowheads="1"/>
              </p:cNvSpPr>
              <p:nvPr/>
            </p:nvSpPr>
            <p:spPr bwMode="auto">
              <a:xfrm>
                <a:off x="0" y="321"/>
                <a:ext cx="44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5610" name="Group 10">
              <a:extLst>
                <a:ext uri="{FF2B5EF4-FFF2-40B4-BE49-F238E27FC236}">
                  <a16:creationId xmlns:a16="http://schemas.microsoft.com/office/drawing/2014/main" id="{7DF60A8A-C6DE-49E4-A49E-7A5612449696}"/>
                </a:ext>
              </a:extLst>
            </p:cNvPr>
            <p:cNvGrpSpPr>
              <a:grpSpLocks/>
            </p:cNvGrpSpPr>
            <p:nvPr/>
          </p:nvGrpSpPr>
          <p:grpSpPr bwMode="auto">
            <a:xfrm>
              <a:off x="2197" y="1465"/>
              <a:ext cx="1583" cy="384"/>
              <a:chOff x="444" y="321"/>
              <a:chExt cx="368" cy="298"/>
            </a:xfrm>
          </p:grpSpPr>
          <p:sp>
            <p:nvSpPr>
              <p:cNvPr id="25650" name="Rectangle 11">
                <a:extLst>
                  <a:ext uri="{FF2B5EF4-FFF2-40B4-BE49-F238E27FC236}">
                    <a16:creationId xmlns:a16="http://schemas.microsoft.com/office/drawing/2014/main" id="{4A76F270-4EE5-4857-BAA7-71268140C6F1}"/>
                  </a:ext>
                </a:extLst>
              </p:cNvPr>
              <p:cNvSpPr>
                <a:spLocks noChangeArrowheads="1"/>
              </p:cNvSpPr>
              <p:nvPr/>
            </p:nvSpPr>
            <p:spPr bwMode="auto">
              <a:xfrm>
                <a:off x="448" y="325"/>
                <a:ext cx="360"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zh-CN" altLang="en-US" b="1">
                    <a:latin typeface="Times New Roman" panose="02020603050405020304" pitchFamily="18" charset="0"/>
                    <a:ea typeface="黑体" panose="02010609060101010101" pitchFamily="49" charset="-122"/>
                  </a:rPr>
                  <a:t>成真赋值</a:t>
                </a:r>
                <a:endParaRPr kumimoji="0" lang="zh-CN" altLang="en-US"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25651" name="Rectangle 12">
                <a:extLst>
                  <a:ext uri="{FF2B5EF4-FFF2-40B4-BE49-F238E27FC236}">
                    <a16:creationId xmlns:a16="http://schemas.microsoft.com/office/drawing/2014/main" id="{03C11B22-4A23-45BB-B0C9-CEB8E41164A1}"/>
                  </a:ext>
                </a:extLst>
              </p:cNvPr>
              <p:cNvSpPr>
                <a:spLocks noChangeArrowheads="1"/>
              </p:cNvSpPr>
              <p:nvPr/>
            </p:nvSpPr>
            <p:spPr bwMode="auto">
              <a:xfrm>
                <a:off x="444" y="321"/>
                <a:ext cx="368"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5611" name="Group 13">
              <a:extLst>
                <a:ext uri="{FF2B5EF4-FFF2-40B4-BE49-F238E27FC236}">
                  <a16:creationId xmlns:a16="http://schemas.microsoft.com/office/drawing/2014/main" id="{02A834A3-C09F-4801-BE5F-E1CE2660C951}"/>
                </a:ext>
              </a:extLst>
            </p:cNvPr>
            <p:cNvGrpSpPr>
              <a:grpSpLocks/>
            </p:cNvGrpSpPr>
            <p:nvPr/>
          </p:nvGrpSpPr>
          <p:grpSpPr bwMode="auto">
            <a:xfrm>
              <a:off x="3780" y="1465"/>
              <a:ext cx="1548" cy="384"/>
              <a:chOff x="812" y="321"/>
              <a:chExt cx="360" cy="298"/>
            </a:xfrm>
          </p:grpSpPr>
          <p:sp>
            <p:nvSpPr>
              <p:cNvPr id="25648" name="Rectangle 14">
                <a:extLst>
                  <a:ext uri="{FF2B5EF4-FFF2-40B4-BE49-F238E27FC236}">
                    <a16:creationId xmlns:a16="http://schemas.microsoft.com/office/drawing/2014/main" id="{F8631DEF-C7EC-4AFF-A82F-FA7CC14FF678}"/>
                  </a:ext>
                </a:extLst>
              </p:cNvPr>
              <p:cNvSpPr>
                <a:spLocks noChangeArrowheads="1"/>
              </p:cNvSpPr>
              <p:nvPr/>
            </p:nvSpPr>
            <p:spPr bwMode="auto">
              <a:xfrm>
                <a:off x="816" y="325"/>
                <a:ext cx="352"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zh-CN" altLang="en-US" b="1">
                    <a:latin typeface="Times New Roman" panose="02020603050405020304" pitchFamily="18" charset="0"/>
                    <a:ea typeface="黑体" panose="02010609060101010101" pitchFamily="49" charset="-122"/>
                  </a:rPr>
                  <a:t>名称</a:t>
                </a:r>
                <a:endParaRPr kumimoji="0" lang="zh-CN" altLang="en-US"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25649" name="Rectangle 15">
                <a:extLst>
                  <a:ext uri="{FF2B5EF4-FFF2-40B4-BE49-F238E27FC236}">
                    <a16:creationId xmlns:a16="http://schemas.microsoft.com/office/drawing/2014/main" id="{C6E515F3-AF59-4CA3-B28C-C472AE891F01}"/>
                  </a:ext>
                </a:extLst>
              </p:cNvPr>
              <p:cNvSpPr>
                <a:spLocks noChangeArrowheads="1"/>
              </p:cNvSpPr>
              <p:nvPr/>
            </p:nvSpPr>
            <p:spPr bwMode="auto">
              <a:xfrm>
                <a:off x="812" y="321"/>
                <a:ext cx="36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5612" name="Group 16">
              <a:extLst>
                <a:ext uri="{FF2B5EF4-FFF2-40B4-BE49-F238E27FC236}">
                  <a16:creationId xmlns:a16="http://schemas.microsoft.com/office/drawing/2014/main" id="{63199D60-5F0E-47A9-8EE9-9C493FAB87A6}"/>
                </a:ext>
              </a:extLst>
            </p:cNvPr>
            <p:cNvGrpSpPr>
              <a:grpSpLocks/>
            </p:cNvGrpSpPr>
            <p:nvPr/>
          </p:nvGrpSpPr>
          <p:grpSpPr bwMode="auto">
            <a:xfrm>
              <a:off x="288" y="1855"/>
              <a:ext cx="1909" cy="384"/>
              <a:chOff x="0" y="623"/>
              <a:chExt cx="444" cy="298"/>
            </a:xfrm>
          </p:grpSpPr>
          <p:sp>
            <p:nvSpPr>
              <p:cNvPr id="25646" name="Rectangle 17">
                <a:extLst>
                  <a:ext uri="{FF2B5EF4-FFF2-40B4-BE49-F238E27FC236}">
                    <a16:creationId xmlns:a16="http://schemas.microsoft.com/office/drawing/2014/main" id="{286E1111-9E77-4E77-800D-7511EC357CBF}"/>
                  </a:ext>
                </a:extLst>
              </p:cNvPr>
              <p:cNvSpPr>
                <a:spLocks noChangeArrowheads="1"/>
              </p:cNvSpPr>
              <p:nvPr/>
            </p:nvSpPr>
            <p:spPr bwMode="auto">
              <a:xfrm>
                <a:off x="4" y="627"/>
                <a:ext cx="43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rPr>
                  <a:t>¬</a:t>
                </a: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rPr>
                  <a:t>∧¬</a:t>
                </a:r>
                <a:r>
                  <a:rPr kumimoji="0" lang="en-US" altLang="zh-CN" b="1" i="1">
                    <a:latin typeface="Times New Roman" panose="02020603050405020304" pitchFamily="18" charset="0"/>
                    <a:ea typeface="黑体" panose="02010609060101010101" pitchFamily="49" charset="-122"/>
                  </a:rPr>
                  <a:t>q</a:t>
                </a:r>
                <a:endParaRPr kumimoji="0" lang="en-US" altLang="zh-CN" b="1">
                  <a:latin typeface="Times New Roman" panose="02020603050405020304" pitchFamily="18" charset="0"/>
                  <a:ea typeface="黑体" panose="02010609060101010101" pitchFamily="49" charset="-122"/>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25647" name="Rectangle 18">
                <a:extLst>
                  <a:ext uri="{FF2B5EF4-FFF2-40B4-BE49-F238E27FC236}">
                    <a16:creationId xmlns:a16="http://schemas.microsoft.com/office/drawing/2014/main" id="{C476360B-6639-4B81-BC63-163A2B2B9AF1}"/>
                  </a:ext>
                </a:extLst>
              </p:cNvPr>
              <p:cNvSpPr>
                <a:spLocks noChangeArrowheads="1"/>
              </p:cNvSpPr>
              <p:nvPr/>
            </p:nvSpPr>
            <p:spPr bwMode="auto">
              <a:xfrm>
                <a:off x="0" y="623"/>
                <a:ext cx="44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5613" name="Group 19">
              <a:extLst>
                <a:ext uri="{FF2B5EF4-FFF2-40B4-BE49-F238E27FC236}">
                  <a16:creationId xmlns:a16="http://schemas.microsoft.com/office/drawing/2014/main" id="{08BC1C1C-20DC-4B4D-B12B-8DFCB91C0287}"/>
                </a:ext>
              </a:extLst>
            </p:cNvPr>
            <p:cNvGrpSpPr>
              <a:grpSpLocks/>
            </p:cNvGrpSpPr>
            <p:nvPr/>
          </p:nvGrpSpPr>
          <p:grpSpPr bwMode="auto">
            <a:xfrm>
              <a:off x="2197" y="1855"/>
              <a:ext cx="1583" cy="384"/>
              <a:chOff x="444" y="623"/>
              <a:chExt cx="368" cy="298"/>
            </a:xfrm>
          </p:grpSpPr>
          <p:sp>
            <p:nvSpPr>
              <p:cNvPr id="25644" name="Rectangle 20">
                <a:extLst>
                  <a:ext uri="{FF2B5EF4-FFF2-40B4-BE49-F238E27FC236}">
                    <a16:creationId xmlns:a16="http://schemas.microsoft.com/office/drawing/2014/main" id="{DCD72B36-194A-4EE3-820D-74C7A5355824}"/>
                  </a:ext>
                </a:extLst>
              </p:cNvPr>
              <p:cNvSpPr>
                <a:spLocks noChangeArrowheads="1"/>
              </p:cNvSpPr>
              <p:nvPr/>
            </p:nvSpPr>
            <p:spPr bwMode="auto">
              <a:xfrm>
                <a:off x="448" y="627"/>
                <a:ext cx="360"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00</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645" name="Rectangle 21">
                <a:extLst>
                  <a:ext uri="{FF2B5EF4-FFF2-40B4-BE49-F238E27FC236}">
                    <a16:creationId xmlns:a16="http://schemas.microsoft.com/office/drawing/2014/main" id="{89F8179E-FBF7-496F-9E88-5E97BC36001B}"/>
                  </a:ext>
                </a:extLst>
              </p:cNvPr>
              <p:cNvSpPr>
                <a:spLocks noChangeArrowheads="1"/>
              </p:cNvSpPr>
              <p:nvPr/>
            </p:nvSpPr>
            <p:spPr bwMode="auto">
              <a:xfrm>
                <a:off x="444" y="623"/>
                <a:ext cx="368"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5614" name="Group 22">
              <a:extLst>
                <a:ext uri="{FF2B5EF4-FFF2-40B4-BE49-F238E27FC236}">
                  <a16:creationId xmlns:a16="http://schemas.microsoft.com/office/drawing/2014/main" id="{A22E9817-194E-423B-8E9B-2F626601440D}"/>
                </a:ext>
              </a:extLst>
            </p:cNvPr>
            <p:cNvGrpSpPr>
              <a:grpSpLocks/>
            </p:cNvGrpSpPr>
            <p:nvPr/>
          </p:nvGrpSpPr>
          <p:grpSpPr bwMode="auto">
            <a:xfrm>
              <a:off x="3780" y="1855"/>
              <a:ext cx="1548" cy="384"/>
              <a:chOff x="812" y="623"/>
              <a:chExt cx="360" cy="298"/>
            </a:xfrm>
          </p:grpSpPr>
          <p:sp>
            <p:nvSpPr>
              <p:cNvPr id="25642" name="Rectangle 23">
                <a:extLst>
                  <a:ext uri="{FF2B5EF4-FFF2-40B4-BE49-F238E27FC236}">
                    <a16:creationId xmlns:a16="http://schemas.microsoft.com/office/drawing/2014/main" id="{ACB02629-DB02-47BB-B6D2-9071470A1B1C}"/>
                  </a:ext>
                </a:extLst>
              </p:cNvPr>
              <p:cNvSpPr>
                <a:spLocks noChangeArrowheads="1"/>
              </p:cNvSpPr>
              <p:nvPr/>
            </p:nvSpPr>
            <p:spPr bwMode="auto">
              <a:xfrm>
                <a:off x="816" y="627"/>
                <a:ext cx="352"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0</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643" name="Rectangle 24">
                <a:extLst>
                  <a:ext uri="{FF2B5EF4-FFF2-40B4-BE49-F238E27FC236}">
                    <a16:creationId xmlns:a16="http://schemas.microsoft.com/office/drawing/2014/main" id="{BF8D8E43-BCA5-4E14-A09C-C697D284323B}"/>
                  </a:ext>
                </a:extLst>
              </p:cNvPr>
              <p:cNvSpPr>
                <a:spLocks noChangeArrowheads="1"/>
              </p:cNvSpPr>
              <p:nvPr/>
            </p:nvSpPr>
            <p:spPr bwMode="auto">
              <a:xfrm>
                <a:off x="812" y="623"/>
                <a:ext cx="36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5615" name="Group 25">
              <a:extLst>
                <a:ext uri="{FF2B5EF4-FFF2-40B4-BE49-F238E27FC236}">
                  <a16:creationId xmlns:a16="http://schemas.microsoft.com/office/drawing/2014/main" id="{740643C6-F4DA-4777-B252-E55E462505FB}"/>
                </a:ext>
              </a:extLst>
            </p:cNvPr>
            <p:cNvGrpSpPr>
              <a:grpSpLocks/>
            </p:cNvGrpSpPr>
            <p:nvPr/>
          </p:nvGrpSpPr>
          <p:grpSpPr bwMode="auto">
            <a:xfrm>
              <a:off x="288" y="2244"/>
              <a:ext cx="1909" cy="385"/>
              <a:chOff x="0" y="925"/>
              <a:chExt cx="444" cy="298"/>
            </a:xfrm>
          </p:grpSpPr>
          <p:sp>
            <p:nvSpPr>
              <p:cNvPr id="25640" name="Rectangle 26">
                <a:extLst>
                  <a:ext uri="{FF2B5EF4-FFF2-40B4-BE49-F238E27FC236}">
                    <a16:creationId xmlns:a16="http://schemas.microsoft.com/office/drawing/2014/main" id="{70BFE99E-DB7C-4067-9E24-32F0C75ABC48}"/>
                  </a:ext>
                </a:extLst>
              </p:cNvPr>
              <p:cNvSpPr>
                <a:spLocks noChangeArrowheads="1"/>
              </p:cNvSpPr>
              <p:nvPr/>
            </p:nvSpPr>
            <p:spPr bwMode="auto">
              <a:xfrm>
                <a:off x="4" y="929"/>
                <a:ext cx="43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rPr>
                  <a:t>¬</a:t>
                </a: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rPr>
                  <a:t>∧</a:t>
                </a:r>
                <a:r>
                  <a:rPr kumimoji="0" lang="en-US" altLang="zh-CN" b="1" i="1">
                    <a:latin typeface="Times New Roman" panose="02020603050405020304" pitchFamily="18" charset="0"/>
                    <a:ea typeface="黑体" panose="02010609060101010101" pitchFamily="49" charset="-122"/>
                  </a:rPr>
                  <a:t>q</a:t>
                </a:r>
                <a:endParaRPr kumimoji="0" lang="en-US" altLang="zh-CN" b="1">
                  <a:latin typeface="Times New Roman" panose="02020603050405020304" pitchFamily="18" charset="0"/>
                  <a:ea typeface="黑体" panose="02010609060101010101" pitchFamily="49" charset="-122"/>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25641" name="Rectangle 27">
                <a:extLst>
                  <a:ext uri="{FF2B5EF4-FFF2-40B4-BE49-F238E27FC236}">
                    <a16:creationId xmlns:a16="http://schemas.microsoft.com/office/drawing/2014/main" id="{E60F467B-C8A9-466C-8E41-CC9747F08181}"/>
                  </a:ext>
                </a:extLst>
              </p:cNvPr>
              <p:cNvSpPr>
                <a:spLocks noChangeArrowheads="1"/>
              </p:cNvSpPr>
              <p:nvPr/>
            </p:nvSpPr>
            <p:spPr bwMode="auto">
              <a:xfrm>
                <a:off x="0" y="925"/>
                <a:ext cx="44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5616" name="Group 28">
              <a:extLst>
                <a:ext uri="{FF2B5EF4-FFF2-40B4-BE49-F238E27FC236}">
                  <a16:creationId xmlns:a16="http://schemas.microsoft.com/office/drawing/2014/main" id="{DF4756FE-83BB-4066-A997-A36BF81B5C51}"/>
                </a:ext>
              </a:extLst>
            </p:cNvPr>
            <p:cNvGrpSpPr>
              <a:grpSpLocks/>
            </p:cNvGrpSpPr>
            <p:nvPr/>
          </p:nvGrpSpPr>
          <p:grpSpPr bwMode="auto">
            <a:xfrm>
              <a:off x="2197" y="2244"/>
              <a:ext cx="1583" cy="385"/>
              <a:chOff x="444" y="925"/>
              <a:chExt cx="368" cy="298"/>
            </a:xfrm>
          </p:grpSpPr>
          <p:sp>
            <p:nvSpPr>
              <p:cNvPr id="25638" name="Rectangle 29">
                <a:extLst>
                  <a:ext uri="{FF2B5EF4-FFF2-40B4-BE49-F238E27FC236}">
                    <a16:creationId xmlns:a16="http://schemas.microsoft.com/office/drawing/2014/main" id="{A0D99CEF-EF1C-4FF2-9294-5CD23AB83621}"/>
                  </a:ext>
                </a:extLst>
              </p:cNvPr>
              <p:cNvSpPr>
                <a:spLocks noChangeArrowheads="1"/>
              </p:cNvSpPr>
              <p:nvPr/>
            </p:nvSpPr>
            <p:spPr bwMode="auto">
              <a:xfrm>
                <a:off x="448" y="929"/>
                <a:ext cx="360"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01</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639" name="Rectangle 30">
                <a:extLst>
                  <a:ext uri="{FF2B5EF4-FFF2-40B4-BE49-F238E27FC236}">
                    <a16:creationId xmlns:a16="http://schemas.microsoft.com/office/drawing/2014/main" id="{D8C05405-0B57-4E6D-94D2-B2DA5E65A6A5}"/>
                  </a:ext>
                </a:extLst>
              </p:cNvPr>
              <p:cNvSpPr>
                <a:spLocks noChangeArrowheads="1"/>
              </p:cNvSpPr>
              <p:nvPr/>
            </p:nvSpPr>
            <p:spPr bwMode="auto">
              <a:xfrm>
                <a:off x="444" y="925"/>
                <a:ext cx="368"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5617" name="Group 31">
              <a:extLst>
                <a:ext uri="{FF2B5EF4-FFF2-40B4-BE49-F238E27FC236}">
                  <a16:creationId xmlns:a16="http://schemas.microsoft.com/office/drawing/2014/main" id="{1FD20685-6FF9-4D52-A084-3FECD9DB5450}"/>
                </a:ext>
              </a:extLst>
            </p:cNvPr>
            <p:cNvGrpSpPr>
              <a:grpSpLocks/>
            </p:cNvGrpSpPr>
            <p:nvPr/>
          </p:nvGrpSpPr>
          <p:grpSpPr bwMode="auto">
            <a:xfrm>
              <a:off x="3780" y="2244"/>
              <a:ext cx="1548" cy="385"/>
              <a:chOff x="812" y="925"/>
              <a:chExt cx="360" cy="298"/>
            </a:xfrm>
          </p:grpSpPr>
          <p:sp>
            <p:nvSpPr>
              <p:cNvPr id="25636" name="Rectangle 32">
                <a:extLst>
                  <a:ext uri="{FF2B5EF4-FFF2-40B4-BE49-F238E27FC236}">
                    <a16:creationId xmlns:a16="http://schemas.microsoft.com/office/drawing/2014/main" id="{61773F06-1A5E-4350-8525-46703F9DD2B8}"/>
                  </a:ext>
                </a:extLst>
              </p:cNvPr>
              <p:cNvSpPr>
                <a:spLocks noChangeArrowheads="1"/>
              </p:cNvSpPr>
              <p:nvPr/>
            </p:nvSpPr>
            <p:spPr bwMode="auto">
              <a:xfrm>
                <a:off x="816" y="929"/>
                <a:ext cx="352"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1</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637" name="Rectangle 33">
                <a:extLst>
                  <a:ext uri="{FF2B5EF4-FFF2-40B4-BE49-F238E27FC236}">
                    <a16:creationId xmlns:a16="http://schemas.microsoft.com/office/drawing/2014/main" id="{7C74A8A3-DD0E-47D7-A367-57B2DE37C1B7}"/>
                  </a:ext>
                </a:extLst>
              </p:cNvPr>
              <p:cNvSpPr>
                <a:spLocks noChangeArrowheads="1"/>
              </p:cNvSpPr>
              <p:nvPr/>
            </p:nvSpPr>
            <p:spPr bwMode="auto">
              <a:xfrm>
                <a:off x="812" y="925"/>
                <a:ext cx="36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5618" name="Group 34">
              <a:extLst>
                <a:ext uri="{FF2B5EF4-FFF2-40B4-BE49-F238E27FC236}">
                  <a16:creationId xmlns:a16="http://schemas.microsoft.com/office/drawing/2014/main" id="{AE563FE9-2153-4A32-9233-1BC4B2F1A748}"/>
                </a:ext>
              </a:extLst>
            </p:cNvPr>
            <p:cNvGrpSpPr>
              <a:grpSpLocks/>
            </p:cNvGrpSpPr>
            <p:nvPr/>
          </p:nvGrpSpPr>
          <p:grpSpPr bwMode="auto">
            <a:xfrm>
              <a:off x="288" y="2634"/>
              <a:ext cx="1909" cy="384"/>
              <a:chOff x="0" y="1227"/>
              <a:chExt cx="444" cy="298"/>
            </a:xfrm>
          </p:grpSpPr>
          <p:sp>
            <p:nvSpPr>
              <p:cNvPr id="25634" name="Rectangle 35">
                <a:extLst>
                  <a:ext uri="{FF2B5EF4-FFF2-40B4-BE49-F238E27FC236}">
                    <a16:creationId xmlns:a16="http://schemas.microsoft.com/office/drawing/2014/main" id="{C1C8849B-2CEA-49CA-B20E-57B6DC27BFAC}"/>
                  </a:ext>
                </a:extLst>
              </p:cNvPr>
              <p:cNvSpPr>
                <a:spLocks noChangeArrowheads="1"/>
              </p:cNvSpPr>
              <p:nvPr/>
            </p:nvSpPr>
            <p:spPr bwMode="auto">
              <a:xfrm>
                <a:off x="4" y="1231"/>
                <a:ext cx="43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q</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635" name="Rectangle 36">
                <a:extLst>
                  <a:ext uri="{FF2B5EF4-FFF2-40B4-BE49-F238E27FC236}">
                    <a16:creationId xmlns:a16="http://schemas.microsoft.com/office/drawing/2014/main" id="{3F2C83E2-9A3E-490B-A03A-99C48FC41C5D}"/>
                  </a:ext>
                </a:extLst>
              </p:cNvPr>
              <p:cNvSpPr>
                <a:spLocks noChangeArrowheads="1"/>
              </p:cNvSpPr>
              <p:nvPr/>
            </p:nvSpPr>
            <p:spPr bwMode="auto">
              <a:xfrm>
                <a:off x="0" y="1227"/>
                <a:ext cx="44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5619" name="Group 37">
              <a:extLst>
                <a:ext uri="{FF2B5EF4-FFF2-40B4-BE49-F238E27FC236}">
                  <a16:creationId xmlns:a16="http://schemas.microsoft.com/office/drawing/2014/main" id="{D9893547-62C4-4A56-BB60-00AC24FEACDF}"/>
                </a:ext>
              </a:extLst>
            </p:cNvPr>
            <p:cNvGrpSpPr>
              <a:grpSpLocks/>
            </p:cNvGrpSpPr>
            <p:nvPr/>
          </p:nvGrpSpPr>
          <p:grpSpPr bwMode="auto">
            <a:xfrm>
              <a:off x="2197" y="2634"/>
              <a:ext cx="1583" cy="384"/>
              <a:chOff x="444" y="1227"/>
              <a:chExt cx="368" cy="298"/>
            </a:xfrm>
          </p:grpSpPr>
          <p:sp>
            <p:nvSpPr>
              <p:cNvPr id="25632" name="Rectangle 38">
                <a:extLst>
                  <a:ext uri="{FF2B5EF4-FFF2-40B4-BE49-F238E27FC236}">
                    <a16:creationId xmlns:a16="http://schemas.microsoft.com/office/drawing/2014/main" id="{09FE513F-9736-4AD1-BF26-E890F5E5C7FA}"/>
                  </a:ext>
                </a:extLst>
              </p:cNvPr>
              <p:cNvSpPr>
                <a:spLocks noChangeArrowheads="1"/>
              </p:cNvSpPr>
              <p:nvPr/>
            </p:nvSpPr>
            <p:spPr bwMode="auto">
              <a:xfrm>
                <a:off x="448" y="1231"/>
                <a:ext cx="360"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10</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633" name="Rectangle 39">
                <a:extLst>
                  <a:ext uri="{FF2B5EF4-FFF2-40B4-BE49-F238E27FC236}">
                    <a16:creationId xmlns:a16="http://schemas.microsoft.com/office/drawing/2014/main" id="{3BFB1A2F-41BA-4BBF-A7AD-74445A6E5976}"/>
                  </a:ext>
                </a:extLst>
              </p:cNvPr>
              <p:cNvSpPr>
                <a:spLocks noChangeArrowheads="1"/>
              </p:cNvSpPr>
              <p:nvPr/>
            </p:nvSpPr>
            <p:spPr bwMode="auto">
              <a:xfrm>
                <a:off x="444" y="1227"/>
                <a:ext cx="368"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5620" name="Group 40">
              <a:extLst>
                <a:ext uri="{FF2B5EF4-FFF2-40B4-BE49-F238E27FC236}">
                  <a16:creationId xmlns:a16="http://schemas.microsoft.com/office/drawing/2014/main" id="{7252D81C-C010-4EBE-9B41-A57BBB237DC7}"/>
                </a:ext>
              </a:extLst>
            </p:cNvPr>
            <p:cNvGrpSpPr>
              <a:grpSpLocks/>
            </p:cNvGrpSpPr>
            <p:nvPr/>
          </p:nvGrpSpPr>
          <p:grpSpPr bwMode="auto">
            <a:xfrm>
              <a:off x="3780" y="2634"/>
              <a:ext cx="1548" cy="384"/>
              <a:chOff x="812" y="1227"/>
              <a:chExt cx="360" cy="298"/>
            </a:xfrm>
          </p:grpSpPr>
          <p:sp>
            <p:nvSpPr>
              <p:cNvPr id="25630" name="Rectangle 41">
                <a:extLst>
                  <a:ext uri="{FF2B5EF4-FFF2-40B4-BE49-F238E27FC236}">
                    <a16:creationId xmlns:a16="http://schemas.microsoft.com/office/drawing/2014/main" id="{D2324AF4-3053-4C7F-929B-47A130993816}"/>
                  </a:ext>
                </a:extLst>
              </p:cNvPr>
              <p:cNvSpPr>
                <a:spLocks noChangeArrowheads="1"/>
              </p:cNvSpPr>
              <p:nvPr/>
            </p:nvSpPr>
            <p:spPr bwMode="auto">
              <a:xfrm>
                <a:off x="816" y="1231"/>
                <a:ext cx="352"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631" name="Rectangle 42">
                <a:extLst>
                  <a:ext uri="{FF2B5EF4-FFF2-40B4-BE49-F238E27FC236}">
                    <a16:creationId xmlns:a16="http://schemas.microsoft.com/office/drawing/2014/main" id="{FEDD8CC1-DE7B-4570-8F64-A39930BF37EC}"/>
                  </a:ext>
                </a:extLst>
              </p:cNvPr>
              <p:cNvSpPr>
                <a:spLocks noChangeArrowheads="1"/>
              </p:cNvSpPr>
              <p:nvPr/>
            </p:nvSpPr>
            <p:spPr bwMode="auto">
              <a:xfrm>
                <a:off x="812" y="1227"/>
                <a:ext cx="36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5621" name="Group 43">
              <a:extLst>
                <a:ext uri="{FF2B5EF4-FFF2-40B4-BE49-F238E27FC236}">
                  <a16:creationId xmlns:a16="http://schemas.microsoft.com/office/drawing/2014/main" id="{43F9DEF7-63F3-46D6-AAF0-6D4C907D28F3}"/>
                </a:ext>
              </a:extLst>
            </p:cNvPr>
            <p:cNvGrpSpPr>
              <a:grpSpLocks/>
            </p:cNvGrpSpPr>
            <p:nvPr/>
          </p:nvGrpSpPr>
          <p:grpSpPr bwMode="auto">
            <a:xfrm>
              <a:off x="288" y="3024"/>
              <a:ext cx="1909" cy="384"/>
              <a:chOff x="0" y="1529"/>
              <a:chExt cx="444" cy="298"/>
            </a:xfrm>
          </p:grpSpPr>
          <p:sp>
            <p:nvSpPr>
              <p:cNvPr id="25628" name="Rectangle 44">
                <a:extLst>
                  <a:ext uri="{FF2B5EF4-FFF2-40B4-BE49-F238E27FC236}">
                    <a16:creationId xmlns:a16="http://schemas.microsoft.com/office/drawing/2014/main" id="{0A61AC67-94B0-4C00-9346-1ABC391E5DB3}"/>
                  </a:ext>
                </a:extLst>
              </p:cNvPr>
              <p:cNvSpPr>
                <a:spLocks noChangeArrowheads="1"/>
              </p:cNvSpPr>
              <p:nvPr/>
            </p:nvSpPr>
            <p:spPr bwMode="auto">
              <a:xfrm>
                <a:off x="4" y="1533"/>
                <a:ext cx="43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q</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629" name="Rectangle 45">
                <a:extLst>
                  <a:ext uri="{FF2B5EF4-FFF2-40B4-BE49-F238E27FC236}">
                    <a16:creationId xmlns:a16="http://schemas.microsoft.com/office/drawing/2014/main" id="{346897A0-92A4-4C1E-8859-01C07135C1A5}"/>
                  </a:ext>
                </a:extLst>
              </p:cNvPr>
              <p:cNvSpPr>
                <a:spLocks noChangeArrowheads="1"/>
              </p:cNvSpPr>
              <p:nvPr/>
            </p:nvSpPr>
            <p:spPr bwMode="auto">
              <a:xfrm>
                <a:off x="0" y="1529"/>
                <a:ext cx="44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5622" name="Group 46">
              <a:extLst>
                <a:ext uri="{FF2B5EF4-FFF2-40B4-BE49-F238E27FC236}">
                  <a16:creationId xmlns:a16="http://schemas.microsoft.com/office/drawing/2014/main" id="{3E594D21-B015-49B5-831F-46796C25A9EB}"/>
                </a:ext>
              </a:extLst>
            </p:cNvPr>
            <p:cNvGrpSpPr>
              <a:grpSpLocks/>
            </p:cNvGrpSpPr>
            <p:nvPr/>
          </p:nvGrpSpPr>
          <p:grpSpPr bwMode="auto">
            <a:xfrm>
              <a:off x="2197" y="3024"/>
              <a:ext cx="1583" cy="384"/>
              <a:chOff x="444" y="1529"/>
              <a:chExt cx="368" cy="298"/>
            </a:xfrm>
          </p:grpSpPr>
          <p:sp>
            <p:nvSpPr>
              <p:cNvPr id="25626" name="Rectangle 47">
                <a:extLst>
                  <a:ext uri="{FF2B5EF4-FFF2-40B4-BE49-F238E27FC236}">
                    <a16:creationId xmlns:a16="http://schemas.microsoft.com/office/drawing/2014/main" id="{E8495631-43AC-459E-900C-8EDE84BF190F}"/>
                  </a:ext>
                </a:extLst>
              </p:cNvPr>
              <p:cNvSpPr>
                <a:spLocks noChangeArrowheads="1"/>
              </p:cNvSpPr>
              <p:nvPr/>
            </p:nvSpPr>
            <p:spPr bwMode="auto">
              <a:xfrm>
                <a:off x="448" y="1533"/>
                <a:ext cx="360"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11</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627" name="Rectangle 48">
                <a:extLst>
                  <a:ext uri="{FF2B5EF4-FFF2-40B4-BE49-F238E27FC236}">
                    <a16:creationId xmlns:a16="http://schemas.microsoft.com/office/drawing/2014/main" id="{AF8B595D-C3A9-479E-8B05-858292DC7101}"/>
                  </a:ext>
                </a:extLst>
              </p:cNvPr>
              <p:cNvSpPr>
                <a:spLocks noChangeArrowheads="1"/>
              </p:cNvSpPr>
              <p:nvPr/>
            </p:nvSpPr>
            <p:spPr bwMode="auto">
              <a:xfrm>
                <a:off x="444" y="1529"/>
                <a:ext cx="368"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5623" name="Group 49">
              <a:extLst>
                <a:ext uri="{FF2B5EF4-FFF2-40B4-BE49-F238E27FC236}">
                  <a16:creationId xmlns:a16="http://schemas.microsoft.com/office/drawing/2014/main" id="{5717B6EF-0702-4C88-8EED-52061C933CFF}"/>
                </a:ext>
              </a:extLst>
            </p:cNvPr>
            <p:cNvGrpSpPr>
              <a:grpSpLocks/>
            </p:cNvGrpSpPr>
            <p:nvPr/>
          </p:nvGrpSpPr>
          <p:grpSpPr bwMode="auto">
            <a:xfrm>
              <a:off x="3780" y="3024"/>
              <a:ext cx="1548" cy="384"/>
              <a:chOff x="812" y="1529"/>
              <a:chExt cx="360" cy="298"/>
            </a:xfrm>
          </p:grpSpPr>
          <p:sp>
            <p:nvSpPr>
              <p:cNvPr id="25624" name="Rectangle 50">
                <a:extLst>
                  <a:ext uri="{FF2B5EF4-FFF2-40B4-BE49-F238E27FC236}">
                    <a16:creationId xmlns:a16="http://schemas.microsoft.com/office/drawing/2014/main" id="{95C017A6-BAAB-43C5-9373-C6CC30068075}"/>
                  </a:ext>
                </a:extLst>
              </p:cNvPr>
              <p:cNvSpPr>
                <a:spLocks noChangeArrowheads="1"/>
              </p:cNvSpPr>
              <p:nvPr/>
            </p:nvSpPr>
            <p:spPr bwMode="auto">
              <a:xfrm>
                <a:off x="816" y="1533"/>
                <a:ext cx="352"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625" name="Rectangle 51">
                <a:extLst>
                  <a:ext uri="{FF2B5EF4-FFF2-40B4-BE49-F238E27FC236}">
                    <a16:creationId xmlns:a16="http://schemas.microsoft.com/office/drawing/2014/main" id="{04BE2205-BB6D-450B-A171-6C5355A972E7}"/>
                  </a:ext>
                </a:extLst>
              </p:cNvPr>
              <p:cNvSpPr>
                <a:spLocks noChangeArrowheads="1"/>
              </p:cNvSpPr>
              <p:nvPr/>
            </p:nvSpPr>
            <p:spPr bwMode="auto">
              <a:xfrm>
                <a:off x="812" y="1529"/>
                <a:ext cx="360"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3">
            <a:extLst>
              <a:ext uri="{FF2B5EF4-FFF2-40B4-BE49-F238E27FC236}">
                <a16:creationId xmlns:a16="http://schemas.microsoft.com/office/drawing/2014/main" id="{83ADC15D-B567-4090-A630-693D48F38CD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072E033-D08E-4A0D-B1DA-A2781506D13E}"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26627" name="页脚占位符 4">
            <a:extLst>
              <a:ext uri="{FF2B5EF4-FFF2-40B4-BE49-F238E27FC236}">
                <a16:creationId xmlns:a16="http://schemas.microsoft.com/office/drawing/2014/main" id="{268339EB-EB50-4C70-8F6A-60197CFEC39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26628" name="灯片编号占位符 5">
            <a:extLst>
              <a:ext uri="{FF2B5EF4-FFF2-40B4-BE49-F238E27FC236}">
                <a16:creationId xmlns:a16="http://schemas.microsoft.com/office/drawing/2014/main" id="{730A57DB-6278-4D15-AED2-37DC7D42D6C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32D6A59-7449-45D1-B954-6AB0BA4B049D}" type="slidenum">
              <a:rPr lang="en-US" altLang="zh-CN" sz="1400" smtClean="0">
                <a:latin typeface="Times New Roman" panose="02020603050405020304" pitchFamily="18" charset="0"/>
                <a:ea typeface="宋体" panose="02010600030101010101" pitchFamily="2" charset="-122"/>
              </a:rPr>
              <a:pPr>
                <a:spcBef>
                  <a:spcPct val="0"/>
                </a:spcBef>
                <a:buFontTx/>
                <a:buNone/>
              </a:pPr>
              <a:t>23</a:t>
            </a:fld>
            <a:endParaRPr lang="en-US" altLang="zh-CN" sz="1400">
              <a:latin typeface="Times New Roman" panose="02020603050405020304" pitchFamily="18" charset="0"/>
              <a:ea typeface="宋体" panose="02010600030101010101" pitchFamily="2" charset="-122"/>
            </a:endParaRPr>
          </a:p>
        </p:txBody>
      </p:sp>
      <p:sp>
        <p:nvSpPr>
          <p:cNvPr id="26629" name="Text Box 2">
            <a:extLst>
              <a:ext uri="{FF2B5EF4-FFF2-40B4-BE49-F238E27FC236}">
                <a16:creationId xmlns:a16="http://schemas.microsoft.com/office/drawing/2014/main" id="{6D23702B-1E70-47AA-9815-C7A21B657036}"/>
              </a:ext>
            </a:extLst>
          </p:cNvPr>
          <p:cNvSpPr txBox="1">
            <a:spLocks noChangeArrowheads="1"/>
          </p:cNvSpPr>
          <p:nvPr/>
        </p:nvSpPr>
        <p:spPr bwMode="auto">
          <a:xfrm>
            <a:off x="1435100" y="620713"/>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主析取范式</a:t>
            </a:r>
          </a:p>
        </p:txBody>
      </p:sp>
      <p:pic>
        <p:nvPicPr>
          <p:cNvPr id="26630" name="Picture 6" descr="C:\Program Files\Microsoft Office\MEDIA\CAGCAT10\j0293844.wmf">
            <a:extLst>
              <a:ext uri="{FF2B5EF4-FFF2-40B4-BE49-F238E27FC236}">
                <a16:creationId xmlns:a16="http://schemas.microsoft.com/office/drawing/2014/main" id="{3A8BB1E4-6D6B-41D4-B4BE-26DD64A78E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1" name="Picture 5" descr="QQ截图20140127114708">
            <a:extLst>
              <a:ext uri="{FF2B5EF4-FFF2-40B4-BE49-F238E27FC236}">
                <a16:creationId xmlns:a16="http://schemas.microsoft.com/office/drawing/2014/main" id="{B2486642-62A9-4439-BFB3-345B015F92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628775"/>
            <a:ext cx="698500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32" name="Picture 6" descr="QQ截图20140127114957">
            <a:extLst>
              <a:ext uri="{FF2B5EF4-FFF2-40B4-BE49-F238E27FC236}">
                <a16:creationId xmlns:a16="http://schemas.microsoft.com/office/drawing/2014/main" id="{23BC4B9D-970A-4BC2-ABAA-FEC0BADC7B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4075" y="2492375"/>
            <a:ext cx="4176713" cy="38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a:extLst>
              <a:ext uri="{FF2B5EF4-FFF2-40B4-BE49-F238E27FC236}">
                <a16:creationId xmlns:a16="http://schemas.microsoft.com/office/drawing/2014/main" id="{3F1CEDB4-AE45-4269-A26C-1F5FFE28FAD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D04B410-EB42-4B3A-A3E8-467F9FE7B697}"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27651" name="页脚占位符 4">
            <a:extLst>
              <a:ext uri="{FF2B5EF4-FFF2-40B4-BE49-F238E27FC236}">
                <a16:creationId xmlns:a16="http://schemas.microsoft.com/office/drawing/2014/main" id="{66390B02-BC23-4A85-9A34-34C7840EF97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27652" name="灯片编号占位符 5">
            <a:extLst>
              <a:ext uri="{FF2B5EF4-FFF2-40B4-BE49-F238E27FC236}">
                <a16:creationId xmlns:a16="http://schemas.microsoft.com/office/drawing/2014/main" id="{BE2D29AE-65EA-4A50-AF5B-61028E73956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8D9DE1C-A756-4EF7-85C5-F27D606E53F0}" type="slidenum">
              <a:rPr lang="en-US" altLang="zh-CN" sz="1400" smtClean="0">
                <a:latin typeface="Times New Roman" panose="02020603050405020304" pitchFamily="18" charset="0"/>
                <a:ea typeface="宋体" panose="02010600030101010101" pitchFamily="2" charset="-122"/>
              </a:rPr>
              <a:pPr>
                <a:spcBef>
                  <a:spcPct val="0"/>
                </a:spcBef>
                <a:buFontTx/>
                <a:buNone/>
              </a:pPr>
              <a:t>24</a:t>
            </a:fld>
            <a:endParaRPr lang="en-US" altLang="zh-CN" sz="1400">
              <a:latin typeface="Times New Roman" panose="02020603050405020304" pitchFamily="18" charset="0"/>
              <a:ea typeface="宋体" panose="02010600030101010101" pitchFamily="2" charset="-122"/>
            </a:endParaRPr>
          </a:p>
        </p:txBody>
      </p:sp>
      <p:sp>
        <p:nvSpPr>
          <p:cNvPr id="27653" name="Text Box 2">
            <a:extLst>
              <a:ext uri="{FF2B5EF4-FFF2-40B4-BE49-F238E27FC236}">
                <a16:creationId xmlns:a16="http://schemas.microsoft.com/office/drawing/2014/main" id="{7F5E2DFB-860D-48C1-A6E0-9D89A6508BE9}"/>
              </a:ext>
            </a:extLst>
          </p:cNvPr>
          <p:cNvSpPr txBox="1">
            <a:spLocks noChangeArrowheads="1"/>
          </p:cNvSpPr>
          <p:nvPr/>
        </p:nvSpPr>
        <p:spPr bwMode="auto">
          <a:xfrm>
            <a:off x="1435100" y="620713"/>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主析取范式</a:t>
            </a:r>
          </a:p>
        </p:txBody>
      </p:sp>
      <p:pic>
        <p:nvPicPr>
          <p:cNvPr id="27654" name="Picture 6" descr="C:\Program Files\Microsoft Office\MEDIA\CAGCAT10\j0293844.wmf">
            <a:extLst>
              <a:ext uri="{FF2B5EF4-FFF2-40B4-BE49-F238E27FC236}">
                <a16:creationId xmlns:a16="http://schemas.microsoft.com/office/drawing/2014/main" id="{6C14D496-6870-4A0C-80EF-938599467C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655" name="Group 6">
            <a:extLst>
              <a:ext uri="{FF2B5EF4-FFF2-40B4-BE49-F238E27FC236}">
                <a16:creationId xmlns:a16="http://schemas.microsoft.com/office/drawing/2014/main" id="{FA8A7B80-3DC5-44C1-9B0A-D44B19DA5208}"/>
              </a:ext>
            </a:extLst>
          </p:cNvPr>
          <p:cNvGrpSpPr>
            <a:grpSpLocks/>
          </p:cNvGrpSpPr>
          <p:nvPr/>
        </p:nvGrpSpPr>
        <p:grpSpPr bwMode="auto">
          <a:xfrm>
            <a:off x="900113" y="2455863"/>
            <a:ext cx="7272337" cy="3781425"/>
            <a:chOff x="480" y="867"/>
            <a:chExt cx="4272" cy="2781"/>
          </a:xfrm>
        </p:grpSpPr>
        <p:grpSp>
          <p:nvGrpSpPr>
            <p:cNvPr id="27657" name="Group 7">
              <a:extLst>
                <a:ext uri="{FF2B5EF4-FFF2-40B4-BE49-F238E27FC236}">
                  <a16:creationId xmlns:a16="http://schemas.microsoft.com/office/drawing/2014/main" id="{12B20B2E-2C13-47E3-92D5-89C760192FA3}"/>
                </a:ext>
              </a:extLst>
            </p:cNvPr>
            <p:cNvGrpSpPr>
              <a:grpSpLocks/>
            </p:cNvGrpSpPr>
            <p:nvPr/>
          </p:nvGrpSpPr>
          <p:grpSpPr bwMode="auto">
            <a:xfrm>
              <a:off x="480" y="867"/>
              <a:ext cx="2314" cy="365"/>
              <a:chOff x="0" y="321"/>
              <a:chExt cx="695" cy="365"/>
            </a:xfrm>
          </p:grpSpPr>
          <p:sp>
            <p:nvSpPr>
              <p:cNvPr id="27736" name="Rectangle 8">
                <a:extLst>
                  <a:ext uri="{FF2B5EF4-FFF2-40B4-BE49-F238E27FC236}">
                    <a16:creationId xmlns:a16="http://schemas.microsoft.com/office/drawing/2014/main" id="{4B913621-0935-446A-842C-AF4B69EFB37A}"/>
                  </a:ext>
                </a:extLst>
              </p:cNvPr>
              <p:cNvSpPr>
                <a:spLocks noChangeArrowheads="1"/>
              </p:cNvSpPr>
              <p:nvPr/>
            </p:nvSpPr>
            <p:spPr bwMode="auto">
              <a:xfrm>
                <a:off x="4" y="325"/>
                <a:ext cx="687"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zh-CN" altLang="en-US" b="1">
                    <a:latin typeface="Times New Roman" panose="02020603050405020304" pitchFamily="18" charset="0"/>
                    <a:ea typeface="黑体" panose="02010609060101010101" pitchFamily="49" charset="-122"/>
                  </a:rPr>
                  <a:t>小项</a:t>
                </a:r>
                <a:endParaRPr kumimoji="0" lang="zh-CN" altLang="en-US"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27737" name="Rectangle 9">
                <a:extLst>
                  <a:ext uri="{FF2B5EF4-FFF2-40B4-BE49-F238E27FC236}">
                    <a16:creationId xmlns:a16="http://schemas.microsoft.com/office/drawing/2014/main" id="{9D4677EC-8C43-4EA4-8BDE-D1C132385387}"/>
                  </a:ext>
                </a:extLst>
              </p:cNvPr>
              <p:cNvSpPr>
                <a:spLocks noChangeArrowheads="1"/>
              </p:cNvSpPr>
              <p:nvPr/>
            </p:nvSpPr>
            <p:spPr bwMode="auto">
              <a:xfrm>
                <a:off x="0" y="321"/>
                <a:ext cx="695" cy="36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58" name="Group 10">
              <a:extLst>
                <a:ext uri="{FF2B5EF4-FFF2-40B4-BE49-F238E27FC236}">
                  <a16:creationId xmlns:a16="http://schemas.microsoft.com/office/drawing/2014/main" id="{2BE0589E-F49C-403E-A1AF-9676C1D23A54}"/>
                </a:ext>
              </a:extLst>
            </p:cNvPr>
            <p:cNvGrpSpPr>
              <a:grpSpLocks/>
            </p:cNvGrpSpPr>
            <p:nvPr/>
          </p:nvGrpSpPr>
          <p:grpSpPr bwMode="auto">
            <a:xfrm>
              <a:off x="2794" y="867"/>
              <a:ext cx="979" cy="365"/>
              <a:chOff x="695" y="321"/>
              <a:chExt cx="294" cy="365"/>
            </a:xfrm>
          </p:grpSpPr>
          <p:sp>
            <p:nvSpPr>
              <p:cNvPr id="27734" name="Rectangle 11">
                <a:extLst>
                  <a:ext uri="{FF2B5EF4-FFF2-40B4-BE49-F238E27FC236}">
                    <a16:creationId xmlns:a16="http://schemas.microsoft.com/office/drawing/2014/main" id="{4B530234-2F12-41BF-8E84-085068B38E3C}"/>
                  </a:ext>
                </a:extLst>
              </p:cNvPr>
              <p:cNvSpPr>
                <a:spLocks noChangeArrowheads="1"/>
              </p:cNvSpPr>
              <p:nvPr/>
            </p:nvSpPr>
            <p:spPr bwMode="auto">
              <a:xfrm>
                <a:off x="699" y="325"/>
                <a:ext cx="28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zh-CN" altLang="en-US" b="1">
                    <a:latin typeface="Times New Roman" panose="02020603050405020304" pitchFamily="18" charset="0"/>
                    <a:ea typeface="黑体" panose="02010609060101010101" pitchFamily="49" charset="-122"/>
                  </a:rPr>
                  <a:t>成真赋值</a:t>
                </a:r>
                <a:endParaRPr kumimoji="0" lang="zh-CN" altLang="en-US"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27735" name="Rectangle 12">
                <a:extLst>
                  <a:ext uri="{FF2B5EF4-FFF2-40B4-BE49-F238E27FC236}">
                    <a16:creationId xmlns:a16="http://schemas.microsoft.com/office/drawing/2014/main" id="{46CA8D25-EAB0-4A85-BB64-9F02462CCA31}"/>
                  </a:ext>
                </a:extLst>
              </p:cNvPr>
              <p:cNvSpPr>
                <a:spLocks noChangeArrowheads="1"/>
              </p:cNvSpPr>
              <p:nvPr/>
            </p:nvSpPr>
            <p:spPr bwMode="auto">
              <a:xfrm>
                <a:off x="695" y="321"/>
                <a:ext cx="294" cy="36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59" name="Group 13">
              <a:extLst>
                <a:ext uri="{FF2B5EF4-FFF2-40B4-BE49-F238E27FC236}">
                  <a16:creationId xmlns:a16="http://schemas.microsoft.com/office/drawing/2014/main" id="{605247F5-66C0-4EA3-9E5C-9967EAD8D051}"/>
                </a:ext>
              </a:extLst>
            </p:cNvPr>
            <p:cNvGrpSpPr>
              <a:grpSpLocks/>
            </p:cNvGrpSpPr>
            <p:nvPr/>
          </p:nvGrpSpPr>
          <p:grpSpPr bwMode="auto">
            <a:xfrm>
              <a:off x="3773" y="867"/>
              <a:ext cx="979" cy="365"/>
              <a:chOff x="989" y="321"/>
              <a:chExt cx="294" cy="365"/>
            </a:xfrm>
          </p:grpSpPr>
          <p:sp>
            <p:nvSpPr>
              <p:cNvPr id="27732" name="Rectangle 14">
                <a:extLst>
                  <a:ext uri="{FF2B5EF4-FFF2-40B4-BE49-F238E27FC236}">
                    <a16:creationId xmlns:a16="http://schemas.microsoft.com/office/drawing/2014/main" id="{7C3C648D-2FE7-4B72-9BC6-A02CA6672EA5}"/>
                  </a:ext>
                </a:extLst>
              </p:cNvPr>
              <p:cNvSpPr>
                <a:spLocks noChangeArrowheads="1"/>
              </p:cNvSpPr>
              <p:nvPr/>
            </p:nvSpPr>
            <p:spPr bwMode="auto">
              <a:xfrm>
                <a:off x="993" y="325"/>
                <a:ext cx="286"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zh-CN" altLang="en-US" b="1">
                    <a:latin typeface="Times New Roman" panose="02020603050405020304" pitchFamily="18" charset="0"/>
                    <a:ea typeface="黑体" panose="02010609060101010101" pitchFamily="49" charset="-122"/>
                  </a:rPr>
                  <a:t>名称</a:t>
                </a:r>
                <a:endParaRPr kumimoji="0" lang="zh-CN" altLang="en-US"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27733" name="Rectangle 15">
                <a:extLst>
                  <a:ext uri="{FF2B5EF4-FFF2-40B4-BE49-F238E27FC236}">
                    <a16:creationId xmlns:a16="http://schemas.microsoft.com/office/drawing/2014/main" id="{EEE15AB0-869D-4CB7-AA7D-24D008C674FE}"/>
                  </a:ext>
                </a:extLst>
              </p:cNvPr>
              <p:cNvSpPr>
                <a:spLocks noChangeArrowheads="1"/>
              </p:cNvSpPr>
              <p:nvPr/>
            </p:nvSpPr>
            <p:spPr bwMode="auto">
              <a:xfrm>
                <a:off x="989" y="321"/>
                <a:ext cx="294" cy="365"/>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60" name="Group 16">
              <a:extLst>
                <a:ext uri="{FF2B5EF4-FFF2-40B4-BE49-F238E27FC236}">
                  <a16:creationId xmlns:a16="http://schemas.microsoft.com/office/drawing/2014/main" id="{6522D394-7F3B-454E-A3D2-0F09FDE1BD67}"/>
                </a:ext>
              </a:extLst>
            </p:cNvPr>
            <p:cNvGrpSpPr>
              <a:grpSpLocks/>
            </p:cNvGrpSpPr>
            <p:nvPr/>
          </p:nvGrpSpPr>
          <p:grpSpPr bwMode="auto">
            <a:xfrm>
              <a:off x="480" y="1236"/>
              <a:ext cx="2314" cy="298"/>
              <a:chOff x="0" y="690"/>
              <a:chExt cx="695" cy="298"/>
            </a:xfrm>
          </p:grpSpPr>
          <p:sp>
            <p:nvSpPr>
              <p:cNvPr id="27730" name="Rectangle 17">
                <a:extLst>
                  <a:ext uri="{FF2B5EF4-FFF2-40B4-BE49-F238E27FC236}">
                    <a16:creationId xmlns:a16="http://schemas.microsoft.com/office/drawing/2014/main" id="{B78C05DC-EF87-49C1-8669-0D4D62A563D9}"/>
                  </a:ext>
                </a:extLst>
              </p:cNvPr>
              <p:cNvSpPr>
                <a:spLocks noChangeArrowheads="1"/>
              </p:cNvSpPr>
              <p:nvPr/>
            </p:nvSpPr>
            <p:spPr bwMode="auto">
              <a:xfrm>
                <a:off x="4" y="694"/>
                <a:ext cx="68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rPr>
                  <a:t>¬</a:t>
                </a: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rPr>
                  <a:t>∧¬</a:t>
                </a:r>
                <a:r>
                  <a:rPr kumimoji="0" lang="en-US" altLang="zh-CN" b="1" i="1">
                    <a:latin typeface="Times New Roman" panose="02020603050405020304" pitchFamily="18" charset="0"/>
                    <a:ea typeface="黑体" panose="02010609060101010101" pitchFamily="49" charset="-122"/>
                  </a:rPr>
                  <a:t>q</a:t>
                </a:r>
                <a:r>
                  <a:rPr kumimoji="0" lang="en-US" altLang="zh-CN" b="1">
                    <a:latin typeface="Times New Roman" panose="02020603050405020304" pitchFamily="18" charset="0"/>
                    <a:ea typeface="黑体" panose="02010609060101010101" pitchFamily="49" charset="-122"/>
                  </a:rPr>
                  <a:t>∧¬</a:t>
                </a:r>
                <a:r>
                  <a:rPr kumimoji="0" lang="en-US" altLang="zh-CN" b="1" i="1">
                    <a:latin typeface="Times New Roman" panose="02020603050405020304" pitchFamily="18" charset="0"/>
                    <a:ea typeface="黑体" panose="02010609060101010101" pitchFamily="49" charset="-122"/>
                  </a:rPr>
                  <a:t>r</a:t>
                </a:r>
                <a:endParaRPr kumimoji="0" lang="en-US" altLang="zh-CN" b="1">
                  <a:latin typeface="Times New Roman" panose="02020603050405020304" pitchFamily="18" charset="0"/>
                  <a:ea typeface="黑体" panose="02010609060101010101" pitchFamily="49" charset="-122"/>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27731" name="Rectangle 18">
                <a:extLst>
                  <a:ext uri="{FF2B5EF4-FFF2-40B4-BE49-F238E27FC236}">
                    <a16:creationId xmlns:a16="http://schemas.microsoft.com/office/drawing/2014/main" id="{1DE09EFA-CD8F-4177-B76E-EFDDAB9479FF}"/>
                  </a:ext>
                </a:extLst>
              </p:cNvPr>
              <p:cNvSpPr>
                <a:spLocks noChangeArrowheads="1"/>
              </p:cNvSpPr>
              <p:nvPr/>
            </p:nvSpPr>
            <p:spPr bwMode="auto">
              <a:xfrm>
                <a:off x="0" y="690"/>
                <a:ext cx="695"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61" name="Group 19">
              <a:extLst>
                <a:ext uri="{FF2B5EF4-FFF2-40B4-BE49-F238E27FC236}">
                  <a16:creationId xmlns:a16="http://schemas.microsoft.com/office/drawing/2014/main" id="{46120977-8209-452F-9125-A79765B2D1CE}"/>
                </a:ext>
              </a:extLst>
            </p:cNvPr>
            <p:cNvGrpSpPr>
              <a:grpSpLocks/>
            </p:cNvGrpSpPr>
            <p:nvPr/>
          </p:nvGrpSpPr>
          <p:grpSpPr bwMode="auto">
            <a:xfrm>
              <a:off x="2794" y="1236"/>
              <a:ext cx="979" cy="298"/>
              <a:chOff x="695" y="690"/>
              <a:chExt cx="294" cy="298"/>
            </a:xfrm>
          </p:grpSpPr>
          <p:sp>
            <p:nvSpPr>
              <p:cNvPr id="27728" name="Rectangle 20">
                <a:extLst>
                  <a:ext uri="{FF2B5EF4-FFF2-40B4-BE49-F238E27FC236}">
                    <a16:creationId xmlns:a16="http://schemas.microsoft.com/office/drawing/2014/main" id="{F59941AB-2624-42D4-8FB5-857BD9A01601}"/>
                  </a:ext>
                </a:extLst>
              </p:cNvPr>
              <p:cNvSpPr>
                <a:spLocks noChangeArrowheads="1"/>
              </p:cNvSpPr>
              <p:nvPr/>
            </p:nvSpPr>
            <p:spPr bwMode="auto">
              <a:xfrm>
                <a:off x="699" y="694"/>
                <a:ext cx="28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000</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729" name="Rectangle 21">
                <a:extLst>
                  <a:ext uri="{FF2B5EF4-FFF2-40B4-BE49-F238E27FC236}">
                    <a16:creationId xmlns:a16="http://schemas.microsoft.com/office/drawing/2014/main" id="{2D5BA2C2-2DA9-4449-B484-8EA4F8278781}"/>
                  </a:ext>
                </a:extLst>
              </p:cNvPr>
              <p:cNvSpPr>
                <a:spLocks noChangeArrowheads="1"/>
              </p:cNvSpPr>
              <p:nvPr/>
            </p:nvSpPr>
            <p:spPr bwMode="auto">
              <a:xfrm>
                <a:off x="695" y="690"/>
                <a:ext cx="29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62" name="Group 22">
              <a:extLst>
                <a:ext uri="{FF2B5EF4-FFF2-40B4-BE49-F238E27FC236}">
                  <a16:creationId xmlns:a16="http://schemas.microsoft.com/office/drawing/2014/main" id="{37643983-E26B-48DE-89A7-C8E90329AC68}"/>
                </a:ext>
              </a:extLst>
            </p:cNvPr>
            <p:cNvGrpSpPr>
              <a:grpSpLocks/>
            </p:cNvGrpSpPr>
            <p:nvPr/>
          </p:nvGrpSpPr>
          <p:grpSpPr bwMode="auto">
            <a:xfrm>
              <a:off x="3773" y="1236"/>
              <a:ext cx="979" cy="298"/>
              <a:chOff x="989" y="690"/>
              <a:chExt cx="294" cy="298"/>
            </a:xfrm>
          </p:grpSpPr>
          <p:sp>
            <p:nvSpPr>
              <p:cNvPr id="27726" name="Rectangle 23">
                <a:extLst>
                  <a:ext uri="{FF2B5EF4-FFF2-40B4-BE49-F238E27FC236}">
                    <a16:creationId xmlns:a16="http://schemas.microsoft.com/office/drawing/2014/main" id="{A8D6E8AC-466B-49E2-9E9B-2979360C5C94}"/>
                  </a:ext>
                </a:extLst>
              </p:cNvPr>
              <p:cNvSpPr>
                <a:spLocks noChangeArrowheads="1"/>
              </p:cNvSpPr>
              <p:nvPr/>
            </p:nvSpPr>
            <p:spPr bwMode="auto">
              <a:xfrm>
                <a:off x="993" y="694"/>
                <a:ext cx="28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0</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727" name="Rectangle 24">
                <a:extLst>
                  <a:ext uri="{FF2B5EF4-FFF2-40B4-BE49-F238E27FC236}">
                    <a16:creationId xmlns:a16="http://schemas.microsoft.com/office/drawing/2014/main" id="{3A995734-18B0-4955-A5E8-58998DE69209}"/>
                  </a:ext>
                </a:extLst>
              </p:cNvPr>
              <p:cNvSpPr>
                <a:spLocks noChangeArrowheads="1"/>
              </p:cNvSpPr>
              <p:nvPr/>
            </p:nvSpPr>
            <p:spPr bwMode="auto">
              <a:xfrm>
                <a:off x="989" y="690"/>
                <a:ext cx="29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63" name="Group 25">
              <a:extLst>
                <a:ext uri="{FF2B5EF4-FFF2-40B4-BE49-F238E27FC236}">
                  <a16:creationId xmlns:a16="http://schemas.microsoft.com/office/drawing/2014/main" id="{8E2493C5-1AFF-4EA4-B246-1187239DF1F6}"/>
                </a:ext>
              </a:extLst>
            </p:cNvPr>
            <p:cNvGrpSpPr>
              <a:grpSpLocks/>
            </p:cNvGrpSpPr>
            <p:nvPr/>
          </p:nvGrpSpPr>
          <p:grpSpPr bwMode="auto">
            <a:xfrm>
              <a:off x="480" y="1538"/>
              <a:ext cx="2314" cy="298"/>
              <a:chOff x="0" y="992"/>
              <a:chExt cx="695" cy="298"/>
            </a:xfrm>
          </p:grpSpPr>
          <p:sp>
            <p:nvSpPr>
              <p:cNvPr id="27724" name="Rectangle 26">
                <a:extLst>
                  <a:ext uri="{FF2B5EF4-FFF2-40B4-BE49-F238E27FC236}">
                    <a16:creationId xmlns:a16="http://schemas.microsoft.com/office/drawing/2014/main" id="{A79CB22F-3DE4-404B-91A4-DDADC8A22850}"/>
                  </a:ext>
                </a:extLst>
              </p:cNvPr>
              <p:cNvSpPr>
                <a:spLocks noChangeArrowheads="1"/>
              </p:cNvSpPr>
              <p:nvPr/>
            </p:nvSpPr>
            <p:spPr bwMode="auto">
              <a:xfrm>
                <a:off x="4" y="996"/>
                <a:ext cx="68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rPr>
                  <a:t>¬</a:t>
                </a: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rPr>
                  <a:t>∧¬</a:t>
                </a:r>
                <a:r>
                  <a:rPr kumimoji="0" lang="en-US" altLang="zh-CN" b="1" i="1">
                    <a:latin typeface="Times New Roman" panose="02020603050405020304" pitchFamily="18" charset="0"/>
                    <a:ea typeface="黑体" panose="02010609060101010101" pitchFamily="49" charset="-122"/>
                  </a:rPr>
                  <a:t>q</a:t>
                </a:r>
                <a:r>
                  <a:rPr kumimoji="0" lang="en-US" altLang="zh-CN" b="1">
                    <a:latin typeface="Times New Roman" panose="02020603050405020304" pitchFamily="18" charset="0"/>
                    <a:ea typeface="黑体" panose="02010609060101010101" pitchFamily="49" charset="-122"/>
                  </a:rPr>
                  <a:t>∧</a:t>
                </a:r>
                <a:r>
                  <a:rPr kumimoji="0" lang="en-US" altLang="zh-CN" b="1" i="1">
                    <a:latin typeface="Times New Roman" panose="02020603050405020304" pitchFamily="18" charset="0"/>
                    <a:ea typeface="黑体" panose="02010609060101010101" pitchFamily="49" charset="-122"/>
                  </a:rPr>
                  <a:t>r</a:t>
                </a:r>
                <a:endParaRPr kumimoji="0" lang="en-US" altLang="zh-CN" b="1">
                  <a:latin typeface="Times New Roman" panose="02020603050405020304" pitchFamily="18" charset="0"/>
                  <a:ea typeface="黑体" panose="02010609060101010101" pitchFamily="49" charset="-122"/>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27725" name="Rectangle 27">
                <a:extLst>
                  <a:ext uri="{FF2B5EF4-FFF2-40B4-BE49-F238E27FC236}">
                    <a16:creationId xmlns:a16="http://schemas.microsoft.com/office/drawing/2014/main" id="{0840E682-03A2-40C8-8982-C90EE97A41F8}"/>
                  </a:ext>
                </a:extLst>
              </p:cNvPr>
              <p:cNvSpPr>
                <a:spLocks noChangeArrowheads="1"/>
              </p:cNvSpPr>
              <p:nvPr/>
            </p:nvSpPr>
            <p:spPr bwMode="auto">
              <a:xfrm>
                <a:off x="0" y="992"/>
                <a:ext cx="695"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64" name="Group 28">
              <a:extLst>
                <a:ext uri="{FF2B5EF4-FFF2-40B4-BE49-F238E27FC236}">
                  <a16:creationId xmlns:a16="http://schemas.microsoft.com/office/drawing/2014/main" id="{1F7A26C7-0E85-4000-B3AC-716364203360}"/>
                </a:ext>
              </a:extLst>
            </p:cNvPr>
            <p:cNvGrpSpPr>
              <a:grpSpLocks/>
            </p:cNvGrpSpPr>
            <p:nvPr/>
          </p:nvGrpSpPr>
          <p:grpSpPr bwMode="auto">
            <a:xfrm>
              <a:off x="2794" y="1538"/>
              <a:ext cx="979" cy="298"/>
              <a:chOff x="695" y="992"/>
              <a:chExt cx="294" cy="298"/>
            </a:xfrm>
          </p:grpSpPr>
          <p:sp>
            <p:nvSpPr>
              <p:cNvPr id="27722" name="Rectangle 29">
                <a:extLst>
                  <a:ext uri="{FF2B5EF4-FFF2-40B4-BE49-F238E27FC236}">
                    <a16:creationId xmlns:a16="http://schemas.microsoft.com/office/drawing/2014/main" id="{70B9A620-A3E6-429D-BAE5-F93576086ECE}"/>
                  </a:ext>
                </a:extLst>
              </p:cNvPr>
              <p:cNvSpPr>
                <a:spLocks noChangeArrowheads="1"/>
              </p:cNvSpPr>
              <p:nvPr/>
            </p:nvSpPr>
            <p:spPr bwMode="auto">
              <a:xfrm>
                <a:off x="699" y="996"/>
                <a:ext cx="28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001</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723" name="Rectangle 30">
                <a:extLst>
                  <a:ext uri="{FF2B5EF4-FFF2-40B4-BE49-F238E27FC236}">
                    <a16:creationId xmlns:a16="http://schemas.microsoft.com/office/drawing/2014/main" id="{4D547BEE-2759-429C-9525-4C89369CEFE6}"/>
                  </a:ext>
                </a:extLst>
              </p:cNvPr>
              <p:cNvSpPr>
                <a:spLocks noChangeArrowheads="1"/>
              </p:cNvSpPr>
              <p:nvPr/>
            </p:nvSpPr>
            <p:spPr bwMode="auto">
              <a:xfrm>
                <a:off x="695" y="992"/>
                <a:ext cx="29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65" name="Group 31">
              <a:extLst>
                <a:ext uri="{FF2B5EF4-FFF2-40B4-BE49-F238E27FC236}">
                  <a16:creationId xmlns:a16="http://schemas.microsoft.com/office/drawing/2014/main" id="{5FD34538-F130-4725-9010-B9D793B1C8BC}"/>
                </a:ext>
              </a:extLst>
            </p:cNvPr>
            <p:cNvGrpSpPr>
              <a:grpSpLocks/>
            </p:cNvGrpSpPr>
            <p:nvPr/>
          </p:nvGrpSpPr>
          <p:grpSpPr bwMode="auto">
            <a:xfrm>
              <a:off x="3773" y="1538"/>
              <a:ext cx="979" cy="298"/>
              <a:chOff x="989" y="992"/>
              <a:chExt cx="294" cy="298"/>
            </a:xfrm>
          </p:grpSpPr>
          <p:sp>
            <p:nvSpPr>
              <p:cNvPr id="27720" name="Rectangle 32">
                <a:extLst>
                  <a:ext uri="{FF2B5EF4-FFF2-40B4-BE49-F238E27FC236}">
                    <a16:creationId xmlns:a16="http://schemas.microsoft.com/office/drawing/2014/main" id="{46445480-33A7-4412-B976-38AB81A651EF}"/>
                  </a:ext>
                </a:extLst>
              </p:cNvPr>
              <p:cNvSpPr>
                <a:spLocks noChangeArrowheads="1"/>
              </p:cNvSpPr>
              <p:nvPr/>
            </p:nvSpPr>
            <p:spPr bwMode="auto">
              <a:xfrm>
                <a:off x="993" y="996"/>
                <a:ext cx="28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1</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721" name="Rectangle 33">
                <a:extLst>
                  <a:ext uri="{FF2B5EF4-FFF2-40B4-BE49-F238E27FC236}">
                    <a16:creationId xmlns:a16="http://schemas.microsoft.com/office/drawing/2014/main" id="{599C7504-A601-4C21-A528-9F06B7098005}"/>
                  </a:ext>
                </a:extLst>
              </p:cNvPr>
              <p:cNvSpPr>
                <a:spLocks noChangeArrowheads="1"/>
              </p:cNvSpPr>
              <p:nvPr/>
            </p:nvSpPr>
            <p:spPr bwMode="auto">
              <a:xfrm>
                <a:off x="989" y="992"/>
                <a:ext cx="29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66" name="Group 34">
              <a:extLst>
                <a:ext uri="{FF2B5EF4-FFF2-40B4-BE49-F238E27FC236}">
                  <a16:creationId xmlns:a16="http://schemas.microsoft.com/office/drawing/2014/main" id="{3AAE44CF-5DD8-4FE8-8385-AF10FB7763FE}"/>
                </a:ext>
              </a:extLst>
            </p:cNvPr>
            <p:cNvGrpSpPr>
              <a:grpSpLocks/>
            </p:cNvGrpSpPr>
            <p:nvPr/>
          </p:nvGrpSpPr>
          <p:grpSpPr bwMode="auto">
            <a:xfrm>
              <a:off x="480" y="1840"/>
              <a:ext cx="2314" cy="298"/>
              <a:chOff x="0" y="1294"/>
              <a:chExt cx="695" cy="298"/>
            </a:xfrm>
          </p:grpSpPr>
          <p:sp>
            <p:nvSpPr>
              <p:cNvPr id="27718" name="Rectangle 35">
                <a:extLst>
                  <a:ext uri="{FF2B5EF4-FFF2-40B4-BE49-F238E27FC236}">
                    <a16:creationId xmlns:a16="http://schemas.microsoft.com/office/drawing/2014/main" id="{1F59955D-6CB2-49A6-89B9-7C7EB41652FB}"/>
                  </a:ext>
                </a:extLst>
              </p:cNvPr>
              <p:cNvSpPr>
                <a:spLocks noChangeArrowheads="1"/>
              </p:cNvSpPr>
              <p:nvPr/>
            </p:nvSpPr>
            <p:spPr bwMode="auto">
              <a:xfrm>
                <a:off x="4" y="1298"/>
                <a:ext cx="68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rPr>
                  <a:t>¬</a:t>
                </a: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rPr>
                  <a:t>∧</a:t>
                </a:r>
                <a:r>
                  <a:rPr kumimoji="0" lang="en-US" altLang="zh-CN" b="1" i="1">
                    <a:latin typeface="Times New Roman" panose="02020603050405020304" pitchFamily="18" charset="0"/>
                    <a:ea typeface="黑体" panose="02010609060101010101" pitchFamily="49" charset="-122"/>
                  </a:rPr>
                  <a:t>q</a:t>
                </a:r>
                <a:r>
                  <a:rPr kumimoji="0" lang="en-US" altLang="zh-CN" b="1">
                    <a:latin typeface="Times New Roman" panose="02020603050405020304" pitchFamily="18" charset="0"/>
                    <a:ea typeface="黑体" panose="02010609060101010101" pitchFamily="49" charset="-122"/>
                  </a:rPr>
                  <a:t>∧¬</a:t>
                </a:r>
                <a:r>
                  <a:rPr kumimoji="0" lang="en-US" altLang="zh-CN" b="1" i="1">
                    <a:latin typeface="Times New Roman" panose="02020603050405020304" pitchFamily="18" charset="0"/>
                    <a:ea typeface="黑体" panose="02010609060101010101" pitchFamily="49" charset="-122"/>
                  </a:rPr>
                  <a:t>r</a:t>
                </a:r>
                <a:endParaRPr kumimoji="0" lang="en-US" altLang="zh-CN" b="1">
                  <a:latin typeface="Times New Roman" panose="02020603050405020304" pitchFamily="18" charset="0"/>
                  <a:ea typeface="黑体" panose="02010609060101010101" pitchFamily="49" charset="-122"/>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27719" name="Rectangle 36">
                <a:extLst>
                  <a:ext uri="{FF2B5EF4-FFF2-40B4-BE49-F238E27FC236}">
                    <a16:creationId xmlns:a16="http://schemas.microsoft.com/office/drawing/2014/main" id="{EE2F6E68-21C9-4716-BF7B-0D07E7B7E6C9}"/>
                  </a:ext>
                </a:extLst>
              </p:cNvPr>
              <p:cNvSpPr>
                <a:spLocks noChangeArrowheads="1"/>
              </p:cNvSpPr>
              <p:nvPr/>
            </p:nvSpPr>
            <p:spPr bwMode="auto">
              <a:xfrm>
                <a:off x="0" y="1294"/>
                <a:ext cx="695"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67" name="Group 37">
              <a:extLst>
                <a:ext uri="{FF2B5EF4-FFF2-40B4-BE49-F238E27FC236}">
                  <a16:creationId xmlns:a16="http://schemas.microsoft.com/office/drawing/2014/main" id="{A664EDC5-F397-41BB-82CD-4D606AD0429A}"/>
                </a:ext>
              </a:extLst>
            </p:cNvPr>
            <p:cNvGrpSpPr>
              <a:grpSpLocks/>
            </p:cNvGrpSpPr>
            <p:nvPr/>
          </p:nvGrpSpPr>
          <p:grpSpPr bwMode="auto">
            <a:xfrm>
              <a:off x="2794" y="1840"/>
              <a:ext cx="979" cy="298"/>
              <a:chOff x="695" y="1294"/>
              <a:chExt cx="294" cy="298"/>
            </a:xfrm>
          </p:grpSpPr>
          <p:sp>
            <p:nvSpPr>
              <p:cNvPr id="27716" name="Rectangle 38">
                <a:extLst>
                  <a:ext uri="{FF2B5EF4-FFF2-40B4-BE49-F238E27FC236}">
                    <a16:creationId xmlns:a16="http://schemas.microsoft.com/office/drawing/2014/main" id="{600A756F-92E6-4C55-9DB1-601A29DD70BF}"/>
                  </a:ext>
                </a:extLst>
              </p:cNvPr>
              <p:cNvSpPr>
                <a:spLocks noChangeArrowheads="1"/>
              </p:cNvSpPr>
              <p:nvPr/>
            </p:nvSpPr>
            <p:spPr bwMode="auto">
              <a:xfrm>
                <a:off x="699" y="1298"/>
                <a:ext cx="28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010</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717" name="Rectangle 39">
                <a:extLst>
                  <a:ext uri="{FF2B5EF4-FFF2-40B4-BE49-F238E27FC236}">
                    <a16:creationId xmlns:a16="http://schemas.microsoft.com/office/drawing/2014/main" id="{73D31C9D-9A17-4070-961B-FF1C2E0882F4}"/>
                  </a:ext>
                </a:extLst>
              </p:cNvPr>
              <p:cNvSpPr>
                <a:spLocks noChangeArrowheads="1"/>
              </p:cNvSpPr>
              <p:nvPr/>
            </p:nvSpPr>
            <p:spPr bwMode="auto">
              <a:xfrm>
                <a:off x="695" y="1294"/>
                <a:ext cx="29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68" name="Group 40">
              <a:extLst>
                <a:ext uri="{FF2B5EF4-FFF2-40B4-BE49-F238E27FC236}">
                  <a16:creationId xmlns:a16="http://schemas.microsoft.com/office/drawing/2014/main" id="{F115834A-89D7-4B75-9D71-1B016C34592F}"/>
                </a:ext>
              </a:extLst>
            </p:cNvPr>
            <p:cNvGrpSpPr>
              <a:grpSpLocks/>
            </p:cNvGrpSpPr>
            <p:nvPr/>
          </p:nvGrpSpPr>
          <p:grpSpPr bwMode="auto">
            <a:xfrm>
              <a:off x="3773" y="1840"/>
              <a:ext cx="979" cy="298"/>
              <a:chOff x="989" y="1294"/>
              <a:chExt cx="294" cy="298"/>
            </a:xfrm>
          </p:grpSpPr>
          <p:sp>
            <p:nvSpPr>
              <p:cNvPr id="27714" name="Rectangle 41">
                <a:extLst>
                  <a:ext uri="{FF2B5EF4-FFF2-40B4-BE49-F238E27FC236}">
                    <a16:creationId xmlns:a16="http://schemas.microsoft.com/office/drawing/2014/main" id="{9BF69013-C4B8-469F-BB8D-9DB551DBE0FD}"/>
                  </a:ext>
                </a:extLst>
              </p:cNvPr>
              <p:cNvSpPr>
                <a:spLocks noChangeArrowheads="1"/>
              </p:cNvSpPr>
              <p:nvPr/>
            </p:nvSpPr>
            <p:spPr bwMode="auto">
              <a:xfrm>
                <a:off x="993" y="1298"/>
                <a:ext cx="28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715" name="Rectangle 42">
                <a:extLst>
                  <a:ext uri="{FF2B5EF4-FFF2-40B4-BE49-F238E27FC236}">
                    <a16:creationId xmlns:a16="http://schemas.microsoft.com/office/drawing/2014/main" id="{FDA4ADA6-EF18-4788-8605-CEB24CE2BFE5}"/>
                  </a:ext>
                </a:extLst>
              </p:cNvPr>
              <p:cNvSpPr>
                <a:spLocks noChangeArrowheads="1"/>
              </p:cNvSpPr>
              <p:nvPr/>
            </p:nvSpPr>
            <p:spPr bwMode="auto">
              <a:xfrm>
                <a:off x="989" y="1294"/>
                <a:ext cx="29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69" name="Group 43">
              <a:extLst>
                <a:ext uri="{FF2B5EF4-FFF2-40B4-BE49-F238E27FC236}">
                  <a16:creationId xmlns:a16="http://schemas.microsoft.com/office/drawing/2014/main" id="{765E11BD-FB40-4F1A-92D0-51221F5E3259}"/>
                </a:ext>
              </a:extLst>
            </p:cNvPr>
            <p:cNvGrpSpPr>
              <a:grpSpLocks/>
            </p:cNvGrpSpPr>
            <p:nvPr/>
          </p:nvGrpSpPr>
          <p:grpSpPr bwMode="auto">
            <a:xfrm>
              <a:off x="480" y="2142"/>
              <a:ext cx="2314" cy="298"/>
              <a:chOff x="0" y="1596"/>
              <a:chExt cx="695" cy="298"/>
            </a:xfrm>
          </p:grpSpPr>
          <p:sp>
            <p:nvSpPr>
              <p:cNvPr id="27712" name="Rectangle 44">
                <a:extLst>
                  <a:ext uri="{FF2B5EF4-FFF2-40B4-BE49-F238E27FC236}">
                    <a16:creationId xmlns:a16="http://schemas.microsoft.com/office/drawing/2014/main" id="{60FAEB79-6F7E-406C-A34B-55052A081CFF}"/>
                  </a:ext>
                </a:extLst>
              </p:cNvPr>
              <p:cNvSpPr>
                <a:spLocks noChangeArrowheads="1"/>
              </p:cNvSpPr>
              <p:nvPr/>
            </p:nvSpPr>
            <p:spPr bwMode="auto">
              <a:xfrm>
                <a:off x="4" y="1600"/>
                <a:ext cx="68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rPr>
                  <a:t>¬</a:t>
                </a: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rPr>
                  <a:t>∧</a:t>
                </a:r>
                <a:r>
                  <a:rPr kumimoji="0" lang="en-US" altLang="zh-CN" b="1" i="1">
                    <a:latin typeface="Times New Roman" panose="02020603050405020304" pitchFamily="18" charset="0"/>
                    <a:ea typeface="黑体" panose="02010609060101010101" pitchFamily="49" charset="-122"/>
                  </a:rPr>
                  <a:t>q</a:t>
                </a:r>
                <a:r>
                  <a:rPr kumimoji="0" lang="en-US" altLang="zh-CN" b="1">
                    <a:latin typeface="Times New Roman" panose="02020603050405020304" pitchFamily="18" charset="0"/>
                    <a:ea typeface="黑体" panose="02010609060101010101" pitchFamily="49" charset="-122"/>
                  </a:rPr>
                  <a:t>∧</a:t>
                </a:r>
                <a:r>
                  <a:rPr kumimoji="0" lang="en-US" altLang="zh-CN" b="1" i="1">
                    <a:latin typeface="Times New Roman" panose="02020603050405020304" pitchFamily="18" charset="0"/>
                    <a:ea typeface="黑体" panose="02010609060101010101" pitchFamily="49" charset="-122"/>
                  </a:rPr>
                  <a:t>r</a:t>
                </a:r>
                <a:endParaRPr kumimoji="0" lang="en-US" altLang="zh-CN" b="1">
                  <a:latin typeface="Times New Roman" panose="02020603050405020304" pitchFamily="18" charset="0"/>
                  <a:ea typeface="黑体" panose="02010609060101010101" pitchFamily="49" charset="-122"/>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27713" name="Rectangle 45">
                <a:extLst>
                  <a:ext uri="{FF2B5EF4-FFF2-40B4-BE49-F238E27FC236}">
                    <a16:creationId xmlns:a16="http://schemas.microsoft.com/office/drawing/2014/main" id="{D4C02878-6A3B-4574-BAA0-036AE125A4B2}"/>
                  </a:ext>
                </a:extLst>
              </p:cNvPr>
              <p:cNvSpPr>
                <a:spLocks noChangeArrowheads="1"/>
              </p:cNvSpPr>
              <p:nvPr/>
            </p:nvSpPr>
            <p:spPr bwMode="auto">
              <a:xfrm>
                <a:off x="0" y="1596"/>
                <a:ext cx="695"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70" name="Group 46">
              <a:extLst>
                <a:ext uri="{FF2B5EF4-FFF2-40B4-BE49-F238E27FC236}">
                  <a16:creationId xmlns:a16="http://schemas.microsoft.com/office/drawing/2014/main" id="{1BF2E8DE-131E-4872-A77F-8B8E00D27206}"/>
                </a:ext>
              </a:extLst>
            </p:cNvPr>
            <p:cNvGrpSpPr>
              <a:grpSpLocks/>
            </p:cNvGrpSpPr>
            <p:nvPr/>
          </p:nvGrpSpPr>
          <p:grpSpPr bwMode="auto">
            <a:xfrm>
              <a:off x="2794" y="2142"/>
              <a:ext cx="979" cy="298"/>
              <a:chOff x="695" y="1596"/>
              <a:chExt cx="294" cy="298"/>
            </a:xfrm>
          </p:grpSpPr>
          <p:sp>
            <p:nvSpPr>
              <p:cNvPr id="27710" name="Rectangle 47">
                <a:extLst>
                  <a:ext uri="{FF2B5EF4-FFF2-40B4-BE49-F238E27FC236}">
                    <a16:creationId xmlns:a16="http://schemas.microsoft.com/office/drawing/2014/main" id="{A20DFE66-7A21-4325-8F11-302B3DF8E29E}"/>
                  </a:ext>
                </a:extLst>
              </p:cNvPr>
              <p:cNvSpPr>
                <a:spLocks noChangeArrowheads="1"/>
              </p:cNvSpPr>
              <p:nvPr/>
            </p:nvSpPr>
            <p:spPr bwMode="auto">
              <a:xfrm>
                <a:off x="699" y="1600"/>
                <a:ext cx="28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011</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711" name="Rectangle 48">
                <a:extLst>
                  <a:ext uri="{FF2B5EF4-FFF2-40B4-BE49-F238E27FC236}">
                    <a16:creationId xmlns:a16="http://schemas.microsoft.com/office/drawing/2014/main" id="{93F4567A-989C-4C99-8063-F7742B3D6A62}"/>
                  </a:ext>
                </a:extLst>
              </p:cNvPr>
              <p:cNvSpPr>
                <a:spLocks noChangeArrowheads="1"/>
              </p:cNvSpPr>
              <p:nvPr/>
            </p:nvSpPr>
            <p:spPr bwMode="auto">
              <a:xfrm>
                <a:off x="695" y="1596"/>
                <a:ext cx="29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71" name="Group 49">
              <a:extLst>
                <a:ext uri="{FF2B5EF4-FFF2-40B4-BE49-F238E27FC236}">
                  <a16:creationId xmlns:a16="http://schemas.microsoft.com/office/drawing/2014/main" id="{5A7787CD-E2C4-43EE-9B02-AF54F92E9950}"/>
                </a:ext>
              </a:extLst>
            </p:cNvPr>
            <p:cNvGrpSpPr>
              <a:grpSpLocks/>
            </p:cNvGrpSpPr>
            <p:nvPr/>
          </p:nvGrpSpPr>
          <p:grpSpPr bwMode="auto">
            <a:xfrm>
              <a:off x="3773" y="2142"/>
              <a:ext cx="979" cy="298"/>
              <a:chOff x="989" y="1596"/>
              <a:chExt cx="294" cy="298"/>
            </a:xfrm>
          </p:grpSpPr>
          <p:sp>
            <p:nvSpPr>
              <p:cNvPr id="27708" name="Rectangle 50">
                <a:extLst>
                  <a:ext uri="{FF2B5EF4-FFF2-40B4-BE49-F238E27FC236}">
                    <a16:creationId xmlns:a16="http://schemas.microsoft.com/office/drawing/2014/main" id="{0DB3C99B-FF66-4E01-9B22-A5735E5C7D6C}"/>
                  </a:ext>
                </a:extLst>
              </p:cNvPr>
              <p:cNvSpPr>
                <a:spLocks noChangeArrowheads="1"/>
              </p:cNvSpPr>
              <p:nvPr/>
            </p:nvSpPr>
            <p:spPr bwMode="auto">
              <a:xfrm>
                <a:off x="993" y="1600"/>
                <a:ext cx="28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709" name="Rectangle 51">
                <a:extLst>
                  <a:ext uri="{FF2B5EF4-FFF2-40B4-BE49-F238E27FC236}">
                    <a16:creationId xmlns:a16="http://schemas.microsoft.com/office/drawing/2014/main" id="{6AA77A1A-12DF-45E2-B85F-89DD9516BD1D}"/>
                  </a:ext>
                </a:extLst>
              </p:cNvPr>
              <p:cNvSpPr>
                <a:spLocks noChangeArrowheads="1"/>
              </p:cNvSpPr>
              <p:nvPr/>
            </p:nvSpPr>
            <p:spPr bwMode="auto">
              <a:xfrm>
                <a:off x="989" y="1596"/>
                <a:ext cx="29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72" name="Group 52">
              <a:extLst>
                <a:ext uri="{FF2B5EF4-FFF2-40B4-BE49-F238E27FC236}">
                  <a16:creationId xmlns:a16="http://schemas.microsoft.com/office/drawing/2014/main" id="{B6AB11FE-F988-4D0C-8C6E-E266E673112C}"/>
                </a:ext>
              </a:extLst>
            </p:cNvPr>
            <p:cNvGrpSpPr>
              <a:grpSpLocks/>
            </p:cNvGrpSpPr>
            <p:nvPr/>
          </p:nvGrpSpPr>
          <p:grpSpPr bwMode="auto">
            <a:xfrm>
              <a:off x="480" y="2444"/>
              <a:ext cx="2314" cy="298"/>
              <a:chOff x="0" y="1898"/>
              <a:chExt cx="695" cy="298"/>
            </a:xfrm>
          </p:grpSpPr>
          <p:sp>
            <p:nvSpPr>
              <p:cNvPr id="27706" name="Rectangle 53">
                <a:extLst>
                  <a:ext uri="{FF2B5EF4-FFF2-40B4-BE49-F238E27FC236}">
                    <a16:creationId xmlns:a16="http://schemas.microsoft.com/office/drawing/2014/main" id="{8375E056-C8B7-4184-849D-26F71F8D4C4A}"/>
                  </a:ext>
                </a:extLst>
              </p:cNvPr>
              <p:cNvSpPr>
                <a:spLocks noChangeArrowheads="1"/>
              </p:cNvSpPr>
              <p:nvPr/>
            </p:nvSpPr>
            <p:spPr bwMode="auto">
              <a:xfrm>
                <a:off x="4" y="1902"/>
                <a:ext cx="68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q</a:t>
                </a: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r</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707" name="Rectangle 54">
                <a:extLst>
                  <a:ext uri="{FF2B5EF4-FFF2-40B4-BE49-F238E27FC236}">
                    <a16:creationId xmlns:a16="http://schemas.microsoft.com/office/drawing/2014/main" id="{CBBD0C2C-EF13-4CA4-BC21-6675E12EF651}"/>
                  </a:ext>
                </a:extLst>
              </p:cNvPr>
              <p:cNvSpPr>
                <a:spLocks noChangeArrowheads="1"/>
              </p:cNvSpPr>
              <p:nvPr/>
            </p:nvSpPr>
            <p:spPr bwMode="auto">
              <a:xfrm>
                <a:off x="0" y="1898"/>
                <a:ext cx="695"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73" name="Group 55">
              <a:extLst>
                <a:ext uri="{FF2B5EF4-FFF2-40B4-BE49-F238E27FC236}">
                  <a16:creationId xmlns:a16="http://schemas.microsoft.com/office/drawing/2014/main" id="{764AF9F3-21A7-4E67-AAD2-42D6100C719A}"/>
                </a:ext>
              </a:extLst>
            </p:cNvPr>
            <p:cNvGrpSpPr>
              <a:grpSpLocks/>
            </p:cNvGrpSpPr>
            <p:nvPr/>
          </p:nvGrpSpPr>
          <p:grpSpPr bwMode="auto">
            <a:xfrm>
              <a:off x="2794" y="2444"/>
              <a:ext cx="979" cy="298"/>
              <a:chOff x="695" y="1898"/>
              <a:chExt cx="294" cy="298"/>
            </a:xfrm>
          </p:grpSpPr>
          <p:sp>
            <p:nvSpPr>
              <p:cNvPr id="27704" name="Rectangle 56">
                <a:extLst>
                  <a:ext uri="{FF2B5EF4-FFF2-40B4-BE49-F238E27FC236}">
                    <a16:creationId xmlns:a16="http://schemas.microsoft.com/office/drawing/2014/main" id="{98BFDB60-1F6A-47BF-A769-2C23778D61E1}"/>
                  </a:ext>
                </a:extLst>
              </p:cNvPr>
              <p:cNvSpPr>
                <a:spLocks noChangeArrowheads="1"/>
              </p:cNvSpPr>
              <p:nvPr/>
            </p:nvSpPr>
            <p:spPr bwMode="auto">
              <a:xfrm>
                <a:off x="699" y="1902"/>
                <a:ext cx="28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100</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705" name="Rectangle 57">
                <a:extLst>
                  <a:ext uri="{FF2B5EF4-FFF2-40B4-BE49-F238E27FC236}">
                    <a16:creationId xmlns:a16="http://schemas.microsoft.com/office/drawing/2014/main" id="{ECF2A081-D3DF-4F3B-B059-9B96B8C0757D}"/>
                  </a:ext>
                </a:extLst>
              </p:cNvPr>
              <p:cNvSpPr>
                <a:spLocks noChangeArrowheads="1"/>
              </p:cNvSpPr>
              <p:nvPr/>
            </p:nvSpPr>
            <p:spPr bwMode="auto">
              <a:xfrm>
                <a:off x="695" y="1898"/>
                <a:ext cx="29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74" name="Group 58">
              <a:extLst>
                <a:ext uri="{FF2B5EF4-FFF2-40B4-BE49-F238E27FC236}">
                  <a16:creationId xmlns:a16="http://schemas.microsoft.com/office/drawing/2014/main" id="{DA00B7FB-D890-4233-B682-8D44FA79BF94}"/>
                </a:ext>
              </a:extLst>
            </p:cNvPr>
            <p:cNvGrpSpPr>
              <a:grpSpLocks/>
            </p:cNvGrpSpPr>
            <p:nvPr/>
          </p:nvGrpSpPr>
          <p:grpSpPr bwMode="auto">
            <a:xfrm>
              <a:off x="3773" y="2444"/>
              <a:ext cx="979" cy="298"/>
              <a:chOff x="989" y="1898"/>
              <a:chExt cx="294" cy="298"/>
            </a:xfrm>
          </p:grpSpPr>
          <p:sp>
            <p:nvSpPr>
              <p:cNvPr id="27702" name="Rectangle 59">
                <a:extLst>
                  <a:ext uri="{FF2B5EF4-FFF2-40B4-BE49-F238E27FC236}">
                    <a16:creationId xmlns:a16="http://schemas.microsoft.com/office/drawing/2014/main" id="{40AE8041-3538-4571-B00A-25D611CC11A9}"/>
                  </a:ext>
                </a:extLst>
              </p:cNvPr>
              <p:cNvSpPr>
                <a:spLocks noChangeArrowheads="1"/>
              </p:cNvSpPr>
              <p:nvPr/>
            </p:nvSpPr>
            <p:spPr bwMode="auto">
              <a:xfrm>
                <a:off x="993" y="1902"/>
                <a:ext cx="28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4</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703" name="Rectangle 60">
                <a:extLst>
                  <a:ext uri="{FF2B5EF4-FFF2-40B4-BE49-F238E27FC236}">
                    <a16:creationId xmlns:a16="http://schemas.microsoft.com/office/drawing/2014/main" id="{5C5EAD58-B4D8-4744-BDE1-D73B76B7918E}"/>
                  </a:ext>
                </a:extLst>
              </p:cNvPr>
              <p:cNvSpPr>
                <a:spLocks noChangeArrowheads="1"/>
              </p:cNvSpPr>
              <p:nvPr/>
            </p:nvSpPr>
            <p:spPr bwMode="auto">
              <a:xfrm>
                <a:off x="989" y="1898"/>
                <a:ext cx="29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75" name="Group 61">
              <a:extLst>
                <a:ext uri="{FF2B5EF4-FFF2-40B4-BE49-F238E27FC236}">
                  <a16:creationId xmlns:a16="http://schemas.microsoft.com/office/drawing/2014/main" id="{6F642D4B-26A0-4D29-B890-D0B5ABDA6B3E}"/>
                </a:ext>
              </a:extLst>
            </p:cNvPr>
            <p:cNvGrpSpPr>
              <a:grpSpLocks/>
            </p:cNvGrpSpPr>
            <p:nvPr/>
          </p:nvGrpSpPr>
          <p:grpSpPr bwMode="auto">
            <a:xfrm>
              <a:off x="480" y="2746"/>
              <a:ext cx="2314" cy="298"/>
              <a:chOff x="0" y="2200"/>
              <a:chExt cx="695" cy="298"/>
            </a:xfrm>
          </p:grpSpPr>
          <p:sp>
            <p:nvSpPr>
              <p:cNvPr id="27700" name="Rectangle 62">
                <a:extLst>
                  <a:ext uri="{FF2B5EF4-FFF2-40B4-BE49-F238E27FC236}">
                    <a16:creationId xmlns:a16="http://schemas.microsoft.com/office/drawing/2014/main" id="{1E98ECF4-8124-4D27-B79B-9FFFE6F7751E}"/>
                  </a:ext>
                </a:extLst>
              </p:cNvPr>
              <p:cNvSpPr>
                <a:spLocks noChangeArrowheads="1"/>
              </p:cNvSpPr>
              <p:nvPr/>
            </p:nvSpPr>
            <p:spPr bwMode="auto">
              <a:xfrm>
                <a:off x="4" y="2204"/>
                <a:ext cx="68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q</a:t>
                </a: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r</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701" name="Rectangle 63">
                <a:extLst>
                  <a:ext uri="{FF2B5EF4-FFF2-40B4-BE49-F238E27FC236}">
                    <a16:creationId xmlns:a16="http://schemas.microsoft.com/office/drawing/2014/main" id="{83341F13-3E2D-4C46-A7C3-7405CDC64884}"/>
                  </a:ext>
                </a:extLst>
              </p:cNvPr>
              <p:cNvSpPr>
                <a:spLocks noChangeArrowheads="1"/>
              </p:cNvSpPr>
              <p:nvPr/>
            </p:nvSpPr>
            <p:spPr bwMode="auto">
              <a:xfrm>
                <a:off x="0" y="2200"/>
                <a:ext cx="695"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76" name="Group 64">
              <a:extLst>
                <a:ext uri="{FF2B5EF4-FFF2-40B4-BE49-F238E27FC236}">
                  <a16:creationId xmlns:a16="http://schemas.microsoft.com/office/drawing/2014/main" id="{67EF8FA5-E9FF-4E01-89A2-64AFA3991B10}"/>
                </a:ext>
              </a:extLst>
            </p:cNvPr>
            <p:cNvGrpSpPr>
              <a:grpSpLocks/>
            </p:cNvGrpSpPr>
            <p:nvPr/>
          </p:nvGrpSpPr>
          <p:grpSpPr bwMode="auto">
            <a:xfrm>
              <a:off x="2794" y="2746"/>
              <a:ext cx="979" cy="298"/>
              <a:chOff x="695" y="2200"/>
              <a:chExt cx="294" cy="298"/>
            </a:xfrm>
          </p:grpSpPr>
          <p:sp>
            <p:nvSpPr>
              <p:cNvPr id="27698" name="Rectangle 65">
                <a:extLst>
                  <a:ext uri="{FF2B5EF4-FFF2-40B4-BE49-F238E27FC236}">
                    <a16:creationId xmlns:a16="http://schemas.microsoft.com/office/drawing/2014/main" id="{674A6034-E1A4-4163-930E-776D12340A84}"/>
                  </a:ext>
                </a:extLst>
              </p:cNvPr>
              <p:cNvSpPr>
                <a:spLocks noChangeArrowheads="1"/>
              </p:cNvSpPr>
              <p:nvPr/>
            </p:nvSpPr>
            <p:spPr bwMode="auto">
              <a:xfrm>
                <a:off x="699" y="2204"/>
                <a:ext cx="28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101</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699" name="Rectangle 66">
                <a:extLst>
                  <a:ext uri="{FF2B5EF4-FFF2-40B4-BE49-F238E27FC236}">
                    <a16:creationId xmlns:a16="http://schemas.microsoft.com/office/drawing/2014/main" id="{F8FA605C-DC1C-4E09-A308-1AF9EDCB186D}"/>
                  </a:ext>
                </a:extLst>
              </p:cNvPr>
              <p:cNvSpPr>
                <a:spLocks noChangeArrowheads="1"/>
              </p:cNvSpPr>
              <p:nvPr/>
            </p:nvSpPr>
            <p:spPr bwMode="auto">
              <a:xfrm>
                <a:off x="695" y="2200"/>
                <a:ext cx="29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77" name="Group 67">
              <a:extLst>
                <a:ext uri="{FF2B5EF4-FFF2-40B4-BE49-F238E27FC236}">
                  <a16:creationId xmlns:a16="http://schemas.microsoft.com/office/drawing/2014/main" id="{C2BADF3D-4169-4AD8-853E-D87DFB0FE393}"/>
                </a:ext>
              </a:extLst>
            </p:cNvPr>
            <p:cNvGrpSpPr>
              <a:grpSpLocks/>
            </p:cNvGrpSpPr>
            <p:nvPr/>
          </p:nvGrpSpPr>
          <p:grpSpPr bwMode="auto">
            <a:xfrm>
              <a:off x="3773" y="2746"/>
              <a:ext cx="979" cy="298"/>
              <a:chOff x="989" y="2200"/>
              <a:chExt cx="294" cy="298"/>
            </a:xfrm>
          </p:grpSpPr>
          <p:sp>
            <p:nvSpPr>
              <p:cNvPr id="27696" name="Rectangle 68">
                <a:extLst>
                  <a:ext uri="{FF2B5EF4-FFF2-40B4-BE49-F238E27FC236}">
                    <a16:creationId xmlns:a16="http://schemas.microsoft.com/office/drawing/2014/main" id="{27AC0E84-5FC7-417B-8657-D651311061C9}"/>
                  </a:ext>
                </a:extLst>
              </p:cNvPr>
              <p:cNvSpPr>
                <a:spLocks noChangeArrowheads="1"/>
              </p:cNvSpPr>
              <p:nvPr/>
            </p:nvSpPr>
            <p:spPr bwMode="auto">
              <a:xfrm>
                <a:off x="993" y="2204"/>
                <a:ext cx="28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5</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697" name="Rectangle 69">
                <a:extLst>
                  <a:ext uri="{FF2B5EF4-FFF2-40B4-BE49-F238E27FC236}">
                    <a16:creationId xmlns:a16="http://schemas.microsoft.com/office/drawing/2014/main" id="{B09C5BBC-7743-40E3-96E8-FEF843810E33}"/>
                  </a:ext>
                </a:extLst>
              </p:cNvPr>
              <p:cNvSpPr>
                <a:spLocks noChangeArrowheads="1"/>
              </p:cNvSpPr>
              <p:nvPr/>
            </p:nvSpPr>
            <p:spPr bwMode="auto">
              <a:xfrm>
                <a:off x="989" y="2200"/>
                <a:ext cx="29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78" name="Group 70">
              <a:extLst>
                <a:ext uri="{FF2B5EF4-FFF2-40B4-BE49-F238E27FC236}">
                  <a16:creationId xmlns:a16="http://schemas.microsoft.com/office/drawing/2014/main" id="{0E6A884C-683C-49DE-8075-B29F189FE572}"/>
                </a:ext>
              </a:extLst>
            </p:cNvPr>
            <p:cNvGrpSpPr>
              <a:grpSpLocks/>
            </p:cNvGrpSpPr>
            <p:nvPr/>
          </p:nvGrpSpPr>
          <p:grpSpPr bwMode="auto">
            <a:xfrm>
              <a:off x="480" y="3048"/>
              <a:ext cx="2314" cy="298"/>
              <a:chOff x="0" y="2502"/>
              <a:chExt cx="695" cy="298"/>
            </a:xfrm>
          </p:grpSpPr>
          <p:sp>
            <p:nvSpPr>
              <p:cNvPr id="27694" name="Rectangle 71">
                <a:extLst>
                  <a:ext uri="{FF2B5EF4-FFF2-40B4-BE49-F238E27FC236}">
                    <a16:creationId xmlns:a16="http://schemas.microsoft.com/office/drawing/2014/main" id="{B5C7CA9E-B668-4F9A-B8F0-F1DCD1BE4898}"/>
                  </a:ext>
                </a:extLst>
              </p:cNvPr>
              <p:cNvSpPr>
                <a:spLocks noChangeArrowheads="1"/>
              </p:cNvSpPr>
              <p:nvPr/>
            </p:nvSpPr>
            <p:spPr bwMode="auto">
              <a:xfrm>
                <a:off x="4" y="2506"/>
                <a:ext cx="68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q</a:t>
                </a: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r</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695" name="Rectangle 72">
                <a:extLst>
                  <a:ext uri="{FF2B5EF4-FFF2-40B4-BE49-F238E27FC236}">
                    <a16:creationId xmlns:a16="http://schemas.microsoft.com/office/drawing/2014/main" id="{A4C8AE39-5470-46DD-BEE8-D173884F7210}"/>
                  </a:ext>
                </a:extLst>
              </p:cNvPr>
              <p:cNvSpPr>
                <a:spLocks noChangeArrowheads="1"/>
              </p:cNvSpPr>
              <p:nvPr/>
            </p:nvSpPr>
            <p:spPr bwMode="auto">
              <a:xfrm>
                <a:off x="0" y="2502"/>
                <a:ext cx="695"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79" name="Group 73">
              <a:extLst>
                <a:ext uri="{FF2B5EF4-FFF2-40B4-BE49-F238E27FC236}">
                  <a16:creationId xmlns:a16="http://schemas.microsoft.com/office/drawing/2014/main" id="{01605CD5-7E55-4CB3-9B2C-219FE8173809}"/>
                </a:ext>
              </a:extLst>
            </p:cNvPr>
            <p:cNvGrpSpPr>
              <a:grpSpLocks/>
            </p:cNvGrpSpPr>
            <p:nvPr/>
          </p:nvGrpSpPr>
          <p:grpSpPr bwMode="auto">
            <a:xfrm>
              <a:off x="2794" y="3048"/>
              <a:ext cx="979" cy="298"/>
              <a:chOff x="695" y="2502"/>
              <a:chExt cx="294" cy="298"/>
            </a:xfrm>
          </p:grpSpPr>
          <p:sp>
            <p:nvSpPr>
              <p:cNvPr id="27692" name="Rectangle 74">
                <a:extLst>
                  <a:ext uri="{FF2B5EF4-FFF2-40B4-BE49-F238E27FC236}">
                    <a16:creationId xmlns:a16="http://schemas.microsoft.com/office/drawing/2014/main" id="{51823E73-25E1-48E7-962F-264E7F988698}"/>
                  </a:ext>
                </a:extLst>
              </p:cNvPr>
              <p:cNvSpPr>
                <a:spLocks noChangeArrowheads="1"/>
              </p:cNvSpPr>
              <p:nvPr/>
            </p:nvSpPr>
            <p:spPr bwMode="auto">
              <a:xfrm>
                <a:off x="699" y="2506"/>
                <a:ext cx="28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110</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693" name="Rectangle 75">
                <a:extLst>
                  <a:ext uri="{FF2B5EF4-FFF2-40B4-BE49-F238E27FC236}">
                    <a16:creationId xmlns:a16="http://schemas.microsoft.com/office/drawing/2014/main" id="{F2B9DA76-3714-4D78-95C6-33B551618AAC}"/>
                  </a:ext>
                </a:extLst>
              </p:cNvPr>
              <p:cNvSpPr>
                <a:spLocks noChangeArrowheads="1"/>
              </p:cNvSpPr>
              <p:nvPr/>
            </p:nvSpPr>
            <p:spPr bwMode="auto">
              <a:xfrm>
                <a:off x="695" y="2502"/>
                <a:ext cx="29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80" name="Group 76">
              <a:extLst>
                <a:ext uri="{FF2B5EF4-FFF2-40B4-BE49-F238E27FC236}">
                  <a16:creationId xmlns:a16="http://schemas.microsoft.com/office/drawing/2014/main" id="{3AFEC563-6D43-40AF-8717-1C3B3E416CB2}"/>
                </a:ext>
              </a:extLst>
            </p:cNvPr>
            <p:cNvGrpSpPr>
              <a:grpSpLocks/>
            </p:cNvGrpSpPr>
            <p:nvPr/>
          </p:nvGrpSpPr>
          <p:grpSpPr bwMode="auto">
            <a:xfrm>
              <a:off x="3773" y="3048"/>
              <a:ext cx="979" cy="298"/>
              <a:chOff x="989" y="2502"/>
              <a:chExt cx="294" cy="298"/>
            </a:xfrm>
          </p:grpSpPr>
          <p:sp>
            <p:nvSpPr>
              <p:cNvPr id="27690" name="Rectangle 77">
                <a:extLst>
                  <a:ext uri="{FF2B5EF4-FFF2-40B4-BE49-F238E27FC236}">
                    <a16:creationId xmlns:a16="http://schemas.microsoft.com/office/drawing/2014/main" id="{CF4910E0-7859-4EF9-B8C5-7EB8E1D7BF28}"/>
                  </a:ext>
                </a:extLst>
              </p:cNvPr>
              <p:cNvSpPr>
                <a:spLocks noChangeArrowheads="1"/>
              </p:cNvSpPr>
              <p:nvPr/>
            </p:nvSpPr>
            <p:spPr bwMode="auto">
              <a:xfrm>
                <a:off x="993" y="2506"/>
                <a:ext cx="28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691" name="Rectangle 78">
                <a:extLst>
                  <a:ext uri="{FF2B5EF4-FFF2-40B4-BE49-F238E27FC236}">
                    <a16:creationId xmlns:a16="http://schemas.microsoft.com/office/drawing/2014/main" id="{A89D9977-1CF5-4E67-BE3C-43C33744CB10}"/>
                  </a:ext>
                </a:extLst>
              </p:cNvPr>
              <p:cNvSpPr>
                <a:spLocks noChangeArrowheads="1"/>
              </p:cNvSpPr>
              <p:nvPr/>
            </p:nvSpPr>
            <p:spPr bwMode="auto">
              <a:xfrm>
                <a:off x="989" y="2502"/>
                <a:ext cx="29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81" name="Group 79">
              <a:extLst>
                <a:ext uri="{FF2B5EF4-FFF2-40B4-BE49-F238E27FC236}">
                  <a16:creationId xmlns:a16="http://schemas.microsoft.com/office/drawing/2014/main" id="{14FDD467-DB2A-475D-B6F0-04CF847E2875}"/>
                </a:ext>
              </a:extLst>
            </p:cNvPr>
            <p:cNvGrpSpPr>
              <a:grpSpLocks/>
            </p:cNvGrpSpPr>
            <p:nvPr/>
          </p:nvGrpSpPr>
          <p:grpSpPr bwMode="auto">
            <a:xfrm>
              <a:off x="480" y="3350"/>
              <a:ext cx="2314" cy="298"/>
              <a:chOff x="0" y="2804"/>
              <a:chExt cx="695" cy="298"/>
            </a:xfrm>
          </p:grpSpPr>
          <p:sp>
            <p:nvSpPr>
              <p:cNvPr id="27688" name="Rectangle 80">
                <a:extLst>
                  <a:ext uri="{FF2B5EF4-FFF2-40B4-BE49-F238E27FC236}">
                    <a16:creationId xmlns:a16="http://schemas.microsoft.com/office/drawing/2014/main" id="{CF0C8192-A621-4A31-801D-774F41D84CE6}"/>
                  </a:ext>
                </a:extLst>
              </p:cNvPr>
              <p:cNvSpPr>
                <a:spLocks noChangeArrowheads="1"/>
              </p:cNvSpPr>
              <p:nvPr/>
            </p:nvSpPr>
            <p:spPr bwMode="auto">
              <a:xfrm>
                <a:off x="4" y="2808"/>
                <a:ext cx="687"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q</a:t>
                </a: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a:t>
                </a: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r</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689" name="Rectangle 81">
                <a:extLst>
                  <a:ext uri="{FF2B5EF4-FFF2-40B4-BE49-F238E27FC236}">
                    <a16:creationId xmlns:a16="http://schemas.microsoft.com/office/drawing/2014/main" id="{9321EF84-D3FE-40CD-8216-0BC7148256F3}"/>
                  </a:ext>
                </a:extLst>
              </p:cNvPr>
              <p:cNvSpPr>
                <a:spLocks noChangeArrowheads="1"/>
              </p:cNvSpPr>
              <p:nvPr/>
            </p:nvSpPr>
            <p:spPr bwMode="auto">
              <a:xfrm>
                <a:off x="0" y="2804"/>
                <a:ext cx="695"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82" name="Group 82">
              <a:extLst>
                <a:ext uri="{FF2B5EF4-FFF2-40B4-BE49-F238E27FC236}">
                  <a16:creationId xmlns:a16="http://schemas.microsoft.com/office/drawing/2014/main" id="{3F7B8680-7D56-46BA-B181-0A667AF03C5C}"/>
                </a:ext>
              </a:extLst>
            </p:cNvPr>
            <p:cNvGrpSpPr>
              <a:grpSpLocks/>
            </p:cNvGrpSpPr>
            <p:nvPr/>
          </p:nvGrpSpPr>
          <p:grpSpPr bwMode="auto">
            <a:xfrm>
              <a:off x="2794" y="3350"/>
              <a:ext cx="979" cy="298"/>
              <a:chOff x="695" y="2804"/>
              <a:chExt cx="294" cy="298"/>
            </a:xfrm>
          </p:grpSpPr>
          <p:sp>
            <p:nvSpPr>
              <p:cNvPr id="27686" name="Rectangle 83">
                <a:extLst>
                  <a:ext uri="{FF2B5EF4-FFF2-40B4-BE49-F238E27FC236}">
                    <a16:creationId xmlns:a16="http://schemas.microsoft.com/office/drawing/2014/main" id="{AD70178B-92E5-4922-B3C8-C369F6FA111F}"/>
                  </a:ext>
                </a:extLst>
              </p:cNvPr>
              <p:cNvSpPr>
                <a:spLocks noChangeArrowheads="1"/>
              </p:cNvSpPr>
              <p:nvPr/>
            </p:nvSpPr>
            <p:spPr bwMode="auto">
              <a:xfrm>
                <a:off x="699" y="2808"/>
                <a:ext cx="28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111</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687" name="Rectangle 84">
                <a:extLst>
                  <a:ext uri="{FF2B5EF4-FFF2-40B4-BE49-F238E27FC236}">
                    <a16:creationId xmlns:a16="http://schemas.microsoft.com/office/drawing/2014/main" id="{05782E8E-8EE3-45DA-B9F9-D55B4AB06B52}"/>
                  </a:ext>
                </a:extLst>
              </p:cNvPr>
              <p:cNvSpPr>
                <a:spLocks noChangeArrowheads="1"/>
              </p:cNvSpPr>
              <p:nvPr/>
            </p:nvSpPr>
            <p:spPr bwMode="auto">
              <a:xfrm>
                <a:off x="695" y="2804"/>
                <a:ext cx="29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27683" name="Group 85">
              <a:extLst>
                <a:ext uri="{FF2B5EF4-FFF2-40B4-BE49-F238E27FC236}">
                  <a16:creationId xmlns:a16="http://schemas.microsoft.com/office/drawing/2014/main" id="{87460BF8-4DC0-4A70-B37C-1AA9407A61BC}"/>
                </a:ext>
              </a:extLst>
            </p:cNvPr>
            <p:cNvGrpSpPr>
              <a:grpSpLocks/>
            </p:cNvGrpSpPr>
            <p:nvPr/>
          </p:nvGrpSpPr>
          <p:grpSpPr bwMode="auto">
            <a:xfrm>
              <a:off x="3773" y="3350"/>
              <a:ext cx="979" cy="298"/>
              <a:chOff x="989" y="2804"/>
              <a:chExt cx="294" cy="298"/>
            </a:xfrm>
          </p:grpSpPr>
          <p:sp>
            <p:nvSpPr>
              <p:cNvPr id="27684" name="Rectangle 86">
                <a:extLst>
                  <a:ext uri="{FF2B5EF4-FFF2-40B4-BE49-F238E27FC236}">
                    <a16:creationId xmlns:a16="http://schemas.microsoft.com/office/drawing/2014/main" id="{9F651FFC-8BAE-484A-8541-74CE43E31AC0}"/>
                  </a:ext>
                </a:extLst>
              </p:cNvPr>
              <p:cNvSpPr>
                <a:spLocks noChangeArrowheads="1"/>
              </p:cNvSpPr>
              <p:nvPr/>
            </p:nvSpPr>
            <p:spPr bwMode="auto">
              <a:xfrm>
                <a:off x="993" y="2808"/>
                <a:ext cx="286"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i="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i="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7</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7685" name="Rectangle 87">
                <a:extLst>
                  <a:ext uri="{FF2B5EF4-FFF2-40B4-BE49-F238E27FC236}">
                    <a16:creationId xmlns:a16="http://schemas.microsoft.com/office/drawing/2014/main" id="{23928068-12B5-4132-A2E7-216DCEF83763}"/>
                  </a:ext>
                </a:extLst>
              </p:cNvPr>
              <p:cNvSpPr>
                <a:spLocks noChangeArrowheads="1"/>
              </p:cNvSpPr>
              <p:nvPr/>
            </p:nvSpPr>
            <p:spPr bwMode="auto">
              <a:xfrm>
                <a:off x="989" y="2804"/>
                <a:ext cx="294" cy="29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pic>
        <p:nvPicPr>
          <p:cNvPr id="27656" name="Picture 89" descr="QQ截图20140127120335">
            <a:extLst>
              <a:ext uri="{FF2B5EF4-FFF2-40B4-BE49-F238E27FC236}">
                <a16:creationId xmlns:a16="http://schemas.microsoft.com/office/drawing/2014/main" id="{9532B03C-9125-4233-9A88-047093E495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765300"/>
            <a:ext cx="7129462"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占位符 3">
            <a:extLst>
              <a:ext uri="{FF2B5EF4-FFF2-40B4-BE49-F238E27FC236}">
                <a16:creationId xmlns:a16="http://schemas.microsoft.com/office/drawing/2014/main" id="{E1D599A4-534C-420C-AC3E-C0865188F3C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823DAB4-1D06-4E53-8A94-616BB9EAAC7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28675" name="页脚占位符 4">
            <a:extLst>
              <a:ext uri="{FF2B5EF4-FFF2-40B4-BE49-F238E27FC236}">
                <a16:creationId xmlns:a16="http://schemas.microsoft.com/office/drawing/2014/main" id="{5FA589A6-FF6D-49DC-BD59-9F62DF15E9A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28676" name="灯片编号占位符 5">
            <a:extLst>
              <a:ext uri="{FF2B5EF4-FFF2-40B4-BE49-F238E27FC236}">
                <a16:creationId xmlns:a16="http://schemas.microsoft.com/office/drawing/2014/main" id="{3974DF43-D9FF-43B6-9A54-D150C8C36B9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B097B6C-3702-47B4-BA49-237C2AF74F84}" type="slidenum">
              <a:rPr lang="en-US" altLang="zh-CN" sz="1400" smtClean="0">
                <a:latin typeface="Times New Roman" panose="02020603050405020304" pitchFamily="18" charset="0"/>
                <a:ea typeface="宋体" panose="02010600030101010101" pitchFamily="2" charset="-122"/>
              </a:rPr>
              <a:pPr>
                <a:spcBef>
                  <a:spcPct val="0"/>
                </a:spcBef>
                <a:buFontTx/>
                <a:buNone/>
              </a:pPr>
              <a:t>25</a:t>
            </a:fld>
            <a:endParaRPr lang="en-US" altLang="zh-CN" sz="1400">
              <a:latin typeface="Times New Roman" panose="02020603050405020304" pitchFamily="18" charset="0"/>
              <a:ea typeface="宋体" panose="02010600030101010101" pitchFamily="2" charset="-122"/>
            </a:endParaRPr>
          </a:p>
        </p:txBody>
      </p:sp>
      <p:sp>
        <p:nvSpPr>
          <p:cNvPr id="28677" name="Text Box 2">
            <a:extLst>
              <a:ext uri="{FF2B5EF4-FFF2-40B4-BE49-F238E27FC236}">
                <a16:creationId xmlns:a16="http://schemas.microsoft.com/office/drawing/2014/main" id="{2109F5B9-035C-409B-B91D-2956E8DFAC6F}"/>
              </a:ext>
            </a:extLst>
          </p:cNvPr>
          <p:cNvSpPr txBox="1">
            <a:spLocks noChangeArrowheads="1"/>
          </p:cNvSpPr>
          <p:nvPr/>
        </p:nvSpPr>
        <p:spPr bwMode="auto">
          <a:xfrm>
            <a:off x="1435100" y="569913"/>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主析取范式</a:t>
            </a:r>
          </a:p>
        </p:txBody>
      </p:sp>
      <p:pic>
        <p:nvPicPr>
          <p:cNvPr id="28678" name="Picture 6" descr="C:\Program Files\Microsoft Office\MEDIA\CAGCAT10\j0293844.wmf">
            <a:extLst>
              <a:ext uri="{FF2B5EF4-FFF2-40B4-BE49-F238E27FC236}">
                <a16:creationId xmlns:a16="http://schemas.microsoft.com/office/drawing/2014/main" id="{498C676E-B832-4427-B34C-DDF2BB0581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Picture 6" descr="QQ截图20140127120611">
            <a:extLst>
              <a:ext uri="{FF2B5EF4-FFF2-40B4-BE49-F238E27FC236}">
                <a16:creationId xmlns:a16="http://schemas.microsoft.com/office/drawing/2014/main" id="{6EE5F951-C974-4AA9-A54A-9A4A94DFB7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628775"/>
            <a:ext cx="74168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0" name="Picture 7" descr="QQ截图20140127120818">
            <a:extLst>
              <a:ext uri="{FF2B5EF4-FFF2-40B4-BE49-F238E27FC236}">
                <a16:creationId xmlns:a16="http://schemas.microsoft.com/office/drawing/2014/main" id="{6761706F-3EFC-410C-8105-31F014FD88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2420938"/>
            <a:ext cx="6697662" cy="386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占位符 3">
            <a:extLst>
              <a:ext uri="{FF2B5EF4-FFF2-40B4-BE49-F238E27FC236}">
                <a16:creationId xmlns:a16="http://schemas.microsoft.com/office/drawing/2014/main" id="{48026E6D-8EDC-4F33-949F-6732EC73E2A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05039A8-E723-4349-9BFB-6C980C9F19B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29699" name="页脚占位符 4">
            <a:extLst>
              <a:ext uri="{FF2B5EF4-FFF2-40B4-BE49-F238E27FC236}">
                <a16:creationId xmlns:a16="http://schemas.microsoft.com/office/drawing/2014/main" id="{E02179B7-DAE8-48B7-B1EC-3900381EB53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29700" name="灯片编号占位符 5">
            <a:extLst>
              <a:ext uri="{FF2B5EF4-FFF2-40B4-BE49-F238E27FC236}">
                <a16:creationId xmlns:a16="http://schemas.microsoft.com/office/drawing/2014/main" id="{C5A7443C-CB32-4CAB-BEC3-96F9C49DCBE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FF44F46-B8EB-48E3-B127-C3E1ADE11D8A}" type="slidenum">
              <a:rPr lang="en-US" altLang="zh-CN" sz="1400" smtClean="0">
                <a:latin typeface="Times New Roman" panose="02020603050405020304" pitchFamily="18" charset="0"/>
                <a:ea typeface="宋体" panose="02010600030101010101" pitchFamily="2" charset="-122"/>
              </a:rPr>
              <a:pPr>
                <a:spcBef>
                  <a:spcPct val="0"/>
                </a:spcBef>
                <a:buFontTx/>
                <a:buNone/>
              </a:pPr>
              <a:t>26</a:t>
            </a:fld>
            <a:endParaRPr lang="en-US" altLang="zh-CN" sz="1400">
              <a:latin typeface="Times New Roman" panose="02020603050405020304" pitchFamily="18" charset="0"/>
              <a:ea typeface="宋体" panose="02010600030101010101" pitchFamily="2" charset="-122"/>
            </a:endParaRPr>
          </a:p>
        </p:txBody>
      </p:sp>
      <p:sp>
        <p:nvSpPr>
          <p:cNvPr id="29701" name="Text Box 2">
            <a:extLst>
              <a:ext uri="{FF2B5EF4-FFF2-40B4-BE49-F238E27FC236}">
                <a16:creationId xmlns:a16="http://schemas.microsoft.com/office/drawing/2014/main" id="{3D84FB21-2CDC-4714-9EA1-623139DF9DFB}"/>
              </a:ext>
            </a:extLst>
          </p:cNvPr>
          <p:cNvSpPr txBox="1">
            <a:spLocks noChangeArrowheads="1"/>
          </p:cNvSpPr>
          <p:nvPr/>
        </p:nvSpPr>
        <p:spPr bwMode="auto">
          <a:xfrm>
            <a:off x="1435100" y="858838"/>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主析取范式</a:t>
            </a:r>
          </a:p>
        </p:txBody>
      </p:sp>
      <p:pic>
        <p:nvPicPr>
          <p:cNvPr id="29702" name="Picture 6" descr="C:\Program Files\Microsoft Office\MEDIA\CAGCAT10\j0293844.wmf">
            <a:extLst>
              <a:ext uri="{FF2B5EF4-FFF2-40B4-BE49-F238E27FC236}">
                <a16:creationId xmlns:a16="http://schemas.microsoft.com/office/drawing/2014/main" id="{D9D1DACA-1B45-4DFD-ADD9-4396D516FE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3" name="Rectangle 6">
            <a:extLst>
              <a:ext uri="{FF2B5EF4-FFF2-40B4-BE49-F238E27FC236}">
                <a16:creationId xmlns:a16="http://schemas.microsoft.com/office/drawing/2014/main" id="{58665A76-70A8-46CB-AFE7-7AC19705F9F9}"/>
              </a:ext>
            </a:extLst>
          </p:cNvPr>
          <p:cNvSpPr>
            <a:spLocks noChangeArrowheads="1"/>
          </p:cNvSpPr>
          <p:nvPr/>
        </p:nvSpPr>
        <p:spPr bwMode="auto">
          <a:xfrm>
            <a:off x="935038" y="2274888"/>
            <a:ext cx="7489825" cy="974725"/>
          </a:xfrm>
          <a:prstGeom prst="rect">
            <a:avLst/>
          </a:prstGeom>
          <a:solidFill>
            <a:schemeClr val="bg1"/>
          </a:solidFill>
          <a:ln w="28575">
            <a:solidFill>
              <a:srgbClr val="00008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sz="2800" b="1">
                <a:solidFill>
                  <a:srgbClr val="FF3300"/>
                </a:solidFill>
                <a:latin typeface="Times New Roman" panose="02020603050405020304" pitchFamily="18" charset="0"/>
                <a:ea typeface="宋体" panose="02010600030101010101" pitchFamily="2" charset="-122"/>
                <a:sym typeface="Symbol" panose="05050102010706020507" pitchFamily="18" charset="2"/>
              </a:rPr>
              <a:t>【</a:t>
            </a:r>
            <a:r>
              <a:rPr kumimoji="0" lang="zh-CN" altLang="en-US" sz="2800" b="1">
                <a:solidFill>
                  <a:srgbClr val="FF3300"/>
                </a:solidFill>
                <a:latin typeface="Times New Roman" panose="02020603050405020304" pitchFamily="18" charset="0"/>
                <a:ea typeface="宋体" panose="02010600030101010101" pitchFamily="2" charset="-122"/>
                <a:sym typeface="Symbol" panose="05050102010706020507" pitchFamily="18" charset="2"/>
              </a:rPr>
              <a:t>定义</a:t>
            </a:r>
            <a:r>
              <a:rPr kumimoji="0" lang="en-US" altLang="zh-CN" sz="2800" b="1">
                <a:solidFill>
                  <a:srgbClr val="FF3300"/>
                </a:solidFill>
                <a:latin typeface="Times New Roman" panose="02020603050405020304" pitchFamily="18" charset="0"/>
                <a:ea typeface="宋体" panose="02010600030101010101" pitchFamily="2" charset="-122"/>
                <a:sym typeface="Symbol" panose="05050102010706020507" pitchFamily="18" charset="2"/>
              </a:rPr>
              <a:t>】</a:t>
            </a:r>
            <a:r>
              <a:rPr kumimoji="0" lang="zh-CN"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析取范式 </a:t>
            </a:r>
            <a:r>
              <a:rPr kumimoji="0" lang="en-US"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A</a:t>
            </a:r>
            <a:r>
              <a:rPr kumimoji="0" lang="en-US" altLang="zh-CN" sz="2800" b="1" baseline="-25000">
                <a:solidFill>
                  <a:srgbClr val="051AB3"/>
                </a:solidFill>
                <a:latin typeface="Times New Roman" panose="02020603050405020304" pitchFamily="18" charset="0"/>
                <a:ea typeface="宋体" panose="02010600030101010101" pitchFamily="2" charset="-122"/>
                <a:sym typeface="Kingsoft Phonetic Plain" pitchFamily="2" charset="2"/>
              </a:rPr>
              <a:t>1</a:t>
            </a:r>
            <a:r>
              <a:rPr kumimoji="0" lang="en-US"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∨A</a:t>
            </a:r>
            <a:r>
              <a:rPr kumimoji="0" lang="en-US" altLang="zh-CN" sz="2800" b="1" baseline="-25000">
                <a:solidFill>
                  <a:srgbClr val="051AB3"/>
                </a:solidFill>
                <a:latin typeface="Times New Roman" panose="02020603050405020304" pitchFamily="18" charset="0"/>
                <a:ea typeface="宋体" panose="02010600030101010101" pitchFamily="2" charset="-122"/>
                <a:sym typeface="Kingsoft Phonetic Plain" pitchFamily="2" charset="2"/>
              </a:rPr>
              <a:t>2</a:t>
            </a:r>
            <a:r>
              <a:rPr kumimoji="0" lang="en-US"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∨...∨A</a:t>
            </a:r>
            <a:r>
              <a:rPr kumimoji="0" lang="en-US" altLang="zh-CN" sz="2800" b="1" baseline="-25000">
                <a:solidFill>
                  <a:srgbClr val="051AB3"/>
                </a:solidFill>
                <a:latin typeface="Times New Roman" panose="02020603050405020304" pitchFamily="18" charset="0"/>
                <a:ea typeface="宋体" panose="02010600030101010101" pitchFamily="2" charset="-122"/>
                <a:sym typeface="Kingsoft Phonetic Plain" pitchFamily="2" charset="2"/>
              </a:rPr>
              <a:t>n</a:t>
            </a:r>
            <a:r>
              <a:rPr kumimoji="0" lang="en-US"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 , </a:t>
            </a:r>
            <a:r>
              <a:rPr kumimoji="0" lang="zh-CN"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其中每个</a:t>
            </a:r>
            <a:r>
              <a:rPr kumimoji="0" lang="en-US"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A</a:t>
            </a:r>
            <a:r>
              <a:rPr kumimoji="0" lang="en-US" altLang="zh-CN" sz="2800" b="1" baseline="-25000">
                <a:solidFill>
                  <a:srgbClr val="051AB3"/>
                </a:solidFill>
                <a:latin typeface="Times New Roman" panose="02020603050405020304" pitchFamily="18" charset="0"/>
                <a:ea typeface="宋体" panose="02010600030101010101" pitchFamily="2" charset="-122"/>
                <a:sym typeface="Kingsoft Phonetic Plain" pitchFamily="2" charset="2"/>
              </a:rPr>
              <a:t>i</a:t>
            </a:r>
            <a:r>
              <a:rPr kumimoji="0" lang="en-US"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(i=1,2..n)</a:t>
            </a:r>
            <a:r>
              <a:rPr kumimoji="0" lang="zh-CN"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都</a:t>
            </a:r>
            <a:r>
              <a:rPr kumimoji="0" lang="zh-CN" altLang="en-US" sz="2800" b="1">
                <a:solidFill>
                  <a:srgbClr val="051AB3"/>
                </a:solidFill>
                <a:latin typeface="Times New Roman" panose="02020603050405020304" pitchFamily="18" charset="0"/>
                <a:ea typeface="宋体" panose="02010600030101010101" pitchFamily="2" charset="-122"/>
                <a:sym typeface="Kingsoft Phonetic Plain" pitchFamily="2" charset="2"/>
              </a:rPr>
              <a:t>是</a:t>
            </a:r>
            <a:r>
              <a:rPr kumimoji="0" lang="zh-CN"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小项，称之为</a:t>
            </a:r>
            <a:r>
              <a:rPr kumimoji="0" lang="zh-CN" altLang="en-US" sz="2800" b="1">
                <a:solidFill>
                  <a:srgbClr val="800000"/>
                </a:solidFill>
                <a:latin typeface="Times New Roman" panose="02020603050405020304" pitchFamily="18" charset="0"/>
                <a:ea typeface="宋体" panose="02010600030101010101" pitchFamily="2" charset="-122"/>
                <a:sym typeface="Symbol" panose="05050102010706020507" pitchFamily="18" charset="2"/>
              </a:rPr>
              <a:t>主析取范式</a:t>
            </a:r>
            <a:r>
              <a:rPr kumimoji="0" lang="zh-CN" altLang="en-US" sz="2800" b="1">
                <a:solidFill>
                  <a:srgbClr val="051AB3"/>
                </a:solidFill>
                <a:latin typeface="Times New Roman" panose="02020603050405020304" pitchFamily="18" charset="0"/>
                <a:ea typeface="宋体" panose="02010600030101010101" pitchFamily="2" charset="-122"/>
                <a:sym typeface="Symbol" panose="05050102010706020507" pitchFamily="18" charset="2"/>
              </a:rPr>
              <a:t>。</a:t>
            </a:r>
          </a:p>
        </p:txBody>
      </p:sp>
      <p:pic>
        <p:nvPicPr>
          <p:cNvPr id="29704" name="Picture 8" descr="QQ截图20140127161243">
            <a:extLst>
              <a:ext uri="{FF2B5EF4-FFF2-40B4-BE49-F238E27FC236}">
                <a16:creationId xmlns:a16="http://schemas.microsoft.com/office/drawing/2014/main" id="{260D551D-AE3F-4A3D-B966-E543078D86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2013" y="3573463"/>
            <a:ext cx="795813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80"/>
                </a:solidFill>
                <a:miter lim="800000"/>
                <a:headEnd/>
                <a:tailEnd/>
              </a14:hiddenLine>
            </a:ext>
          </a:extLst>
        </p:spPr>
      </p:pic>
      <p:sp>
        <p:nvSpPr>
          <p:cNvPr id="29705" name="Rectangle 9">
            <a:extLst>
              <a:ext uri="{FF2B5EF4-FFF2-40B4-BE49-F238E27FC236}">
                <a16:creationId xmlns:a16="http://schemas.microsoft.com/office/drawing/2014/main" id="{1258E584-B0A0-4E28-A9DC-643DD422432B}"/>
              </a:ext>
            </a:extLst>
          </p:cNvPr>
          <p:cNvSpPr>
            <a:spLocks noChangeArrowheads="1"/>
          </p:cNvSpPr>
          <p:nvPr/>
        </p:nvSpPr>
        <p:spPr bwMode="auto">
          <a:xfrm>
            <a:off x="1042988" y="4240213"/>
            <a:ext cx="7129462" cy="974725"/>
          </a:xfrm>
          <a:prstGeom prst="rect">
            <a:avLst/>
          </a:prstGeom>
          <a:solidFill>
            <a:schemeClr val="bg1"/>
          </a:solidFill>
          <a:ln w="28575">
            <a:solidFill>
              <a:srgbClr val="00008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sz="2800" b="1">
                <a:solidFill>
                  <a:srgbClr val="FF3300"/>
                </a:solidFill>
                <a:latin typeface="Times New Roman" panose="02020603050405020304" pitchFamily="18" charset="0"/>
                <a:ea typeface="宋体" panose="02010600030101010101" pitchFamily="2" charset="-122"/>
                <a:sym typeface="Symbol" panose="05050102010706020507" pitchFamily="18" charset="2"/>
              </a:rPr>
              <a:t>【</a:t>
            </a:r>
            <a:r>
              <a:rPr kumimoji="0" lang="zh-CN" altLang="en-US" sz="2800" b="1">
                <a:solidFill>
                  <a:srgbClr val="FF3300"/>
                </a:solidFill>
                <a:latin typeface="Times New Roman" panose="02020603050405020304" pitchFamily="18" charset="0"/>
                <a:ea typeface="宋体" panose="02010600030101010101" pitchFamily="2" charset="-122"/>
                <a:sym typeface="Symbol" panose="05050102010706020507" pitchFamily="18" charset="2"/>
              </a:rPr>
              <a:t>定义</a:t>
            </a:r>
            <a:r>
              <a:rPr kumimoji="0" lang="en-US" altLang="zh-CN" sz="2800" b="1">
                <a:solidFill>
                  <a:srgbClr val="FF3300"/>
                </a:solidFill>
                <a:latin typeface="Times New Roman" panose="02020603050405020304" pitchFamily="18" charset="0"/>
                <a:ea typeface="宋体" panose="02010600030101010101" pitchFamily="2" charset="-122"/>
                <a:sym typeface="Symbol" panose="05050102010706020507" pitchFamily="18" charset="2"/>
              </a:rPr>
              <a:t>】</a:t>
            </a:r>
            <a:r>
              <a:rPr kumimoji="0" lang="zh-CN" altLang="en-US" sz="2800" b="1">
                <a:solidFill>
                  <a:srgbClr val="000000"/>
                </a:solidFill>
                <a:latin typeface="Times New Roman" panose="02020603050405020304" pitchFamily="18" charset="0"/>
                <a:ea typeface="宋体" panose="02010600030101010101" pitchFamily="2" charset="-122"/>
              </a:rPr>
              <a:t>如果一个</a:t>
            </a:r>
            <a:r>
              <a:rPr kumimoji="0" lang="zh-CN" altLang="en-US" sz="2800" b="1">
                <a:solidFill>
                  <a:srgbClr val="0000FF"/>
                </a:solidFill>
                <a:latin typeface="Times New Roman" panose="02020603050405020304" pitchFamily="18" charset="0"/>
                <a:ea typeface="宋体" panose="02010600030101010101" pitchFamily="2" charset="-122"/>
              </a:rPr>
              <a:t>主析取范式不包含任何小项</a:t>
            </a:r>
            <a:r>
              <a:rPr kumimoji="0" lang="zh-CN" altLang="en-US" sz="2800" b="1">
                <a:solidFill>
                  <a:srgbClr val="000000"/>
                </a:solidFill>
                <a:latin typeface="Times New Roman" panose="02020603050405020304" pitchFamily="18" charset="0"/>
                <a:ea typeface="宋体" panose="02010600030101010101" pitchFamily="2" charset="-122"/>
              </a:rPr>
              <a:t>，则称该范式为</a:t>
            </a:r>
            <a:r>
              <a:rPr kumimoji="0" lang="zh-CN" altLang="en-US" sz="2800" b="1">
                <a:solidFill>
                  <a:srgbClr val="FF0000"/>
                </a:solidFill>
                <a:latin typeface="Times New Roman" panose="02020603050405020304" pitchFamily="18" charset="0"/>
                <a:ea typeface="宋体" panose="02010600030101010101" pitchFamily="2" charset="-122"/>
              </a:rPr>
              <a:t>“空”，对应于</a:t>
            </a:r>
            <a:r>
              <a:rPr kumimoji="0" lang="zh-CN" altLang="en-US" sz="2800" b="1">
                <a:solidFill>
                  <a:srgbClr val="FF0000"/>
                </a:solidFill>
                <a:latin typeface="Times New Roman" panose="02020603050405020304" pitchFamily="18" charset="0"/>
                <a:ea typeface="黑体" panose="02010609060101010101" pitchFamily="49" charset="-122"/>
              </a:rPr>
              <a:t>永假式</a:t>
            </a:r>
            <a:r>
              <a:rPr kumimoji="0" lang="zh-CN" altLang="en-US" sz="2800" b="1">
                <a:solidFill>
                  <a:srgbClr val="000000"/>
                </a:solidFill>
                <a:latin typeface="Times New Roman" panose="02020603050405020304" pitchFamily="18" charset="0"/>
                <a:ea typeface="宋体" panose="02010600030101010101" pitchFamily="2" charset="-122"/>
              </a:rPr>
              <a:t>。</a:t>
            </a:r>
          </a:p>
        </p:txBody>
      </p:sp>
      <p:sp>
        <p:nvSpPr>
          <p:cNvPr id="29706" name="Text Box 10">
            <a:extLst>
              <a:ext uri="{FF2B5EF4-FFF2-40B4-BE49-F238E27FC236}">
                <a16:creationId xmlns:a16="http://schemas.microsoft.com/office/drawing/2014/main" id="{2195DF49-DA41-4035-AEAA-5784DA56D343}"/>
              </a:ext>
            </a:extLst>
          </p:cNvPr>
          <p:cNvSpPr txBox="1">
            <a:spLocks noChangeArrowheads="1"/>
          </p:cNvSpPr>
          <p:nvPr/>
        </p:nvSpPr>
        <p:spPr bwMode="auto">
          <a:xfrm>
            <a:off x="1258888" y="5589588"/>
            <a:ext cx="6842125" cy="4333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buFontTx/>
              <a:buNone/>
            </a:pPr>
            <a:r>
              <a:rPr lang="zh-CN" altLang="en-US" sz="2800" b="1">
                <a:solidFill>
                  <a:srgbClr val="FF0000"/>
                </a:solidFill>
                <a:latin typeface="黑体" panose="02010609060101010101" pitchFamily="49" charset="-122"/>
                <a:ea typeface="黑体" panose="02010609060101010101" pitchFamily="49" charset="-122"/>
              </a:rPr>
              <a:t>思考题</a:t>
            </a:r>
            <a:r>
              <a:rPr lang="en-US" altLang="zh-CN" sz="2800" b="1">
                <a:latin typeface="黑体" panose="02010609060101010101" pitchFamily="49" charset="-122"/>
                <a:ea typeface="黑体" panose="02010609060101010101" pitchFamily="49" charset="-122"/>
              </a:rPr>
              <a:t>: </a:t>
            </a:r>
            <a:r>
              <a:rPr lang="zh-CN" altLang="en-US" sz="2800" b="1">
                <a:latin typeface="黑体" panose="02010609060101010101" pitchFamily="49" charset="-122"/>
                <a:ea typeface="黑体" panose="02010609060101010101" pitchFamily="49" charset="-122"/>
              </a:rPr>
              <a:t>永真式的</a:t>
            </a:r>
            <a:r>
              <a:rPr lang="zh-CN" altLang="en-US" sz="2800" b="1">
                <a:latin typeface="黑体" panose="02010609060101010101" pitchFamily="49" charset="-122"/>
                <a:ea typeface="黑体" panose="02010609060101010101" pitchFamily="49" charset="-122"/>
                <a:sym typeface="Symbol" panose="05050102010706020507" pitchFamily="18" charset="2"/>
              </a:rPr>
              <a:t>主析取范式是怎样的？</a:t>
            </a:r>
            <a:endParaRPr lang="zh-CN" altLang="en-US" sz="2800" b="1">
              <a:latin typeface="黑体" panose="02010609060101010101" pitchFamily="49" charset="-122"/>
              <a:ea typeface="黑体" panose="02010609060101010101" pitchFamily="49" charset="-122"/>
            </a:endParaRP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日期占位符 3">
            <a:extLst>
              <a:ext uri="{FF2B5EF4-FFF2-40B4-BE49-F238E27FC236}">
                <a16:creationId xmlns:a16="http://schemas.microsoft.com/office/drawing/2014/main" id="{5A50A35A-49EC-4CC2-8D22-FDB355A784E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18E6CBE-76FA-40F5-B4CE-FFB7EC05CFE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0723" name="页脚占位符 4">
            <a:extLst>
              <a:ext uri="{FF2B5EF4-FFF2-40B4-BE49-F238E27FC236}">
                <a16:creationId xmlns:a16="http://schemas.microsoft.com/office/drawing/2014/main" id="{E3BD1E87-149A-497D-A062-CC550B0AE74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0724" name="灯片编号占位符 5">
            <a:extLst>
              <a:ext uri="{FF2B5EF4-FFF2-40B4-BE49-F238E27FC236}">
                <a16:creationId xmlns:a16="http://schemas.microsoft.com/office/drawing/2014/main" id="{09CCBAB8-8969-4365-8062-1099FA55248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0CFF8F5-5717-49A0-975F-8797E8F9C08F}" type="slidenum">
              <a:rPr lang="en-US" altLang="zh-CN" sz="1400" smtClean="0">
                <a:latin typeface="Times New Roman" panose="02020603050405020304" pitchFamily="18" charset="0"/>
                <a:ea typeface="宋体" panose="02010600030101010101" pitchFamily="2" charset="-122"/>
              </a:rPr>
              <a:pPr>
                <a:spcBef>
                  <a:spcPct val="0"/>
                </a:spcBef>
                <a:buFontTx/>
                <a:buNone/>
              </a:pPr>
              <a:t>27</a:t>
            </a:fld>
            <a:endParaRPr lang="en-US" altLang="zh-CN" sz="1400">
              <a:latin typeface="Times New Roman" panose="02020603050405020304" pitchFamily="18" charset="0"/>
              <a:ea typeface="宋体" panose="02010600030101010101" pitchFamily="2" charset="-122"/>
            </a:endParaRPr>
          </a:p>
        </p:txBody>
      </p:sp>
      <p:sp>
        <p:nvSpPr>
          <p:cNvPr id="30725" name="Text Box 2">
            <a:extLst>
              <a:ext uri="{FF2B5EF4-FFF2-40B4-BE49-F238E27FC236}">
                <a16:creationId xmlns:a16="http://schemas.microsoft.com/office/drawing/2014/main" id="{F7B71A1D-E6B2-4A0E-9E12-93FC73EE5441}"/>
              </a:ext>
            </a:extLst>
          </p:cNvPr>
          <p:cNvSpPr txBox="1">
            <a:spLocks noChangeArrowheads="1"/>
          </p:cNvSpPr>
          <p:nvPr/>
        </p:nvSpPr>
        <p:spPr bwMode="auto">
          <a:xfrm>
            <a:off x="1435100" y="930275"/>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主析取范式</a:t>
            </a:r>
          </a:p>
        </p:txBody>
      </p:sp>
      <p:pic>
        <p:nvPicPr>
          <p:cNvPr id="30726" name="Picture 6" descr="C:\Program Files\Microsoft Office\MEDIA\CAGCAT10\j0293844.wmf">
            <a:extLst>
              <a:ext uri="{FF2B5EF4-FFF2-40B4-BE49-F238E27FC236}">
                <a16:creationId xmlns:a16="http://schemas.microsoft.com/office/drawing/2014/main" id="{86873140-2F52-4341-BA28-B0B256503B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5" descr="QQ截图20140127161035">
            <a:extLst>
              <a:ext uri="{FF2B5EF4-FFF2-40B4-BE49-F238E27FC236}">
                <a16:creationId xmlns:a16="http://schemas.microsoft.com/office/drawing/2014/main" id="{6E898932-6CD4-4D4A-B4DC-2271FECA3F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205038"/>
            <a:ext cx="7993062"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8" name="Picture 6" descr="QQ截图20140127161243">
            <a:extLst>
              <a:ext uri="{FF2B5EF4-FFF2-40B4-BE49-F238E27FC236}">
                <a16:creationId xmlns:a16="http://schemas.microsoft.com/office/drawing/2014/main" id="{04CFEE84-E499-4CCF-84C0-C7CE3FB7955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5300663"/>
            <a:ext cx="8281988" cy="373062"/>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3">
            <a:extLst>
              <a:ext uri="{FF2B5EF4-FFF2-40B4-BE49-F238E27FC236}">
                <a16:creationId xmlns:a16="http://schemas.microsoft.com/office/drawing/2014/main" id="{909F4CBE-1448-48AC-A5B8-1E421223DBA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0F16CA9-7413-49AF-85C3-0E4F6977586C}"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1747" name="页脚占位符 4">
            <a:extLst>
              <a:ext uri="{FF2B5EF4-FFF2-40B4-BE49-F238E27FC236}">
                <a16:creationId xmlns:a16="http://schemas.microsoft.com/office/drawing/2014/main" id="{B20CF9A3-239C-42BB-8B5D-9914DEEF58F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1748" name="灯片编号占位符 5">
            <a:extLst>
              <a:ext uri="{FF2B5EF4-FFF2-40B4-BE49-F238E27FC236}">
                <a16:creationId xmlns:a16="http://schemas.microsoft.com/office/drawing/2014/main" id="{B48E610E-48A0-4063-9EB9-86F33BB3DFF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58AF415-8722-477F-A787-CFC670A901A0}" type="slidenum">
              <a:rPr lang="en-US" altLang="zh-CN" sz="1400" smtClean="0">
                <a:latin typeface="Times New Roman" panose="02020603050405020304" pitchFamily="18" charset="0"/>
                <a:ea typeface="宋体" panose="02010600030101010101" pitchFamily="2" charset="-122"/>
              </a:rPr>
              <a:pPr>
                <a:spcBef>
                  <a:spcPct val="0"/>
                </a:spcBef>
                <a:buFontTx/>
                <a:buNone/>
              </a:pPr>
              <a:t>28</a:t>
            </a:fld>
            <a:endParaRPr lang="en-US" altLang="zh-CN" sz="1400">
              <a:latin typeface="Times New Roman" panose="02020603050405020304" pitchFamily="18" charset="0"/>
              <a:ea typeface="宋体" panose="02010600030101010101" pitchFamily="2" charset="-122"/>
            </a:endParaRPr>
          </a:p>
        </p:txBody>
      </p:sp>
      <p:sp>
        <p:nvSpPr>
          <p:cNvPr id="31749" name="Text Box 2">
            <a:extLst>
              <a:ext uri="{FF2B5EF4-FFF2-40B4-BE49-F238E27FC236}">
                <a16:creationId xmlns:a16="http://schemas.microsoft.com/office/drawing/2014/main" id="{EE7E5BCA-6C07-421A-B860-0FB9E31670A3}"/>
              </a:ext>
            </a:extLst>
          </p:cNvPr>
          <p:cNvSpPr txBox="1">
            <a:spLocks noChangeArrowheads="1"/>
          </p:cNvSpPr>
          <p:nvPr/>
        </p:nvSpPr>
        <p:spPr bwMode="auto">
          <a:xfrm>
            <a:off x="1435100" y="569913"/>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主析取范式</a:t>
            </a:r>
          </a:p>
        </p:txBody>
      </p:sp>
      <p:pic>
        <p:nvPicPr>
          <p:cNvPr id="31750" name="Picture 6" descr="C:\Program Files\Microsoft Office\MEDIA\CAGCAT10\j0293844.wmf">
            <a:extLst>
              <a:ext uri="{FF2B5EF4-FFF2-40B4-BE49-F238E27FC236}">
                <a16:creationId xmlns:a16="http://schemas.microsoft.com/office/drawing/2014/main" id="{C7FE2CBA-729C-44D7-AE10-6B8254A069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1" name="Picture 7" descr="QQ截图20140127161243">
            <a:extLst>
              <a:ext uri="{FF2B5EF4-FFF2-40B4-BE49-F238E27FC236}">
                <a16:creationId xmlns:a16="http://schemas.microsoft.com/office/drawing/2014/main" id="{FD0BA527-B2CA-4DC2-A749-525531B5B2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5935663"/>
            <a:ext cx="8281987" cy="373062"/>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pic>
      <p:pic>
        <p:nvPicPr>
          <p:cNvPr id="31752" name="Picture 8" descr="QQ截图20140127202203">
            <a:extLst>
              <a:ext uri="{FF2B5EF4-FFF2-40B4-BE49-F238E27FC236}">
                <a16:creationId xmlns:a16="http://schemas.microsoft.com/office/drawing/2014/main" id="{0D32E5EB-AFC3-42F0-AC04-1B97443EA9E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2625" y="1570038"/>
            <a:ext cx="7489825"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3" name="Picture 9" descr="QQ截图20140127202412">
            <a:extLst>
              <a:ext uri="{FF2B5EF4-FFF2-40B4-BE49-F238E27FC236}">
                <a16:creationId xmlns:a16="http://schemas.microsoft.com/office/drawing/2014/main" id="{AB80436B-49A3-45FE-8904-71D62B4B1F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2420938"/>
            <a:ext cx="5829300"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占位符 3">
            <a:extLst>
              <a:ext uri="{FF2B5EF4-FFF2-40B4-BE49-F238E27FC236}">
                <a16:creationId xmlns:a16="http://schemas.microsoft.com/office/drawing/2014/main" id="{FA43CEA2-2C1A-45BE-B700-D5316A55513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E8CB7D2-0604-4747-B3B9-476401F29E9C}"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2771" name="页脚占位符 4">
            <a:extLst>
              <a:ext uri="{FF2B5EF4-FFF2-40B4-BE49-F238E27FC236}">
                <a16:creationId xmlns:a16="http://schemas.microsoft.com/office/drawing/2014/main" id="{F45E423C-3A52-4945-8973-3BAE4BE9CB9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2772" name="灯片编号占位符 5">
            <a:extLst>
              <a:ext uri="{FF2B5EF4-FFF2-40B4-BE49-F238E27FC236}">
                <a16:creationId xmlns:a16="http://schemas.microsoft.com/office/drawing/2014/main" id="{F5D0C783-6148-482F-AFB0-66B549D2E7C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2764C30-379B-429C-927F-CBA192C15CEB}" type="slidenum">
              <a:rPr lang="en-US" altLang="zh-CN" sz="1400" smtClean="0">
                <a:latin typeface="Times New Roman" panose="02020603050405020304" pitchFamily="18" charset="0"/>
                <a:ea typeface="宋体" panose="02010600030101010101" pitchFamily="2" charset="-122"/>
              </a:rPr>
              <a:pPr>
                <a:spcBef>
                  <a:spcPct val="0"/>
                </a:spcBef>
                <a:buFontTx/>
                <a:buNone/>
              </a:pPr>
              <a:t>29</a:t>
            </a:fld>
            <a:endParaRPr lang="en-US" altLang="zh-CN" sz="1400">
              <a:latin typeface="Times New Roman" panose="02020603050405020304" pitchFamily="18" charset="0"/>
              <a:ea typeface="宋体" panose="02010600030101010101" pitchFamily="2" charset="-122"/>
            </a:endParaRPr>
          </a:p>
        </p:txBody>
      </p:sp>
      <p:sp>
        <p:nvSpPr>
          <p:cNvPr id="32773" name="Text Box 2">
            <a:extLst>
              <a:ext uri="{FF2B5EF4-FFF2-40B4-BE49-F238E27FC236}">
                <a16:creationId xmlns:a16="http://schemas.microsoft.com/office/drawing/2014/main" id="{51E90BDF-88F8-453A-950B-407C8614A297}"/>
              </a:ext>
            </a:extLst>
          </p:cNvPr>
          <p:cNvSpPr txBox="1">
            <a:spLocks noChangeArrowheads="1"/>
          </p:cNvSpPr>
          <p:nvPr/>
        </p:nvSpPr>
        <p:spPr bwMode="auto">
          <a:xfrm>
            <a:off x="1435100" y="785813"/>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主析取范式</a:t>
            </a:r>
          </a:p>
        </p:txBody>
      </p:sp>
      <p:pic>
        <p:nvPicPr>
          <p:cNvPr id="32774" name="Picture 6" descr="C:\Program Files\Microsoft Office\MEDIA\CAGCAT10\j0293844.wmf">
            <a:extLst>
              <a:ext uri="{FF2B5EF4-FFF2-40B4-BE49-F238E27FC236}">
                <a16:creationId xmlns:a16="http://schemas.microsoft.com/office/drawing/2014/main" id="{B582D717-9692-4FB3-A1C0-28622BF393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5" name="Rectangle 8">
            <a:extLst>
              <a:ext uri="{FF2B5EF4-FFF2-40B4-BE49-F238E27FC236}">
                <a16:creationId xmlns:a16="http://schemas.microsoft.com/office/drawing/2014/main" id="{AB07470A-F4CB-4735-BE07-40BE60EE6F24}"/>
              </a:ext>
            </a:extLst>
          </p:cNvPr>
          <p:cNvSpPr>
            <a:spLocks noChangeArrowheads="1"/>
          </p:cNvSpPr>
          <p:nvPr/>
        </p:nvSpPr>
        <p:spPr bwMode="auto">
          <a:xfrm>
            <a:off x="1116013" y="1920875"/>
            <a:ext cx="7272337" cy="974725"/>
          </a:xfrm>
          <a:prstGeom prst="rect">
            <a:avLst/>
          </a:prstGeom>
          <a:solidFill>
            <a:schemeClr val="bg1"/>
          </a:solidFill>
          <a:ln w="28575">
            <a:solidFill>
              <a:srgbClr val="00008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solidFill>
                  <a:srgbClr val="006600"/>
                </a:solidFill>
                <a:latin typeface="Times New Roman" panose="02020603050405020304" pitchFamily="18" charset="0"/>
                <a:ea typeface="宋体" panose="02010600030101010101" pitchFamily="2" charset="-122"/>
              </a:rPr>
              <a:t>定理</a:t>
            </a: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solidFill>
                  <a:srgbClr val="000000"/>
                </a:solidFill>
                <a:latin typeface="Times New Roman" panose="02020603050405020304" pitchFamily="18" charset="0"/>
                <a:ea typeface="宋体" panose="02010600030101010101" pitchFamily="2" charset="-122"/>
              </a:rPr>
              <a:t>任何一个命题公式都有与之等价的主析取范式。</a:t>
            </a:r>
          </a:p>
        </p:txBody>
      </p:sp>
      <p:sp>
        <p:nvSpPr>
          <p:cNvPr id="32776" name="Rectangle 9">
            <a:extLst>
              <a:ext uri="{FF2B5EF4-FFF2-40B4-BE49-F238E27FC236}">
                <a16:creationId xmlns:a16="http://schemas.microsoft.com/office/drawing/2014/main" id="{1CADE22C-93F3-46D9-9E8C-6E9212E9BAF6}"/>
              </a:ext>
            </a:extLst>
          </p:cNvPr>
          <p:cNvSpPr>
            <a:spLocks noChangeArrowheads="1"/>
          </p:cNvSpPr>
          <p:nvPr/>
        </p:nvSpPr>
        <p:spPr bwMode="auto">
          <a:xfrm>
            <a:off x="971550" y="3068638"/>
            <a:ext cx="7632700" cy="294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b="1">
                <a:solidFill>
                  <a:srgbClr val="FF0000"/>
                </a:solidFill>
                <a:latin typeface="Times New Roman" panose="02020603050405020304" pitchFamily="18" charset="0"/>
                <a:ea typeface="宋体" panose="02010600030101010101" pitchFamily="2" charset="-122"/>
              </a:rPr>
              <a:t>【</a:t>
            </a:r>
            <a:r>
              <a:rPr kumimoji="0" lang="zh-CN" altLang="en-US" b="1">
                <a:solidFill>
                  <a:srgbClr val="FF0000"/>
                </a:solidFill>
                <a:latin typeface="Times New Roman" panose="02020603050405020304" pitchFamily="18" charset="0"/>
                <a:ea typeface="宋体" panose="02010600030101010101" pitchFamily="2" charset="-122"/>
              </a:rPr>
              <a:t>证明</a:t>
            </a:r>
            <a:r>
              <a:rPr kumimoji="0" lang="en-US" altLang="zh-CN" b="1">
                <a:solidFill>
                  <a:srgbClr val="FF0000"/>
                </a:solidFill>
                <a:latin typeface="Times New Roman" panose="02020603050405020304" pitchFamily="18" charset="0"/>
                <a:ea typeface="宋体" panose="02010600030101010101" pitchFamily="2" charset="-122"/>
              </a:rPr>
              <a:t>】</a:t>
            </a:r>
          </a:p>
          <a:p>
            <a:pPr eaLnBrk="1" hangingPunct="1">
              <a:buFontTx/>
              <a:buNone/>
            </a:pPr>
            <a:r>
              <a:rPr kumimoji="0" lang="zh-CN" altLang="en-US" b="1">
                <a:solidFill>
                  <a:srgbClr val="000000"/>
                </a:solidFill>
                <a:latin typeface="Times New Roman" panose="02020603050405020304" pitchFamily="18" charset="0"/>
                <a:ea typeface="宋体" panose="02010600030101010101" pitchFamily="2" charset="-122"/>
              </a:rPr>
              <a:t>（</a:t>
            </a:r>
            <a:r>
              <a:rPr kumimoji="0" lang="en-US" altLang="zh-CN" b="1">
                <a:solidFill>
                  <a:srgbClr val="000000"/>
                </a:solidFill>
                <a:latin typeface="Times New Roman" panose="02020603050405020304" pitchFamily="18" charset="0"/>
                <a:ea typeface="宋体" panose="02010600030101010101" pitchFamily="2" charset="-122"/>
              </a:rPr>
              <a:t>1</a:t>
            </a:r>
            <a:r>
              <a:rPr kumimoji="0" lang="zh-CN" altLang="en-US" b="1">
                <a:solidFill>
                  <a:srgbClr val="000000"/>
                </a:solidFill>
                <a:latin typeface="Times New Roman" panose="02020603050405020304" pitchFamily="18" charset="0"/>
                <a:ea typeface="宋体" panose="02010600030101010101" pitchFamily="2" charset="-122"/>
              </a:rPr>
              <a:t>）求出该公式所对应的析取范式</a:t>
            </a:r>
            <a:r>
              <a:rPr kumimoji="0" lang="en-US" altLang="zh-CN" b="1">
                <a:solidFill>
                  <a:srgbClr val="000000"/>
                </a:solidFill>
                <a:latin typeface="Times New Roman" panose="02020603050405020304" pitchFamily="18" charset="0"/>
                <a:ea typeface="宋体" panose="02010600030101010101" pitchFamily="2" charset="-122"/>
              </a:rPr>
              <a:t>, </a:t>
            </a:r>
            <a:r>
              <a:rPr kumimoji="0" lang="zh-CN" altLang="en-US" b="1">
                <a:solidFill>
                  <a:srgbClr val="000000"/>
                </a:solidFill>
                <a:latin typeface="Times New Roman" panose="02020603050405020304" pitchFamily="18" charset="0"/>
                <a:ea typeface="宋体" panose="02010600030101010101" pitchFamily="2" charset="-122"/>
              </a:rPr>
              <a:t>并去重；</a:t>
            </a:r>
          </a:p>
          <a:p>
            <a:pPr eaLnBrk="1" hangingPunct="1">
              <a:buFontTx/>
              <a:buNone/>
            </a:pPr>
            <a:r>
              <a:rPr kumimoji="0" lang="zh-CN" altLang="en-US" b="1">
                <a:solidFill>
                  <a:srgbClr val="000000"/>
                </a:solidFill>
                <a:latin typeface="Times New Roman" panose="02020603050405020304" pitchFamily="18" charset="0"/>
                <a:ea typeface="宋体" panose="02010600030101010101" pitchFamily="2" charset="-122"/>
              </a:rPr>
              <a:t>（</a:t>
            </a:r>
            <a:r>
              <a:rPr kumimoji="0" lang="en-US" altLang="zh-CN" b="1">
                <a:solidFill>
                  <a:srgbClr val="000000"/>
                </a:solidFill>
                <a:latin typeface="Times New Roman" panose="02020603050405020304" pitchFamily="18" charset="0"/>
                <a:ea typeface="宋体" panose="02010600030101010101" pitchFamily="2" charset="-122"/>
              </a:rPr>
              <a:t>2</a:t>
            </a:r>
            <a:r>
              <a:rPr kumimoji="0" lang="zh-CN" altLang="en-US" b="1">
                <a:solidFill>
                  <a:srgbClr val="000000"/>
                </a:solidFill>
                <a:latin typeface="Times New Roman" panose="02020603050405020304" pitchFamily="18" charset="0"/>
                <a:ea typeface="宋体" panose="02010600030101010101" pitchFamily="2" charset="-122"/>
              </a:rPr>
              <a:t>）去掉析取范式中的所有永假式  </a:t>
            </a:r>
            <a:r>
              <a:rPr kumimoji="0" lang="en-US" altLang="zh-CN" b="1">
                <a:solidFill>
                  <a:srgbClr val="000000"/>
                </a:solidFill>
                <a:latin typeface="Times New Roman" panose="02020603050405020304" pitchFamily="18" charset="0"/>
                <a:ea typeface="宋体" panose="02010600030101010101" pitchFamily="2" charset="-122"/>
              </a:rPr>
              <a:t>( </a:t>
            </a:r>
            <a:r>
              <a:rPr kumimoji="0" lang="en-US" altLang="zh-CN" b="1">
                <a:solidFill>
                  <a:srgbClr val="FF0000"/>
                </a:solidFill>
                <a:latin typeface="Times New Roman" panose="02020603050405020304" pitchFamily="18" charset="0"/>
                <a:ea typeface="宋体" panose="02010600030101010101" pitchFamily="2" charset="-122"/>
              </a:rPr>
              <a:t>P∧</a:t>
            </a:r>
            <a:r>
              <a:rPr lang="en-US" altLang="zh-CN" b="1">
                <a:solidFill>
                  <a:srgbClr val="FF0000"/>
                </a:solidFill>
                <a:latin typeface="Times New Roman" panose="02020603050405020304" pitchFamily="18" charset="0"/>
                <a:ea typeface="宋体" panose="02010600030101010101" pitchFamily="2" charset="-122"/>
              </a:rPr>
              <a:t>┐</a:t>
            </a:r>
            <a:r>
              <a:rPr kumimoji="0" lang="en-US" altLang="zh-CN" b="1">
                <a:solidFill>
                  <a:srgbClr val="FF0000"/>
                </a:solidFill>
                <a:latin typeface="Times New Roman" panose="02020603050405020304" pitchFamily="18" charset="0"/>
                <a:ea typeface="宋体" panose="02010600030101010101" pitchFamily="2" charset="-122"/>
              </a:rPr>
              <a:t>P</a:t>
            </a:r>
            <a:r>
              <a:rPr kumimoji="0" lang="en-US" altLang="zh-CN">
                <a:solidFill>
                  <a:srgbClr val="FF0000"/>
                </a:solidFill>
                <a:latin typeface="Times New Roman" panose="02020603050405020304" pitchFamily="18" charset="0"/>
                <a:ea typeface="宋体" panose="02010600030101010101" pitchFamily="2" charset="-122"/>
              </a:rPr>
              <a:t> </a:t>
            </a:r>
            <a:r>
              <a:rPr kumimoji="0" lang="en-US" altLang="zh-CN" b="1">
                <a:solidFill>
                  <a:srgbClr val="000000"/>
                </a:solidFill>
                <a:latin typeface="Times New Roman" panose="02020603050405020304" pitchFamily="18" charset="0"/>
                <a:ea typeface="宋体" panose="02010600030101010101" pitchFamily="2" charset="-122"/>
              </a:rPr>
              <a:t>)</a:t>
            </a:r>
          </a:p>
          <a:p>
            <a:pPr eaLnBrk="1" hangingPunct="1">
              <a:buFontTx/>
              <a:buNone/>
            </a:pPr>
            <a:r>
              <a:rPr kumimoji="0" lang="zh-CN" altLang="en-US" b="1">
                <a:solidFill>
                  <a:srgbClr val="000000"/>
                </a:solidFill>
                <a:latin typeface="Times New Roman" panose="02020603050405020304" pitchFamily="18" charset="0"/>
                <a:ea typeface="宋体" panose="02010600030101010101" pitchFamily="2" charset="-122"/>
              </a:rPr>
              <a:t>（</a:t>
            </a:r>
            <a:r>
              <a:rPr kumimoji="0" lang="en-US" altLang="zh-CN" b="1">
                <a:solidFill>
                  <a:srgbClr val="000000"/>
                </a:solidFill>
                <a:latin typeface="Times New Roman" panose="02020603050405020304" pitchFamily="18" charset="0"/>
                <a:ea typeface="宋体" panose="02010600030101010101" pitchFamily="2" charset="-122"/>
              </a:rPr>
              <a:t>3</a:t>
            </a:r>
            <a:r>
              <a:rPr kumimoji="0" lang="zh-CN" altLang="en-US" b="1">
                <a:solidFill>
                  <a:srgbClr val="000000"/>
                </a:solidFill>
                <a:latin typeface="Times New Roman" panose="02020603050405020304" pitchFamily="18" charset="0"/>
                <a:ea typeface="宋体" panose="02010600030101010101" pitchFamily="2" charset="-122"/>
              </a:rPr>
              <a:t>）若析取范式的某一个短语 </a:t>
            </a:r>
            <a:r>
              <a:rPr kumimoji="0" lang="en-US" altLang="zh-CN" b="1">
                <a:solidFill>
                  <a:srgbClr val="000000"/>
                </a:solidFill>
                <a:latin typeface="Times New Roman" panose="02020603050405020304" pitchFamily="18" charset="0"/>
                <a:ea typeface="宋体" panose="02010600030101010101" pitchFamily="2" charset="-122"/>
              </a:rPr>
              <a:t>H </a:t>
            </a:r>
            <a:r>
              <a:rPr kumimoji="0" lang="zh-CN" altLang="en-US" b="1">
                <a:solidFill>
                  <a:srgbClr val="000000"/>
                </a:solidFill>
                <a:latin typeface="Times New Roman" panose="02020603050405020304" pitchFamily="18" charset="0"/>
                <a:ea typeface="宋体" panose="02010600030101010101" pitchFamily="2" charset="-122"/>
              </a:rPr>
              <a:t>中缺少该命题公式中的命题变元 </a:t>
            </a:r>
            <a:r>
              <a:rPr kumimoji="0" lang="en-US" altLang="zh-CN" b="1">
                <a:solidFill>
                  <a:srgbClr val="000000"/>
                </a:solidFill>
                <a:latin typeface="Times New Roman" panose="02020603050405020304" pitchFamily="18" charset="0"/>
                <a:ea typeface="宋体" panose="02010600030101010101" pitchFamily="2" charset="-122"/>
              </a:rPr>
              <a:t>P</a:t>
            </a:r>
            <a:r>
              <a:rPr kumimoji="0" lang="zh-CN" altLang="en-US" b="1">
                <a:solidFill>
                  <a:srgbClr val="000000"/>
                </a:solidFill>
                <a:latin typeface="Times New Roman" panose="02020603050405020304" pitchFamily="18" charset="0"/>
                <a:ea typeface="宋体" panose="02010600030101010101" pitchFamily="2" charset="-122"/>
              </a:rPr>
              <a:t>，则用公式：</a:t>
            </a:r>
            <a:r>
              <a:rPr kumimoji="0" lang="en-US" altLang="zh-CN" b="1">
                <a:solidFill>
                  <a:srgbClr val="000000"/>
                </a:solidFill>
                <a:latin typeface="Times New Roman" panose="02020603050405020304" pitchFamily="18" charset="0"/>
                <a:ea typeface="宋体" panose="02010600030101010101" pitchFamily="2" charset="-122"/>
              </a:rPr>
              <a:t>(</a:t>
            </a:r>
            <a:r>
              <a:rPr kumimoji="0" lang="zh-CN" altLang="en-US" b="1">
                <a:solidFill>
                  <a:srgbClr val="000000"/>
                </a:solidFill>
                <a:latin typeface="Times New Roman" panose="02020603050405020304" pitchFamily="18" charset="0"/>
                <a:ea typeface="宋体" panose="02010600030101010101" pitchFamily="2" charset="-122"/>
              </a:rPr>
              <a:t>Ｐ∨┐Ｐ</a:t>
            </a:r>
            <a:r>
              <a:rPr kumimoji="0" lang="en-US" altLang="zh-CN" b="1">
                <a:solidFill>
                  <a:srgbClr val="000000"/>
                </a:solidFill>
                <a:latin typeface="Times New Roman" panose="02020603050405020304" pitchFamily="18" charset="0"/>
                <a:ea typeface="宋体" panose="02010600030101010101" pitchFamily="2" charset="-122"/>
              </a:rPr>
              <a:t>)∧H = H</a:t>
            </a:r>
            <a:r>
              <a:rPr kumimoji="0" lang="zh-CN" altLang="en-US" b="1">
                <a:solidFill>
                  <a:srgbClr val="000000"/>
                </a:solidFill>
                <a:latin typeface="Times New Roman" panose="02020603050405020304" pitchFamily="18" charset="0"/>
                <a:ea typeface="宋体" panose="02010600030101010101" pitchFamily="2" charset="-122"/>
              </a:rPr>
              <a:t>将命题变元</a:t>
            </a:r>
            <a:r>
              <a:rPr kumimoji="0" lang="en-US" altLang="zh-CN" b="1">
                <a:solidFill>
                  <a:srgbClr val="000000"/>
                </a:solidFill>
                <a:latin typeface="Times New Roman" panose="02020603050405020304" pitchFamily="18" charset="0"/>
                <a:ea typeface="宋体" panose="02010600030101010101" pitchFamily="2" charset="-122"/>
              </a:rPr>
              <a:t>P</a:t>
            </a:r>
            <a:r>
              <a:rPr kumimoji="0" lang="zh-CN" altLang="en-US" b="1">
                <a:solidFill>
                  <a:srgbClr val="000000"/>
                </a:solidFill>
                <a:latin typeface="Times New Roman" panose="02020603050405020304" pitchFamily="18" charset="0"/>
                <a:ea typeface="宋体" panose="02010600030101010101" pitchFamily="2" charset="-122"/>
              </a:rPr>
              <a:t>补进去，并用分配律展开</a:t>
            </a:r>
            <a:r>
              <a:rPr kumimoji="0" lang="en-US" altLang="zh-CN" b="1">
                <a:solidFill>
                  <a:srgbClr val="000000"/>
                </a:solidFill>
                <a:latin typeface="Times New Roman" panose="02020603050405020304" pitchFamily="18" charset="0"/>
                <a:ea typeface="宋体" panose="02010600030101010101" pitchFamily="2" charset="-122"/>
              </a:rPr>
              <a:t>;</a:t>
            </a:r>
          </a:p>
          <a:p>
            <a:pPr eaLnBrk="1" hangingPunct="1">
              <a:buFontTx/>
              <a:buNone/>
            </a:pPr>
            <a:r>
              <a:rPr kumimoji="0" lang="zh-CN" altLang="en-US" b="1">
                <a:solidFill>
                  <a:srgbClr val="000000"/>
                </a:solidFill>
                <a:latin typeface="Times New Roman" panose="02020603050405020304" pitchFamily="18" charset="0"/>
                <a:ea typeface="宋体" panose="02010600030101010101" pitchFamily="2" charset="-122"/>
              </a:rPr>
              <a:t>（</a:t>
            </a:r>
            <a:r>
              <a:rPr kumimoji="0" lang="en-US" altLang="zh-CN" b="1">
                <a:solidFill>
                  <a:srgbClr val="000000"/>
                </a:solidFill>
                <a:latin typeface="Times New Roman" panose="02020603050405020304" pitchFamily="18" charset="0"/>
                <a:ea typeface="宋体" panose="02010600030101010101" pitchFamily="2" charset="-122"/>
              </a:rPr>
              <a:t>4</a:t>
            </a:r>
            <a:r>
              <a:rPr kumimoji="0" lang="zh-CN" altLang="en-US" b="1">
                <a:solidFill>
                  <a:srgbClr val="000000"/>
                </a:solidFill>
                <a:latin typeface="Times New Roman" panose="02020603050405020304" pitchFamily="18" charset="0"/>
                <a:ea typeface="宋体" panose="02010600030101010101" pitchFamily="2" charset="-122"/>
              </a:rPr>
              <a:t>）合并相同的小项，并用交换律进行顺序调整。</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3">
            <a:extLst>
              <a:ext uri="{FF2B5EF4-FFF2-40B4-BE49-F238E27FC236}">
                <a16:creationId xmlns:a16="http://schemas.microsoft.com/office/drawing/2014/main" id="{1622CF09-0EA9-4FD3-AF25-AC8FAE7324B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2D92293-F28D-4943-8377-69D34CB6B3F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3795" name="页脚占位符 4">
            <a:extLst>
              <a:ext uri="{FF2B5EF4-FFF2-40B4-BE49-F238E27FC236}">
                <a16:creationId xmlns:a16="http://schemas.microsoft.com/office/drawing/2014/main" id="{FAC61154-F4AF-47EC-90F9-175A9B29D1E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3796" name="灯片编号占位符 5">
            <a:extLst>
              <a:ext uri="{FF2B5EF4-FFF2-40B4-BE49-F238E27FC236}">
                <a16:creationId xmlns:a16="http://schemas.microsoft.com/office/drawing/2014/main" id="{1AE5E06A-5F16-4E75-8937-0FF3D7023C6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5E9AE86-DD3E-4430-84CD-8C067DA5C139}" type="slidenum">
              <a:rPr lang="en-US" altLang="zh-CN" sz="1400" smtClean="0">
                <a:latin typeface="Times New Roman" panose="02020603050405020304" pitchFamily="18" charset="0"/>
                <a:ea typeface="宋体" panose="02010600030101010101" pitchFamily="2" charset="-122"/>
              </a:rPr>
              <a:pPr>
                <a:spcBef>
                  <a:spcPct val="0"/>
                </a:spcBef>
                <a:buFontTx/>
                <a:buNone/>
              </a:pPr>
              <a:t>30</a:t>
            </a:fld>
            <a:endParaRPr lang="en-US" altLang="zh-CN" sz="1400">
              <a:latin typeface="Times New Roman" panose="02020603050405020304" pitchFamily="18" charset="0"/>
              <a:ea typeface="宋体" panose="02010600030101010101" pitchFamily="2" charset="-122"/>
            </a:endParaRPr>
          </a:p>
        </p:txBody>
      </p:sp>
      <p:sp>
        <p:nvSpPr>
          <p:cNvPr id="33797" name="Text Box 2">
            <a:extLst>
              <a:ext uri="{FF2B5EF4-FFF2-40B4-BE49-F238E27FC236}">
                <a16:creationId xmlns:a16="http://schemas.microsoft.com/office/drawing/2014/main" id="{6AB6D423-5C27-4B71-B242-7AF935C43927}"/>
              </a:ext>
            </a:extLst>
          </p:cNvPr>
          <p:cNvSpPr txBox="1">
            <a:spLocks noChangeArrowheads="1"/>
          </p:cNvSpPr>
          <p:nvPr/>
        </p:nvSpPr>
        <p:spPr bwMode="auto">
          <a:xfrm>
            <a:off x="1435100" y="908050"/>
            <a:ext cx="62325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主析取范式写法</a:t>
            </a:r>
          </a:p>
        </p:txBody>
      </p:sp>
      <p:pic>
        <p:nvPicPr>
          <p:cNvPr id="33798" name="Picture 6" descr="C:\Program Files\Microsoft Office\MEDIA\CAGCAT10\j0293844.wmf">
            <a:extLst>
              <a:ext uri="{FF2B5EF4-FFF2-40B4-BE49-F238E27FC236}">
                <a16:creationId xmlns:a16="http://schemas.microsoft.com/office/drawing/2014/main" id="{D3E0CC33-042E-4ED3-BA70-A19EBB25AE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620713"/>
            <a:ext cx="1163637"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9" name="Picture 4" descr="QQ截图20140127203514">
            <a:extLst>
              <a:ext uri="{FF2B5EF4-FFF2-40B4-BE49-F238E27FC236}">
                <a16:creationId xmlns:a16="http://schemas.microsoft.com/office/drawing/2014/main" id="{1D71D904-7BF0-4D60-89CB-4BBDD143E2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2133600"/>
            <a:ext cx="6192837" cy="408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a:extLst>
              <a:ext uri="{FF2B5EF4-FFF2-40B4-BE49-F238E27FC236}">
                <a16:creationId xmlns:a16="http://schemas.microsoft.com/office/drawing/2014/main" id="{BD42828E-2DBB-4608-A389-DBE0407BC8C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D3A232E-E3EA-46A1-9150-5996DB0A60C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4819" name="页脚占位符 4">
            <a:extLst>
              <a:ext uri="{FF2B5EF4-FFF2-40B4-BE49-F238E27FC236}">
                <a16:creationId xmlns:a16="http://schemas.microsoft.com/office/drawing/2014/main" id="{A771BBC0-BF29-4791-B858-71B76DB6A7F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4820" name="灯片编号占位符 5">
            <a:extLst>
              <a:ext uri="{FF2B5EF4-FFF2-40B4-BE49-F238E27FC236}">
                <a16:creationId xmlns:a16="http://schemas.microsoft.com/office/drawing/2014/main" id="{67D5480E-684C-4A43-A298-C81EB8E0DE9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0B5881B-D1C8-4DEB-8643-587C8447DDE7}" type="slidenum">
              <a:rPr lang="en-US" altLang="zh-CN" sz="1400" smtClean="0">
                <a:latin typeface="Times New Roman" panose="02020603050405020304" pitchFamily="18" charset="0"/>
                <a:ea typeface="宋体" panose="02010600030101010101" pitchFamily="2" charset="-122"/>
              </a:rPr>
              <a:pPr>
                <a:spcBef>
                  <a:spcPct val="0"/>
                </a:spcBef>
                <a:buFontTx/>
                <a:buNone/>
              </a:pPr>
              <a:t>31</a:t>
            </a:fld>
            <a:endParaRPr lang="en-US" altLang="zh-CN" sz="1400">
              <a:latin typeface="Times New Roman" panose="02020603050405020304" pitchFamily="18" charset="0"/>
              <a:ea typeface="宋体" panose="02010600030101010101" pitchFamily="2" charset="-122"/>
            </a:endParaRPr>
          </a:p>
        </p:txBody>
      </p:sp>
      <p:sp>
        <p:nvSpPr>
          <p:cNvPr id="34821" name="Text Box 2">
            <a:extLst>
              <a:ext uri="{FF2B5EF4-FFF2-40B4-BE49-F238E27FC236}">
                <a16:creationId xmlns:a16="http://schemas.microsoft.com/office/drawing/2014/main" id="{E1F2FC9B-9517-4627-997D-B23D0F739F0F}"/>
              </a:ext>
            </a:extLst>
          </p:cNvPr>
          <p:cNvSpPr txBox="1">
            <a:spLocks noChangeArrowheads="1"/>
          </p:cNvSpPr>
          <p:nvPr/>
        </p:nvSpPr>
        <p:spPr bwMode="auto">
          <a:xfrm>
            <a:off x="1331913" y="836613"/>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真值表法</a:t>
            </a:r>
          </a:p>
        </p:txBody>
      </p:sp>
      <p:pic>
        <p:nvPicPr>
          <p:cNvPr id="34822" name="Picture 6" descr="C:\Program Files\Microsoft Office\MEDIA\CAGCAT10\j0293844.wmf">
            <a:extLst>
              <a:ext uri="{FF2B5EF4-FFF2-40B4-BE49-F238E27FC236}">
                <a16:creationId xmlns:a16="http://schemas.microsoft.com/office/drawing/2014/main" id="{62A661A9-A7F5-4681-9480-0913FEF1D4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620713"/>
            <a:ext cx="1163637"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3" name="Picture 8" descr="QQ截图20140127170406">
            <a:extLst>
              <a:ext uri="{FF2B5EF4-FFF2-40B4-BE49-F238E27FC236}">
                <a16:creationId xmlns:a16="http://schemas.microsoft.com/office/drawing/2014/main" id="{9871A170-61D5-4332-ABBD-3C069299DA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300" y="2349500"/>
            <a:ext cx="8062913"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3">
            <a:extLst>
              <a:ext uri="{FF2B5EF4-FFF2-40B4-BE49-F238E27FC236}">
                <a16:creationId xmlns:a16="http://schemas.microsoft.com/office/drawing/2014/main" id="{C19A3DC2-CCB7-4CEB-8BE9-67B35BA3F5F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78516FE-442F-4018-BCD2-8AE7880A9437}"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5843" name="页脚占位符 4">
            <a:extLst>
              <a:ext uri="{FF2B5EF4-FFF2-40B4-BE49-F238E27FC236}">
                <a16:creationId xmlns:a16="http://schemas.microsoft.com/office/drawing/2014/main" id="{B2929960-BF28-448D-B37C-122EFA628C2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5844" name="灯片编号占位符 5">
            <a:extLst>
              <a:ext uri="{FF2B5EF4-FFF2-40B4-BE49-F238E27FC236}">
                <a16:creationId xmlns:a16="http://schemas.microsoft.com/office/drawing/2014/main" id="{1448F6E2-3BC3-49D6-8A9B-E951D0866E9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25C7C63-4D34-45B3-9801-83ECF9C54F3C}" type="slidenum">
              <a:rPr lang="en-US" altLang="zh-CN" sz="1400" smtClean="0">
                <a:latin typeface="Times New Roman" panose="02020603050405020304" pitchFamily="18" charset="0"/>
                <a:ea typeface="宋体" panose="02010600030101010101" pitchFamily="2" charset="-122"/>
              </a:rPr>
              <a:pPr>
                <a:spcBef>
                  <a:spcPct val="0"/>
                </a:spcBef>
                <a:buFontTx/>
                <a:buNone/>
              </a:pPr>
              <a:t>32</a:t>
            </a:fld>
            <a:endParaRPr lang="en-US" altLang="zh-CN" sz="1400">
              <a:latin typeface="Times New Roman" panose="02020603050405020304" pitchFamily="18" charset="0"/>
              <a:ea typeface="宋体" panose="02010600030101010101" pitchFamily="2" charset="-122"/>
            </a:endParaRPr>
          </a:p>
        </p:txBody>
      </p:sp>
      <p:sp>
        <p:nvSpPr>
          <p:cNvPr id="35845" name="Text Box 2">
            <a:extLst>
              <a:ext uri="{FF2B5EF4-FFF2-40B4-BE49-F238E27FC236}">
                <a16:creationId xmlns:a16="http://schemas.microsoft.com/office/drawing/2014/main" id="{8DE3A977-6121-4C2E-BD94-16631A66E358}"/>
              </a:ext>
            </a:extLst>
          </p:cNvPr>
          <p:cNvSpPr txBox="1">
            <a:spLocks noChangeArrowheads="1"/>
          </p:cNvSpPr>
          <p:nvPr/>
        </p:nvSpPr>
        <p:spPr bwMode="auto">
          <a:xfrm>
            <a:off x="1331913"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真值表法示例</a:t>
            </a:r>
          </a:p>
        </p:txBody>
      </p:sp>
      <p:pic>
        <p:nvPicPr>
          <p:cNvPr id="35846" name="Picture 6" descr="C:\Program Files\Microsoft Office\MEDIA\CAGCAT10\j0293844.wmf">
            <a:extLst>
              <a:ext uri="{FF2B5EF4-FFF2-40B4-BE49-F238E27FC236}">
                <a16:creationId xmlns:a16="http://schemas.microsoft.com/office/drawing/2014/main" id="{70DFD44D-0BC8-4C89-8198-10B3CA0EF9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7" name="Picture 5" descr="QQ截图20140127171119">
            <a:extLst>
              <a:ext uri="{FF2B5EF4-FFF2-40B4-BE49-F238E27FC236}">
                <a16:creationId xmlns:a16="http://schemas.microsoft.com/office/drawing/2014/main" id="{5D66EEF9-5225-4079-9D30-DF508B5E36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038" y="2098675"/>
            <a:ext cx="7632700" cy="3838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3">
            <a:extLst>
              <a:ext uri="{FF2B5EF4-FFF2-40B4-BE49-F238E27FC236}">
                <a16:creationId xmlns:a16="http://schemas.microsoft.com/office/drawing/2014/main" id="{1EA56C85-7F0D-4E2F-A8EC-8F32DDD6B02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D765E75-81E7-4DAB-A024-D23F881A892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6867" name="页脚占位符 4">
            <a:extLst>
              <a:ext uri="{FF2B5EF4-FFF2-40B4-BE49-F238E27FC236}">
                <a16:creationId xmlns:a16="http://schemas.microsoft.com/office/drawing/2014/main" id="{4CC0CAB0-16A1-44D9-8C81-C25BC158B6E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6868" name="灯片编号占位符 5">
            <a:extLst>
              <a:ext uri="{FF2B5EF4-FFF2-40B4-BE49-F238E27FC236}">
                <a16:creationId xmlns:a16="http://schemas.microsoft.com/office/drawing/2014/main" id="{CF5C7FFB-E00E-44B8-AC50-4C222025DD4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4216102-117E-4FD8-A8D1-F51920190E60}" type="slidenum">
              <a:rPr lang="en-US" altLang="zh-CN" sz="1400" smtClean="0">
                <a:latin typeface="Times New Roman" panose="02020603050405020304" pitchFamily="18" charset="0"/>
                <a:ea typeface="宋体" panose="02010600030101010101" pitchFamily="2" charset="-122"/>
              </a:rPr>
              <a:pPr>
                <a:spcBef>
                  <a:spcPct val="0"/>
                </a:spcBef>
                <a:buFontTx/>
                <a:buNone/>
              </a:pPr>
              <a:t>33</a:t>
            </a:fld>
            <a:endParaRPr lang="en-US" altLang="zh-CN" sz="1400">
              <a:latin typeface="Times New Roman" panose="02020603050405020304" pitchFamily="18" charset="0"/>
              <a:ea typeface="宋体" panose="02010600030101010101" pitchFamily="2" charset="-122"/>
            </a:endParaRPr>
          </a:p>
        </p:txBody>
      </p:sp>
      <p:sp>
        <p:nvSpPr>
          <p:cNvPr id="36869" name="Text Box 2">
            <a:extLst>
              <a:ext uri="{FF2B5EF4-FFF2-40B4-BE49-F238E27FC236}">
                <a16:creationId xmlns:a16="http://schemas.microsoft.com/office/drawing/2014/main" id="{7C31EF97-6328-40FC-8D23-46AE10508C87}"/>
              </a:ext>
            </a:extLst>
          </p:cNvPr>
          <p:cNvSpPr txBox="1">
            <a:spLocks noChangeArrowheads="1"/>
          </p:cNvSpPr>
          <p:nvPr/>
        </p:nvSpPr>
        <p:spPr bwMode="auto">
          <a:xfrm>
            <a:off x="1403350" y="692150"/>
            <a:ext cx="62642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真值表法示例</a:t>
            </a:r>
          </a:p>
        </p:txBody>
      </p:sp>
      <p:pic>
        <p:nvPicPr>
          <p:cNvPr id="36870" name="Picture 6" descr="C:\Program Files\Microsoft Office\MEDIA\CAGCAT10\j0293844.wmf">
            <a:extLst>
              <a:ext uri="{FF2B5EF4-FFF2-40B4-BE49-F238E27FC236}">
                <a16:creationId xmlns:a16="http://schemas.microsoft.com/office/drawing/2014/main" id="{2A764AC1-FA43-486E-96CF-B48DB81BDD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1" name="Picture 5" descr="QQ截图20140127161843">
            <a:extLst>
              <a:ext uri="{FF2B5EF4-FFF2-40B4-BE49-F238E27FC236}">
                <a16:creationId xmlns:a16="http://schemas.microsoft.com/office/drawing/2014/main" id="{C2B3D4EA-0A55-40C7-B8B3-E9C7F0D091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2133600"/>
            <a:ext cx="7993063" cy="407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日期占位符 3">
            <a:extLst>
              <a:ext uri="{FF2B5EF4-FFF2-40B4-BE49-F238E27FC236}">
                <a16:creationId xmlns:a16="http://schemas.microsoft.com/office/drawing/2014/main" id="{1DA079D2-B7C7-41D1-B9DB-A41CA162651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F8AF6FB-441D-41D8-BED5-21D0BB3FD23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7891" name="页脚占位符 4">
            <a:extLst>
              <a:ext uri="{FF2B5EF4-FFF2-40B4-BE49-F238E27FC236}">
                <a16:creationId xmlns:a16="http://schemas.microsoft.com/office/drawing/2014/main" id="{4882720B-AA4E-40B3-9B27-EA6F4FD3A58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7892" name="灯片编号占位符 5">
            <a:extLst>
              <a:ext uri="{FF2B5EF4-FFF2-40B4-BE49-F238E27FC236}">
                <a16:creationId xmlns:a16="http://schemas.microsoft.com/office/drawing/2014/main" id="{3B15C0B9-2CF3-44D2-BF6C-4DE31C7B09F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26739A9-8422-4E76-8BB3-2412DA1D3215}" type="slidenum">
              <a:rPr lang="en-US" altLang="zh-CN" sz="1400" smtClean="0">
                <a:latin typeface="Times New Roman" panose="02020603050405020304" pitchFamily="18" charset="0"/>
                <a:ea typeface="宋体" panose="02010600030101010101" pitchFamily="2" charset="-122"/>
              </a:rPr>
              <a:pPr>
                <a:spcBef>
                  <a:spcPct val="0"/>
                </a:spcBef>
                <a:buFontTx/>
                <a:buNone/>
              </a:pPr>
              <a:t>34</a:t>
            </a:fld>
            <a:endParaRPr lang="en-US" altLang="zh-CN" sz="1400">
              <a:latin typeface="Times New Roman" panose="02020603050405020304" pitchFamily="18" charset="0"/>
              <a:ea typeface="宋体" panose="02010600030101010101" pitchFamily="2" charset="-122"/>
            </a:endParaRPr>
          </a:p>
        </p:txBody>
      </p:sp>
      <p:sp>
        <p:nvSpPr>
          <p:cNvPr id="37893" name="Text Box 2">
            <a:extLst>
              <a:ext uri="{FF2B5EF4-FFF2-40B4-BE49-F238E27FC236}">
                <a16:creationId xmlns:a16="http://schemas.microsoft.com/office/drawing/2014/main" id="{C01793BB-8C21-46C1-8147-87545E319230}"/>
              </a:ext>
            </a:extLst>
          </p:cNvPr>
          <p:cNvSpPr txBox="1">
            <a:spLocks noChangeArrowheads="1"/>
          </p:cNvSpPr>
          <p:nvPr/>
        </p:nvSpPr>
        <p:spPr bwMode="auto">
          <a:xfrm>
            <a:off x="1506538" y="765175"/>
            <a:ext cx="63785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主析取范式写法</a:t>
            </a:r>
          </a:p>
        </p:txBody>
      </p:sp>
      <p:pic>
        <p:nvPicPr>
          <p:cNvPr id="37894" name="Picture 6" descr="C:\Program Files\Microsoft Office\MEDIA\CAGCAT10\j0293844.wmf">
            <a:extLst>
              <a:ext uri="{FF2B5EF4-FFF2-40B4-BE49-F238E27FC236}">
                <a16:creationId xmlns:a16="http://schemas.microsoft.com/office/drawing/2014/main" id="{9355A66C-E647-4725-90A2-25968CB3ED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5" name="Rectangle 6">
            <a:extLst>
              <a:ext uri="{FF2B5EF4-FFF2-40B4-BE49-F238E27FC236}">
                <a16:creationId xmlns:a16="http://schemas.microsoft.com/office/drawing/2014/main" id="{D7B5B6BA-9940-4007-B8B6-88EEDECFA34A}"/>
              </a:ext>
            </a:extLst>
          </p:cNvPr>
          <p:cNvSpPr>
            <a:spLocks noChangeArrowheads="1"/>
          </p:cNvSpPr>
          <p:nvPr/>
        </p:nvSpPr>
        <p:spPr bwMode="auto">
          <a:xfrm>
            <a:off x="827088" y="1916113"/>
            <a:ext cx="52720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zh-CN" altLang="en-US" sz="2800" b="1">
                <a:latin typeface="Times New Roman" panose="02020603050405020304" pitchFamily="18" charset="0"/>
                <a:ea typeface="宋体" panose="02010600030101010101" pitchFamily="2" charset="-122"/>
                <a:sym typeface="Symbol" panose="05050102010706020507" pitchFamily="18" charset="2"/>
              </a:rPr>
              <a:t>求 </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PQ</a:t>
            </a:r>
            <a:r>
              <a:rPr kumimoji="0" lang="zh-CN" altLang="en-US" sz="2800" b="1">
                <a:latin typeface="Times New Roman" panose="02020603050405020304" pitchFamily="18" charset="0"/>
                <a:ea typeface="宋体" panose="02010600030101010101" pitchFamily="2" charset="-122"/>
                <a:sym typeface="Symbol" panose="05050102010706020507" pitchFamily="18" charset="2"/>
              </a:rPr>
              <a:t>和</a:t>
            </a:r>
            <a:r>
              <a:rPr kumimoji="0" lang="en-US" altLang="zh-CN" sz="2800" b="1">
                <a:latin typeface="Times New Roman" panose="02020603050405020304" pitchFamily="18" charset="0"/>
                <a:ea typeface="宋体" panose="02010600030101010101" pitchFamily="2" charset="-122"/>
                <a:sym typeface="Kingsoft Phonetic Plain" pitchFamily="2" charset="2"/>
              </a:rPr>
              <a:t>P</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 </a:t>
            </a:r>
            <a:r>
              <a:rPr kumimoji="0" lang="en-US" altLang="zh-CN" sz="2800" b="1">
                <a:latin typeface="Times New Roman" panose="02020603050405020304" pitchFamily="18" charset="0"/>
                <a:ea typeface="宋体" panose="02010600030101010101" pitchFamily="2" charset="-122"/>
              </a:rPr>
              <a:t>Q</a:t>
            </a:r>
            <a:r>
              <a:rPr kumimoji="0" lang="zh-CN" altLang="en-US" sz="2800" b="1">
                <a:latin typeface="Times New Roman" panose="02020603050405020304" pitchFamily="18" charset="0"/>
                <a:ea typeface="宋体" panose="02010600030101010101" pitchFamily="2" charset="-122"/>
              </a:rPr>
              <a:t>的</a:t>
            </a:r>
            <a:r>
              <a:rPr kumimoji="0" lang="zh-CN" altLang="en-US" sz="2800" b="1">
                <a:latin typeface="Times New Roman" panose="02020603050405020304" pitchFamily="18" charset="0"/>
                <a:ea typeface="宋体" panose="02010600030101010101" pitchFamily="2" charset="-122"/>
                <a:sym typeface="Symbol" panose="05050102010706020507" pitchFamily="18" charset="2"/>
              </a:rPr>
              <a:t>主析取范式。</a:t>
            </a:r>
          </a:p>
        </p:txBody>
      </p:sp>
      <p:pic>
        <p:nvPicPr>
          <p:cNvPr id="37896" name="Picture 48" descr="QQ截图20140127165745">
            <a:extLst>
              <a:ext uri="{FF2B5EF4-FFF2-40B4-BE49-F238E27FC236}">
                <a16:creationId xmlns:a16="http://schemas.microsoft.com/office/drawing/2014/main" id="{8940706D-9683-4656-BBE6-74D71A5E2F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2600325"/>
            <a:ext cx="5305425"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7" name="Text Box 49">
            <a:extLst>
              <a:ext uri="{FF2B5EF4-FFF2-40B4-BE49-F238E27FC236}">
                <a16:creationId xmlns:a16="http://schemas.microsoft.com/office/drawing/2014/main" id="{D52D5173-C866-4C6B-93D2-B0D2F73BE474}"/>
              </a:ext>
            </a:extLst>
          </p:cNvPr>
          <p:cNvSpPr txBox="1">
            <a:spLocks noChangeArrowheads="1"/>
          </p:cNvSpPr>
          <p:nvPr/>
        </p:nvSpPr>
        <p:spPr bwMode="auto">
          <a:xfrm>
            <a:off x="908050" y="4906963"/>
            <a:ext cx="7696200"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30000"/>
              </a:lnSpc>
              <a:buFontTx/>
              <a:buNone/>
            </a:pPr>
            <a:r>
              <a:rPr lang="en-US" altLang="zh-CN" b="1">
                <a:latin typeface="Arial" panose="020B0604020202020204" pitchFamily="34" charset="0"/>
                <a:ea typeface="宋体" panose="02010600030101010101" pitchFamily="2" charset="-122"/>
                <a:sym typeface="Symbol" panose="05050102010706020507" pitchFamily="18" charset="2"/>
              </a:rPr>
              <a:t>PQ </a:t>
            </a:r>
            <a:r>
              <a:rPr lang="en-US" altLang="zh-CN" b="1">
                <a:latin typeface="Arial" panose="020B0604020202020204" pitchFamily="34" charset="0"/>
                <a:ea typeface="宋体" panose="02010600030101010101" pitchFamily="2" charset="-122"/>
              </a:rPr>
              <a:t>m</a:t>
            </a:r>
            <a:r>
              <a:rPr lang="en-US" altLang="zh-CN" b="1" baseline="-25000">
                <a:latin typeface="Arial" panose="020B0604020202020204" pitchFamily="34" charset="0"/>
                <a:ea typeface="宋体" panose="02010600030101010101" pitchFamily="2" charset="-122"/>
              </a:rPr>
              <a:t>0</a:t>
            </a:r>
            <a:r>
              <a:rPr lang="en-US" altLang="zh-CN" b="1">
                <a:latin typeface="Arial" panose="020B0604020202020204" pitchFamily="34" charset="0"/>
                <a:ea typeface="宋体" panose="02010600030101010101" pitchFamily="2" charset="-122"/>
                <a:sym typeface="Kingsoft Phonetic Plain" pitchFamily="2" charset="2"/>
              </a:rPr>
              <a:t>∨</a:t>
            </a:r>
            <a:r>
              <a:rPr lang="en-US" altLang="zh-CN" b="1">
                <a:latin typeface="Arial" panose="020B0604020202020204" pitchFamily="34" charset="0"/>
                <a:ea typeface="宋体" panose="02010600030101010101" pitchFamily="2" charset="-122"/>
              </a:rPr>
              <a:t>m</a:t>
            </a:r>
            <a:r>
              <a:rPr lang="en-US" altLang="zh-CN" b="1" baseline="-25000">
                <a:latin typeface="Arial" panose="020B0604020202020204" pitchFamily="34" charset="0"/>
                <a:ea typeface="宋体" panose="02010600030101010101" pitchFamily="2" charset="-122"/>
              </a:rPr>
              <a:t>1</a:t>
            </a:r>
            <a:r>
              <a:rPr lang="en-US" altLang="zh-CN" b="1">
                <a:latin typeface="Arial" panose="020B0604020202020204" pitchFamily="34" charset="0"/>
                <a:ea typeface="宋体" panose="02010600030101010101" pitchFamily="2" charset="-122"/>
                <a:sym typeface="Kingsoft Phonetic Plain" pitchFamily="2" charset="2"/>
              </a:rPr>
              <a:t>∨</a:t>
            </a:r>
            <a:r>
              <a:rPr lang="en-US" altLang="zh-CN" b="1">
                <a:latin typeface="Arial" panose="020B0604020202020204" pitchFamily="34" charset="0"/>
                <a:ea typeface="宋体" panose="02010600030101010101" pitchFamily="2" charset="-122"/>
              </a:rPr>
              <a:t>m</a:t>
            </a:r>
            <a:r>
              <a:rPr lang="en-US" altLang="zh-CN" b="1" baseline="-25000">
                <a:latin typeface="Arial" panose="020B0604020202020204" pitchFamily="34" charset="0"/>
                <a:ea typeface="宋体" panose="02010600030101010101" pitchFamily="2" charset="-122"/>
              </a:rPr>
              <a:t>3</a:t>
            </a:r>
            <a:r>
              <a:rPr lang="en-US" altLang="zh-CN" b="1">
                <a:latin typeface="Arial" panose="020B0604020202020204" pitchFamily="34" charset="0"/>
                <a:ea typeface="宋体" panose="02010600030101010101" pitchFamily="2" charset="-122"/>
                <a:sym typeface="Kingsoft Phonetic Plain" pitchFamily="2" charset="2"/>
              </a:rPr>
              <a:t> </a:t>
            </a:r>
            <a:r>
              <a:rPr lang="en-US" altLang="zh-CN" b="1">
                <a:latin typeface="Arial" panose="020B0604020202020204" pitchFamily="34" charset="0"/>
                <a:ea typeface="宋体" panose="02010600030101010101" pitchFamily="2" charset="-122"/>
                <a:sym typeface="Symbol" panose="05050102010706020507" pitchFamily="18" charset="2"/>
              </a:rPr>
              <a:t>(P</a:t>
            </a:r>
            <a:r>
              <a:rPr lang="en-US" altLang="zh-CN" b="1">
                <a:latin typeface="Arial" panose="020B0604020202020204" pitchFamily="34" charset="0"/>
                <a:ea typeface="宋体" panose="02010600030101010101" pitchFamily="2" charset="-122"/>
                <a:sym typeface="Kingsoft Phonetic Plain" pitchFamily="2" charset="2"/>
              </a:rPr>
              <a:t>∧</a:t>
            </a:r>
            <a:r>
              <a:rPr lang="en-US" altLang="zh-CN" b="1">
                <a:latin typeface="Arial" panose="020B0604020202020204" pitchFamily="34" charset="0"/>
                <a:ea typeface="宋体" panose="02010600030101010101" pitchFamily="2" charset="-122"/>
                <a:sym typeface="Symbol" panose="05050102010706020507" pitchFamily="18" charset="2"/>
              </a:rPr>
              <a:t>Q)</a:t>
            </a:r>
            <a:r>
              <a:rPr lang="en-US" altLang="zh-CN" b="1">
                <a:latin typeface="Arial" panose="020B0604020202020204" pitchFamily="34" charset="0"/>
                <a:ea typeface="宋体" panose="02010600030101010101" pitchFamily="2" charset="-122"/>
                <a:sym typeface="Kingsoft Phonetic Plain" pitchFamily="2" charset="2"/>
              </a:rPr>
              <a:t>∨</a:t>
            </a:r>
            <a:r>
              <a:rPr lang="en-US" altLang="zh-CN" b="1">
                <a:latin typeface="Arial" panose="020B0604020202020204" pitchFamily="34" charset="0"/>
                <a:ea typeface="宋体" panose="02010600030101010101" pitchFamily="2" charset="-122"/>
                <a:sym typeface="Symbol" panose="05050102010706020507" pitchFamily="18" charset="2"/>
              </a:rPr>
              <a:t>(P</a:t>
            </a:r>
            <a:r>
              <a:rPr lang="en-US" altLang="zh-CN" b="1">
                <a:latin typeface="Arial" panose="020B0604020202020204" pitchFamily="34" charset="0"/>
                <a:ea typeface="宋体" panose="02010600030101010101" pitchFamily="2" charset="-122"/>
                <a:sym typeface="Kingsoft Phonetic Plain" pitchFamily="2" charset="2"/>
              </a:rPr>
              <a:t>∧</a:t>
            </a:r>
            <a:r>
              <a:rPr lang="en-US" altLang="zh-CN" b="1">
                <a:latin typeface="Arial" panose="020B0604020202020204" pitchFamily="34" charset="0"/>
                <a:ea typeface="宋体" panose="02010600030101010101" pitchFamily="2" charset="-122"/>
                <a:sym typeface="Symbol" panose="05050102010706020507" pitchFamily="18" charset="2"/>
              </a:rPr>
              <a:t>Q)</a:t>
            </a:r>
            <a:r>
              <a:rPr lang="en-US" altLang="zh-CN" b="1">
                <a:latin typeface="Arial" panose="020B0604020202020204" pitchFamily="34" charset="0"/>
                <a:ea typeface="宋体" panose="02010600030101010101" pitchFamily="2" charset="-122"/>
                <a:sym typeface="Kingsoft Phonetic Plain" pitchFamily="2" charset="2"/>
              </a:rPr>
              <a:t>∨</a:t>
            </a:r>
            <a:r>
              <a:rPr lang="en-US" altLang="zh-CN" b="1">
                <a:latin typeface="Arial" panose="020B0604020202020204" pitchFamily="34" charset="0"/>
                <a:ea typeface="宋体" panose="02010600030101010101" pitchFamily="2" charset="-122"/>
                <a:sym typeface="Symbol" panose="05050102010706020507" pitchFamily="18" charset="2"/>
              </a:rPr>
              <a:t>(P</a:t>
            </a:r>
            <a:r>
              <a:rPr lang="en-US" altLang="zh-CN" b="1">
                <a:latin typeface="Arial" panose="020B0604020202020204" pitchFamily="34" charset="0"/>
                <a:ea typeface="宋体" panose="02010600030101010101" pitchFamily="2" charset="-122"/>
                <a:sym typeface="Kingsoft Phonetic Plain" pitchFamily="2" charset="2"/>
              </a:rPr>
              <a:t>∧</a:t>
            </a:r>
            <a:r>
              <a:rPr lang="en-US" altLang="zh-CN" b="1">
                <a:latin typeface="Arial" panose="020B0604020202020204" pitchFamily="34" charset="0"/>
                <a:ea typeface="宋体" panose="02010600030101010101" pitchFamily="2" charset="-122"/>
                <a:sym typeface="Symbol" panose="05050102010706020507" pitchFamily="18" charset="2"/>
              </a:rPr>
              <a:t>Q)</a:t>
            </a:r>
            <a:endParaRPr lang="en-US" altLang="zh-CN" b="1">
              <a:latin typeface="Arial" panose="020B0604020202020204" pitchFamily="34" charset="0"/>
              <a:ea typeface="宋体" panose="02010600030101010101" pitchFamily="2" charset="-122"/>
              <a:sym typeface="Kingsoft Phonetic Plain" pitchFamily="2" charset="2"/>
            </a:endParaRPr>
          </a:p>
          <a:p>
            <a:pPr eaLnBrk="1" hangingPunct="1">
              <a:lnSpc>
                <a:spcPct val="130000"/>
              </a:lnSpc>
              <a:buFontTx/>
              <a:buNone/>
            </a:pPr>
            <a:r>
              <a:rPr lang="en-US" altLang="zh-CN" b="1">
                <a:latin typeface="Arial" panose="020B0604020202020204" pitchFamily="34" charset="0"/>
                <a:ea typeface="宋体" panose="02010600030101010101" pitchFamily="2" charset="-122"/>
                <a:sym typeface="Kingsoft Phonetic Plain" pitchFamily="2" charset="2"/>
              </a:rPr>
              <a:t>      P</a:t>
            </a:r>
            <a:r>
              <a:rPr lang="en-US" altLang="zh-CN" b="1">
                <a:latin typeface="Arial" panose="020B0604020202020204" pitchFamily="34" charset="0"/>
                <a:ea typeface="宋体" panose="02010600030101010101" pitchFamily="2" charset="-122"/>
                <a:sym typeface="Symbol" panose="05050102010706020507" pitchFamily="18" charset="2"/>
              </a:rPr>
              <a:t></a:t>
            </a:r>
            <a:r>
              <a:rPr lang="en-US" altLang="zh-CN" b="1">
                <a:latin typeface="Arial" panose="020B0604020202020204" pitchFamily="34" charset="0"/>
                <a:ea typeface="宋体" panose="02010600030101010101" pitchFamily="2" charset="-122"/>
              </a:rPr>
              <a:t>Q</a:t>
            </a:r>
            <a:r>
              <a:rPr lang="en-US" altLang="zh-CN" b="1">
                <a:latin typeface="Arial" panose="020B0604020202020204" pitchFamily="34" charset="0"/>
                <a:ea typeface="宋体" panose="02010600030101010101" pitchFamily="2" charset="-122"/>
                <a:sym typeface="Symbol" panose="05050102010706020507" pitchFamily="18" charset="2"/>
              </a:rPr>
              <a:t></a:t>
            </a:r>
            <a:r>
              <a:rPr lang="en-US" altLang="zh-CN" b="1">
                <a:latin typeface="Arial" panose="020B0604020202020204" pitchFamily="34" charset="0"/>
                <a:ea typeface="宋体" panose="02010600030101010101" pitchFamily="2" charset="-122"/>
              </a:rPr>
              <a:t>m</a:t>
            </a:r>
            <a:r>
              <a:rPr lang="en-US" altLang="zh-CN" b="1" baseline="-25000">
                <a:latin typeface="Arial" panose="020B0604020202020204" pitchFamily="34" charset="0"/>
                <a:ea typeface="宋体" panose="02010600030101010101" pitchFamily="2" charset="-122"/>
              </a:rPr>
              <a:t>0</a:t>
            </a:r>
            <a:r>
              <a:rPr lang="en-US" altLang="zh-CN" b="1">
                <a:latin typeface="Arial" panose="020B0604020202020204" pitchFamily="34" charset="0"/>
                <a:ea typeface="宋体" panose="02010600030101010101" pitchFamily="2" charset="-122"/>
                <a:sym typeface="Kingsoft Phonetic Plain" pitchFamily="2" charset="2"/>
              </a:rPr>
              <a:t>∨</a:t>
            </a:r>
            <a:r>
              <a:rPr lang="en-US" altLang="zh-CN" b="1">
                <a:latin typeface="Arial" panose="020B0604020202020204" pitchFamily="34" charset="0"/>
                <a:ea typeface="宋体" panose="02010600030101010101" pitchFamily="2" charset="-122"/>
              </a:rPr>
              <a:t>m</a:t>
            </a:r>
            <a:r>
              <a:rPr lang="en-US" altLang="zh-CN" b="1" baseline="-25000">
                <a:latin typeface="Arial" panose="020B0604020202020204" pitchFamily="34" charset="0"/>
                <a:ea typeface="宋体" panose="02010600030101010101" pitchFamily="2" charset="-122"/>
              </a:rPr>
              <a:t>3</a:t>
            </a:r>
            <a:r>
              <a:rPr lang="en-US" altLang="zh-CN" b="1">
                <a:latin typeface="Arial" panose="020B0604020202020204" pitchFamily="34" charset="0"/>
                <a:ea typeface="宋体" panose="02010600030101010101" pitchFamily="2" charset="-122"/>
                <a:sym typeface="Symbol" panose="05050102010706020507" pitchFamily="18" charset="2"/>
              </a:rPr>
              <a:t> (P</a:t>
            </a:r>
            <a:r>
              <a:rPr lang="en-US" altLang="zh-CN" b="1">
                <a:latin typeface="Arial" panose="020B0604020202020204" pitchFamily="34" charset="0"/>
                <a:ea typeface="宋体" panose="02010600030101010101" pitchFamily="2" charset="-122"/>
                <a:sym typeface="Kingsoft Phonetic Plain" pitchFamily="2" charset="2"/>
              </a:rPr>
              <a:t>∧</a:t>
            </a:r>
            <a:r>
              <a:rPr lang="en-US" altLang="zh-CN" b="1">
                <a:latin typeface="Arial" panose="020B0604020202020204" pitchFamily="34" charset="0"/>
                <a:ea typeface="宋体" panose="02010600030101010101" pitchFamily="2" charset="-122"/>
                <a:sym typeface="Symbol" panose="05050102010706020507" pitchFamily="18" charset="2"/>
              </a:rPr>
              <a:t>Q)</a:t>
            </a:r>
            <a:r>
              <a:rPr lang="en-US" altLang="zh-CN" b="1">
                <a:latin typeface="Arial" panose="020B0604020202020204" pitchFamily="34" charset="0"/>
                <a:ea typeface="宋体" panose="02010600030101010101" pitchFamily="2" charset="-122"/>
                <a:sym typeface="Kingsoft Phonetic Plain" pitchFamily="2" charset="2"/>
              </a:rPr>
              <a:t>∨</a:t>
            </a:r>
            <a:r>
              <a:rPr lang="en-US" altLang="zh-CN" b="1">
                <a:latin typeface="Arial" panose="020B0604020202020204" pitchFamily="34" charset="0"/>
                <a:ea typeface="宋体" panose="02010600030101010101" pitchFamily="2" charset="-122"/>
                <a:sym typeface="Symbol" panose="05050102010706020507" pitchFamily="18" charset="2"/>
              </a:rPr>
              <a:t>(P</a:t>
            </a:r>
            <a:r>
              <a:rPr lang="en-US" altLang="zh-CN" b="1">
                <a:latin typeface="Arial" panose="020B0604020202020204" pitchFamily="34" charset="0"/>
                <a:ea typeface="宋体" panose="02010600030101010101" pitchFamily="2" charset="-122"/>
                <a:sym typeface="Kingsoft Phonetic Plain" pitchFamily="2" charset="2"/>
              </a:rPr>
              <a:t>∧</a:t>
            </a:r>
            <a:r>
              <a:rPr lang="en-US" altLang="zh-CN" b="1">
                <a:latin typeface="Arial" panose="020B0604020202020204" pitchFamily="34" charset="0"/>
                <a:ea typeface="宋体" panose="02010600030101010101" pitchFamily="2" charset="-122"/>
                <a:sym typeface="Symbol" panose="05050102010706020507" pitchFamily="18" charset="2"/>
              </a:rPr>
              <a:t>Q)</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日期占位符 3">
            <a:extLst>
              <a:ext uri="{FF2B5EF4-FFF2-40B4-BE49-F238E27FC236}">
                <a16:creationId xmlns:a16="http://schemas.microsoft.com/office/drawing/2014/main" id="{0A484726-54A8-44D7-8F3E-B998F90447A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1881205-2ABD-45D3-BFFA-60C8568E98A6}"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8915" name="页脚占位符 4">
            <a:extLst>
              <a:ext uri="{FF2B5EF4-FFF2-40B4-BE49-F238E27FC236}">
                <a16:creationId xmlns:a16="http://schemas.microsoft.com/office/drawing/2014/main" id="{6D46C137-274B-4953-A1BB-DDB0E3BD7D6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8916" name="灯片编号占位符 5">
            <a:extLst>
              <a:ext uri="{FF2B5EF4-FFF2-40B4-BE49-F238E27FC236}">
                <a16:creationId xmlns:a16="http://schemas.microsoft.com/office/drawing/2014/main" id="{FCA0344B-0B18-42A9-9A54-96905309C68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6922C6E-03F8-44B0-8080-EFDF1629EF97}" type="slidenum">
              <a:rPr lang="en-US" altLang="zh-CN" sz="1400" smtClean="0">
                <a:latin typeface="Times New Roman" panose="02020603050405020304" pitchFamily="18" charset="0"/>
                <a:ea typeface="宋体" panose="02010600030101010101" pitchFamily="2" charset="-122"/>
              </a:rPr>
              <a:pPr>
                <a:spcBef>
                  <a:spcPct val="0"/>
                </a:spcBef>
                <a:buFontTx/>
                <a:buNone/>
              </a:pPr>
              <a:t>35</a:t>
            </a:fld>
            <a:endParaRPr lang="en-US" altLang="zh-CN" sz="1400">
              <a:latin typeface="Times New Roman" panose="02020603050405020304" pitchFamily="18" charset="0"/>
              <a:ea typeface="宋体" panose="02010600030101010101" pitchFamily="2" charset="-122"/>
            </a:endParaRPr>
          </a:p>
        </p:txBody>
      </p:sp>
      <p:sp>
        <p:nvSpPr>
          <p:cNvPr id="38917" name="Text Box 2">
            <a:extLst>
              <a:ext uri="{FF2B5EF4-FFF2-40B4-BE49-F238E27FC236}">
                <a16:creationId xmlns:a16="http://schemas.microsoft.com/office/drawing/2014/main" id="{4AB2B86B-3BED-456E-AFE7-E1E099172D56}"/>
              </a:ext>
            </a:extLst>
          </p:cNvPr>
          <p:cNvSpPr txBox="1">
            <a:spLocks noChangeArrowheads="1"/>
          </p:cNvSpPr>
          <p:nvPr/>
        </p:nvSpPr>
        <p:spPr bwMode="auto">
          <a:xfrm>
            <a:off x="1331913" y="692150"/>
            <a:ext cx="655320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真值表法示例</a:t>
            </a:r>
          </a:p>
        </p:txBody>
      </p:sp>
      <p:pic>
        <p:nvPicPr>
          <p:cNvPr id="38918" name="Picture 6" descr="C:\Program Files\Microsoft Office\MEDIA\CAGCAT10\j0293844.wmf">
            <a:extLst>
              <a:ext uri="{FF2B5EF4-FFF2-40B4-BE49-F238E27FC236}">
                <a16:creationId xmlns:a16="http://schemas.microsoft.com/office/drawing/2014/main" id="{23C65F9F-F69E-4413-B65B-325F72704C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919" name="Picture 4" descr="QQ截图20140127165145">
            <a:extLst>
              <a:ext uri="{FF2B5EF4-FFF2-40B4-BE49-F238E27FC236}">
                <a16:creationId xmlns:a16="http://schemas.microsoft.com/office/drawing/2014/main" id="{FBD3D014-8945-4BB3-B610-BEFBF0774B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916113"/>
            <a:ext cx="7056437" cy="436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日期占位符 3">
            <a:extLst>
              <a:ext uri="{FF2B5EF4-FFF2-40B4-BE49-F238E27FC236}">
                <a16:creationId xmlns:a16="http://schemas.microsoft.com/office/drawing/2014/main" id="{7C1119FF-EBCB-4E5C-BE86-A393B16AC63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3640869-F481-4504-9CD2-E5FEAC25E4C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39939" name="页脚占位符 4">
            <a:extLst>
              <a:ext uri="{FF2B5EF4-FFF2-40B4-BE49-F238E27FC236}">
                <a16:creationId xmlns:a16="http://schemas.microsoft.com/office/drawing/2014/main" id="{CC3A47D4-15A1-4E57-BF4C-4B2629E60EB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39940" name="灯片编号占位符 5">
            <a:extLst>
              <a:ext uri="{FF2B5EF4-FFF2-40B4-BE49-F238E27FC236}">
                <a16:creationId xmlns:a16="http://schemas.microsoft.com/office/drawing/2014/main" id="{99C4B818-B90C-4C20-B5C6-AAE3FF7FCFD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E4F5F28-1720-453F-B7AE-C6E4068B39D8}" type="slidenum">
              <a:rPr lang="en-US" altLang="zh-CN" sz="1400" smtClean="0">
                <a:latin typeface="Times New Roman" panose="02020603050405020304" pitchFamily="18" charset="0"/>
                <a:ea typeface="宋体" panose="02010600030101010101" pitchFamily="2" charset="-122"/>
              </a:rPr>
              <a:pPr>
                <a:spcBef>
                  <a:spcPct val="0"/>
                </a:spcBef>
                <a:buFontTx/>
                <a:buNone/>
              </a:pPr>
              <a:t>36</a:t>
            </a:fld>
            <a:endParaRPr lang="en-US" altLang="zh-CN" sz="1400">
              <a:latin typeface="Times New Roman" panose="02020603050405020304" pitchFamily="18" charset="0"/>
              <a:ea typeface="宋体" panose="02010600030101010101" pitchFamily="2" charset="-122"/>
            </a:endParaRPr>
          </a:p>
        </p:txBody>
      </p:sp>
      <p:sp>
        <p:nvSpPr>
          <p:cNvPr id="39941" name="Text Box 2">
            <a:extLst>
              <a:ext uri="{FF2B5EF4-FFF2-40B4-BE49-F238E27FC236}">
                <a16:creationId xmlns:a16="http://schemas.microsoft.com/office/drawing/2014/main" id="{4900EC52-A076-4C8D-921D-F1E7A95D8D81}"/>
              </a:ext>
            </a:extLst>
          </p:cNvPr>
          <p:cNvSpPr txBox="1">
            <a:spLocks noChangeArrowheads="1"/>
          </p:cNvSpPr>
          <p:nvPr/>
        </p:nvSpPr>
        <p:spPr bwMode="auto">
          <a:xfrm>
            <a:off x="1331913" y="692150"/>
            <a:ext cx="640873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等值变换法</a:t>
            </a:r>
          </a:p>
        </p:txBody>
      </p:sp>
      <p:pic>
        <p:nvPicPr>
          <p:cNvPr id="39942" name="Picture 6" descr="C:\Program Files\Microsoft Office\MEDIA\CAGCAT10\j0293844.wmf">
            <a:extLst>
              <a:ext uri="{FF2B5EF4-FFF2-40B4-BE49-F238E27FC236}">
                <a16:creationId xmlns:a16="http://schemas.microsoft.com/office/drawing/2014/main" id="{06196E4F-A547-4E0F-8902-FB6F305828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0513" y="476250"/>
            <a:ext cx="1233487"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3" name="Picture 5" descr="QQ截图20140127171617">
            <a:extLst>
              <a:ext uri="{FF2B5EF4-FFF2-40B4-BE49-F238E27FC236}">
                <a16:creationId xmlns:a16="http://schemas.microsoft.com/office/drawing/2014/main" id="{A6E03362-3AA4-46DF-8079-4076907D69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8538" y="2109788"/>
            <a:ext cx="6911975" cy="376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日期占位符 3">
            <a:extLst>
              <a:ext uri="{FF2B5EF4-FFF2-40B4-BE49-F238E27FC236}">
                <a16:creationId xmlns:a16="http://schemas.microsoft.com/office/drawing/2014/main" id="{2AD735D4-7624-4AE4-BF67-5D682119CD7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B9C3867-F1C3-441A-AF97-A4875E78857F}"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40963" name="页脚占位符 4">
            <a:extLst>
              <a:ext uri="{FF2B5EF4-FFF2-40B4-BE49-F238E27FC236}">
                <a16:creationId xmlns:a16="http://schemas.microsoft.com/office/drawing/2014/main" id="{F49DAA40-5C71-4FDC-915C-9D5088DDBAE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40964" name="灯片编号占位符 5">
            <a:extLst>
              <a:ext uri="{FF2B5EF4-FFF2-40B4-BE49-F238E27FC236}">
                <a16:creationId xmlns:a16="http://schemas.microsoft.com/office/drawing/2014/main" id="{09690C19-0F85-4652-9549-9BA8F67B1EA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74AA55E-9EBF-408B-8030-C5FFFE1F0401}" type="slidenum">
              <a:rPr lang="en-US" altLang="zh-CN" sz="1400" smtClean="0">
                <a:latin typeface="Times New Roman" panose="02020603050405020304" pitchFamily="18" charset="0"/>
                <a:ea typeface="宋体" panose="02010600030101010101" pitchFamily="2" charset="-122"/>
              </a:rPr>
              <a:pPr>
                <a:spcBef>
                  <a:spcPct val="0"/>
                </a:spcBef>
                <a:buFontTx/>
                <a:buNone/>
              </a:pPr>
              <a:t>37</a:t>
            </a:fld>
            <a:endParaRPr lang="en-US" altLang="zh-CN" sz="1400">
              <a:latin typeface="Times New Roman" panose="02020603050405020304" pitchFamily="18" charset="0"/>
              <a:ea typeface="宋体" panose="02010600030101010101" pitchFamily="2" charset="-122"/>
            </a:endParaRPr>
          </a:p>
        </p:txBody>
      </p:sp>
      <p:sp>
        <p:nvSpPr>
          <p:cNvPr id="40965" name="Text Box 2">
            <a:extLst>
              <a:ext uri="{FF2B5EF4-FFF2-40B4-BE49-F238E27FC236}">
                <a16:creationId xmlns:a16="http://schemas.microsoft.com/office/drawing/2014/main" id="{A5E22607-9A96-4CF6-BE91-7DC2207010EC}"/>
              </a:ext>
            </a:extLst>
          </p:cNvPr>
          <p:cNvSpPr txBox="1">
            <a:spLocks noChangeArrowheads="1"/>
          </p:cNvSpPr>
          <p:nvPr/>
        </p:nvSpPr>
        <p:spPr bwMode="auto">
          <a:xfrm>
            <a:off x="1403350" y="836613"/>
            <a:ext cx="63785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等值变换法示例</a:t>
            </a:r>
          </a:p>
        </p:txBody>
      </p:sp>
      <p:pic>
        <p:nvPicPr>
          <p:cNvPr id="40966" name="Picture 6" descr="C:\Program Files\Microsoft Office\MEDIA\CAGCAT10\j0293844.wmf">
            <a:extLst>
              <a:ext uri="{FF2B5EF4-FFF2-40B4-BE49-F238E27FC236}">
                <a16:creationId xmlns:a16="http://schemas.microsoft.com/office/drawing/2014/main" id="{937C81CE-86EE-4BEB-8E26-B6EA62E826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67" name="Picture 5" descr="QQ截图20140127172910">
            <a:extLst>
              <a:ext uri="{FF2B5EF4-FFF2-40B4-BE49-F238E27FC236}">
                <a16:creationId xmlns:a16="http://schemas.microsoft.com/office/drawing/2014/main" id="{47CF2B13-3E16-4E3A-87A6-ADDCE632A7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225" y="2205038"/>
            <a:ext cx="7632700"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占位符 3">
            <a:extLst>
              <a:ext uri="{FF2B5EF4-FFF2-40B4-BE49-F238E27FC236}">
                <a16:creationId xmlns:a16="http://schemas.microsoft.com/office/drawing/2014/main" id="{42AD4487-CE54-481D-8E54-9D17A0038E7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D15FD0A-27BA-4A94-848C-31E3C4714A3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41987" name="页脚占位符 4">
            <a:extLst>
              <a:ext uri="{FF2B5EF4-FFF2-40B4-BE49-F238E27FC236}">
                <a16:creationId xmlns:a16="http://schemas.microsoft.com/office/drawing/2014/main" id="{0D621BE6-D260-41E7-9845-94FDE5B5056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41988" name="灯片编号占位符 5">
            <a:extLst>
              <a:ext uri="{FF2B5EF4-FFF2-40B4-BE49-F238E27FC236}">
                <a16:creationId xmlns:a16="http://schemas.microsoft.com/office/drawing/2014/main" id="{8C1BEF52-B5CE-49EE-8D28-B4069BE4285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4391843-75FB-4D1D-B9CF-03E6636EB193}" type="slidenum">
              <a:rPr lang="en-US" altLang="zh-CN" sz="1400" smtClean="0">
                <a:latin typeface="Times New Roman" panose="02020603050405020304" pitchFamily="18" charset="0"/>
                <a:ea typeface="宋体" panose="02010600030101010101" pitchFamily="2" charset="-122"/>
              </a:rPr>
              <a:pPr>
                <a:spcBef>
                  <a:spcPct val="0"/>
                </a:spcBef>
                <a:buFontTx/>
                <a:buNone/>
              </a:pPr>
              <a:t>38</a:t>
            </a:fld>
            <a:endParaRPr lang="en-US" altLang="zh-CN" sz="1400">
              <a:latin typeface="Times New Roman" panose="02020603050405020304" pitchFamily="18" charset="0"/>
              <a:ea typeface="宋体" panose="02010600030101010101" pitchFamily="2" charset="-122"/>
            </a:endParaRPr>
          </a:p>
        </p:txBody>
      </p:sp>
      <p:pic>
        <p:nvPicPr>
          <p:cNvPr id="41989" name="Picture 6" descr="C:\Program Files\Microsoft Office\MEDIA\CAGCAT10\j0293844.wmf">
            <a:extLst>
              <a:ext uri="{FF2B5EF4-FFF2-40B4-BE49-F238E27FC236}">
                <a16:creationId xmlns:a16="http://schemas.microsoft.com/office/drawing/2014/main" id="{36A61D47-581B-4833-A79E-17FBFE2B83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0" name="Picture 6" descr="QQ截图20140127173629">
            <a:extLst>
              <a:ext uri="{FF2B5EF4-FFF2-40B4-BE49-F238E27FC236}">
                <a16:creationId xmlns:a16="http://schemas.microsoft.com/office/drawing/2014/main" id="{F4680F5A-998A-487E-AE74-ABDE606707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916113"/>
            <a:ext cx="6911975"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1" name="Text Box 2">
            <a:extLst>
              <a:ext uri="{FF2B5EF4-FFF2-40B4-BE49-F238E27FC236}">
                <a16:creationId xmlns:a16="http://schemas.microsoft.com/office/drawing/2014/main" id="{D2985768-26A8-46B3-AB03-C3AA2263CA7E}"/>
              </a:ext>
            </a:extLst>
          </p:cNvPr>
          <p:cNvSpPr txBox="1">
            <a:spLocks noChangeArrowheads="1"/>
          </p:cNvSpPr>
          <p:nvPr/>
        </p:nvSpPr>
        <p:spPr bwMode="auto">
          <a:xfrm>
            <a:off x="1382713" y="704850"/>
            <a:ext cx="63785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等值变换法示例</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a:extLst>
              <a:ext uri="{FF2B5EF4-FFF2-40B4-BE49-F238E27FC236}">
                <a16:creationId xmlns:a16="http://schemas.microsoft.com/office/drawing/2014/main" id="{3F5B39B1-9F0E-4225-9E16-0C973F93BDB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0CAD9BE-8D5F-4EED-B0C0-6FF7096B592E}"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43011" name="页脚占位符 4">
            <a:extLst>
              <a:ext uri="{FF2B5EF4-FFF2-40B4-BE49-F238E27FC236}">
                <a16:creationId xmlns:a16="http://schemas.microsoft.com/office/drawing/2014/main" id="{3D390285-E5C5-466F-B990-1044835304A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43012" name="灯片编号占位符 5">
            <a:extLst>
              <a:ext uri="{FF2B5EF4-FFF2-40B4-BE49-F238E27FC236}">
                <a16:creationId xmlns:a16="http://schemas.microsoft.com/office/drawing/2014/main" id="{E8F57765-A7B4-428A-9227-D78FD4E6581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BC97050-09C8-4499-ACB5-4033FD89C1EF}" type="slidenum">
              <a:rPr lang="en-US" altLang="zh-CN" sz="1400" smtClean="0">
                <a:latin typeface="Times New Roman" panose="02020603050405020304" pitchFamily="18" charset="0"/>
                <a:ea typeface="宋体" panose="02010600030101010101" pitchFamily="2" charset="-122"/>
              </a:rPr>
              <a:pPr>
                <a:spcBef>
                  <a:spcPct val="0"/>
                </a:spcBef>
                <a:buFontTx/>
                <a:buNone/>
              </a:pPr>
              <a:t>39</a:t>
            </a:fld>
            <a:endParaRPr lang="en-US" altLang="zh-CN" sz="1400">
              <a:latin typeface="Times New Roman" panose="02020603050405020304" pitchFamily="18" charset="0"/>
              <a:ea typeface="宋体" panose="02010600030101010101" pitchFamily="2" charset="-122"/>
            </a:endParaRPr>
          </a:p>
        </p:txBody>
      </p:sp>
      <p:pic>
        <p:nvPicPr>
          <p:cNvPr id="43013" name="Picture 6" descr="C:\Program Files\Microsoft Office\MEDIA\CAGCAT10\j0293844.wmf">
            <a:extLst>
              <a:ext uri="{FF2B5EF4-FFF2-40B4-BE49-F238E27FC236}">
                <a16:creationId xmlns:a16="http://schemas.microsoft.com/office/drawing/2014/main" id="{663A5298-6865-440A-9CA3-2CD7F9758D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2100" y="620713"/>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4" name="Picture 5" descr="QQ截图20140127173109">
            <a:extLst>
              <a:ext uri="{FF2B5EF4-FFF2-40B4-BE49-F238E27FC236}">
                <a16:creationId xmlns:a16="http://schemas.microsoft.com/office/drawing/2014/main" id="{246FC387-44A4-45BE-BCE7-CA3492DADB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2420938"/>
            <a:ext cx="7267575" cy="294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5" name="Text Box 2">
            <a:extLst>
              <a:ext uri="{FF2B5EF4-FFF2-40B4-BE49-F238E27FC236}">
                <a16:creationId xmlns:a16="http://schemas.microsoft.com/office/drawing/2014/main" id="{BBFEDEE9-7C7F-4FD9-A7AB-4D8514625FAB}"/>
              </a:ext>
            </a:extLst>
          </p:cNvPr>
          <p:cNvSpPr txBox="1">
            <a:spLocks noChangeArrowheads="1"/>
          </p:cNvSpPr>
          <p:nvPr/>
        </p:nvSpPr>
        <p:spPr bwMode="auto">
          <a:xfrm>
            <a:off x="1403350" y="836613"/>
            <a:ext cx="63785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等值变换法示例</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日期占位符 3">
            <a:extLst>
              <a:ext uri="{FF2B5EF4-FFF2-40B4-BE49-F238E27FC236}">
                <a16:creationId xmlns:a16="http://schemas.microsoft.com/office/drawing/2014/main" id="{7F8ACF79-899A-4D2A-A4BF-5AC49816543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A0D915C-FE6F-4A0D-B86E-A88158B92C7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44035" name="页脚占位符 4">
            <a:extLst>
              <a:ext uri="{FF2B5EF4-FFF2-40B4-BE49-F238E27FC236}">
                <a16:creationId xmlns:a16="http://schemas.microsoft.com/office/drawing/2014/main" id="{9F1D1361-095A-4E35-B366-E9EF011E626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44036" name="灯片编号占位符 5">
            <a:extLst>
              <a:ext uri="{FF2B5EF4-FFF2-40B4-BE49-F238E27FC236}">
                <a16:creationId xmlns:a16="http://schemas.microsoft.com/office/drawing/2014/main" id="{41494503-5B3F-48D2-9F34-C6B00F4E1B4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0858ACF-7BCF-4078-A4E4-6D51A8597ABD}" type="slidenum">
              <a:rPr lang="en-US" altLang="zh-CN" sz="1400" smtClean="0">
                <a:latin typeface="Times New Roman" panose="02020603050405020304" pitchFamily="18" charset="0"/>
                <a:ea typeface="宋体" panose="02010600030101010101" pitchFamily="2" charset="-122"/>
              </a:rPr>
              <a:pPr>
                <a:spcBef>
                  <a:spcPct val="0"/>
                </a:spcBef>
                <a:buFontTx/>
                <a:buNone/>
              </a:pPr>
              <a:t>40</a:t>
            </a:fld>
            <a:endParaRPr lang="en-US" altLang="zh-CN" sz="1400">
              <a:latin typeface="Times New Roman" panose="02020603050405020304" pitchFamily="18" charset="0"/>
              <a:ea typeface="宋体" panose="02010600030101010101" pitchFamily="2" charset="-122"/>
            </a:endParaRPr>
          </a:p>
        </p:txBody>
      </p:sp>
      <p:pic>
        <p:nvPicPr>
          <p:cNvPr id="44037" name="Picture 6" descr="C:\Program Files\Microsoft Office\MEDIA\CAGCAT10\j0293844.wmf">
            <a:extLst>
              <a:ext uri="{FF2B5EF4-FFF2-40B4-BE49-F238E27FC236}">
                <a16:creationId xmlns:a16="http://schemas.microsoft.com/office/drawing/2014/main" id="{A0A3583F-991A-46DC-B273-D872869EC7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8" name="Picture 5" descr="QQ截图20140127172304">
            <a:extLst>
              <a:ext uri="{FF2B5EF4-FFF2-40B4-BE49-F238E27FC236}">
                <a16:creationId xmlns:a16="http://schemas.microsoft.com/office/drawing/2014/main" id="{C8CC431D-2574-4D4E-B62F-0A5FE5BE3D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989138"/>
            <a:ext cx="6913562" cy="411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9" name="Text Box 2">
            <a:extLst>
              <a:ext uri="{FF2B5EF4-FFF2-40B4-BE49-F238E27FC236}">
                <a16:creationId xmlns:a16="http://schemas.microsoft.com/office/drawing/2014/main" id="{E72E9276-513C-4677-AFD4-3AC7A42D2138}"/>
              </a:ext>
            </a:extLst>
          </p:cNvPr>
          <p:cNvSpPr txBox="1">
            <a:spLocks noChangeArrowheads="1"/>
          </p:cNvSpPr>
          <p:nvPr/>
        </p:nvSpPr>
        <p:spPr bwMode="auto">
          <a:xfrm>
            <a:off x="1403350" y="836613"/>
            <a:ext cx="63785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等值变换法示例</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日期占位符 3">
            <a:extLst>
              <a:ext uri="{FF2B5EF4-FFF2-40B4-BE49-F238E27FC236}">
                <a16:creationId xmlns:a16="http://schemas.microsoft.com/office/drawing/2014/main" id="{81D1638E-A66F-4EBF-AC31-789C182B16E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626BA29-86CD-436D-8B64-A3F38BDD806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45059" name="页脚占位符 4">
            <a:extLst>
              <a:ext uri="{FF2B5EF4-FFF2-40B4-BE49-F238E27FC236}">
                <a16:creationId xmlns:a16="http://schemas.microsoft.com/office/drawing/2014/main" id="{4BB40AA8-C80B-4177-8CFF-F7292892E428}"/>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45060" name="灯片编号占位符 5">
            <a:extLst>
              <a:ext uri="{FF2B5EF4-FFF2-40B4-BE49-F238E27FC236}">
                <a16:creationId xmlns:a16="http://schemas.microsoft.com/office/drawing/2014/main" id="{C6711B4D-C2AC-481E-ADD6-F54ED27C1EB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6040E60-C805-44B7-A82F-510798657581}" type="slidenum">
              <a:rPr lang="en-US" altLang="zh-CN" sz="1400" smtClean="0">
                <a:latin typeface="Times New Roman" panose="02020603050405020304" pitchFamily="18" charset="0"/>
                <a:ea typeface="宋体" panose="02010600030101010101" pitchFamily="2" charset="-122"/>
              </a:rPr>
              <a:pPr>
                <a:spcBef>
                  <a:spcPct val="0"/>
                </a:spcBef>
                <a:buFontTx/>
                <a:buNone/>
              </a:pPr>
              <a:t>41</a:t>
            </a:fld>
            <a:endParaRPr lang="en-US" altLang="zh-CN" sz="1400">
              <a:latin typeface="Times New Roman" panose="02020603050405020304" pitchFamily="18" charset="0"/>
              <a:ea typeface="宋体" panose="02010600030101010101" pitchFamily="2" charset="-122"/>
            </a:endParaRPr>
          </a:p>
        </p:txBody>
      </p:sp>
      <p:sp>
        <p:nvSpPr>
          <p:cNvPr id="45061" name="Text Box 2">
            <a:extLst>
              <a:ext uri="{FF2B5EF4-FFF2-40B4-BE49-F238E27FC236}">
                <a16:creationId xmlns:a16="http://schemas.microsoft.com/office/drawing/2014/main" id="{5D18B770-0FBA-40C5-BF42-BC3CDEB559B1}"/>
              </a:ext>
            </a:extLst>
          </p:cNvPr>
          <p:cNvSpPr txBox="1">
            <a:spLocks noChangeArrowheads="1"/>
          </p:cNvSpPr>
          <p:nvPr/>
        </p:nvSpPr>
        <p:spPr bwMode="auto">
          <a:xfrm>
            <a:off x="1506538" y="692150"/>
            <a:ext cx="5945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主析取范式</a:t>
            </a:r>
          </a:p>
        </p:txBody>
      </p:sp>
      <p:pic>
        <p:nvPicPr>
          <p:cNvPr id="45062" name="Picture 6" descr="C:\Program Files\Microsoft Office\MEDIA\CAGCAT10\j0293844.wmf">
            <a:extLst>
              <a:ext uri="{FF2B5EF4-FFF2-40B4-BE49-F238E27FC236}">
                <a16:creationId xmlns:a16="http://schemas.microsoft.com/office/drawing/2014/main" id="{2CE83C2B-5434-4E93-A1A2-A190F0119F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3" name="Picture 5" descr="QQ截图20140127173753">
            <a:extLst>
              <a:ext uri="{FF2B5EF4-FFF2-40B4-BE49-F238E27FC236}">
                <a16:creationId xmlns:a16="http://schemas.microsoft.com/office/drawing/2014/main" id="{5B9FEDC1-F1CA-45B5-8F00-E7F1D34008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746250"/>
            <a:ext cx="7129462" cy="446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日期占位符 3">
            <a:extLst>
              <a:ext uri="{FF2B5EF4-FFF2-40B4-BE49-F238E27FC236}">
                <a16:creationId xmlns:a16="http://schemas.microsoft.com/office/drawing/2014/main" id="{EF4764EB-284D-4AF0-A059-0FA9C8EF311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000DDDF-57CD-4741-A0F8-77AC5C1F7E5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46083" name="页脚占位符 4">
            <a:extLst>
              <a:ext uri="{FF2B5EF4-FFF2-40B4-BE49-F238E27FC236}">
                <a16:creationId xmlns:a16="http://schemas.microsoft.com/office/drawing/2014/main" id="{01367E1F-973C-4079-82D4-03095B00D83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46084" name="灯片编号占位符 5">
            <a:extLst>
              <a:ext uri="{FF2B5EF4-FFF2-40B4-BE49-F238E27FC236}">
                <a16:creationId xmlns:a16="http://schemas.microsoft.com/office/drawing/2014/main" id="{78804E15-D565-4455-825C-8E66DBB1939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C335503-6A54-43F2-82B3-B9C5D3E875EB}" type="slidenum">
              <a:rPr lang="en-US" altLang="zh-CN" sz="1400" smtClean="0">
                <a:latin typeface="Times New Roman" panose="02020603050405020304" pitchFamily="18" charset="0"/>
                <a:ea typeface="宋体" panose="02010600030101010101" pitchFamily="2" charset="-122"/>
              </a:rPr>
              <a:pPr>
                <a:spcBef>
                  <a:spcPct val="0"/>
                </a:spcBef>
                <a:buFontTx/>
                <a:buNone/>
              </a:pPr>
              <a:t>42</a:t>
            </a:fld>
            <a:endParaRPr lang="en-US" altLang="zh-CN" sz="1400">
              <a:latin typeface="Times New Roman" panose="02020603050405020304" pitchFamily="18" charset="0"/>
              <a:ea typeface="宋体" panose="02010600030101010101" pitchFamily="2" charset="-122"/>
            </a:endParaRPr>
          </a:p>
        </p:txBody>
      </p:sp>
      <p:sp>
        <p:nvSpPr>
          <p:cNvPr id="46085" name="Text Box 2">
            <a:extLst>
              <a:ext uri="{FF2B5EF4-FFF2-40B4-BE49-F238E27FC236}">
                <a16:creationId xmlns:a16="http://schemas.microsoft.com/office/drawing/2014/main" id="{BC9B1110-EE4F-4304-BBC0-98DB3FF94FE0}"/>
              </a:ext>
            </a:extLst>
          </p:cNvPr>
          <p:cNvSpPr txBox="1">
            <a:spLocks noChangeArrowheads="1"/>
          </p:cNvSpPr>
          <p:nvPr/>
        </p:nvSpPr>
        <p:spPr bwMode="auto">
          <a:xfrm>
            <a:off x="1506538" y="692150"/>
            <a:ext cx="5945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主合取范式</a:t>
            </a:r>
          </a:p>
        </p:txBody>
      </p:sp>
      <p:pic>
        <p:nvPicPr>
          <p:cNvPr id="46086" name="Picture 6" descr="C:\Program Files\Microsoft Office\MEDIA\CAGCAT10\j0293844.wmf">
            <a:extLst>
              <a:ext uri="{FF2B5EF4-FFF2-40B4-BE49-F238E27FC236}">
                <a16:creationId xmlns:a16="http://schemas.microsoft.com/office/drawing/2014/main" id="{76266FB8-852B-4A4C-B64F-DAE2B19309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476250"/>
            <a:ext cx="1079500"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7" name="Picture 5" descr="QQ截图20140127193713">
            <a:extLst>
              <a:ext uri="{FF2B5EF4-FFF2-40B4-BE49-F238E27FC236}">
                <a16:creationId xmlns:a16="http://schemas.microsoft.com/office/drawing/2014/main" id="{A9CEC2C1-67CB-4FDE-9DAA-6939EBBE32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100" y="1857375"/>
            <a:ext cx="7732713" cy="430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日期占位符 3">
            <a:extLst>
              <a:ext uri="{FF2B5EF4-FFF2-40B4-BE49-F238E27FC236}">
                <a16:creationId xmlns:a16="http://schemas.microsoft.com/office/drawing/2014/main" id="{E538AEC5-5ADF-4514-B5A9-D2ECDA84C92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210A15E-3FF7-42A8-8397-31D5298A994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47107" name="页脚占位符 4">
            <a:extLst>
              <a:ext uri="{FF2B5EF4-FFF2-40B4-BE49-F238E27FC236}">
                <a16:creationId xmlns:a16="http://schemas.microsoft.com/office/drawing/2014/main" id="{254CB53A-0350-4741-88FA-79E9B8F7228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47108" name="灯片编号占位符 5">
            <a:extLst>
              <a:ext uri="{FF2B5EF4-FFF2-40B4-BE49-F238E27FC236}">
                <a16:creationId xmlns:a16="http://schemas.microsoft.com/office/drawing/2014/main" id="{03606521-AC3D-4909-81E0-204937F0354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8FB6962-5673-49A4-BC8A-0D689BECE338}" type="slidenum">
              <a:rPr lang="en-US" altLang="zh-CN" sz="1400" smtClean="0">
                <a:latin typeface="Times New Roman" panose="02020603050405020304" pitchFamily="18" charset="0"/>
                <a:ea typeface="宋体" panose="02010600030101010101" pitchFamily="2" charset="-122"/>
              </a:rPr>
              <a:pPr>
                <a:spcBef>
                  <a:spcPct val="0"/>
                </a:spcBef>
                <a:buFontTx/>
                <a:buNone/>
              </a:pPr>
              <a:t>43</a:t>
            </a:fld>
            <a:endParaRPr lang="en-US" altLang="zh-CN" sz="1400">
              <a:latin typeface="Times New Roman" panose="02020603050405020304" pitchFamily="18" charset="0"/>
              <a:ea typeface="宋体" panose="02010600030101010101" pitchFamily="2" charset="-122"/>
            </a:endParaRPr>
          </a:p>
        </p:txBody>
      </p:sp>
      <p:sp>
        <p:nvSpPr>
          <p:cNvPr id="47109" name="Text Box 2">
            <a:extLst>
              <a:ext uri="{FF2B5EF4-FFF2-40B4-BE49-F238E27FC236}">
                <a16:creationId xmlns:a16="http://schemas.microsoft.com/office/drawing/2014/main" id="{9B01CBE7-B7F3-49A5-81B1-15F63715969E}"/>
              </a:ext>
            </a:extLst>
          </p:cNvPr>
          <p:cNvSpPr txBox="1">
            <a:spLocks noChangeArrowheads="1"/>
          </p:cNvSpPr>
          <p:nvPr/>
        </p:nvSpPr>
        <p:spPr bwMode="auto">
          <a:xfrm>
            <a:off x="1506538" y="692150"/>
            <a:ext cx="5945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主合取范式</a:t>
            </a:r>
          </a:p>
        </p:txBody>
      </p:sp>
      <p:pic>
        <p:nvPicPr>
          <p:cNvPr id="47110" name="Picture 6" descr="C:\Program Files\Microsoft Office\MEDIA\CAGCAT10\j0293844.wmf">
            <a:extLst>
              <a:ext uri="{FF2B5EF4-FFF2-40B4-BE49-F238E27FC236}">
                <a16:creationId xmlns:a16="http://schemas.microsoft.com/office/drawing/2014/main" id="{8BE34A6E-72CE-40A6-8668-F2DA58748C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1" name="Picture 4" descr="QQ截图20140127194658">
            <a:extLst>
              <a:ext uri="{FF2B5EF4-FFF2-40B4-BE49-F238E27FC236}">
                <a16:creationId xmlns:a16="http://schemas.microsoft.com/office/drawing/2014/main" id="{40F95131-4377-4D39-BD96-13A9D1849D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628775"/>
            <a:ext cx="61817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2" name="Picture 51" descr="QQ截图20140127195607">
            <a:extLst>
              <a:ext uri="{FF2B5EF4-FFF2-40B4-BE49-F238E27FC236}">
                <a16:creationId xmlns:a16="http://schemas.microsoft.com/office/drawing/2014/main" id="{F062C0B2-7CCC-4EFF-A140-008A9D1E1A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2287588"/>
            <a:ext cx="5924550" cy="193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3" name="Picture 52" descr="QQ截图20140127195701">
            <a:extLst>
              <a:ext uri="{FF2B5EF4-FFF2-40B4-BE49-F238E27FC236}">
                <a16:creationId xmlns:a16="http://schemas.microsoft.com/office/drawing/2014/main" id="{CA16A954-2E95-4E53-ACD7-E8BD2FBF9B6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4365625"/>
            <a:ext cx="5976938"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日期占位符 3">
            <a:extLst>
              <a:ext uri="{FF2B5EF4-FFF2-40B4-BE49-F238E27FC236}">
                <a16:creationId xmlns:a16="http://schemas.microsoft.com/office/drawing/2014/main" id="{1B1CBC06-C978-4CF5-B5C5-5636B4F93F4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8CBC00A-59EF-4AE1-A878-27251AEE82B9}"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48131" name="页脚占位符 4">
            <a:extLst>
              <a:ext uri="{FF2B5EF4-FFF2-40B4-BE49-F238E27FC236}">
                <a16:creationId xmlns:a16="http://schemas.microsoft.com/office/drawing/2014/main" id="{E66F0B38-53DC-482F-A4D9-2A3B214A35D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48132" name="灯片编号占位符 5">
            <a:extLst>
              <a:ext uri="{FF2B5EF4-FFF2-40B4-BE49-F238E27FC236}">
                <a16:creationId xmlns:a16="http://schemas.microsoft.com/office/drawing/2014/main" id="{AD95A1BF-0186-4F4B-9251-733DE0AC27F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C44B83D-FA39-47BE-8A63-DDFD4366E087}" type="slidenum">
              <a:rPr lang="en-US" altLang="zh-CN" sz="1400" smtClean="0">
                <a:latin typeface="Times New Roman" panose="02020603050405020304" pitchFamily="18" charset="0"/>
                <a:ea typeface="宋体" panose="02010600030101010101" pitchFamily="2" charset="-122"/>
              </a:rPr>
              <a:pPr>
                <a:spcBef>
                  <a:spcPct val="0"/>
                </a:spcBef>
                <a:buFontTx/>
                <a:buNone/>
              </a:pPr>
              <a:t>44</a:t>
            </a:fld>
            <a:endParaRPr lang="en-US" altLang="zh-CN" sz="1400">
              <a:latin typeface="Times New Roman" panose="02020603050405020304" pitchFamily="18" charset="0"/>
              <a:ea typeface="宋体" panose="02010600030101010101" pitchFamily="2" charset="-122"/>
            </a:endParaRPr>
          </a:p>
        </p:txBody>
      </p:sp>
      <p:sp>
        <p:nvSpPr>
          <p:cNvPr id="48133" name="Text Box 2">
            <a:extLst>
              <a:ext uri="{FF2B5EF4-FFF2-40B4-BE49-F238E27FC236}">
                <a16:creationId xmlns:a16="http://schemas.microsoft.com/office/drawing/2014/main" id="{33C649F5-D2D3-4EF4-B346-00FE7FC8BE64}"/>
              </a:ext>
            </a:extLst>
          </p:cNvPr>
          <p:cNvSpPr txBox="1">
            <a:spLocks noChangeArrowheads="1"/>
          </p:cNvSpPr>
          <p:nvPr/>
        </p:nvSpPr>
        <p:spPr bwMode="auto">
          <a:xfrm>
            <a:off x="1506538" y="692150"/>
            <a:ext cx="5945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主合取范式</a:t>
            </a:r>
          </a:p>
        </p:txBody>
      </p:sp>
      <p:pic>
        <p:nvPicPr>
          <p:cNvPr id="48134" name="Picture 6" descr="C:\Program Files\Microsoft Office\MEDIA\CAGCAT10\j0293844.wmf">
            <a:extLst>
              <a:ext uri="{FF2B5EF4-FFF2-40B4-BE49-F238E27FC236}">
                <a16:creationId xmlns:a16="http://schemas.microsoft.com/office/drawing/2014/main" id="{95DF1B19-7A1A-47E1-ADFB-C9EB5CF4FE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5" name="Picture 5" descr="QQ截图20140127194056">
            <a:extLst>
              <a:ext uri="{FF2B5EF4-FFF2-40B4-BE49-F238E27FC236}">
                <a16:creationId xmlns:a16="http://schemas.microsoft.com/office/drawing/2014/main" id="{D53E9B7B-3EE1-4C1A-B0AC-BB9A916F6E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700213"/>
            <a:ext cx="7056437" cy="460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日期占位符 3">
            <a:extLst>
              <a:ext uri="{FF2B5EF4-FFF2-40B4-BE49-F238E27FC236}">
                <a16:creationId xmlns:a16="http://schemas.microsoft.com/office/drawing/2014/main" id="{46805C91-258B-4165-864F-7A23887E460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3AB6013-6797-462C-94D6-64FACCAC6BF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49155" name="页脚占位符 4">
            <a:extLst>
              <a:ext uri="{FF2B5EF4-FFF2-40B4-BE49-F238E27FC236}">
                <a16:creationId xmlns:a16="http://schemas.microsoft.com/office/drawing/2014/main" id="{F9FA86F6-977D-410A-8F44-39E1FD8E2375}"/>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49156" name="灯片编号占位符 5">
            <a:extLst>
              <a:ext uri="{FF2B5EF4-FFF2-40B4-BE49-F238E27FC236}">
                <a16:creationId xmlns:a16="http://schemas.microsoft.com/office/drawing/2014/main" id="{81F7D89D-C900-4C0E-A27C-ECFDC67540B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CA9B00F-BA21-4B68-9F09-B86A6C3A97B2}" type="slidenum">
              <a:rPr lang="en-US" altLang="zh-CN" sz="1400" smtClean="0">
                <a:latin typeface="Times New Roman" panose="02020603050405020304" pitchFamily="18" charset="0"/>
                <a:ea typeface="宋体" panose="02010600030101010101" pitchFamily="2" charset="-122"/>
              </a:rPr>
              <a:pPr>
                <a:spcBef>
                  <a:spcPct val="0"/>
                </a:spcBef>
                <a:buFontTx/>
                <a:buNone/>
              </a:pPr>
              <a:t>45</a:t>
            </a:fld>
            <a:endParaRPr lang="en-US" altLang="zh-CN" sz="1400">
              <a:latin typeface="Times New Roman" panose="02020603050405020304" pitchFamily="18" charset="0"/>
              <a:ea typeface="宋体" panose="02010600030101010101" pitchFamily="2" charset="-122"/>
            </a:endParaRPr>
          </a:p>
        </p:txBody>
      </p:sp>
      <p:sp>
        <p:nvSpPr>
          <p:cNvPr id="49157" name="Text Box 2">
            <a:extLst>
              <a:ext uri="{FF2B5EF4-FFF2-40B4-BE49-F238E27FC236}">
                <a16:creationId xmlns:a16="http://schemas.microsoft.com/office/drawing/2014/main" id="{E3DFD421-0A1A-406D-924C-0E1C905082E6}"/>
              </a:ext>
            </a:extLst>
          </p:cNvPr>
          <p:cNvSpPr txBox="1">
            <a:spLocks noChangeArrowheads="1"/>
          </p:cNvSpPr>
          <p:nvPr/>
        </p:nvSpPr>
        <p:spPr bwMode="auto">
          <a:xfrm>
            <a:off x="1506538" y="692150"/>
            <a:ext cx="5945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主合取范式</a:t>
            </a:r>
          </a:p>
        </p:txBody>
      </p:sp>
      <p:pic>
        <p:nvPicPr>
          <p:cNvPr id="49158" name="Picture 6" descr="C:\Program Files\Microsoft Office\MEDIA\CAGCAT10\j0293844.wmf">
            <a:extLst>
              <a:ext uri="{FF2B5EF4-FFF2-40B4-BE49-F238E27FC236}">
                <a16:creationId xmlns:a16="http://schemas.microsoft.com/office/drawing/2014/main" id="{E04073C1-7A30-43FE-8BF4-DA55E2DD10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9" name="Picture 5" descr="QQ截图20140127194658">
            <a:extLst>
              <a:ext uri="{FF2B5EF4-FFF2-40B4-BE49-F238E27FC236}">
                <a16:creationId xmlns:a16="http://schemas.microsoft.com/office/drawing/2014/main" id="{E1C70496-54A6-4D94-BBC7-F5D5DCE064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951038"/>
            <a:ext cx="61817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9160" name="Group 6">
            <a:extLst>
              <a:ext uri="{FF2B5EF4-FFF2-40B4-BE49-F238E27FC236}">
                <a16:creationId xmlns:a16="http://schemas.microsoft.com/office/drawing/2014/main" id="{96305396-8F90-4B32-8F97-5C0D155B87FD}"/>
              </a:ext>
            </a:extLst>
          </p:cNvPr>
          <p:cNvGrpSpPr>
            <a:grpSpLocks/>
          </p:cNvGrpSpPr>
          <p:nvPr/>
        </p:nvGrpSpPr>
        <p:grpSpPr bwMode="auto">
          <a:xfrm>
            <a:off x="1547813" y="2908300"/>
            <a:ext cx="6248400" cy="2465388"/>
            <a:chOff x="1056" y="1465"/>
            <a:chExt cx="3936" cy="1553"/>
          </a:xfrm>
        </p:grpSpPr>
        <p:grpSp>
          <p:nvGrpSpPr>
            <p:cNvPr id="49161" name="Group 7">
              <a:extLst>
                <a:ext uri="{FF2B5EF4-FFF2-40B4-BE49-F238E27FC236}">
                  <a16:creationId xmlns:a16="http://schemas.microsoft.com/office/drawing/2014/main" id="{A7ABDA16-DB8A-44FA-89CB-24E52782B38D}"/>
                </a:ext>
              </a:extLst>
            </p:cNvPr>
            <p:cNvGrpSpPr>
              <a:grpSpLocks/>
            </p:cNvGrpSpPr>
            <p:nvPr/>
          </p:nvGrpSpPr>
          <p:grpSpPr bwMode="auto">
            <a:xfrm>
              <a:off x="1056" y="1465"/>
              <a:ext cx="1602" cy="361"/>
              <a:chOff x="0" y="317"/>
              <a:chExt cx="412" cy="361"/>
            </a:xfrm>
          </p:grpSpPr>
          <p:sp>
            <p:nvSpPr>
              <p:cNvPr id="49204" name="Rectangle 8">
                <a:extLst>
                  <a:ext uri="{FF2B5EF4-FFF2-40B4-BE49-F238E27FC236}">
                    <a16:creationId xmlns:a16="http://schemas.microsoft.com/office/drawing/2014/main" id="{AB3AB773-B3E1-41AC-B4A2-16F703E605AF}"/>
                  </a:ext>
                </a:extLst>
              </p:cNvPr>
              <p:cNvSpPr>
                <a:spLocks noChangeArrowheads="1"/>
              </p:cNvSpPr>
              <p:nvPr/>
            </p:nvSpPr>
            <p:spPr bwMode="auto">
              <a:xfrm>
                <a:off x="4" y="321"/>
                <a:ext cx="404"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zh-CN" altLang="en-US" b="1">
                    <a:latin typeface="Times New Roman" panose="02020603050405020304" pitchFamily="18" charset="0"/>
                    <a:ea typeface="黑体" panose="02010609060101010101" pitchFamily="49" charset="-122"/>
                  </a:rPr>
                  <a:t>大项</a:t>
                </a:r>
                <a:endParaRPr kumimoji="0" lang="zh-CN" altLang="en-US"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49205" name="Rectangle 9">
                <a:extLst>
                  <a:ext uri="{FF2B5EF4-FFF2-40B4-BE49-F238E27FC236}">
                    <a16:creationId xmlns:a16="http://schemas.microsoft.com/office/drawing/2014/main" id="{85419080-2716-466C-8941-9956FB75558D}"/>
                  </a:ext>
                </a:extLst>
              </p:cNvPr>
              <p:cNvSpPr>
                <a:spLocks noChangeArrowheads="1"/>
              </p:cNvSpPr>
              <p:nvPr/>
            </p:nvSpPr>
            <p:spPr bwMode="auto">
              <a:xfrm>
                <a:off x="0" y="317"/>
                <a:ext cx="412" cy="36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00050" indent="-400050">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spcAft>
                    <a:spcPct val="20000"/>
                  </a:spcAft>
                  <a:buClr>
                    <a:srgbClr val="228A88"/>
                  </a:buClr>
                  <a:buFont typeface="Wingdings 2" panose="05020102010507070707" pitchFamily="18" charset="2"/>
                  <a:buNone/>
                </a:pPr>
                <a:endParaRPr kumimoji="0" lang="zh-CN" altLang="zh-CN" sz="2000" b="1">
                  <a:latin typeface="Times New Roman" panose="02020603050405020304" pitchFamily="18" charset="0"/>
                  <a:ea typeface="黑体" panose="02010609060101010101" pitchFamily="49" charset="-122"/>
                  <a:cs typeface="Arial" panose="020B0604020202020204" pitchFamily="34" charset="0"/>
                </a:endParaRPr>
              </a:p>
            </p:txBody>
          </p:sp>
        </p:grpSp>
        <p:grpSp>
          <p:nvGrpSpPr>
            <p:cNvPr id="49162" name="Group 10">
              <a:extLst>
                <a:ext uri="{FF2B5EF4-FFF2-40B4-BE49-F238E27FC236}">
                  <a16:creationId xmlns:a16="http://schemas.microsoft.com/office/drawing/2014/main" id="{1F2CD41C-DE13-4EC3-8CA1-2694AB71CF64}"/>
                </a:ext>
              </a:extLst>
            </p:cNvPr>
            <p:cNvGrpSpPr>
              <a:grpSpLocks/>
            </p:cNvGrpSpPr>
            <p:nvPr/>
          </p:nvGrpSpPr>
          <p:grpSpPr bwMode="auto">
            <a:xfrm>
              <a:off x="2658" y="1465"/>
              <a:ext cx="1463" cy="361"/>
              <a:chOff x="412" y="317"/>
              <a:chExt cx="376" cy="361"/>
            </a:xfrm>
          </p:grpSpPr>
          <p:sp>
            <p:nvSpPr>
              <p:cNvPr id="49202" name="Rectangle 11">
                <a:extLst>
                  <a:ext uri="{FF2B5EF4-FFF2-40B4-BE49-F238E27FC236}">
                    <a16:creationId xmlns:a16="http://schemas.microsoft.com/office/drawing/2014/main" id="{487FE44B-EDFF-4EB9-97E5-02A22A998D2E}"/>
                  </a:ext>
                </a:extLst>
              </p:cNvPr>
              <p:cNvSpPr>
                <a:spLocks noChangeArrowheads="1"/>
              </p:cNvSpPr>
              <p:nvPr/>
            </p:nvSpPr>
            <p:spPr bwMode="auto">
              <a:xfrm>
                <a:off x="416" y="321"/>
                <a:ext cx="368"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kumimoji="0" lang="zh-CN" altLang="en-US" b="1">
                    <a:latin typeface="Times New Roman" panose="02020603050405020304" pitchFamily="18" charset="0"/>
                    <a:ea typeface="黑体" panose="02010609060101010101" pitchFamily="49" charset="-122"/>
                    <a:cs typeface="Arial" panose="020B0604020202020204" pitchFamily="34" charset="0"/>
                  </a:rPr>
                  <a:t>成假赋值</a:t>
                </a:r>
              </a:p>
            </p:txBody>
          </p:sp>
          <p:sp>
            <p:nvSpPr>
              <p:cNvPr id="49203" name="Rectangle 12">
                <a:extLst>
                  <a:ext uri="{FF2B5EF4-FFF2-40B4-BE49-F238E27FC236}">
                    <a16:creationId xmlns:a16="http://schemas.microsoft.com/office/drawing/2014/main" id="{48A452F1-D57E-4615-A7E1-196BB5BC8B2E}"/>
                  </a:ext>
                </a:extLst>
              </p:cNvPr>
              <p:cNvSpPr>
                <a:spLocks noChangeArrowheads="1"/>
              </p:cNvSpPr>
              <p:nvPr/>
            </p:nvSpPr>
            <p:spPr bwMode="auto">
              <a:xfrm>
                <a:off x="412" y="317"/>
                <a:ext cx="376" cy="36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49163" name="Group 13">
              <a:extLst>
                <a:ext uri="{FF2B5EF4-FFF2-40B4-BE49-F238E27FC236}">
                  <a16:creationId xmlns:a16="http://schemas.microsoft.com/office/drawing/2014/main" id="{AE9A90A2-26A7-4335-B8E7-984A79FD7449}"/>
                </a:ext>
              </a:extLst>
            </p:cNvPr>
            <p:cNvGrpSpPr>
              <a:grpSpLocks/>
            </p:cNvGrpSpPr>
            <p:nvPr/>
          </p:nvGrpSpPr>
          <p:grpSpPr bwMode="auto">
            <a:xfrm>
              <a:off x="4121" y="1465"/>
              <a:ext cx="871" cy="361"/>
              <a:chOff x="788" y="317"/>
              <a:chExt cx="224" cy="361"/>
            </a:xfrm>
          </p:grpSpPr>
          <p:sp>
            <p:nvSpPr>
              <p:cNvPr id="49200" name="Rectangle 14">
                <a:extLst>
                  <a:ext uri="{FF2B5EF4-FFF2-40B4-BE49-F238E27FC236}">
                    <a16:creationId xmlns:a16="http://schemas.microsoft.com/office/drawing/2014/main" id="{B3DB32F7-5F25-446A-BC52-9401251FE289}"/>
                  </a:ext>
                </a:extLst>
              </p:cNvPr>
              <p:cNvSpPr>
                <a:spLocks noChangeArrowheads="1"/>
              </p:cNvSpPr>
              <p:nvPr/>
            </p:nvSpPr>
            <p:spPr bwMode="auto">
              <a:xfrm>
                <a:off x="792" y="321"/>
                <a:ext cx="216"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zh-CN" altLang="en-US" b="1">
                    <a:latin typeface="Times New Roman" panose="02020603050405020304" pitchFamily="18" charset="0"/>
                    <a:ea typeface="黑体" panose="02010609060101010101" pitchFamily="49" charset="-122"/>
                  </a:rPr>
                  <a:t>名称</a:t>
                </a:r>
                <a:endParaRPr kumimoji="0" lang="zh-CN" altLang="en-US"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49201" name="Rectangle 15">
                <a:extLst>
                  <a:ext uri="{FF2B5EF4-FFF2-40B4-BE49-F238E27FC236}">
                    <a16:creationId xmlns:a16="http://schemas.microsoft.com/office/drawing/2014/main" id="{E9D8041E-8B11-42C8-8FEB-9ADDCDB169B2}"/>
                  </a:ext>
                </a:extLst>
              </p:cNvPr>
              <p:cNvSpPr>
                <a:spLocks noChangeArrowheads="1"/>
              </p:cNvSpPr>
              <p:nvPr/>
            </p:nvSpPr>
            <p:spPr bwMode="auto">
              <a:xfrm>
                <a:off x="788" y="317"/>
                <a:ext cx="224" cy="36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49164" name="Group 16">
              <a:extLst>
                <a:ext uri="{FF2B5EF4-FFF2-40B4-BE49-F238E27FC236}">
                  <a16:creationId xmlns:a16="http://schemas.microsoft.com/office/drawing/2014/main" id="{1C4477A6-8CDA-4351-A8A0-71381A2CA4E4}"/>
                </a:ext>
              </a:extLst>
            </p:cNvPr>
            <p:cNvGrpSpPr>
              <a:grpSpLocks/>
            </p:cNvGrpSpPr>
            <p:nvPr/>
          </p:nvGrpSpPr>
          <p:grpSpPr bwMode="auto">
            <a:xfrm>
              <a:off x="1056" y="1830"/>
              <a:ext cx="1602" cy="294"/>
              <a:chOff x="0" y="682"/>
              <a:chExt cx="412" cy="294"/>
            </a:xfrm>
          </p:grpSpPr>
          <p:sp>
            <p:nvSpPr>
              <p:cNvPr id="49198" name="Rectangle 17">
                <a:extLst>
                  <a:ext uri="{FF2B5EF4-FFF2-40B4-BE49-F238E27FC236}">
                    <a16:creationId xmlns:a16="http://schemas.microsoft.com/office/drawing/2014/main" id="{0A502644-F8FD-49E2-BBAE-02D553C65726}"/>
                  </a:ext>
                </a:extLst>
              </p:cNvPr>
              <p:cNvSpPr>
                <a:spLocks noChangeArrowheads="1"/>
              </p:cNvSpPr>
              <p:nvPr/>
            </p:nvSpPr>
            <p:spPr bwMode="auto">
              <a:xfrm>
                <a:off x="4" y="686"/>
                <a:ext cx="40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p∨q</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199" name="Rectangle 18">
                <a:extLst>
                  <a:ext uri="{FF2B5EF4-FFF2-40B4-BE49-F238E27FC236}">
                    <a16:creationId xmlns:a16="http://schemas.microsoft.com/office/drawing/2014/main" id="{5C509F02-3DD5-427A-B65A-2B8BEA63F1FD}"/>
                  </a:ext>
                </a:extLst>
              </p:cNvPr>
              <p:cNvSpPr>
                <a:spLocks noChangeArrowheads="1"/>
              </p:cNvSpPr>
              <p:nvPr/>
            </p:nvSpPr>
            <p:spPr bwMode="auto">
              <a:xfrm>
                <a:off x="0" y="682"/>
                <a:ext cx="412"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49165" name="Group 19">
              <a:extLst>
                <a:ext uri="{FF2B5EF4-FFF2-40B4-BE49-F238E27FC236}">
                  <a16:creationId xmlns:a16="http://schemas.microsoft.com/office/drawing/2014/main" id="{841FCBE8-0781-4119-9BC7-F3D79C9CB215}"/>
                </a:ext>
              </a:extLst>
            </p:cNvPr>
            <p:cNvGrpSpPr>
              <a:grpSpLocks/>
            </p:cNvGrpSpPr>
            <p:nvPr/>
          </p:nvGrpSpPr>
          <p:grpSpPr bwMode="auto">
            <a:xfrm>
              <a:off x="2658" y="1830"/>
              <a:ext cx="1463" cy="294"/>
              <a:chOff x="412" y="682"/>
              <a:chExt cx="376" cy="294"/>
            </a:xfrm>
          </p:grpSpPr>
          <p:sp>
            <p:nvSpPr>
              <p:cNvPr id="49196" name="Rectangle 20">
                <a:extLst>
                  <a:ext uri="{FF2B5EF4-FFF2-40B4-BE49-F238E27FC236}">
                    <a16:creationId xmlns:a16="http://schemas.microsoft.com/office/drawing/2014/main" id="{42C3EDCB-30C8-4768-B034-6DA154951530}"/>
                  </a:ext>
                </a:extLst>
              </p:cNvPr>
              <p:cNvSpPr>
                <a:spLocks noChangeArrowheads="1"/>
              </p:cNvSpPr>
              <p:nvPr/>
            </p:nvSpPr>
            <p:spPr bwMode="auto">
              <a:xfrm>
                <a:off x="416" y="686"/>
                <a:ext cx="36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00</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197" name="Rectangle 21">
                <a:extLst>
                  <a:ext uri="{FF2B5EF4-FFF2-40B4-BE49-F238E27FC236}">
                    <a16:creationId xmlns:a16="http://schemas.microsoft.com/office/drawing/2014/main" id="{8F7B1820-C27F-4211-96ED-21601295A4F4}"/>
                  </a:ext>
                </a:extLst>
              </p:cNvPr>
              <p:cNvSpPr>
                <a:spLocks noChangeArrowheads="1"/>
              </p:cNvSpPr>
              <p:nvPr/>
            </p:nvSpPr>
            <p:spPr bwMode="auto">
              <a:xfrm>
                <a:off x="412" y="682"/>
                <a:ext cx="37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49166" name="Group 22">
              <a:extLst>
                <a:ext uri="{FF2B5EF4-FFF2-40B4-BE49-F238E27FC236}">
                  <a16:creationId xmlns:a16="http://schemas.microsoft.com/office/drawing/2014/main" id="{3D92E521-E5B0-466F-B891-45C73E39F6D4}"/>
                </a:ext>
              </a:extLst>
            </p:cNvPr>
            <p:cNvGrpSpPr>
              <a:grpSpLocks/>
            </p:cNvGrpSpPr>
            <p:nvPr/>
          </p:nvGrpSpPr>
          <p:grpSpPr bwMode="auto">
            <a:xfrm>
              <a:off x="4121" y="1830"/>
              <a:ext cx="871" cy="294"/>
              <a:chOff x="788" y="682"/>
              <a:chExt cx="224" cy="294"/>
            </a:xfrm>
          </p:grpSpPr>
          <p:sp>
            <p:nvSpPr>
              <p:cNvPr id="49194" name="Rectangle 23">
                <a:extLst>
                  <a:ext uri="{FF2B5EF4-FFF2-40B4-BE49-F238E27FC236}">
                    <a16:creationId xmlns:a16="http://schemas.microsoft.com/office/drawing/2014/main" id="{586BA8E4-6C82-466A-A078-E676B5000C7E}"/>
                  </a:ext>
                </a:extLst>
              </p:cNvPr>
              <p:cNvSpPr>
                <a:spLocks noChangeArrowheads="1"/>
              </p:cNvSpPr>
              <p:nvPr/>
            </p:nvSpPr>
            <p:spPr bwMode="auto">
              <a:xfrm>
                <a:off x="792" y="686"/>
                <a:ext cx="21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0</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195" name="Rectangle 24">
                <a:extLst>
                  <a:ext uri="{FF2B5EF4-FFF2-40B4-BE49-F238E27FC236}">
                    <a16:creationId xmlns:a16="http://schemas.microsoft.com/office/drawing/2014/main" id="{98138387-8182-4BA2-A68F-FD9F7B09A5A4}"/>
                  </a:ext>
                </a:extLst>
              </p:cNvPr>
              <p:cNvSpPr>
                <a:spLocks noChangeArrowheads="1"/>
              </p:cNvSpPr>
              <p:nvPr/>
            </p:nvSpPr>
            <p:spPr bwMode="auto">
              <a:xfrm>
                <a:off x="788" y="682"/>
                <a:ext cx="224"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49167" name="Group 25">
              <a:extLst>
                <a:ext uri="{FF2B5EF4-FFF2-40B4-BE49-F238E27FC236}">
                  <a16:creationId xmlns:a16="http://schemas.microsoft.com/office/drawing/2014/main" id="{43AAA929-2AE2-4178-A4C8-DB1E1BEBF227}"/>
                </a:ext>
              </a:extLst>
            </p:cNvPr>
            <p:cNvGrpSpPr>
              <a:grpSpLocks/>
            </p:cNvGrpSpPr>
            <p:nvPr/>
          </p:nvGrpSpPr>
          <p:grpSpPr bwMode="auto">
            <a:xfrm>
              <a:off x="1056" y="2128"/>
              <a:ext cx="1602" cy="294"/>
              <a:chOff x="0" y="980"/>
              <a:chExt cx="412" cy="294"/>
            </a:xfrm>
          </p:grpSpPr>
          <p:sp>
            <p:nvSpPr>
              <p:cNvPr id="49192" name="Rectangle 26">
                <a:extLst>
                  <a:ext uri="{FF2B5EF4-FFF2-40B4-BE49-F238E27FC236}">
                    <a16:creationId xmlns:a16="http://schemas.microsoft.com/office/drawing/2014/main" id="{235708AA-8B69-49B9-9DF9-B32BB82766D1}"/>
                  </a:ext>
                </a:extLst>
              </p:cNvPr>
              <p:cNvSpPr>
                <a:spLocks noChangeArrowheads="1"/>
              </p:cNvSpPr>
              <p:nvPr/>
            </p:nvSpPr>
            <p:spPr bwMode="auto">
              <a:xfrm>
                <a:off x="4" y="984"/>
                <a:ext cx="40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p∨¬q</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193" name="Rectangle 27">
                <a:extLst>
                  <a:ext uri="{FF2B5EF4-FFF2-40B4-BE49-F238E27FC236}">
                    <a16:creationId xmlns:a16="http://schemas.microsoft.com/office/drawing/2014/main" id="{C896DFE8-EF17-4346-8E7B-518B88D26BB8}"/>
                  </a:ext>
                </a:extLst>
              </p:cNvPr>
              <p:cNvSpPr>
                <a:spLocks noChangeArrowheads="1"/>
              </p:cNvSpPr>
              <p:nvPr/>
            </p:nvSpPr>
            <p:spPr bwMode="auto">
              <a:xfrm>
                <a:off x="0" y="980"/>
                <a:ext cx="412"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49168" name="Group 28">
              <a:extLst>
                <a:ext uri="{FF2B5EF4-FFF2-40B4-BE49-F238E27FC236}">
                  <a16:creationId xmlns:a16="http://schemas.microsoft.com/office/drawing/2014/main" id="{C9BB8A43-B497-4808-889F-B515B7FCD2AB}"/>
                </a:ext>
              </a:extLst>
            </p:cNvPr>
            <p:cNvGrpSpPr>
              <a:grpSpLocks/>
            </p:cNvGrpSpPr>
            <p:nvPr/>
          </p:nvGrpSpPr>
          <p:grpSpPr bwMode="auto">
            <a:xfrm>
              <a:off x="2658" y="2128"/>
              <a:ext cx="1463" cy="294"/>
              <a:chOff x="412" y="980"/>
              <a:chExt cx="376" cy="294"/>
            </a:xfrm>
          </p:grpSpPr>
          <p:sp>
            <p:nvSpPr>
              <p:cNvPr id="49190" name="Rectangle 29">
                <a:extLst>
                  <a:ext uri="{FF2B5EF4-FFF2-40B4-BE49-F238E27FC236}">
                    <a16:creationId xmlns:a16="http://schemas.microsoft.com/office/drawing/2014/main" id="{0BE19360-18C4-45CA-8F18-182240EC942F}"/>
                  </a:ext>
                </a:extLst>
              </p:cNvPr>
              <p:cNvSpPr>
                <a:spLocks noChangeArrowheads="1"/>
              </p:cNvSpPr>
              <p:nvPr/>
            </p:nvSpPr>
            <p:spPr bwMode="auto">
              <a:xfrm>
                <a:off x="416" y="984"/>
                <a:ext cx="36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01</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191" name="Rectangle 30">
                <a:extLst>
                  <a:ext uri="{FF2B5EF4-FFF2-40B4-BE49-F238E27FC236}">
                    <a16:creationId xmlns:a16="http://schemas.microsoft.com/office/drawing/2014/main" id="{875DAE42-73C2-40F2-B83F-7CFC088FF0BE}"/>
                  </a:ext>
                </a:extLst>
              </p:cNvPr>
              <p:cNvSpPr>
                <a:spLocks noChangeArrowheads="1"/>
              </p:cNvSpPr>
              <p:nvPr/>
            </p:nvSpPr>
            <p:spPr bwMode="auto">
              <a:xfrm>
                <a:off x="412" y="980"/>
                <a:ext cx="37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49169" name="Group 31">
              <a:extLst>
                <a:ext uri="{FF2B5EF4-FFF2-40B4-BE49-F238E27FC236}">
                  <a16:creationId xmlns:a16="http://schemas.microsoft.com/office/drawing/2014/main" id="{CC1390B2-9BFF-45B4-BD09-1FC2CE2C6E0E}"/>
                </a:ext>
              </a:extLst>
            </p:cNvPr>
            <p:cNvGrpSpPr>
              <a:grpSpLocks/>
            </p:cNvGrpSpPr>
            <p:nvPr/>
          </p:nvGrpSpPr>
          <p:grpSpPr bwMode="auto">
            <a:xfrm>
              <a:off x="4121" y="2128"/>
              <a:ext cx="871" cy="294"/>
              <a:chOff x="788" y="980"/>
              <a:chExt cx="224" cy="294"/>
            </a:xfrm>
          </p:grpSpPr>
          <p:sp>
            <p:nvSpPr>
              <p:cNvPr id="49188" name="Rectangle 32">
                <a:extLst>
                  <a:ext uri="{FF2B5EF4-FFF2-40B4-BE49-F238E27FC236}">
                    <a16:creationId xmlns:a16="http://schemas.microsoft.com/office/drawing/2014/main" id="{383E571D-8F90-41BE-91D3-F9F16F1548DF}"/>
                  </a:ext>
                </a:extLst>
              </p:cNvPr>
              <p:cNvSpPr>
                <a:spLocks noChangeArrowheads="1"/>
              </p:cNvSpPr>
              <p:nvPr/>
            </p:nvSpPr>
            <p:spPr bwMode="auto">
              <a:xfrm>
                <a:off x="792" y="984"/>
                <a:ext cx="21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1</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189" name="Rectangle 33">
                <a:extLst>
                  <a:ext uri="{FF2B5EF4-FFF2-40B4-BE49-F238E27FC236}">
                    <a16:creationId xmlns:a16="http://schemas.microsoft.com/office/drawing/2014/main" id="{20541AD6-62EB-42A5-8D4B-A4B31C242B0B}"/>
                  </a:ext>
                </a:extLst>
              </p:cNvPr>
              <p:cNvSpPr>
                <a:spLocks noChangeArrowheads="1"/>
              </p:cNvSpPr>
              <p:nvPr/>
            </p:nvSpPr>
            <p:spPr bwMode="auto">
              <a:xfrm>
                <a:off x="788" y="980"/>
                <a:ext cx="224"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49170" name="Group 34">
              <a:extLst>
                <a:ext uri="{FF2B5EF4-FFF2-40B4-BE49-F238E27FC236}">
                  <a16:creationId xmlns:a16="http://schemas.microsoft.com/office/drawing/2014/main" id="{1259227F-1DFB-4610-B022-6332234A5BAF}"/>
                </a:ext>
              </a:extLst>
            </p:cNvPr>
            <p:cNvGrpSpPr>
              <a:grpSpLocks/>
            </p:cNvGrpSpPr>
            <p:nvPr/>
          </p:nvGrpSpPr>
          <p:grpSpPr bwMode="auto">
            <a:xfrm>
              <a:off x="1056" y="2426"/>
              <a:ext cx="1602" cy="294"/>
              <a:chOff x="0" y="1278"/>
              <a:chExt cx="412" cy="294"/>
            </a:xfrm>
          </p:grpSpPr>
          <p:sp>
            <p:nvSpPr>
              <p:cNvPr id="49186" name="Rectangle 35">
                <a:extLst>
                  <a:ext uri="{FF2B5EF4-FFF2-40B4-BE49-F238E27FC236}">
                    <a16:creationId xmlns:a16="http://schemas.microsoft.com/office/drawing/2014/main" id="{1AC53C12-6A35-4EFE-AF3D-03A8B83C218C}"/>
                  </a:ext>
                </a:extLst>
              </p:cNvPr>
              <p:cNvSpPr>
                <a:spLocks noChangeArrowheads="1"/>
              </p:cNvSpPr>
              <p:nvPr/>
            </p:nvSpPr>
            <p:spPr bwMode="auto">
              <a:xfrm>
                <a:off x="4" y="1282"/>
                <a:ext cx="40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rPr>
                  <a:t>¬</a:t>
                </a: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rPr>
                  <a:t>∨q</a:t>
                </a: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49187" name="Rectangle 36">
                <a:extLst>
                  <a:ext uri="{FF2B5EF4-FFF2-40B4-BE49-F238E27FC236}">
                    <a16:creationId xmlns:a16="http://schemas.microsoft.com/office/drawing/2014/main" id="{D86FC1BD-BB43-4CAE-9F5E-31A0BDA521ED}"/>
                  </a:ext>
                </a:extLst>
              </p:cNvPr>
              <p:cNvSpPr>
                <a:spLocks noChangeArrowheads="1"/>
              </p:cNvSpPr>
              <p:nvPr/>
            </p:nvSpPr>
            <p:spPr bwMode="auto">
              <a:xfrm>
                <a:off x="0" y="1278"/>
                <a:ext cx="412"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49171" name="Group 37">
              <a:extLst>
                <a:ext uri="{FF2B5EF4-FFF2-40B4-BE49-F238E27FC236}">
                  <a16:creationId xmlns:a16="http://schemas.microsoft.com/office/drawing/2014/main" id="{7568BCE9-3BE4-4316-8B71-35B5028483A8}"/>
                </a:ext>
              </a:extLst>
            </p:cNvPr>
            <p:cNvGrpSpPr>
              <a:grpSpLocks/>
            </p:cNvGrpSpPr>
            <p:nvPr/>
          </p:nvGrpSpPr>
          <p:grpSpPr bwMode="auto">
            <a:xfrm>
              <a:off x="2658" y="2426"/>
              <a:ext cx="1463" cy="294"/>
              <a:chOff x="412" y="1278"/>
              <a:chExt cx="376" cy="294"/>
            </a:xfrm>
          </p:grpSpPr>
          <p:sp>
            <p:nvSpPr>
              <p:cNvPr id="49184" name="Rectangle 38">
                <a:extLst>
                  <a:ext uri="{FF2B5EF4-FFF2-40B4-BE49-F238E27FC236}">
                    <a16:creationId xmlns:a16="http://schemas.microsoft.com/office/drawing/2014/main" id="{649BBE87-862F-46EA-A269-7DBF152EA270}"/>
                  </a:ext>
                </a:extLst>
              </p:cNvPr>
              <p:cNvSpPr>
                <a:spLocks noChangeArrowheads="1"/>
              </p:cNvSpPr>
              <p:nvPr/>
            </p:nvSpPr>
            <p:spPr bwMode="auto">
              <a:xfrm>
                <a:off x="416" y="1282"/>
                <a:ext cx="36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10</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185" name="Rectangle 39">
                <a:extLst>
                  <a:ext uri="{FF2B5EF4-FFF2-40B4-BE49-F238E27FC236}">
                    <a16:creationId xmlns:a16="http://schemas.microsoft.com/office/drawing/2014/main" id="{199440AA-EC85-44BE-945D-49C3BBA5B0AE}"/>
                  </a:ext>
                </a:extLst>
              </p:cNvPr>
              <p:cNvSpPr>
                <a:spLocks noChangeArrowheads="1"/>
              </p:cNvSpPr>
              <p:nvPr/>
            </p:nvSpPr>
            <p:spPr bwMode="auto">
              <a:xfrm>
                <a:off x="412" y="1278"/>
                <a:ext cx="37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49172" name="Group 40">
              <a:extLst>
                <a:ext uri="{FF2B5EF4-FFF2-40B4-BE49-F238E27FC236}">
                  <a16:creationId xmlns:a16="http://schemas.microsoft.com/office/drawing/2014/main" id="{AB1115E7-17D7-4655-A7AD-F923667830CF}"/>
                </a:ext>
              </a:extLst>
            </p:cNvPr>
            <p:cNvGrpSpPr>
              <a:grpSpLocks/>
            </p:cNvGrpSpPr>
            <p:nvPr/>
          </p:nvGrpSpPr>
          <p:grpSpPr bwMode="auto">
            <a:xfrm>
              <a:off x="4121" y="2426"/>
              <a:ext cx="871" cy="294"/>
              <a:chOff x="788" y="1278"/>
              <a:chExt cx="224" cy="294"/>
            </a:xfrm>
          </p:grpSpPr>
          <p:sp>
            <p:nvSpPr>
              <p:cNvPr id="49182" name="Rectangle 41">
                <a:extLst>
                  <a:ext uri="{FF2B5EF4-FFF2-40B4-BE49-F238E27FC236}">
                    <a16:creationId xmlns:a16="http://schemas.microsoft.com/office/drawing/2014/main" id="{22FA47FA-98A7-4A0B-80B2-7A644B0C477C}"/>
                  </a:ext>
                </a:extLst>
              </p:cNvPr>
              <p:cNvSpPr>
                <a:spLocks noChangeArrowheads="1"/>
              </p:cNvSpPr>
              <p:nvPr/>
            </p:nvSpPr>
            <p:spPr bwMode="auto">
              <a:xfrm>
                <a:off x="792" y="1282"/>
                <a:ext cx="21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183" name="Rectangle 42">
                <a:extLst>
                  <a:ext uri="{FF2B5EF4-FFF2-40B4-BE49-F238E27FC236}">
                    <a16:creationId xmlns:a16="http://schemas.microsoft.com/office/drawing/2014/main" id="{DEC15972-443C-4170-B656-C2E3CBAC8204}"/>
                  </a:ext>
                </a:extLst>
              </p:cNvPr>
              <p:cNvSpPr>
                <a:spLocks noChangeArrowheads="1"/>
              </p:cNvSpPr>
              <p:nvPr/>
            </p:nvSpPr>
            <p:spPr bwMode="auto">
              <a:xfrm>
                <a:off x="788" y="1278"/>
                <a:ext cx="224"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49173" name="Group 43">
              <a:extLst>
                <a:ext uri="{FF2B5EF4-FFF2-40B4-BE49-F238E27FC236}">
                  <a16:creationId xmlns:a16="http://schemas.microsoft.com/office/drawing/2014/main" id="{BC4CDD2C-69E7-412C-9979-243804562C13}"/>
                </a:ext>
              </a:extLst>
            </p:cNvPr>
            <p:cNvGrpSpPr>
              <a:grpSpLocks/>
            </p:cNvGrpSpPr>
            <p:nvPr/>
          </p:nvGrpSpPr>
          <p:grpSpPr bwMode="auto">
            <a:xfrm>
              <a:off x="1056" y="2724"/>
              <a:ext cx="1602" cy="294"/>
              <a:chOff x="0" y="1576"/>
              <a:chExt cx="412" cy="294"/>
            </a:xfrm>
          </p:grpSpPr>
          <p:sp>
            <p:nvSpPr>
              <p:cNvPr id="49180" name="Rectangle 44">
                <a:extLst>
                  <a:ext uri="{FF2B5EF4-FFF2-40B4-BE49-F238E27FC236}">
                    <a16:creationId xmlns:a16="http://schemas.microsoft.com/office/drawing/2014/main" id="{0D09C331-92FE-4764-AA18-67BCD9BBE2B0}"/>
                  </a:ext>
                </a:extLst>
              </p:cNvPr>
              <p:cNvSpPr>
                <a:spLocks noChangeArrowheads="1"/>
              </p:cNvSpPr>
              <p:nvPr/>
            </p:nvSpPr>
            <p:spPr bwMode="auto">
              <a:xfrm>
                <a:off x="4" y="1580"/>
                <a:ext cx="404"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rPr>
                  <a:t>¬</a:t>
                </a: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rPr>
                  <a:t>∨¬q</a:t>
                </a: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49181" name="Rectangle 45">
                <a:extLst>
                  <a:ext uri="{FF2B5EF4-FFF2-40B4-BE49-F238E27FC236}">
                    <a16:creationId xmlns:a16="http://schemas.microsoft.com/office/drawing/2014/main" id="{B463B7D0-3CD6-45AB-A832-0D1DD4D23B99}"/>
                  </a:ext>
                </a:extLst>
              </p:cNvPr>
              <p:cNvSpPr>
                <a:spLocks noChangeArrowheads="1"/>
              </p:cNvSpPr>
              <p:nvPr/>
            </p:nvSpPr>
            <p:spPr bwMode="auto">
              <a:xfrm>
                <a:off x="0" y="1576"/>
                <a:ext cx="412"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49174" name="Group 46">
              <a:extLst>
                <a:ext uri="{FF2B5EF4-FFF2-40B4-BE49-F238E27FC236}">
                  <a16:creationId xmlns:a16="http://schemas.microsoft.com/office/drawing/2014/main" id="{11DB8FF5-26BC-4B51-8A0C-C2D561DFA2F3}"/>
                </a:ext>
              </a:extLst>
            </p:cNvPr>
            <p:cNvGrpSpPr>
              <a:grpSpLocks/>
            </p:cNvGrpSpPr>
            <p:nvPr/>
          </p:nvGrpSpPr>
          <p:grpSpPr bwMode="auto">
            <a:xfrm>
              <a:off x="2658" y="2724"/>
              <a:ext cx="1463" cy="294"/>
              <a:chOff x="412" y="1576"/>
              <a:chExt cx="376" cy="294"/>
            </a:xfrm>
          </p:grpSpPr>
          <p:sp>
            <p:nvSpPr>
              <p:cNvPr id="49178" name="Rectangle 47">
                <a:extLst>
                  <a:ext uri="{FF2B5EF4-FFF2-40B4-BE49-F238E27FC236}">
                    <a16:creationId xmlns:a16="http://schemas.microsoft.com/office/drawing/2014/main" id="{41CC1CCC-9664-4562-9B49-4D3F79CF0452}"/>
                  </a:ext>
                </a:extLst>
              </p:cNvPr>
              <p:cNvSpPr>
                <a:spLocks noChangeArrowheads="1"/>
              </p:cNvSpPr>
              <p:nvPr/>
            </p:nvSpPr>
            <p:spPr bwMode="auto">
              <a:xfrm>
                <a:off x="416" y="1580"/>
                <a:ext cx="36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11</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179" name="Rectangle 48">
                <a:extLst>
                  <a:ext uri="{FF2B5EF4-FFF2-40B4-BE49-F238E27FC236}">
                    <a16:creationId xmlns:a16="http://schemas.microsoft.com/office/drawing/2014/main" id="{30F33DB8-3B6C-4E78-8BF1-4F94A3F422C5}"/>
                  </a:ext>
                </a:extLst>
              </p:cNvPr>
              <p:cNvSpPr>
                <a:spLocks noChangeArrowheads="1"/>
              </p:cNvSpPr>
              <p:nvPr/>
            </p:nvSpPr>
            <p:spPr bwMode="auto">
              <a:xfrm>
                <a:off x="412" y="1576"/>
                <a:ext cx="37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49175" name="Group 49">
              <a:extLst>
                <a:ext uri="{FF2B5EF4-FFF2-40B4-BE49-F238E27FC236}">
                  <a16:creationId xmlns:a16="http://schemas.microsoft.com/office/drawing/2014/main" id="{C70183D1-7532-46B1-AFCC-1A011DF53D80}"/>
                </a:ext>
              </a:extLst>
            </p:cNvPr>
            <p:cNvGrpSpPr>
              <a:grpSpLocks/>
            </p:cNvGrpSpPr>
            <p:nvPr/>
          </p:nvGrpSpPr>
          <p:grpSpPr bwMode="auto">
            <a:xfrm>
              <a:off x="4121" y="2724"/>
              <a:ext cx="871" cy="294"/>
              <a:chOff x="788" y="1576"/>
              <a:chExt cx="224" cy="294"/>
            </a:xfrm>
          </p:grpSpPr>
          <p:sp>
            <p:nvSpPr>
              <p:cNvPr id="49176" name="Rectangle 50">
                <a:extLst>
                  <a:ext uri="{FF2B5EF4-FFF2-40B4-BE49-F238E27FC236}">
                    <a16:creationId xmlns:a16="http://schemas.microsoft.com/office/drawing/2014/main" id="{8D7BAAF4-AC11-42D8-9C99-47667CCC17AD}"/>
                  </a:ext>
                </a:extLst>
              </p:cNvPr>
              <p:cNvSpPr>
                <a:spLocks noChangeArrowheads="1"/>
              </p:cNvSpPr>
              <p:nvPr/>
            </p:nvSpPr>
            <p:spPr bwMode="auto">
              <a:xfrm>
                <a:off x="792" y="1580"/>
                <a:ext cx="216"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9177" name="Rectangle 51">
                <a:extLst>
                  <a:ext uri="{FF2B5EF4-FFF2-40B4-BE49-F238E27FC236}">
                    <a16:creationId xmlns:a16="http://schemas.microsoft.com/office/drawing/2014/main" id="{A9C0F269-B797-4D2E-9F08-E6842C481977}"/>
                  </a:ext>
                </a:extLst>
              </p:cNvPr>
              <p:cNvSpPr>
                <a:spLocks noChangeArrowheads="1"/>
              </p:cNvSpPr>
              <p:nvPr/>
            </p:nvSpPr>
            <p:spPr bwMode="auto">
              <a:xfrm>
                <a:off x="788" y="1576"/>
                <a:ext cx="224"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日期占位符 3">
            <a:extLst>
              <a:ext uri="{FF2B5EF4-FFF2-40B4-BE49-F238E27FC236}">
                <a16:creationId xmlns:a16="http://schemas.microsoft.com/office/drawing/2014/main" id="{B4B26E11-C908-4655-A56F-87F51882D5F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2777A06-F067-4014-ACAA-67A649DC23A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0179" name="页脚占位符 4">
            <a:extLst>
              <a:ext uri="{FF2B5EF4-FFF2-40B4-BE49-F238E27FC236}">
                <a16:creationId xmlns:a16="http://schemas.microsoft.com/office/drawing/2014/main" id="{95A2E77D-2EB3-4232-B261-A485C3D6E38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0180" name="灯片编号占位符 5">
            <a:extLst>
              <a:ext uri="{FF2B5EF4-FFF2-40B4-BE49-F238E27FC236}">
                <a16:creationId xmlns:a16="http://schemas.microsoft.com/office/drawing/2014/main" id="{B99878D6-911B-4D39-96C7-9922AEFEBAD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976A387-729E-48B1-895F-2619E95B3B57}" type="slidenum">
              <a:rPr lang="en-US" altLang="zh-CN" sz="1400" smtClean="0">
                <a:latin typeface="Times New Roman" panose="02020603050405020304" pitchFamily="18" charset="0"/>
                <a:ea typeface="宋体" panose="02010600030101010101" pitchFamily="2" charset="-122"/>
              </a:rPr>
              <a:pPr>
                <a:spcBef>
                  <a:spcPct val="0"/>
                </a:spcBef>
                <a:buFontTx/>
                <a:buNone/>
              </a:pPr>
              <a:t>46</a:t>
            </a:fld>
            <a:endParaRPr lang="en-US" altLang="zh-CN" sz="1400">
              <a:latin typeface="Times New Roman" panose="02020603050405020304" pitchFamily="18" charset="0"/>
              <a:ea typeface="宋体" panose="02010600030101010101" pitchFamily="2" charset="-122"/>
            </a:endParaRPr>
          </a:p>
        </p:txBody>
      </p:sp>
      <p:sp>
        <p:nvSpPr>
          <p:cNvPr id="50181" name="Text Box 2">
            <a:extLst>
              <a:ext uri="{FF2B5EF4-FFF2-40B4-BE49-F238E27FC236}">
                <a16:creationId xmlns:a16="http://schemas.microsoft.com/office/drawing/2014/main" id="{3FA3AD71-D25A-4AA5-A472-A160E68466B4}"/>
              </a:ext>
            </a:extLst>
          </p:cNvPr>
          <p:cNvSpPr txBox="1">
            <a:spLocks noChangeArrowheads="1"/>
          </p:cNvSpPr>
          <p:nvPr/>
        </p:nvSpPr>
        <p:spPr bwMode="auto">
          <a:xfrm>
            <a:off x="1506538" y="692150"/>
            <a:ext cx="5945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主合取范式</a:t>
            </a:r>
          </a:p>
        </p:txBody>
      </p:sp>
      <p:pic>
        <p:nvPicPr>
          <p:cNvPr id="50182" name="Picture 6" descr="C:\Program Files\Microsoft Office\MEDIA\CAGCAT10\j0293844.wmf">
            <a:extLst>
              <a:ext uri="{FF2B5EF4-FFF2-40B4-BE49-F238E27FC236}">
                <a16:creationId xmlns:a16="http://schemas.microsoft.com/office/drawing/2014/main" id="{49A5B076-68FF-426F-B63C-9AC04C3BF3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3" name="Picture 4" descr="QQ截图20140127194658">
            <a:extLst>
              <a:ext uri="{FF2B5EF4-FFF2-40B4-BE49-F238E27FC236}">
                <a16:creationId xmlns:a16="http://schemas.microsoft.com/office/drawing/2014/main" id="{2B8C5F64-8D36-4C09-965F-CAB48929C6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628775"/>
            <a:ext cx="6181725"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0184" name="Group 51">
            <a:extLst>
              <a:ext uri="{FF2B5EF4-FFF2-40B4-BE49-F238E27FC236}">
                <a16:creationId xmlns:a16="http://schemas.microsoft.com/office/drawing/2014/main" id="{ACAB8213-245D-4229-BCDC-D6EB58CE9162}"/>
              </a:ext>
            </a:extLst>
          </p:cNvPr>
          <p:cNvGrpSpPr>
            <a:grpSpLocks/>
          </p:cNvGrpSpPr>
          <p:nvPr/>
        </p:nvGrpSpPr>
        <p:grpSpPr bwMode="auto">
          <a:xfrm>
            <a:off x="1371600" y="2349500"/>
            <a:ext cx="5864225" cy="3889375"/>
            <a:chOff x="864" y="999"/>
            <a:chExt cx="3840" cy="2745"/>
          </a:xfrm>
        </p:grpSpPr>
        <p:grpSp>
          <p:nvGrpSpPr>
            <p:cNvPr id="50185" name="Group 52">
              <a:extLst>
                <a:ext uri="{FF2B5EF4-FFF2-40B4-BE49-F238E27FC236}">
                  <a16:creationId xmlns:a16="http://schemas.microsoft.com/office/drawing/2014/main" id="{BB768E9A-F285-44EF-A737-3A9C111A4177}"/>
                </a:ext>
              </a:extLst>
            </p:cNvPr>
            <p:cNvGrpSpPr>
              <a:grpSpLocks/>
            </p:cNvGrpSpPr>
            <p:nvPr/>
          </p:nvGrpSpPr>
          <p:grpSpPr bwMode="auto">
            <a:xfrm>
              <a:off x="864" y="999"/>
              <a:ext cx="3840" cy="2447"/>
              <a:chOff x="864" y="999"/>
              <a:chExt cx="3840" cy="2447"/>
            </a:xfrm>
          </p:grpSpPr>
          <p:grpSp>
            <p:nvGrpSpPr>
              <p:cNvPr id="50195" name="Group 53">
                <a:extLst>
                  <a:ext uri="{FF2B5EF4-FFF2-40B4-BE49-F238E27FC236}">
                    <a16:creationId xmlns:a16="http://schemas.microsoft.com/office/drawing/2014/main" id="{D40795BC-7479-4821-A675-BDBA3089042C}"/>
                  </a:ext>
                </a:extLst>
              </p:cNvPr>
              <p:cNvGrpSpPr>
                <a:grpSpLocks/>
              </p:cNvGrpSpPr>
              <p:nvPr/>
            </p:nvGrpSpPr>
            <p:grpSpPr bwMode="auto">
              <a:xfrm>
                <a:off x="864" y="999"/>
                <a:ext cx="1821" cy="361"/>
                <a:chOff x="0" y="317"/>
                <a:chExt cx="498" cy="361"/>
              </a:xfrm>
            </p:grpSpPr>
            <p:sp>
              <p:nvSpPr>
                <p:cNvPr id="50265" name="Rectangle 54">
                  <a:extLst>
                    <a:ext uri="{FF2B5EF4-FFF2-40B4-BE49-F238E27FC236}">
                      <a16:creationId xmlns:a16="http://schemas.microsoft.com/office/drawing/2014/main" id="{9D82C875-4F11-4973-B520-FF08654F3028}"/>
                    </a:ext>
                  </a:extLst>
                </p:cNvPr>
                <p:cNvSpPr>
                  <a:spLocks noChangeArrowheads="1"/>
                </p:cNvSpPr>
                <p:nvPr/>
              </p:nvSpPr>
              <p:spPr bwMode="auto">
                <a:xfrm>
                  <a:off x="4" y="321"/>
                  <a:ext cx="49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zh-CN" altLang="en-US" b="1">
                      <a:latin typeface="Times New Roman" panose="02020603050405020304" pitchFamily="18" charset="0"/>
                      <a:ea typeface="黑体" panose="02010609060101010101" pitchFamily="49" charset="-122"/>
                    </a:rPr>
                    <a:t>大 项</a:t>
                  </a:r>
                  <a:endParaRPr kumimoji="0" lang="zh-CN" altLang="en-US"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50266" name="Rectangle 55">
                  <a:extLst>
                    <a:ext uri="{FF2B5EF4-FFF2-40B4-BE49-F238E27FC236}">
                      <a16:creationId xmlns:a16="http://schemas.microsoft.com/office/drawing/2014/main" id="{1B56B59E-0EEA-44CD-89C3-090B471BDB04}"/>
                    </a:ext>
                  </a:extLst>
                </p:cNvPr>
                <p:cNvSpPr>
                  <a:spLocks noChangeArrowheads="1"/>
                </p:cNvSpPr>
                <p:nvPr/>
              </p:nvSpPr>
              <p:spPr bwMode="auto">
                <a:xfrm>
                  <a:off x="0" y="317"/>
                  <a:ext cx="498" cy="36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196" name="Group 56">
                <a:extLst>
                  <a:ext uri="{FF2B5EF4-FFF2-40B4-BE49-F238E27FC236}">
                    <a16:creationId xmlns:a16="http://schemas.microsoft.com/office/drawing/2014/main" id="{EA5C9EC5-A934-4982-82D2-2580D7398D5C}"/>
                  </a:ext>
                </a:extLst>
              </p:cNvPr>
              <p:cNvGrpSpPr>
                <a:grpSpLocks/>
              </p:cNvGrpSpPr>
              <p:nvPr/>
            </p:nvGrpSpPr>
            <p:grpSpPr bwMode="auto">
              <a:xfrm>
                <a:off x="2685" y="999"/>
                <a:ext cx="1225" cy="361"/>
                <a:chOff x="498" y="317"/>
                <a:chExt cx="335" cy="361"/>
              </a:xfrm>
            </p:grpSpPr>
            <p:sp>
              <p:nvSpPr>
                <p:cNvPr id="50263" name="Rectangle 57">
                  <a:extLst>
                    <a:ext uri="{FF2B5EF4-FFF2-40B4-BE49-F238E27FC236}">
                      <a16:creationId xmlns:a16="http://schemas.microsoft.com/office/drawing/2014/main" id="{A96ACC80-AAA8-418F-9A4F-7DCFE702BEC8}"/>
                    </a:ext>
                  </a:extLst>
                </p:cNvPr>
                <p:cNvSpPr>
                  <a:spLocks noChangeArrowheads="1"/>
                </p:cNvSpPr>
                <p:nvPr/>
              </p:nvSpPr>
              <p:spPr bwMode="auto">
                <a:xfrm>
                  <a:off x="502" y="321"/>
                  <a:ext cx="327"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zh-CN" altLang="en-US" b="1">
                      <a:latin typeface="Times New Roman" panose="02020603050405020304" pitchFamily="18" charset="0"/>
                      <a:ea typeface="黑体" panose="02010609060101010101" pitchFamily="49" charset="-122"/>
                    </a:rPr>
                    <a:t>成假赋值</a:t>
                  </a:r>
                  <a:endParaRPr kumimoji="0" lang="zh-CN" altLang="en-US"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50264" name="Rectangle 58">
                  <a:extLst>
                    <a:ext uri="{FF2B5EF4-FFF2-40B4-BE49-F238E27FC236}">
                      <a16:creationId xmlns:a16="http://schemas.microsoft.com/office/drawing/2014/main" id="{7B84255B-C302-4BB4-AC45-F94D999C4674}"/>
                    </a:ext>
                  </a:extLst>
                </p:cNvPr>
                <p:cNvSpPr>
                  <a:spLocks noChangeArrowheads="1"/>
                </p:cNvSpPr>
                <p:nvPr/>
              </p:nvSpPr>
              <p:spPr bwMode="auto">
                <a:xfrm>
                  <a:off x="498" y="317"/>
                  <a:ext cx="335" cy="36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197" name="Group 59">
                <a:extLst>
                  <a:ext uri="{FF2B5EF4-FFF2-40B4-BE49-F238E27FC236}">
                    <a16:creationId xmlns:a16="http://schemas.microsoft.com/office/drawing/2014/main" id="{18DD8DF4-5CF7-41D0-8A25-68A55636C9CE}"/>
                  </a:ext>
                </a:extLst>
              </p:cNvPr>
              <p:cNvGrpSpPr>
                <a:grpSpLocks/>
              </p:cNvGrpSpPr>
              <p:nvPr/>
            </p:nvGrpSpPr>
            <p:grpSpPr bwMode="auto">
              <a:xfrm>
                <a:off x="3910" y="999"/>
                <a:ext cx="794" cy="361"/>
                <a:chOff x="833" y="317"/>
                <a:chExt cx="217" cy="361"/>
              </a:xfrm>
            </p:grpSpPr>
            <p:sp>
              <p:nvSpPr>
                <p:cNvPr id="50261" name="Rectangle 60">
                  <a:extLst>
                    <a:ext uri="{FF2B5EF4-FFF2-40B4-BE49-F238E27FC236}">
                      <a16:creationId xmlns:a16="http://schemas.microsoft.com/office/drawing/2014/main" id="{1D739125-C580-40C1-B0A2-B0237C7C16F6}"/>
                    </a:ext>
                  </a:extLst>
                </p:cNvPr>
                <p:cNvSpPr>
                  <a:spLocks noChangeArrowheads="1"/>
                </p:cNvSpPr>
                <p:nvPr/>
              </p:nvSpPr>
              <p:spPr bwMode="auto">
                <a:xfrm>
                  <a:off x="837" y="321"/>
                  <a:ext cx="209"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zh-CN" altLang="en-US" b="1">
                      <a:latin typeface="Times New Roman" panose="02020603050405020304" pitchFamily="18" charset="0"/>
                      <a:ea typeface="黑体" panose="02010609060101010101" pitchFamily="49" charset="-122"/>
                    </a:rPr>
                    <a:t>名称</a:t>
                  </a:r>
                  <a:endParaRPr kumimoji="0" lang="zh-CN" altLang="en-US"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50262" name="Rectangle 61">
                  <a:extLst>
                    <a:ext uri="{FF2B5EF4-FFF2-40B4-BE49-F238E27FC236}">
                      <a16:creationId xmlns:a16="http://schemas.microsoft.com/office/drawing/2014/main" id="{661D3149-7010-4AB9-9A80-E1C148D18B3C}"/>
                    </a:ext>
                  </a:extLst>
                </p:cNvPr>
                <p:cNvSpPr>
                  <a:spLocks noChangeArrowheads="1"/>
                </p:cNvSpPr>
                <p:nvPr/>
              </p:nvSpPr>
              <p:spPr bwMode="auto">
                <a:xfrm>
                  <a:off x="833" y="317"/>
                  <a:ext cx="217" cy="361"/>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198" name="Group 62">
                <a:extLst>
                  <a:ext uri="{FF2B5EF4-FFF2-40B4-BE49-F238E27FC236}">
                    <a16:creationId xmlns:a16="http://schemas.microsoft.com/office/drawing/2014/main" id="{7C0B270C-6775-4465-BE6D-B0C996A6CDE7}"/>
                  </a:ext>
                </a:extLst>
              </p:cNvPr>
              <p:cNvGrpSpPr>
                <a:grpSpLocks/>
              </p:cNvGrpSpPr>
              <p:nvPr/>
            </p:nvGrpSpPr>
            <p:grpSpPr bwMode="auto">
              <a:xfrm>
                <a:off x="864" y="1364"/>
                <a:ext cx="1821" cy="294"/>
                <a:chOff x="0" y="682"/>
                <a:chExt cx="498" cy="294"/>
              </a:xfrm>
            </p:grpSpPr>
            <p:sp>
              <p:nvSpPr>
                <p:cNvPr id="50259" name="Rectangle 63">
                  <a:extLst>
                    <a:ext uri="{FF2B5EF4-FFF2-40B4-BE49-F238E27FC236}">
                      <a16:creationId xmlns:a16="http://schemas.microsoft.com/office/drawing/2014/main" id="{3FF709A8-1A4A-41C0-AACA-248E6ADA7F3A}"/>
                    </a:ext>
                  </a:extLst>
                </p:cNvPr>
                <p:cNvSpPr>
                  <a:spLocks noChangeArrowheads="1"/>
                </p:cNvSpPr>
                <p:nvPr/>
              </p:nvSpPr>
              <p:spPr bwMode="auto">
                <a:xfrm>
                  <a:off x="4" y="686"/>
                  <a:ext cx="49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p∨q∨r</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60" name="Rectangle 64">
                  <a:extLst>
                    <a:ext uri="{FF2B5EF4-FFF2-40B4-BE49-F238E27FC236}">
                      <a16:creationId xmlns:a16="http://schemas.microsoft.com/office/drawing/2014/main" id="{1505FB21-E06A-4EB7-9379-0E859F7D11F7}"/>
                    </a:ext>
                  </a:extLst>
                </p:cNvPr>
                <p:cNvSpPr>
                  <a:spLocks noChangeArrowheads="1"/>
                </p:cNvSpPr>
                <p:nvPr/>
              </p:nvSpPr>
              <p:spPr bwMode="auto">
                <a:xfrm>
                  <a:off x="0" y="682"/>
                  <a:ext cx="498"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199" name="Group 65">
                <a:extLst>
                  <a:ext uri="{FF2B5EF4-FFF2-40B4-BE49-F238E27FC236}">
                    <a16:creationId xmlns:a16="http://schemas.microsoft.com/office/drawing/2014/main" id="{69555D2A-CD38-42A9-9EBE-962F769337DA}"/>
                  </a:ext>
                </a:extLst>
              </p:cNvPr>
              <p:cNvGrpSpPr>
                <a:grpSpLocks/>
              </p:cNvGrpSpPr>
              <p:nvPr/>
            </p:nvGrpSpPr>
            <p:grpSpPr bwMode="auto">
              <a:xfrm>
                <a:off x="2685" y="1364"/>
                <a:ext cx="1225" cy="294"/>
                <a:chOff x="498" y="682"/>
                <a:chExt cx="335" cy="294"/>
              </a:xfrm>
            </p:grpSpPr>
            <p:sp>
              <p:nvSpPr>
                <p:cNvPr id="50257" name="Rectangle 66">
                  <a:extLst>
                    <a:ext uri="{FF2B5EF4-FFF2-40B4-BE49-F238E27FC236}">
                      <a16:creationId xmlns:a16="http://schemas.microsoft.com/office/drawing/2014/main" id="{7076E74C-64DF-4CCE-BC84-25DA742AB75A}"/>
                    </a:ext>
                  </a:extLst>
                </p:cNvPr>
                <p:cNvSpPr>
                  <a:spLocks noChangeArrowheads="1"/>
                </p:cNvSpPr>
                <p:nvPr/>
              </p:nvSpPr>
              <p:spPr bwMode="auto">
                <a:xfrm>
                  <a:off x="502" y="686"/>
                  <a:ext cx="327"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000</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58" name="Rectangle 67">
                  <a:extLst>
                    <a:ext uri="{FF2B5EF4-FFF2-40B4-BE49-F238E27FC236}">
                      <a16:creationId xmlns:a16="http://schemas.microsoft.com/office/drawing/2014/main" id="{31231106-6116-408C-96F4-B908CED90B87}"/>
                    </a:ext>
                  </a:extLst>
                </p:cNvPr>
                <p:cNvSpPr>
                  <a:spLocks noChangeArrowheads="1"/>
                </p:cNvSpPr>
                <p:nvPr/>
              </p:nvSpPr>
              <p:spPr bwMode="auto">
                <a:xfrm>
                  <a:off x="498" y="682"/>
                  <a:ext cx="335"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00" name="Group 68">
                <a:extLst>
                  <a:ext uri="{FF2B5EF4-FFF2-40B4-BE49-F238E27FC236}">
                    <a16:creationId xmlns:a16="http://schemas.microsoft.com/office/drawing/2014/main" id="{0C7E4843-720D-44DA-A7C7-6D69E471F1F0}"/>
                  </a:ext>
                </a:extLst>
              </p:cNvPr>
              <p:cNvGrpSpPr>
                <a:grpSpLocks/>
              </p:cNvGrpSpPr>
              <p:nvPr/>
            </p:nvGrpSpPr>
            <p:grpSpPr bwMode="auto">
              <a:xfrm>
                <a:off x="3910" y="1364"/>
                <a:ext cx="794" cy="294"/>
                <a:chOff x="833" y="682"/>
                <a:chExt cx="217" cy="294"/>
              </a:xfrm>
            </p:grpSpPr>
            <p:sp>
              <p:nvSpPr>
                <p:cNvPr id="50255" name="Rectangle 69">
                  <a:extLst>
                    <a:ext uri="{FF2B5EF4-FFF2-40B4-BE49-F238E27FC236}">
                      <a16:creationId xmlns:a16="http://schemas.microsoft.com/office/drawing/2014/main" id="{94D97F6B-8A90-40B8-AB8A-373913DD53B8}"/>
                    </a:ext>
                  </a:extLst>
                </p:cNvPr>
                <p:cNvSpPr>
                  <a:spLocks noChangeArrowheads="1"/>
                </p:cNvSpPr>
                <p:nvPr/>
              </p:nvSpPr>
              <p:spPr bwMode="auto">
                <a:xfrm>
                  <a:off x="837" y="686"/>
                  <a:ext cx="20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0</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56" name="Rectangle 70">
                  <a:extLst>
                    <a:ext uri="{FF2B5EF4-FFF2-40B4-BE49-F238E27FC236}">
                      <a16:creationId xmlns:a16="http://schemas.microsoft.com/office/drawing/2014/main" id="{2D914EFC-5084-4738-8C9B-B554FDF23477}"/>
                    </a:ext>
                  </a:extLst>
                </p:cNvPr>
                <p:cNvSpPr>
                  <a:spLocks noChangeArrowheads="1"/>
                </p:cNvSpPr>
                <p:nvPr/>
              </p:nvSpPr>
              <p:spPr bwMode="auto">
                <a:xfrm>
                  <a:off x="833" y="682"/>
                  <a:ext cx="21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01" name="Group 71">
                <a:extLst>
                  <a:ext uri="{FF2B5EF4-FFF2-40B4-BE49-F238E27FC236}">
                    <a16:creationId xmlns:a16="http://schemas.microsoft.com/office/drawing/2014/main" id="{20E50D60-88FC-4ED5-9EB5-18ED2E9AE355}"/>
                  </a:ext>
                </a:extLst>
              </p:cNvPr>
              <p:cNvGrpSpPr>
                <a:grpSpLocks/>
              </p:cNvGrpSpPr>
              <p:nvPr/>
            </p:nvGrpSpPr>
            <p:grpSpPr bwMode="auto">
              <a:xfrm>
                <a:off x="864" y="1662"/>
                <a:ext cx="1821" cy="294"/>
                <a:chOff x="0" y="980"/>
                <a:chExt cx="498" cy="294"/>
              </a:xfrm>
            </p:grpSpPr>
            <p:sp>
              <p:nvSpPr>
                <p:cNvPr id="50253" name="Rectangle 72">
                  <a:extLst>
                    <a:ext uri="{FF2B5EF4-FFF2-40B4-BE49-F238E27FC236}">
                      <a16:creationId xmlns:a16="http://schemas.microsoft.com/office/drawing/2014/main" id="{3BB9E731-3F78-4D79-883E-72364B6B0743}"/>
                    </a:ext>
                  </a:extLst>
                </p:cNvPr>
                <p:cNvSpPr>
                  <a:spLocks noChangeArrowheads="1"/>
                </p:cNvSpPr>
                <p:nvPr/>
              </p:nvSpPr>
              <p:spPr bwMode="auto">
                <a:xfrm>
                  <a:off x="4" y="984"/>
                  <a:ext cx="49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p∨q∨¬r</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54" name="Rectangle 73">
                  <a:extLst>
                    <a:ext uri="{FF2B5EF4-FFF2-40B4-BE49-F238E27FC236}">
                      <a16:creationId xmlns:a16="http://schemas.microsoft.com/office/drawing/2014/main" id="{BC0DB0B1-36F4-4552-9F1E-2B9F3E1AC342}"/>
                    </a:ext>
                  </a:extLst>
                </p:cNvPr>
                <p:cNvSpPr>
                  <a:spLocks noChangeArrowheads="1"/>
                </p:cNvSpPr>
                <p:nvPr/>
              </p:nvSpPr>
              <p:spPr bwMode="auto">
                <a:xfrm>
                  <a:off x="0" y="980"/>
                  <a:ext cx="498"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02" name="Group 74">
                <a:extLst>
                  <a:ext uri="{FF2B5EF4-FFF2-40B4-BE49-F238E27FC236}">
                    <a16:creationId xmlns:a16="http://schemas.microsoft.com/office/drawing/2014/main" id="{AD8DEC7F-01BB-46C8-A5F9-682F2D6863D7}"/>
                  </a:ext>
                </a:extLst>
              </p:cNvPr>
              <p:cNvGrpSpPr>
                <a:grpSpLocks/>
              </p:cNvGrpSpPr>
              <p:nvPr/>
            </p:nvGrpSpPr>
            <p:grpSpPr bwMode="auto">
              <a:xfrm>
                <a:off x="2685" y="1662"/>
                <a:ext cx="1225" cy="294"/>
                <a:chOff x="498" y="980"/>
                <a:chExt cx="335" cy="294"/>
              </a:xfrm>
            </p:grpSpPr>
            <p:sp>
              <p:nvSpPr>
                <p:cNvPr id="50251" name="Rectangle 75">
                  <a:extLst>
                    <a:ext uri="{FF2B5EF4-FFF2-40B4-BE49-F238E27FC236}">
                      <a16:creationId xmlns:a16="http://schemas.microsoft.com/office/drawing/2014/main" id="{B8926E83-BB64-4B33-A265-0A39FED969CD}"/>
                    </a:ext>
                  </a:extLst>
                </p:cNvPr>
                <p:cNvSpPr>
                  <a:spLocks noChangeArrowheads="1"/>
                </p:cNvSpPr>
                <p:nvPr/>
              </p:nvSpPr>
              <p:spPr bwMode="auto">
                <a:xfrm>
                  <a:off x="502" y="984"/>
                  <a:ext cx="327"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001</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52" name="Rectangle 76">
                  <a:extLst>
                    <a:ext uri="{FF2B5EF4-FFF2-40B4-BE49-F238E27FC236}">
                      <a16:creationId xmlns:a16="http://schemas.microsoft.com/office/drawing/2014/main" id="{87502AB6-D3E4-48C0-89EC-5F6C4580CC50}"/>
                    </a:ext>
                  </a:extLst>
                </p:cNvPr>
                <p:cNvSpPr>
                  <a:spLocks noChangeArrowheads="1"/>
                </p:cNvSpPr>
                <p:nvPr/>
              </p:nvSpPr>
              <p:spPr bwMode="auto">
                <a:xfrm>
                  <a:off x="498" y="980"/>
                  <a:ext cx="335"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03" name="Group 77">
                <a:extLst>
                  <a:ext uri="{FF2B5EF4-FFF2-40B4-BE49-F238E27FC236}">
                    <a16:creationId xmlns:a16="http://schemas.microsoft.com/office/drawing/2014/main" id="{B3BDB558-0DB7-4874-92AE-6256BF968E94}"/>
                  </a:ext>
                </a:extLst>
              </p:cNvPr>
              <p:cNvGrpSpPr>
                <a:grpSpLocks/>
              </p:cNvGrpSpPr>
              <p:nvPr/>
            </p:nvGrpSpPr>
            <p:grpSpPr bwMode="auto">
              <a:xfrm>
                <a:off x="3910" y="1662"/>
                <a:ext cx="794" cy="294"/>
                <a:chOff x="833" y="980"/>
                <a:chExt cx="217" cy="294"/>
              </a:xfrm>
            </p:grpSpPr>
            <p:sp>
              <p:nvSpPr>
                <p:cNvPr id="50249" name="Rectangle 78">
                  <a:extLst>
                    <a:ext uri="{FF2B5EF4-FFF2-40B4-BE49-F238E27FC236}">
                      <a16:creationId xmlns:a16="http://schemas.microsoft.com/office/drawing/2014/main" id="{12C05A88-526E-42E4-8F04-F3093B252398}"/>
                    </a:ext>
                  </a:extLst>
                </p:cNvPr>
                <p:cNvSpPr>
                  <a:spLocks noChangeArrowheads="1"/>
                </p:cNvSpPr>
                <p:nvPr/>
              </p:nvSpPr>
              <p:spPr bwMode="auto">
                <a:xfrm>
                  <a:off x="837" y="984"/>
                  <a:ext cx="20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1</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50" name="Rectangle 79">
                  <a:extLst>
                    <a:ext uri="{FF2B5EF4-FFF2-40B4-BE49-F238E27FC236}">
                      <a16:creationId xmlns:a16="http://schemas.microsoft.com/office/drawing/2014/main" id="{4AB1F5A6-FC77-4B00-9CF3-A98738530ED9}"/>
                    </a:ext>
                  </a:extLst>
                </p:cNvPr>
                <p:cNvSpPr>
                  <a:spLocks noChangeArrowheads="1"/>
                </p:cNvSpPr>
                <p:nvPr/>
              </p:nvSpPr>
              <p:spPr bwMode="auto">
                <a:xfrm>
                  <a:off x="833" y="980"/>
                  <a:ext cx="21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04" name="Group 80">
                <a:extLst>
                  <a:ext uri="{FF2B5EF4-FFF2-40B4-BE49-F238E27FC236}">
                    <a16:creationId xmlns:a16="http://schemas.microsoft.com/office/drawing/2014/main" id="{5B4D6997-E40B-40E2-A8BA-995E92921122}"/>
                  </a:ext>
                </a:extLst>
              </p:cNvPr>
              <p:cNvGrpSpPr>
                <a:grpSpLocks/>
              </p:cNvGrpSpPr>
              <p:nvPr/>
            </p:nvGrpSpPr>
            <p:grpSpPr bwMode="auto">
              <a:xfrm>
                <a:off x="864" y="1960"/>
                <a:ext cx="1821" cy="294"/>
                <a:chOff x="0" y="1278"/>
                <a:chExt cx="498" cy="294"/>
              </a:xfrm>
            </p:grpSpPr>
            <p:sp>
              <p:nvSpPr>
                <p:cNvPr id="50247" name="Rectangle 81">
                  <a:extLst>
                    <a:ext uri="{FF2B5EF4-FFF2-40B4-BE49-F238E27FC236}">
                      <a16:creationId xmlns:a16="http://schemas.microsoft.com/office/drawing/2014/main" id="{1981EFA2-CA64-445C-9BB8-834BC1F612ED}"/>
                    </a:ext>
                  </a:extLst>
                </p:cNvPr>
                <p:cNvSpPr>
                  <a:spLocks noChangeArrowheads="1"/>
                </p:cNvSpPr>
                <p:nvPr/>
              </p:nvSpPr>
              <p:spPr bwMode="auto">
                <a:xfrm>
                  <a:off x="4" y="1282"/>
                  <a:ext cx="49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p∨¬q∨r</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48" name="Rectangle 82">
                  <a:extLst>
                    <a:ext uri="{FF2B5EF4-FFF2-40B4-BE49-F238E27FC236}">
                      <a16:creationId xmlns:a16="http://schemas.microsoft.com/office/drawing/2014/main" id="{C22BAE77-C507-43D3-8315-BC94B377B16C}"/>
                    </a:ext>
                  </a:extLst>
                </p:cNvPr>
                <p:cNvSpPr>
                  <a:spLocks noChangeArrowheads="1"/>
                </p:cNvSpPr>
                <p:nvPr/>
              </p:nvSpPr>
              <p:spPr bwMode="auto">
                <a:xfrm>
                  <a:off x="0" y="1278"/>
                  <a:ext cx="498"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05" name="Group 83">
                <a:extLst>
                  <a:ext uri="{FF2B5EF4-FFF2-40B4-BE49-F238E27FC236}">
                    <a16:creationId xmlns:a16="http://schemas.microsoft.com/office/drawing/2014/main" id="{2701EF4B-4126-4E9A-A0D2-9E5E29D4E5F1}"/>
                  </a:ext>
                </a:extLst>
              </p:cNvPr>
              <p:cNvGrpSpPr>
                <a:grpSpLocks/>
              </p:cNvGrpSpPr>
              <p:nvPr/>
            </p:nvGrpSpPr>
            <p:grpSpPr bwMode="auto">
              <a:xfrm>
                <a:off x="2685" y="1960"/>
                <a:ext cx="1225" cy="294"/>
                <a:chOff x="498" y="1278"/>
                <a:chExt cx="335" cy="294"/>
              </a:xfrm>
            </p:grpSpPr>
            <p:sp>
              <p:nvSpPr>
                <p:cNvPr id="50245" name="Rectangle 84">
                  <a:extLst>
                    <a:ext uri="{FF2B5EF4-FFF2-40B4-BE49-F238E27FC236}">
                      <a16:creationId xmlns:a16="http://schemas.microsoft.com/office/drawing/2014/main" id="{5F279EC4-CC59-46D4-9CB1-127636823918}"/>
                    </a:ext>
                  </a:extLst>
                </p:cNvPr>
                <p:cNvSpPr>
                  <a:spLocks noChangeArrowheads="1"/>
                </p:cNvSpPr>
                <p:nvPr/>
              </p:nvSpPr>
              <p:spPr bwMode="auto">
                <a:xfrm>
                  <a:off x="502" y="1282"/>
                  <a:ext cx="327"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010</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46" name="Rectangle 85">
                  <a:extLst>
                    <a:ext uri="{FF2B5EF4-FFF2-40B4-BE49-F238E27FC236}">
                      <a16:creationId xmlns:a16="http://schemas.microsoft.com/office/drawing/2014/main" id="{51C2A377-0722-40B5-A6D9-9F30011EEB56}"/>
                    </a:ext>
                  </a:extLst>
                </p:cNvPr>
                <p:cNvSpPr>
                  <a:spLocks noChangeArrowheads="1"/>
                </p:cNvSpPr>
                <p:nvPr/>
              </p:nvSpPr>
              <p:spPr bwMode="auto">
                <a:xfrm>
                  <a:off x="498" y="1278"/>
                  <a:ext cx="335"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06" name="Group 86">
                <a:extLst>
                  <a:ext uri="{FF2B5EF4-FFF2-40B4-BE49-F238E27FC236}">
                    <a16:creationId xmlns:a16="http://schemas.microsoft.com/office/drawing/2014/main" id="{DB9B169A-68CB-4CCD-A6B3-B14BBBB1228A}"/>
                  </a:ext>
                </a:extLst>
              </p:cNvPr>
              <p:cNvGrpSpPr>
                <a:grpSpLocks/>
              </p:cNvGrpSpPr>
              <p:nvPr/>
            </p:nvGrpSpPr>
            <p:grpSpPr bwMode="auto">
              <a:xfrm>
                <a:off x="3910" y="1960"/>
                <a:ext cx="794" cy="294"/>
                <a:chOff x="833" y="1278"/>
                <a:chExt cx="217" cy="294"/>
              </a:xfrm>
            </p:grpSpPr>
            <p:sp>
              <p:nvSpPr>
                <p:cNvPr id="50243" name="Rectangle 87">
                  <a:extLst>
                    <a:ext uri="{FF2B5EF4-FFF2-40B4-BE49-F238E27FC236}">
                      <a16:creationId xmlns:a16="http://schemas.microsoft.com/office/drawing/2014/main" id="{F7749F81-3CCB-477E-BF27-34CBBFC5D16E}"/>
                    </a:ext>
                  </a:extLst>
                </p:cNvPr>
                <p:cNvSpPr>
                  <a:spLocks noChangeArrowheads="1"/>
                </p:cNvSpPr>
                <p:nvPr/>
              </p:nvSpPr>
              <p:spPr bwMode="auto">
                <a:xfrm>
                  <a:off x="837" y="1282"/>
                  <a:ext cx="20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2</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44" name="Rectangle 88">
                  <a:extLst>
                    <a:ext uri="{FF2B5EF4-FFF2-40B4-BE49-F238E27FC236}">
                      <a16:creationId xmlns:a16="http://schemas.microsoft.com/office/drawing/2014/main" id="{058BCF3D-5114-4649-9126-6EBC6B3F4228}"/>
                    </a:ext>
                  </a:extLst>
                </p:cNvPr>
                <p:cNvSpPr>
                  <a:spLocks noChangeArrowheads="1"/>
                </p:cNvSpPr>
                <p:nvPr/>
              </p:nvSpPr>
              <p:spPr bwMode="auto">
                <a:xfrm>
                  <a:off x="833" y="1278"/>
                  <a:ext cx="21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07" name="Group 89">
                <a:extLst>
                  <a:ext uri="{FF2B5EF4-FFF2-40B4-BE49-F238E27FC236}">
                    <a16:creationId xmlns:a16="http://schemas.microsoft.com/office/drawing/2014/main" id="{D93B71E1-9F98-4053-98C2-AEC2A630A9C5}"/>
                  </a:ext>
                </a:extLst>
              </p:cNvPr>
              <p:cNvGrpSpPr>
                <a:grpSpLocks/>
              </p:cNvGrpSpPr>
              <p:nvPr/>
            </p:nvGrpSpPr>
            <p:grpSpPr bwMode="auto">
              <a:xfrm>
                <a:off x="864" y="2258"/>
                <a:ext cx="1821" cy="294"/>
                <a:chOff x="0" y="1576"/>
                <a:chExt cx="498" cy="294"/>
              </a:xfrm>
            </p:grpSpPr>
            <p:sp>
              <p:nvSpPr>
                <p:cNvPr id="50241" name="Rectangle 90">
                  <a:extLst>
                    <a:ext uri="{FF2B5EF4-FFF2-40B4-BE49-F238E27FC236}">
                      <a16:creationId xmlns:a16="http://schemas.microsoft.com/office/drawing/2014/main" id="{C92E5C9F-0D2C-43C9-B761-2DA846573722}"/>
                    </a:ext>
                  </a:extLst>
                </p:cNvPr>
                <p:cNvSpPr>
                  <a:spLocks noChangeArrowheads="1"/>
                </p:cNvSpPr>
                <p:nvPr/>
              </p:nvSpPr>
              <p:spPr bwMode="auto">
                <a:xfrm>
                  <a:off x="4" y="1580"/>
                  <a:ext cx="49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p∨¬q∨¬r</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42" name="Rectangle 91">
                  <a:extLst>
                    <a:ext uri="{FF2B5EF4-FFF2-40B4-BE49-F238E27FC236}">
                      <a16:creationId xmlns:a16="http://schemas.microsoft.com/office/drawing/2014/main" id="{327B89FC-C5C8-4406-AB8E-915B527D2CA4}"/>
                    </a:ext>
                  </a:extLst>
                </p:cNvPr>
                <p:cNvSpPr>
                  <a:spLocks noChangeArrowheads="1"/>
                </p:cNvSpPr>
                <p:nvPr/>
              </p:nvSpPr>
              <p:spPr bwMode="auto">
                <a:xfrm>
                  <a:off x="0" y="1576"/>
                  <a:ext cx="498"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08" name="Group 92">
                <a:extLst>
                  <a:ext uri="{FF2B5EF4-FFF2-40B4-BE49-F238E27FC236}">
                    <a16:creationId xmlns:a16="http://schemas.microsoft.com/office/drawing/2014/main" id="{DE22DE76-CA3E-48B0-A225-6F236C8B50BD}"/>
                  </a:ext>
                </a:extLst>
              </p:cNvPr>
              <p:cNvGrpSpPr>
                <a:grpSpLocks/>
              </p:cNvGrpSpPr>
              <p:nvPr/>
            </p:nvGrpSpPr>
            <p:grpSpPr bwMode="auto">
              <a:xfrm>
                <a:off x="2685" y="2258"/>
                <a:ext cx="1225" cy="294"/>
                <a:chOff x="498" y="1576"/>
                <a:chExt cx="335" cy="294"/>
              </a:xfrm>
            </p:grpSpPr>
            <p:sp>
              <p:nvSpPr>
                <p:cNvPr id="50239" name="Rectangle 93">
                  <a:extLst>
                    <a:ext uri="{FF2B5EF4-FFF2-40B4-BE49-F238E27FC236}">
                      <a16:creationId xmlns:a16="http://schemas.microsoft.com/office/drawing/2014/main" id="{A97B01A0-CE04-4DCD-A40D-0F91852ABE42}"/>
                    </a:ext>
                  </a:extLst>
                </p:cNvPr>
                <p:cNvSpPr>
                  <a:spLocks noChangeArrowheads="1"/>
                </p:cNvSpPr>
                <p:nvPr/>
              </p:nvSpPr>
              <p:spPr bwMode="auto">
                <a:xfrm>
                  <a:off x="502" y="1580"/>
                  <a:ext cx="327"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011</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40" name="Rectangle 94">
                  <a:extLst>
                    <a:ext uri="{FF2B5EF4-FFF2-40B4-BE49-F238E27FC236}">
                      <a16:creationId xmlns:a16="http://schemas.microsoft.com/office/drawing/2014/main" id="{01A5D021-6DCE-42A1-BACB-785F343F0BC7}"/>
                    </a:ext>
                  </a:extLst>
                </p:cNvPr>
                <p:cNvSpPr>
                  <a:spLocks noChangeArrowheads="1"/>
                </p:cNvSpPr>
                <p:nvPr/>
              </p:nvSpPr>
              <p:spPr bwMode="auto">
                <a:xfrm>
                  <a:off x="498" y="1576"/>
                  <a:ext cx="335"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09" name="Group 95">
                <a:extLst>
                  <a:ext uri="{FF2B5EF4-FFF2-40B4-BE49-F238E27FC236}">
                    <a16:creationId xmlns:a16="http://schemas.microsoft.com/office/drawing/2014/main" id="{E78FC7BD-5D42-40E2-85CA-91894B85830D}"/>
                  </a:ext>
                </a:extLst>
              </p:cNvPr>
              <p:cNvGrpSpPr>
                <a:grpSpLocks/>
              </p:cNvGrpSpPr>
              <p:nvPr/>
            </p:nvGrpSpPr>
            <p:grpSpPr bwMode="auto">
              <a:xfrm>
                <a:off x="3910" y="2258"/>
                <a:ext cx="794" cy="294"/>
                <a:chOff x="833" y="1576"/>
                <a:chExt cx="217" cy="294"/>
              </a:xfrm>
            </p:grpSpPr>
            <p:sp>
              <p:nvSpPr>
                <p:cNvPr id="50237" name="Rectangle 96">
                  <a:extLst>
                    <a:ext uri="{FF2B5EF4-FFF2-40B4-BE49-F238E27FC236}">
                      <a16:creationId xmlns:a16="http://schemas.microsoft.com/office/drawing/2014/main" id="{FA951C9E-1B43-4FFD-A0A6-35BE51BB8A4B}"/>
                    </a:ext>
                  </a:extLst>
                </p:cNvPr>
                <p:cNvSpPr>
                  <a:spLocks noChangeArrowheads="1"/>
                </p:cNvSpPr>
                <p:nvPr/>
              </p:nvSpPr>
              <p:spPr bwMode="auto">
                <a:xfrm>
                  <a:off x="837" y="1580"/>
                  <a:ext cx="20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3</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38" name="Rectangle 97">
                  <a:extLst>
                    <a:ext uri="{FF2B5EF4-FFF2-40B4-BE49-F238E27FC236}">
                      <a16:creationId xmlns:a16="http://schemas.microsoft.com/office/drawing/2014/main" id="{511FFFD5-0DC4-4B15-B556-F966D82E2DE0}"/>
                    </a:ext>
                  </a:extLst>
                </p:cNvPr>
                <p:cNvSpPr>
                  <a:spLocks noChangeArrowheads="1"/>
                </p:cNvSpPr>
                <p:nvPr/>
              </p:nvSpPr>
              <p:spPr bwMode="auto">
                <a:xfrm>
                  <a:off x="833" y="1576"/>
                  <a:ext cx="21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10" name="Group 98">
                <a:extLst>
                  <a:ext uri="{FF2B5EF4-FFF2-40B4-BE49-F238E27FC236}">
                    <a16:creationId xmlns:a16="http://schemas.microsoft.com/office/drawing/2014/main" id="{6B0A07A7-1D1E-414E-A782-39DC5EDF91C2}"/>
                  </a:ext>
                </a:extLst>
              </p:cNvPr>
              <p:cNvGrpSpPr>
                <a:grpSpLocks/>
              </p:cNvGrpSpPr>
              <p:nvPr/>
            </p:nvGrpSpPr>
            <p:grpSpPr bwMode="auto">
              <a:xfrm>
                <a:off x="864" y="2556"/>
                <a:ext cx="1821" cy="294"/>
                <a:chOff x="0" y="1874"/>
                <a:chExt cx="498" cy="294"/>
              </a:xfrm>
            </p:grpSpPr>
            <p:sp>
              <p:nvSpPr>
                <p:cNvPr id="50235" name="Rectangle 99">
                  <a:extLst>
                    <a:ext uri="{FF2B5EF4-FFF2-40B4-BE49-F238E27FC236}">
                      <a16:creationId xmlns:a16="http://schemas.microsoft.com/office/drawing/2014/main" id="{C5C56BB8-1CEA-49B6-A8C5-72CBAA63317C}"/>
                    </a:ext>
                  </a:extLst>
                </p:cNvPr>
                <p:cNvSpPr>
                  <a:spLocks noChangeArrowheads="1"/>
                </p:cNvSpPr>
                <p:nvPr/>
              </p:nvSpPr>
              <p:spPr bwMode="auto">
                <a:xfrm>
                  <a:off x="4" y="1878"/>
                  <a:ext cx="49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rPr>
                    <a:t>¬</a:t>
                  </a: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rPr>
                    <a:t>∨q∨r</a:t>
                  </a: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50236" name="Rectangle 100">
                  <a:extLst>
                    <a:ext uri="{FF2B5EF4-FFF2-40B4-BE49-F238E27FC236}">
                      <a16:creationId xmlns:a16="http://schemas.microsoft.com/office/drawing/2014/main" id="{9E9FBADE-CF21-4D7D-8897-28D07C8A7B4D}"/>
                    </a:ext>
                  </a:extLst>
                </p:cNvPr>
                <p:cNvSpPr>
                  <a:spLocks noChangeArrowheads="1"/>
                </p:cNvSpPr>
                <p:nvPr/>
              </p:nvSpPr>
              <p:spPr bwMode="auto">
                <a:xfrm>
                  <a:off x="0" y="1874"/>
                  <a:ext cx="498"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11" name="Group 101">
                <a:extLst>
                  <a:ext uri="{FF2B5EF4-FFF2-40B4-BE49-F238E27FC236}">
                    <a16:creationId xmlns:a16="http://schemas.microsoft.com/office/drawing/2014/main" id="{E3EDB9C0-4518-45ED-A665-5BA9DA544A5D}"/>
                  </a:ext>
                </a:extLst>
              </p:cNvPr>
              <p:cNvGrpSpPr>
                <a:grpSpLocks/>
              </p:cNvGrpSpPr>
              <p:nvPr/>
            </p:nvGrpSpPr>
            <p:grpSpPr bwMode="auto">
              <a:xfrm>
                <a:off x="2685" y="2556"/>
                <a:ext cx="1225" cy="294"/>
                <a:chOff x="498" y="1874"/>
                <a:chExt cx="335" cy="294"/>
              </a:xfrm>
            </p:grpSpPr>
            <p:sp>
              <p:nvSpPr>
                <p:cNvPr id="50233" name="Rectangle 102">
                  <a:extLst>
                    <a:ext uri="{FF2B5EF4-FFF2-40B4-BE49-F238E27FC236}">
                      <a16:creationId xmlns:a16="http://schemas.microsoft.com/office/drawing/2014/main" id="{ED8ADAD6-2ECF-4D8A-B498-A777FEFA45D6}"/>
                    </a:ext>
                  </a:extLst>
                </p:cNvPr>
                <p:cNvSpPr>
                  <a:spLocks noChangeArrowheads="1"/>
                </p:cNvSpPr>
                <p:nvPr/>
              </p:nvSpPr>
              <p:spPr bwMode="auto">
                <a:xfrm>
                  <a:off x="502" y="1878"/>
                  <a:ext cx="327"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100</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34" name="Rectangle 103">
                  <a:extLst>
                    <a:ext uri="{FF2B5EF4-FFF2-40B4-BE49-F238E27FC236}">
                      <a16:creationId xmlns:a16="http://schemas.microsoft.com/office/drawing/2014/main" id="{F2E46E85-0C3E-4845-B6FA-11491C61B488}"/>
                    </a:ext>
                  </a:extLst>
                </p:cNvPr>
                <p:cNvSpPr>
                  <a:spLocks noChangeArrowheads="1"/>
                </p:cNvSpPr>
                <p:nvPr/>
              </p:nvSpPr>
              <p:spPr bwMode="auto">
                <a:xfrm>
                  <a:off x="498" y="1874"/>
                  <a:ext cx="335"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12" name="Group 104">
                <a:extLst>
                  <a:ext uri="{FF2B5EF4-FFF2-40B4-BE49-F238E27FC236}">
                    <a16:creationId xmlns:a16="http://schemas.microsoft.com/office/drawing/2014/main" id="{3BFF3976-5031-418B-A082-375DCF26DA8E}"/>
                  </a:ext>
                </a:extLst>
              </p:cNvPr>
              <p:cNvGrpSpPr>
                <a:grpSpLocks/>
              </p:cNvGrpSpPr>
              <p:nvPr/>
            </p:nvGrpSpPr>
            <p:grpSpPr bwMode="auto">
              <a:xfrm>
                <a:off x="3910" y="2556"/>
                <a:ext cx="794" cy="294"/>
                <a:chOff x="833" y="1874"/>
                <a:chExt cx="217" cy="294"/>
              </a:xfrm>
            </p:grpSpPr>
            <p:sp>
              <p:nvSpPr>
                <p:cNvPr id="50231" name="Rectangle 105">
                  <a:extLst>
                    <a:ext uri="{FF2B5EF4-FFF2-40B4-BE49-F238E27FC236}">
                      <a16:creationId xmlns:a16="http://schemas.microsoft.com/office/drawing/2014/main" id="{DCEDFF7C-A5B1-4C76-BA1C-671F77487E32}"/>
                    </a:ext>
                  </a:extLst>
                </p:cNvPr>
                <p:cNvSpPr>
                  <a:spLocks noChangeArrowheads="1"/>
                </p:cNvSpPr>
                <p:nvPr/>
              </p:nvSpPr>
              <p:spPr bwMode="auto">
                <a:xfrm>
                  <a:off x="837" y="1878"/>
                  <a:ext cx="20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4</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32" name="Rectangle 106">
                  <a:extLst>
                    <a:ext uri="{FF2B5EF4-FFF2-40B4-BE49-F238E27FC236}">
                      <a16:creationId xmlns:a16="http://schemas.microsoft.com/office/drawing/2014/main" id="{24596C0A-DBE5-479A-8C66-767BC094F8F8}"/>
                    </a:ext>
                  </a:extLst>
                </p:cNvPr>
                <p:cNvSpPr>
                  <a:spLocks noChangeArrowheads="1"/>
                </p:cNvSpPr>
                <p:nvPr/>
              </p:nvSpPr>
              <p:spPr bwMode="auto">
                <a:xfrm>
                  <a:off x="833" y="1874"/>
                  <a:ext cx="21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13" name="Group 107">
                <a:extLst>
                  <a:ext uri="{FF2B5EF4-FFF2-40B4-BE49-F238E27FC236}">
                    <a16:creationId xmlns:a16="http://schemas.microsoft.com/office/drawing/2014/main" id="{09EB814A-E647-48E3-B934-791B09414C9A}"/>
                  </a:ext>
                </a:extLst>
              </p:cNvPr>
              <p:cNvGrpSpPr>
                <a:grpSpLocks/>
              </p:cNvGrpSpPr>
              <p:nvPr/>
            </p:nvGrpSpPr>
            <p:grpSpPr bwMode="auto">
              <a:xfrm>
                <a:off x="864" y="2854"/>
                <a:ext cx="1821" cy="294"/>
                <a:chOff x="0" y="2172"/>
                <a:chExt cx="498" cy="294"/>
              </a:xfrm>
            </p:grpSpPr>
            <p:sp>
              <p:nvSpPr>
                <p:cNvPr id="50229" name="Rectangle 108">
                  <a:extLst>
                    <a:ext uri="{FF2B5EF4-FFF2-40B4-BE49-F238E27FC236}">
                      <a16:creationId xmlns:a16="http://schemas.microsoft.com/office/drawing/2014/main" id="{54193824-A1FE-4658-BA8C-5E9C020FC60E}"/>
                    </a:ext>
                  </a:extLst>
                </p:cNvPr>
                <p:cNvSpPr>
                  <a:spLocks noChangeArrowheads="1"/>
                </p:cNvSpPr>
                <p:nvPr/>
              </p:nvSpPr>
              <p:spPr bwMode="auto">
                <a:xfrm>
                  <a:off x="4" y="2176"/>
                  <a:ext cx="49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rPr>
                    <a:t>∨q∨¬r</a:t>
                  </a: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50230" name="Rectangle 109">
                  <a:extLst>
                    <a:ext uri="{FF2B5EF4-FFF2-40B4-BE49-F238E27FC236}">
                      <a16:creationId xmlns:a16="http://schemas.microsoft.com/office/drawing/2014/main" id="{6AA45F0E-C12F-43B3-9198-099CA95BDE7F}"/>
                    </a:ext>
                  </a:extLst>
                </p:cNvPr>
                <p:cNvSpPr>
                  <a:spLocks noChangeArrowheads="1"/>
                </p:cNvSpPr>
                <p:nvPr/>
              </p:nvSpPr>
              <p:spPr bwMode="auto">
                <a:xfrm>
                  <a:off x="0" y="2172"/>
                  <a:ext cx="498"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14" name="Group 110">
                <a:extLst>
                  <a:ext uri="{FF2B5EF4-FFF2-40B4-BE49-F238E27FC236}">
                    <a16:creationId xmlns:a16="http://schemas.microsoft.com/office/drawing/2014/main" id="{3B1B097A-25B7-42DE-BEC8-E42FB0049EDE}"/>
                  </a:ext>
                </a:extLst>
              </p:cNvPr>
              <p:cNvGrpSpPr>
                <a:grpSpLocks/>
              </p:cNvGrpSpPr>
              <p:nvPr/>
            </p:nvGrpSpPr>
            <p:grpSpPr bwMode="auto">
              <a:xfrm>
                <a:off x="2685" y="2854"/>
                <a:ext cx="1225" cy="294"/>
                <a:chOff x="498" y="2172"/>
                <a:chExt cx="335" cy="294"/>
              </a:xfrm>
            </p:grpSpPr>
            <p:sp>
              <p:nvSpPr>
                <p:cNvPr id="50227" name="Rectangle 111">
                  <a:extLst>
                    <a:ext uri="{FF2B5EF4-FFF2-40B4-BE49-F238E27FC236}">
                      <a16:creationId xmlns:a16="http://schemas.microsoft.com/office/drawing/2014/main" id="{369A09A7-8772-442F-BA74-89BAE36DB55A}"/>
                    </a:ext>
                  </a:extLst>
                </p:cNvPr>
                <p:cNvSpPr>
                  <a:spLocks noChangeArrowheads="1"/>
                </p:cNvSpPr>
                <p:nvPr/>
              </p:nvSpPr>
              <p:spPr bwMode="auto">
                <a:xfrm>
                  <a:off x="502" y="2176"/>
                  <a:ext cx="327"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101</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28" name="Rectangle 112">
                  <a:extLst>
                    <a:ext uri="{FF2B5EF4-FFF2-40B4-BE49-F238E27FC236}">
                      <a16:creationId xmlns:a16="http://schemas.microsoft.com/office/drawing/2014/main" id="{444CCB8A-84CE-4101-8E23-00A4F67524E4}"/>
                    </a:ext>
                  </a:extLst>
                </p:cNvPr>
                <p:cNvSpPr>
                  <a:spLocks noChangeArrowheads="1"/>
                </p:cNvSpPr>
                <p:nvPr/>
              </p:nvSpPr>
              <p:spPr bwMode="auto">
                <a:xfrm>
                  <a:off x="498" y="2172"/>
                  <a:ext cx="335"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15" name="Group 113">
                <a:extLst>
                  <a:ext uri="{FF2B5EF4-FFF2-40B4-BE49-F238E27FC236}">
                    <a16:creationId xmlns:a16="http://schemas.microsoft.com/office/drawing/2014/main" id="{60627690-1A01-4166-A263-6ECB0F9572D9}"/>
                  </a:ext>
                </a:extLst>
              </p:cNvPr>
              <p:cNvGrpSpPr>
                <a:grpSpLocks/>
              </p:cNvGrpSpPr>
              <p:nvPr/>
            </p:nvGrpSpPr>
            <p:grpSpPr bwMode="auto">
              <a:xfrm>
                <a:off x="3910" y="2854"/>
                <a:ext cx="794" cy="294"/>
                <a:chOff x="833" y="2172"/>
                <a:chExt cx="217" cy="294"/>
              </a:xfrm>
            </p:grpSpPr>
            <p:sp>
              <p:nvSpPr>
                <p:cNvPr id="50225" name="Rectangle 114">
                  <a:extLst>
                    <a:ext uri="{FF2B5EF4-FFF2-40B4-BE49-F238E27FC236}">
                      <a16:creationId xmlns:a16="http://schemas.microsoft.com/office/drawing/2014/main" id="{21CED582-D221-4B1B-AADD-E9CC8B7908DF}"/>
                    </a:ext>
                  </a:extLst>
                </p:cNvPr>
                <p:cNvSpPr>
                  <a:spLocks noChangeArrowheads="1"/>
                </p:cNvSpPr>
                <p:nvPr/>
              </p:nvSpPr>
              <p:spPr bwMode="auto">
                <a:xfrm>
                  <a:off x="837" y="2176"/>
                  <a:ext cx="20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5</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26" name="Rectangle 115">
                  <a:extLst>
                    <a:ext uri="{FF2B5EF4-FFF2-40B4-BE49-F238E27FC236}">
                      <a16:creationId xmlns:a16="http://schemas.microsoft.com/office/drawing/2014/main" id="{C4745D2F-1FA2-4473-B8B6-AA70A127AB2C}"/>
                    </a:ext>
                  </a:extLst>
                </p:cNvPr>
                <p:cNvSpPr>
                  <a:spLocks noChangeArrowheads="1"/>
                </p:cNvSpPr>
                <p:nvPr/>
              </p:nvSpPr>
              <p:spPr bwMode="auto">
                <a:xfrm>
                  <a:off x="833" y="2172"/>
                  <a:ext cx="21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16" name="Group 116">
                <a:extLst>
                  <a:ext uri="{FF2B5EF4-FFF2-40B4-BE49-F238E27FC236}">
                    <a16:creationId xmlns:a16="http://schemas.microsoft.com/office/drawing/2014/main" id="{191080E8-30DE-4489-8CAC-B3A606F21FFB}"/>
                  </a:ext>
                </a:extLst>
              </p:cNvPr>
              <p:cNvGrpSpPr>
                <a:grpSpLocks/>
              </p:cNvGrpSpPr>
              <p:nvPr/>
            </p:nvGrpSpPr>
            <p:grpSpPr bwMode="auto">
              <a:xfrm>
                <a:off x="864" y="3152"/>
                <a:ext cx="1821" cy="294"/>
                <a:chOff x="0" y="2470"/>
                <a:chExt cx="498" cy="294"/>
              </a:xfrm>
            </p:grpSpPr>
            <p:sp>
              <p:nvSpPr>
                <p:cNvPr id="50223" name="Rectangle 117">
                  <a:extLst>
                    <a:ext uri="{FF2B5EF4-FFF2-40B4-BE49-F238E27FC236}">
                      <a16:creationId xmlns:a16="http://schemas.microsoft.com/office/drawing/2014/main" id="{BC59F6EE-275D-40A9-AEB0-C8D46E2A5F78}"/>
                    </a:ext>
                  </a:extLst>
                </p:cNvPr>
                <p:cNvSpPr>
                  <a:spLocks noChangeArrowheads="1"/>
                </p:cNvSpPr>
                <p:nvPr/>
              </p:nvSpPr>
              <p:spPr bwMode="auto">
                <a:xfrm>
                  <a:off x="4" y="2474"/>
                  <a:ext cx="49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rPr>
                    <a:t>¬</a:t>
                  </a: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p</a:t>
                  </a:r>
                  <a:r>
                    <a:rPr kumimoji="0" lang="en-US" altLang="zh-CN" b="1">
                      <a:latin typeface="Times New Roman" panose="02020603050405020304" pitchFamily="18" charset="0"/>
                      <a:ea typeface="黑体" panose="02010609060101010101" pitchFamily="49" charset="-122"/>
                    </a:rPr>
                    <a:t>∨¬q∨r</a:t>
                  </a:r>
                </a:p>
                <a:p>
                  <a:pPr algn="ctr">
                    <a:spcBef>
                      <a:spcPct val="0"/>
                    </a:spcBef>
                    <a:buFontTx/>
                    <a:buNone/>
                  </a:pPr>
                  <a:endParaRPr kumimoji="0" lang="en-US" altLang="zh-CN" b="1">
                    <a:latin typeface="Times New Roman" panose="02020603050405020304" pitchFamily="18" charset="0"/>
                    <a:ea typeface="黑体" panose="02010609060101010101" pitchFamily="49" charset="-122"/>
                  </a:endParaRPr>
                </a:p>
              </p:txBody>
            </p:sp>
            <p:sp>
              <p:nvSpPr>
                <p:cNvPr id="50224" name="Rectangle 118">
                  <a:extLst>
                    <a:ext uri="{FF2B5EF4-FFF2-40B4-BE49-F238E27FC236}">
                      <a16:creationId xmlns:a16="http://schemas.microsoft.com/office/drawing/2014/main" id="{3452EB82-07A1-447E-9B95-11F273598702}"/>
                    </a:ext>
                  </a:extLst>
                </p:cNvPr>
                <p:cNvSpPr>
                  <a:spLocks noChangeArrowheads="1"/>
                </p:cNvSpPr>
                <p:nvPr/>
              </p:nvSpPr>
              <p:spPr bwMode="auto">
                <a:xfrm>
                  <a:off x="0" y="2470"/>
                  <a:ext cx="498"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17" name="Group 119">
                <a:extLst>
                  <a:ext uri="{FF2B5EF4-FFF2-40B4-BE49-F238E27FC236}">
                    <a16:creationId xmlns:a16="http://schemas.microsoft.com/office/drawing/2014/main" id="{785BE16D-AB40-4F64-B62F-91675376236A}"/>
                  </a:ext>
                </a:extLst>
              </p:cNvPr>
              <p:cNvGrpSpPr>
                <a:grpSpLocks/>
              </p:cNvGrpSpPr>
              <p:nvPr/>
            </p:nvGrpSpPr>
            <p:grpSpPr bwMode="auto">
              <a:xfrm>
                <a:off x="2685" y="3152"/>
                <a:ext cx="1225" cy="294"/>
                <a:chOff x="498" y="2470"/>
                <a:chExt cx="335" cy="294"/>
              </a:xfrm>
            </p:grpSpPr>
            <p:sp>
              <p:nvSpPr>
                <p:cNvPr id="50221" name="Rectangle 120">
                  <a:extLst>
                    <a:ext uri="{FF2B5EF4-FFF2-40B4-BE49-F238E27FC236}">
                      <a16:creationId xmlns:a16="http://schemas.microsoft.com/office/drawing/2014/main" id="{E67DFFB2-F62C-4939-AA98-2F2F331C229F}"/>
                    </a:ext>
                  </a:extLst>
                </p:cNvPr>
                <p:cNvSpPr>
                  <a:spLocks noChangeArrowheads="1"/>
                </p:cNvSpPr>
                <p:nvPr/>
              </p:nvSpPr>
              <p:spPr bwMode="auto">
                <a:xfrm>
                  <a:off x="502" y="2474"/>
                  <a:ext cx="327"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110</a:t>
                  </a: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22" name="Rectangle 121">
                  <a:extLst>
                    <a:ext uri="{FF2B5EF4-FFF2-40B4-BE49-F238E27FC236}">
                      <a16:creationId xmlns:a16="http://schemas.microsoft.com/office/drawing/2014/main" id="{3AB60292-F0DD-4735-9014-9ED6DBCD9DCD}"/>
                    </a:ext>
                  </a:extLst>
                </p:cNvPr>
                <p:cNvSpPr>
                  <a:spLocks noChangeArrowheads="1"/>
                </p:cNvSpPr>
                <p:nvPr/>
              </p:nvSpPr>
              <p:spPr bwMode="auto">
                <a:xfrm>
                  <a:off x="498" y="2470"/>
                  <a:ext cx="335"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218" name="Group 122">
                <a:extLst>
                  <a:ext uri="{FF2B5EF4-FFF2-40B4-BE49-F238E27FC236}">
                    <a16:creationId xmlns:a16="http://schemas.microsoft.com/office/drawing/2014/main" id="{CFDC3630-78BF-427F-B3FF-8C58A3B96373}"/>
                  </a:ext>
                </a:extLst>
              </p:cNvPr>
              <p:cNvGrpSpPr>
                <a:grpSpLocks/>
              </p:cNvGrpSpPr>
              <p:nvPr/>
            </p:nvGrpSpPr>
            <p:grpSpPr bwMode="auto">
              <a:xfrm>
                <a:off x="3910" y="3152"/>
                <a:ext cx="794" cy="294"/>
                <a:chOff x="833" y="2470"/>
                <a:chExt cx="217" cy="294"/>
              </a:xfrm>
            </p:grpSpPr>
            <p:sp>
              <p:nvSpPr>
                <p:cNvPr id="50219" name="Rectangle 123">
                  <a:extLst>
                    <a:ext uri="{FF2B5EF4-FFF2-40B4-BE49-F238E27FC236}">
                      <a16:creationId xmlns:a16="http://schemas.microsoft.com/office/drawing/2014/main" id="{17B2CDC1-A150-44E6-B145-55CD4048D7DC}"/>
                    </a:ext>
                  </a:extLst>
                </p:cNvPr>
                <p:cNvSpPr>
                  <a:spLocks noChangeArrowheads="1"/>
                </p:cNvSpPr>
                <p:nvPr/>
              </p:nvSpPr>
              <p:spPr bwMode="auto">
                <a:xfrm>
                  <a:off x="837" y="2474"/>
                  <a:ext cx="20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黑体" panose="02010609060101010101" pitchFamily="49" charset="-122"/>
                      <a:cs typeface="Times New Roman" panose="02020603050405020304" pitchFamily="18" charset="0"/>
                    </a:rPr>
                    <a:t>M</a:t>
                  </a:r>
                  <a:r>
                    <a:rPr kumimoji="0" lang="en-US" altLang="zh-CN" b="1" baseline="-30000">
                      <a:latin typeface="Times New Roman" panose="02020603050405020304" pitchFamily="18" charset="0"/>
                      <a:ea typeface="黑体" panose="02010609060101010101" pitchFamily="49" charset="-122"/>
                      <a:cs typeface="Times New Roman" panose="02020603050405020304" pitchFamily="18" charset="0"/>
                    </a:rPr>
                    <a:t>6</a:t>
                  </a: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220" name="Rectangle 124">
                  <a:extLst>
                    <a:ext uri="{FF2B5EF4-FFF2-40B4-BE49-F238E27FC236}">
                      <a16:creationId xmlns:a16="http://schemas.microsoft.com/office/drawing/2014/main" id="{176D5321-7E45-4A7F-8BC5-FDEE2DD94FFF}"/>
                    </a:ext>
                  </a:extLst>
                </p:cNvPr>
                <p:cNvSpPr>
                  <a:spLocks noChangeArrowheads="1"/>
                </p:cNvSpPr>
                <p:nvPr/>
              </p:nvSpPr>
              <p:spPr bwMode="auto">
                <a:xfrm>
                  <a:off x="833" y="2470"/>
                  <a:ext cx="21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grpSp>
          <p:nvGrpSpPr>
            <p:cNvPr id="50186" name="Group 125">
              <a:extLst>
                <a:ext uri="{FF2B5EF4-FFF2-40B4-BE49-F238E27FC236}">
                  <a16:creationId xmlns:a16="http://schemas.microsoft.com/office/drawing/2014/main" id="{440213A0-6A2C-442E-B362-2E72111A14DD}"/>
                </a:ext>
              </a:extLst>
            </p:cNvPr>
            <p:cNvGrpSpPr>
              <a:grpSpLocks/>
            </p:cNvGrpSpPr>
            <p:nvPr/>
          </p:nvGrpSpPr>
          <p:grpSpPr bwMode="auto">
            <a:xfrm>
              <a:off x="864" y="3450"/>
              <a:ext cx="1821" cy="294"/>
              <a:chOff x="0" y="2768"/>
              <a:chExt cx="498" cy="294"/>
            </a:xfrm>
          </p:grpSpPr>
          <p:sp>
            <p:nvSpPr>
              <p:cNvPr id="50193" name="Rectangle 126">
                <a:extLst>
                  <a:ext uri="{FF2B5EF4-FFF2-40B4-BE49-F238E27FC236}">
                    <a16:creationId xmlns:a16="http://schemas.microsoft.com/office/drawing/2014/main" id="{D6D4DE32-B86F-4783-93CD-EDECBBF2B01E}"/>
                  </a:ext>
                </a:extLst>
              </p:cNvPr>
              <p:cNvSpPr>
                <a:spLocks noChangeArrowheads="1"/>
              </p:cNvSpPr>
              <p:nvPr/>
            </p:nvSpPr>
            <p:spPr bwMode="auto">
              <a:xfrm>
                <a:off x="4" y="2772"/>
                <a:ext cx="49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rPr>
                  <a:t>¬</a:t>
                </a: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b="1">
                    <a:latin typeface="Times New Roman" panose="02020603050405020304" pitchFamily="18" charset="0"/>
                    <a:ea typeface="宋体" panose="02010600030101010101" pitchFamily="2" charset="-122"/>
                  </a:rPr>
                  <a:t>∨¬q∨¬r</a:t>
                </a:r>
              </a:p>
              <a:p>
                <a:pPr algn="ctr">
                  <a:spcBef>
                    <a:spcPct val="0"/>
                  </a:spcBef>
                  <a:buFontTx/>
                  <a:buNone/>
                </a:pPr>
                <a:endParaRPr kumimoji="0" lang="en-US" altLang="zh-CN" b="1">
                  <a:latin typeface="Times New Roman" panose="02020603050405020304" pitchFamily="18" charset="0"/>
                  <a:ea typeface="宋体" panose="02010600030101010101" pitchFamily="2" charset="-122"/>
                </a:endParaRPr>
              </a:p>
            </p:txBody>
          </p:sp>
          <p:sp>
            <p:nvSpPr>
              <p:cNvPr id="50194" name="Rectangle 127">
                <a:extLst>
                  <a:ext uri="{FF2B5EF4-FFF2-40B4-BE49-F238E27FC236}">
                    <a16:creationId xmlns:a16="http://schemas.microsoft.com/office/drawing/2014/main" id="{D7363C5E-3592-45C0-AA77-490B1E686875}"/>
                  </a:ext>
                </a:extLst>
              </p:cNvPr>
              <p:cNvSpPr>
                <a:spLocks noChangeArrowheads="1"/>
              </p:cNvSpPr>
              <p:nvPr/>
            </p:nvSpPr>
            <p:spPr bwMode="auto">
              <a:xfrm>
                <a:off x="0" y="2768"/>
                <a:ext cx="498"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187" name="Group 128">
              <a:extLst>
                <a:ext uri="{FF2B5EF4-FFF2-40B4-BE49-F238E27FC236}">
                  <a16:creationId xmlns:a16="http://schemas.microsoft.com/office/drawing/2014/main" id="{50762783-2290-4F87-94B7-753D89E7C8D8}"/>
                </a:ext>
              </a:extLst>
            </p:cNvPr>
            <p:cNvGrpSpPr>
              <a:grpSpLocks/>
            </p:cNvGrpSpPr>
            <p:nvPr/>
          </p:nvGrpSpPr>
          <p:grpSpPr bwMode="auto">
            <a:xfrm>
              <a:off x="2685" y="3450"/>
              <a:ext cx="1225" cy="294"/>
              <a:chOff x="498" y="2768"/>
              <a:chExt cx="335" cy="294"/>
            </a:xfrm>
          </p:grpSpPr>
          <p:sp>
            <p:nvSpPr>
              <p:cNvPr id="50191" name="Rectangle 129">
                <a:extLst>
                  <a:ext uri="{FF2B5EF4-FFF2-40B4-BE49-F238E27FC236}">
                    <a16:creationId xmlns:a16="http://schemas.microsoft.com/office/drawing/2014/main" id="{0F9BABF5-D85E-46EB-ABB8-CFAF155A8EB7}"/>
                  </a:ext>
                </a:extLst>
              </p:cNvPr>
              <p:cNvSpPr>
                <a:spLocks noChangeArrowheads="1"/>
              </p:cNvSpPr>
              <p:nvPr/>
            </p:nvSpPr>
            <p:spPr bwMode="auto">
              <a:xfrm>
                <a:off x="502" y="2772"/>
                <a:ext cx="327"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111</a:t>
                </a: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192" name="Rectangle 130">
                <a:extLst>
                  <a:ext uri="{FF2B5EF4-FFF2-40B4-BE49-F238E27FC236}">
                    <a16:creationId xmlns:a16="http://schemas.microsoft.com/office/drawing/2014/main" id="{FF35C505-AB57-416C-AC3F-7C841D12366E}"/>
                  </a:ext>
                </a:extLst>
              </p:cNvPr>
              <p:cNvSpPr>
                <a:spLocks noChangeArrowheads="1"/>
              </p:cNvSpPr>
              <p:nvPr/>
            </p:nvSpPr>
            <p:spPr bwMode="auto">
              <a:xfrm>
                <a:off x="498" y="2768"/>
                <a:ext cx="335"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50188" name="Group 131">
              <a:extLst>
                <a:ext uri="{FF2B5EF4-FFF2-40B4-BE49-F238E27FC236}">
                  <a16:creationId xmlns:a16="http://schemas.microsoft.com/office/drawing/2014/main" id="{95C93773-C55F-48E2-9960-0232A26D21A1}"/>
                </a:ext>
              </a:extLst>
            </p:cNvPr>
            <p:cNvGrpSpPr>
              <a:grpSpLocks/>
            </p:cNvGrpSpPr>
            <p:nvPr/>
          </p:nvGrpSpPr>
          <p:grpSpPr bwMode="auto">
            <a:xfrm>
              <a:off x="3910" y="3450"/>
              <a:ext cx="794" cy="294"/>
              <a:chOff x="833" y="2768"/>
              <a:chExt cx="217" cy="294"/>
            </a:xfrm>
          </p:grpSpPr>
          <p:sp>
            <p:nvSpPr>
              <p:cNvPr id="50189" name="Rectangle 132">
                <a:extLst>
                  <a:ext uri="{FF2B5EF4-FFF2-40B4-BE49-F238E27FC236}">
                    <a16:creationId xmlns:a16="http://schemas.microsoft.com/office/drawing/2014/main" id="{B07CEC8B-F64C-4952-ACAA-651A57B7698B}"/>
                  </a:ext>
                </a:extLst>
              </p:cNvPr>
              <p:cNvSpPr>
                <a:spLocks noChangeArrowheads="1"/>
              </p:cNvSpPr>
              <p:nvPr/>
            </p:nvSpPr>
            <p:spPr bwMode="auto">
              <a:xfrm>
                <a:off x="837" y="2772"/>
                <a:ext cx="20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b="1">
                    <a:latin typeface="Times New Roman" panose="02020603050405020304" pitchFamily="18" charset="0"/>
                    <a:ea typeface="宋体" panose="02010600030101010101" pitchFamily="2" charset="-122"/>
                    <a:cs typeface="Times New Roman" panose="02020603050405020304" pitchFamily="18" charset="0"/>
                  </a:rPr>
                  <a:t>M</a:t>
                </a:r>
                <a:r>
                  <a:rPr kumimoji="0" lang="en-US" altLang="zh-CN" b="1" baseline="-30000">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a:p>
                <a:pPr algn="ctr">
                  <a:spcBef>
                    <a:spcPct val="0"/>
                  </a:spcBef>
                  <a:buFontTx/>
                  <a:buNone/>
                </a:pPr>
                <a:endParaRPr kumimoji="0" lang="en-US" altLang="zh-CN" b="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190" name="Rectangle 133">
                <a:extLst>
                  <a:ext uri="{FF2B5EF4-FFF2-40B4-BE49-F238E27FC236}">
                    <a16:creationId xmlns:a16="http://schemas.microsoft.com/office/drawing/2014/main" id="{751C3657-CD9F-4BD9-9FE4-58A0428D5B1B}"/>
                  </a:ext>
                </a:extLst>
              </p:cNvPr>
              <p:cNvSpPr>
                <a:spLocks noChangeArrowheads="1"/>
              </p:cNvSpPr>
              <p:nvPr/>
            </p:nvSpPr>
            <p:spPr bwMode="auto">
              <a:xfrm>
                <a:off x="833" y="2768"/>
                <a:ext cx="21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日期占位符 3">
            <a:extLst>
              <a:ext uri="{FF2B5EF4-FFF2-40B4-BE49-F238E27FC236}">
                <a16:creationId xmlns:a16="http://schemas.microsoft.com/office/drawing/2014/main" id="{FF1E1F1F-C877-40A3-9B95-C015631F895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0575569-59D3-426D-A064-1F2DA9588AF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1203" name="页脚占位符 4">
            <a:extLst>
              <a:ext uri="{FF2B5EF4-FFF2-40B4-BE49-F238E27FC236}">
                <a16:creationId xmlns:a16="http://schemas.microsoft.com/office/drawing/2014/main" id="{16A26CAD-9FF2-4FBC-9C04-F3F897F7F13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1204" name="灯片编号占位符 5">
            <a:extLst>
              <a:ext uri="{FF2B5EF4-FFF2-40B4-BE49-F238E27FC236}">
                <a16:creationId xmlns:a16="http://schemas.microsoft.com/office/drawing/2014/main" id="{9B3340DE-2191-47E1-919D-2E9F1D4A6A0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9D13CCC-73CC-4EE3-9221-F94164C683B4}" type="slidenum">
              <a:rPr lang="en-US" altLang="zh-CN" sz="1400" smtClean="0">
                <a:latin typeface="Times New Roman" panose="02020603050405020304" pitchFamily="18" charset="0"/>
                <a:ea typeface="宋体" panose="02010600030101010101" pitchFamily="2" charset="-122"/>
              </a:rPr>
              <a:pPr>
                <a:spcBef>
                  <a:spcPct val="0"/>
                </a:spcBef>
                <a:buFontTx/>
                <a:buNone/>
              </a:pPr>
              <a:t>47</a:t>
            </a:fld>
            <a:endParaRPr lang="en-US" altLang="zh-CN" sz="1400">
              <a:latin typeface="Times New Roman" panose="02020603050405020304" pitchFamily="18" charset="0"/>
              <a:ea typeface="宋体" panose="02010600030101010101" pitchFamily="2" charset="-122"/>
            </a:endParaRPr>
          </a:p>
        </p:txBody>
      </p:sp>
      <p:sp>
        <p:nvSpPr>
          <p:cNvPr id="51205" name="Text Box 2">
            <a:extLst>
              <a:ext uri="{FF2B5EF4-FFF2-40B4-BE49-F238E27FC236}">
                <a16:creationId xmlns:a16="http://schemas.microsoft.com/office/drawing/2014/main" id="{54D4C591-8EEA-44F4-A5ED-8656012FC3F5}"/>
              </a:ext>
            </a:extLst>
          </p:cNvPr>
          <p:cNvSpPr txBox="1">
            <a:spLocks noChangeArrowheads="1"/>
          </p:cNvSpPr>
          <p:nvPr/>
        </p:nvSpPr>
        <p:spPr bwMode="auto">
          <a:xfrm>
            <a:off x="1506538" y="692150"/>
            <a:ext cx="5945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主合取范式</a:t>
            </a:r>
          </a:p>
        </p:txBody>
      </p:sp>
      <p:pic>
        <p:nvPicPr>
          <p:cNvPr id="51206" name="Picture 6" descr="C:\Program Files\Microsoft Office\MEDIA\CAGCAT10\j0293844.wmf">
            <a:extLst>
              <a:ext uri="{FF2B5EF4-FFF2-40B4-BE49-F238E27FC236}">
                <a16:creationId xmlns:a16="http://schemas.microsoft.com/office/drawing/2014/main" id="{63440863-388C-41F3-8648-E7405750B5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7" name="Picture 88" descr="QQ截图20140127200023">
            <a:extLst>
              <a:ext uri="{FF2B5EF4-FFF2-40B4-BE49-F238E27FC236}">
                <a16:creationId xmlns:a16="http://schemas.microsoft.com/office/drawing/2014/main" id="{B72D62FA-F859-4A18-9A50-8E8CF597A8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1773238"/>
            <a:ext cx="60960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8" name="Picture 89" descr="QQ截图20140127200512">
            <a:extLst>
              <a:ext uri="{FF2B5EF4-FFF2-40B4-BE49-F238E27FC236}">
                <a16:creationId xmlns:a16="http://schemas.microsoft.com/office/drawing/2014/main" id="{56F3BDE8-6AA2-47BF-8FD4-F20786F3D5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375" y="2474913"/>
            <a:ext cx="6048375" cy="383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日期占位符 3">
            <a:extLst>
              <a:ext uri="{FF2B5EF4-FFF2-40B4-BE49-F238E27FC236}">
                <a16:creationId xmlns:a16="http://schemas.microsoft.com/office/drawing/2014/main" id="{D7F08DC9-7A1D-4C50-B4FC-CC47438719F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C592827-90E9-4C77-BF3A-C1AAFE4CAAA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2227" name="页脚占位符 4">
            <a:extLst>
              <a:ext uri="{FF2B5EF4-FFF2-40B4-BE49-F238E27FC236}">
                <a16:creationId xmlns:a16="http://schemas.microsoft.com/office/drawing/2014/main" id="{DF279480-90F1-404A-AB79-1749B76D0CB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2228" name="灯片编号占位符 5">
            <a:extLst>
              <a:ext uri="{FF2B5EF4-FFF2-40B4-BE49-F238E27FC236}">
                <a16:creationId xmlns:a16="http://schemas.microsoft.com/office/drawing/2014/main" id="{873BC79B-7A3B-4143-A570-85F14A69736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1341EFE-3472-4E94-8915-0B8D0C77FC77}" type="slidenum">
              <a:rPr lang="en-US" altLang="zh-CN" sz="1400" smtClean="0">
                <a:latin typeface="Times New Roman" panose="02020603050405020304" pitchFamily="18" charset="0"/>
                <a:ea typeface="宋体" panose="02010600030101010101" pitchFamily="2" charset="-122"/>
              </a:rPr>
              <a:pPr>
                <a:spcBef>
                  <a:spcPct val="0"/>
                </a:spcBef>
                <a:buFontTx/>
                <a:buNone/>
              </a:pPr>
              <a:t>48</a:t>
            </a:fld>
            <a:endParaRPr lang="en-US" altLang="zh-CN" sz="1400">
              <a:latin typeface="Times New Roman" panose="02020603050405020304" pitchFamily="18" charset="0"/>
              <a:ea typeface="宋体" panose="02010600030101010101" pitchFamily="2" charset="-122"/>
            </a:endParaRPr>
          </a:p>
        </p:txBody>
      </p:sp>
      <p:sp>
        <p:nvSpPr>
          <p:cNvPr id="52229" name="Text Box 2">
            <a:extLst>
              <a:ext uri="{FF2B5EF4-FFF2-40B4-BE49-F238E27FC236}">
                <a16:creationId xmlns:a16="http://schemas.microsoft.com/office/drawing/2014/main" id="{E0D8E245-AB0E-46BF-943F-1C5EBF5ECBC8}"/>
              </a:ext>
            </a:extLst>
          </p:cNvPr>
          <p:cNvSpPr txBox="1">
            <a:spLocks noChangeArrowheads="1"/>
          </p:cNvSpPr>
          <p:nvPr/>
        </p:nvSpPr>
        <p:spPr bwMode="auto">
          <a:xfrm>
            <a:off x="1435100" y="858838"/>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主合取范式</a:t>
            </a:r>
          </a:p>
        </p:txBody>
      </p:sp>
      <p:pic>
        <p:nvPicPr>
          <p:cNvPr id="52230" name="Picture 6" descr="C:\Program Files\Microsoft Office\MEDIA\CAGCAT10\j0293844.wmf">
            <a:extLst>
              <a:ext uri="{FF2B5EF4-FFF2-40B4-BE49-F238E27FC236}">
                <a16:creationId xmlns:a16="http://schemas.microsoft.com/office/drawing/2014/main" id="{3F305D90-5A39-4D51-846E-5E61707E9B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1" name="Rectangle 4">
            <a:extLst>
              <a:ext uri="{FF2B5EF4-FFF2-40B4-BE49-F238E27FC236}">
                <a16:creationId xmlns:a16="http://schemas.microsoft.com/office/drawing/2014/main" id="{1CB41B2C-00B2-493E-840B-3296B53FAE26}"/>
              </a:ext>
            </a:extLst>
          </p:cNvPr>
          <p:cNvSpPr>
            <a:spLocks noChangeArrowheads="1"/>
          </p:cNvSpPr>
          <p:nvPr/>
        </p:nvSpPr>
        <p:spPr bwMode="auto">
          <a:xfrm>
            <a:off x="971550" y="2205038"/>
            <a:ext cx="7488238" cy="974725"/>
          </a:xfrm>
          <a:prstGeom prst="rect">
            <a:avLst/>
          </a:prstGeom>
          <a:solidFill>
            <a:schemeClr val="bg1"/>
          </a:solidFill>
          <a:ln w="28575">
            <a:solidFill>
              <a:srgbClr val="00008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sz="2800" b="1">
                <a:solidFill>
                  <a:srgbClr val="FF3300"/>
                </a:solidFill>
                <a:latin typeface="Times New Roman" panose="02020603050405020304" pitchFamily="18" charset="0"/>
                <a:ea typeface="宋体" panose="02010600030101010101" pitchFamily="2" charset="-122"/>
                <a:sym typeface="Symbol" panose="05050102010706020507" pitchFamily="18" charset="2"/>
              </a:rPr>
              <a:t>【</a:t>
            </a:r>
            <a:r>
              <a:rPr kumimoji="0" lang="zh-CN" altLang="en-US" sz="2800" b="1">
                <a:solidFill>
                  <a:srgbClr val="FF3300"/>
                </a:solidFill>
                <a:latin typeface="Times New Roman" panose="02020603050405020304" pitchFamily="18" charset="0"/>
                <a:ea typeface="宋体" panose="02010600030101010101" pitchFamily="2" charset="-122"/>
                <a:sym typeface="Symbol" panose="05050102010706020507" pitchFamily="18" charset="2"/>
              </a:rPr>
              <a:t>定义</a:t>
            </a:r>
            <a:r>
              <a:rPr kumimoji="0" lang="en-US" altLang="zh-CN" sz="2800" b="1">
                <a:solidFill>
                  <a:srgbClr val="FF3300"/>
                </a:solidFill>
                <a:latin typeface="Times New Roman" panose="02020603050405020304" pitchFamily="18" charset="0"/>
                <a:ea typeface="宋体" panose="02010600030101010101" pitchFamily="2" charset="-122"/>
                <a:sym typeface="Symbol" panose="05050102010706020507" pitchFamily="18" charset="2"/>
              </a:rPr>
              <a:t>】</a:t>
            </a:r>
            <a:r>
              <a:rPr kumimoji="0" lang="zh-CN" altLang="en-US" sz="2800" b="1">
                <a:solidFill>
                  <a:srgbClr val="051AB3"/>
                </a:solidFill>
                <a:latin typeface="Times New Roman" panose="02020603050405020304" pitchFamily="18" charset="0"/>
                <a:ea typeface="宋体" panose="02010600030101010101" pitchFamily="2" charset="-122"/>
                <a:sym typeface="Kingsoft Phonetic Plain" pitchFamily="2" charset="2"/>
              </a:rPr>
              <a:t>合</a:t>
            </a:r>
            <a:r>
              <a:rPr kumimoji="0" lang="zh-CN"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取范式 </a:t>
            </a:r>
            <a:r>
              <a:rPr kumimoji="0" lang="en-US"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A</a:t>
            </a:r>
            <a:r>
              <a:rPr kumimoji="0" lang="en-US" altLang="zh-CN" sz="2800" b="1" baseline="-25000">
                <a:solidFill>
                  <a:srgbClr val="051AB3"/>
                </a:solidFill>
                <a:latin typeface="Times New Roman" panose="02020603050405020304" pitchFamily="18" charset="0"/>
                <a:ea typeface="宋体" panose="02010600030101010101" pitchFamily="2" charset="-122"/>
                <a:sym typeface="Kingsoft Phonetic Plain" pitchFamily="2" charset="2"/>
              </a:rPr>
              <a:t>1 </a:t>
            </a:r>
            <a:r>
              <a:rPr kumimoji="0" lang="en-US" altLang="zh-CN" sz="2800" b="1">
                <a:latin typeface="Times New Roman" panose="02020603050405020304" pitchFamily="18" charset="0"/>
                <a:ea typeface="宋体" panose="02010600030101010101" pitchFamily="2" charset="-122"/>
                <a:sym typeface="Kingsoft Phonetic Plain" pitchFamily="2" charset="2"/>
              </a:rPr>
              <a:t>∧</a:t>
            </a:r>
            <a:r>
              <a:rPr kumimoji="0" lang="en-US" altLang="zh-CN" sz="2800">
                <a:latin typeface="Times New Roman" panose="02020603050405020304" pitchFamily="18" charset="0"/>
                <a:ea typeface="宋体" panose="02010600030101010101" pitchFamily="2" charset="-122"/>
                <a:sym typeface="Kingsoft Phonetic Plain" pitchFamily="2" charset="2"/>
              </a:rPr>
              <a:t> </a:t>
            </a:r>
            <a:r>
              <a:rPr kumimoji="0" lang="en-US"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A</a:t>
            </a:r>
            <a:r>
              <a:rPr kumimoji="0" lang="en-US" altLang="zh-CN" sz="2800" b="1" baseline="-25000">
                <a:solidFill>
                  <a:srgbClr val="051AB3"/>
                </a:solidFill>
                <a:latin typeface="Times New Roman" panose="02020603050405020304" pitchFamily="18" charset="0"/>
                <a:ea typeface="宋体" panose="02010600030101010101" pitchFamily="2" charset="-122"/>
                <a:sym typeface="Kingsoft Phonetic Plain" pitchFamily="2" charset="2"/>
              </a:rPr>
              <a:t>2 </a:t>
            </a:r>
            <a:r>
              <a:rPr kumimoji="0" lang="en-US" altLang="zh-CN" sz="2800" b="1">
                <a:latin typeface="Times New Roman" panose="02020603050405020304" pitchFamily="18" charset="0"/>
                <a:ea typeface="宋体" panose="02010600030101010101" pitchFamily="2" charset="-122"/>
                <a:sym typeface="Kingsoft Phonetic Plain" pitchFamily="2" charset="2"/>
              </a:rPr>
              <a:t>∧</a:t>
            </a:r>
            <a:r>
              <a:rPr kumimoji="0" lang="en-US"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 </a:t>
            </a:r>
            <a:r>
              <a:rPr kumimoji="0" lang="en-US" altLang="zh-CN" sz="2800" b="1">
                <a:latin typeface="Times New Roman" panose="02020603050405020304" pitchFamily="18" charset="0"/>
                <a:ea typeface="宋体" panose="02010600030101010101" pitchFamily="2" charset="-122"/>
                <a:sym typeface="Kingsoft Phonetic Plain" pitchFamily="2" charset="2"/>
              </a:rPr>
              <a:t>∧</a:t>
            </a:r>
            <a:r>
              <a:rPr kumimoji="0" lang="en-US" altLang="zh-CN" sz="2800">
                <a:latin typeface="Times New Roman" panose="02020603050405020304" pitchFamily="18" charset="0"/>
                <a:ea typeface="宋体" panose="02010600030101010101" pitchFamily="2" charset="-122"/>
                <a:sym typeface="Kingsoft Phonetic Plain" pitchFamily="2" charset="2"/>
              </a:rPr>
              <a:t> </a:t>
            </a:r>
            <a:r>
              <a:rPr kumimoji="0" lang="en-US"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A</a:t>
            </a:r>
            <a:r>
              <a:rPr kumimoji="0" lang="en-US" altLang="zh-CN" sz="2800" b="1" baseline="-25000">
                <a:solidFill>
                  <a:srgbClr val="051AB3"/>
                </a:solidFill>
                <a:latin typeface="Times New Roman" panose="02020603050405020304" pitchFamily="18" charset="0"/>
                <a:ea typeface="宋体" panose="02010600030101010101" pitchFamily="2" charset="-122"/>
                <a:sym typeface="Kingsoft Phonetic Plain" pitchFamily="2" charset="2"/>
              </a:rPr>
              <a:t>n</a:t>
            </a:r>
            <a:r>
              <a:rPr kumimoji="0" lang="en-US"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 </a:t>
            </a:r>
            <a:r>
              <a:rPr kumimoji="0" lang="zh-CN"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其中每个</a:t>
            </a:r>
            <a:r>
              <a:rPr kumimoji="0" lang="en-US"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A</a:t>
            </a:r>
            <a:r>
              <a:rPr kumimoji="0" lang="en-US" altLang="zh-CN" sz="2800" b="1" baseline="-25000">
                <a:solidFill>
                  <a:srgbClr val="051AB3"/>
                </a:solidFill>
                <a:latin typeface="Times New Roman" panose="02020603050405020304" pitchFamily="18" charset="0"/>
                <a:ea typeface="宋体" panose="02010600030101010101" pitchFamily="2" charset="-122"/>
                <a:sym typeface="Kingsoft Phonetic Plain" pitchFamily="2" charset="2"/>
              </a:rPr>
              <a:t>i</a:t>
            </a:r>
            <a:r>
              <a:rPr kumimoji="0" lang="en-US"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(i=1,2..n)</a:t>
            </a:r>
            <a:r>
              <a:rPr kumimoji="0" lang="zh-CN"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都</a:t>
            </a:r>
            <a:r>
              <a:rPr kumimoji="0" lang="zh-CN" altLang="en-US" sz="2800" b="1">
                <a:solidFill>
                  <a:srgbClr val="051AB3"/>
                </a:solidFill>
                <a:latin typeface="Times New Roman" panose="02020603050405020304" pitchFamily="18" charset="0"/>
                <a:ea typeface="宋体" panose="02010600030101010101" pitchFamily="2" charset="-122"/>
                <a:sym typeface="Kingsoft Phonetic Plain" pitchFamily="2" charset="2"/>
              </a:rPr>
              <a:t>是大</a:t>
            </a:r>
            <a:r>
              <a:rPr kumimoji="0" lang="zh-CN" altLang="zh-CN" sz="2800" b="1">
                <a:solidFill>
                  <a:srgbClr val="051AB3"/>
                </a:solidFill>
                <a:latin typeface="Times New Roman" panose="02020603050405020304" pitchFamily="18" charset="0"/>
                <a:ea typeface="宋体" panose="02010600030101010101" pitchFamily="2" charset="-122"/>
                <a:sym typeface="Kingsoft Phonetic Plain" pitchFamily="2" charset="2"/>
              </a:rPr>
              <a:t>项，称之为</a:t>
            </a:r>
            <a:r>
              <a:rPr kumimoji="0" lang="zh-CN" altLang="en-US" sz="2800" b="1">
                <a:solidFill>
                  <a:srgbClr val="800000"/>
                </a:solidFill>
                <a:latin typeface="Times New Roman" panose="02020603050405020304" pitchFamily="18" charset="0"/>
                <a:ea typeface="宋体" panose="02010600030101010101" pitchFamily="2" charset="-122"/>
                <a:sym typeface="Symbol" panose="05050102010706020507" pitchFamily="18" charset="2"/>
              </a:rPr>
              <a:t>主合取范式</a:t>
            </a:r>
            <a:r>
              <a:rPr kumimoji="0" lang="zh-CN" altLang="en-US" sz="2800" b="1">
                <a:solidFill>
                  <a:srgbClr val="051AB3"/>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52232" name="Rectangle 6">
            <a:extLst>
              <a:ext uri="{FF2B5EF4-FFF2-40B4-BE49-F238E27FC236}">
                <a16:creationId xmlns:a16="http://schemas.microsoft.com/office/drawing/2014/main" id="{FD3000CE-6066-43F4-A201-7A7E82EB6619}"/>
              </a:ext>
            </a:extLst>
          </p:cNvPr>
          <p:cNvSpPr>
            <a:spLocks noChangeArrowheads="1"/>
          </p:cNvSpPr>
          <p:nvPr/>
        </p:nvSpPr>
        <p:spPr bwMode="auto">
          <a:xfrm>
            <a:off x="1187450" y="4221163"/>
            <a:ext cx="7129463" cy="974725"/>
          </a:xfrm>
          <a:prstGeom prst="rect">
            <a:avLst/>
          </a:prstGeom>
          <a:solidFill>
            <a:schemeClr val="bg1"/>
          </a:solidFill>
          <a:ln w="28575">
            <a:solidFill>
              <a:srgbClr val="00008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sz="2800" b="1">
                <a:solidFill>
                  <a:srgbClr val="FF3300"/>
                </a:solidFill>
                <a:latin typeface="Times New Roman" panose="02020603050405020304" pitchFamily="18" charset="0"/>
                <a:ea typeface="宋体" panose="02010600030101010101" pitchFamily="2" charset="-122"/>
                <a:sym typeface="Symbol" panose="05050102010706020507" pitchFamily="18" charset="2"/>
              </a:rPr>
              <a:t>【</a:t>
            </a:r>
            <a:r>
              <a:rPr kumimoji="0" lang="zh-CN" altLang="en-US" sz="2800" b="1">
                <a:solidFill>
                  <a:srgbClr val="FF3300"/>
                </a:solidFill>
                <a:latin typeface="Times New Roman" panose="02020603050405020304" pitchFamily="18" charset="0"/>
                <a:ea typeface="宋体" panose="02010600030101010101" pitchFamily="2" charset="-122"/>
                <a:sym typeface="Symbol" panose="05050102010706020507" pitchFamily="18" charset="2"/>
              </a:rPr>
              <a:t>定义</a:t>
            </a:r>
            <a:r>
              <a:rPr kumimoji="0" lang="en-US" altLang="zh-CN" sz="2800" b="1">
                <a:solidFill>
                  <a:srgbClr val="FF3300"/>
                </a:solidFill>
                <a:latin typeface="Times New Roman" panose="02020603050405020304" pitchFamily="18" charset="0"/>
                <a:ea typeface="宋体" panose="02010600030101010101" pitchFamily="2" charset="-122"/>
                <a:sym typeface="Symbol" panose="05050102010706020507" pitchFamily="18" charset="2"/>
              </a:rPr>
              <a:t>】</a:t>
            </a:r>
            <a:r>
              <a:rPr kumimoji="0" lang="zh-CN" altLang="en-US" sz="2800" b="1">
                <a:solidFill>
                  <a:srgbClr val="000000"/>
                </a:solidFill>
                <a:latin typeface="Times New Roman" panose="02020603050405020304" pitchFamily="18" charset="0"/>
                <a:ea typeface="宋体" panose="02010600030101010101" pitchFamily="2" charset="-122"/>
              </a:rPr>
              <a:t>如果一个</a:t>
            </a:r>
            <a:r>
              <a:rPr kumimoji="0" lang="zh-CN" altLang="en-US" sz="2800" b="1">
                <a:solidFill>
                  <a:srgbClr val="0000FF"/>
                </a:solidFill>
                <a:latin typeface="Times New Roman" panose="02020603050405020304" pitchFamily="18" charset="0"/>
                <a:ea typeface="宋体" panose="02010600030101010101" pitchFamily="2" charset="-122"/>
              </a:rPr>
              <a:t>主合取范式不包含任何大项</a:t>
            </a:r>
            <a:r>
              <a:rPr kumimoji="0" lang="zh-CN" altLang="en-US" sz="2800" b="1">
                <a:solidFill>
                  <a:srgbClr val="000000"/>
                </a:solidFill>
                <a:latin typeface="Times New Roman" panose="02020603050405020304" pitchFamily="18" charset="0"/>
                <a:ea typeface="宋体" panose="02010600030101010101" pitchFamily="2" charset="-122"/>
              </a:rPr>
              <a:t>，则称该范式为</a:t>
            </a:r>
            <a:r>
              <a:rPr kumimoji="0" lang="zh-CN" altLang="en-US" sz="2800" b="1">
                <a:solidFill>
                  <a:srgbClr val="FF0000"/>
                </a:solidFill>
                <a:latin typeface="Times New Roman" panose="02020603050405020304" pitchFamily="18" charset="0"/>
                <a:ea typeface="宋体" panose="02010600030101010101" pitchFamily="2" charset="-122"/>
              </a:rPr>
              <a:t>“空”，对应于</a:t>
            </a:r>
            <a:r>
              <a:rPr kumimoji="0" lang="zh-CN" altLang="en-US" sz="2800" b="1">
                <a:solidFill>
                  <a:srgbClr val="FF0000"/>
                </a:solidFill>
                <a:latin typeface="Times New Roman" panose="02020603050405020304" pitchFamily="18" charset="0"/>
                <a:ea typeface="黑体" panose="02010609060101010101" pitchFamily="49" charset="-122"/>
              </a:rPr>
              <a:t>永真式</a:t>
            </a:r>
            <a:r>
              <a:rPr kumimoji="0" lang="zh-CN" altLang="en-US" sz="2800" b="1">
                <a:solidFill>
                  <a:srgbClr val="000000"/>
                </a:solidFill>
                <a:latin typeface="Times New Roman" panose="02020603050405020304" pitchFamily="18" charset="0"/>
                <a:ea typeface="宋体" panose="02010600030101010101" pitchFamily="2" charset="-122"/>
              </a:rPr>
              <a:t>。</a:t>
            </a:r>
          </a:p>
        </p:txBody>
      </p:sp>
      <p:sp>
        <p:nvSpPr>
          <p:cNvPr id="52233" name="Text Box 7">
            <a:extLst>
              <a:ext uri="{FF2B5EF4-FFF2-40B4-BE49-F238E27FC236}">
                <a16:creationId xmlns:a16="http://schemas.microsoft.com/office/drawing/2014/main" id="{3E763ADE-6AD8-47DB-8764-2F0DB0540730}"/>
              </a:ext>
            </a:extLst>
          </p:cNvPr>
          <p:cNvSpPr txBox="1">
            <a:spLocks noChangeArrowheads="1"/>
          </p:cNvSpPr>
          <p:nvPr/>
        </p:nvSpPr>
        <p:spPr bwMode="auto">
          <a:xfrm>
            <a:off x="1258888" y="5589588"/>
            <a:ext cx="6842125"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80000"/>
              </a:lnSpc>
              <a:buFontTx/>
              <a:buNone/>
            </a:pPr>
            <a:r>
              <a:rPr lang="zh-CN" altLang="en-US" sz="2800" b="1">
                <a:solidFill>
                  <a:srgbClr val="FF0000"/>
                </a:solidFill>
                <a:latin typeface="黑体" panose="02010609060101010101" pitchFamily="49" charset="-122"/>
                <a:ea typeface="黑体" panose="02010609060101010101" pitchFamily="49" charset="-122"/>
              </a:rPr>
              <a:t>思考题</a:t>
            </a:r>
            <a:r>
              <a:rPr lang="en-US" altLang="zh-CN" sz="2800" b="1">
                <a:latin typeface="黑体" panose="02010609060101010101" pitchFamily="49" charset="-122"/>
                <a:ea typeface="黑体" panose="02010609060101010101" pitchFamily="49" charset="-122"/>
              </a:rPr>
              <a:t>: </a:t>
            </a:r>
            <a:r>
              <a:rPr lang="zh-CN" altLang="en-US" sz="2800" b="1">
                <a:latin typeface="黑体" panose="02010609060101010101" pitchFamily="49" charset="-122"/>
                <a:ea typeface="黑体" panose="02010609060101010101" pitchFamily="49" charset="-122"/>
              </a:rPr>
              <a:t>永假式的</a:t>
            </a:r>
            <a:r>
              <a:rPr lang="zh-CN" altLang="en-US" sz="2800" b="1">
                <a:latin typeface="黑体" panose="02010609060101010101" pitchFamily="49" charset="-122"/>
                <a:ea typeface="黑体" panose="02010609060101010101" pitchFamily="49" charset="-122"/>
                <a:sym typeface="Symbol" panose="05050102010706020507" pitchFamily="18" charset="2"/>
              </a:rPr>
              <a:t>主合取范式是怎样的？</a:t>
            </a:r>
            <a:endParaRPr lang="zh-CN" altLang="en-US" sz="2800" b="1">
              <a:latin typeface="黑体" panose="02010609060101010101" pitchFamily="49" charset="-122"/>
              <a:ea typeface="黑体" panose="02010609060101010101" pitchFamily="49" charset="-122"/>
            </a:endParaRPr>
          </a:p>
        </p:txBody>
      </p:sp>
      <p:pic>
        <p:nvPicPr>
          <p:cNvPr id="52234" name="Picture 8" descr="QQ截图20140127200940">
            <a:extLst>
              <a:ext uri="{FF2B5EF4-FFF2-40B4-BE49-F238E27FC236}">
                <a16:creationId xmlns:a16="http://schemas.microsoft.com/office/drawing/2014/main" id="{20C8A196-C089-4842-BC26-95E6A1783C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49413" y="3573463"/>
            <a:ext cx="5689600" cy="35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日期占位符 3">
            <a:extLst>
              <a:ext uri="{FF2B5EF4-FFF2-40B4-BE49-F238E27FC236}">
                <a16:creationId xmlns:a16="http://schemas.microsoft.com/office/drawing/2014/main" id="{D272EC96-72C5-4EE7-8216-2633092E122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FD77AA2-FA19-4FED-8332-F2433B939AF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3251" name="页脚占位符 4">
            <a:extLst>
              <a:ext uri="{FF2B5EF4-FFF2-40B4-BE49-F238E27FC236}">
                <a16:creationId xmlns:a16="http://schemas.microsoft.com/office/drawing/2014/main" id="{B49BE87A-A33A-4C0D-A34F-CFA59D77264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3252" name="灯片编号占位符 5">
            <a:extLst>
              <a:ext uri="{FF2B5EF4-FFF2-40B4-BE49-F238E27FC236}">
                <a16:creationId xmlns:a16="http://schemas.microsoft.com/office/drawing/2014/main" id="{C443A6F6-C70E-4529-9DF7-717ACC8DEDC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FB8B0F0-17DA-4619-ACAD-76F31133DA93}" type="slidenum">
              <a:rPr lang="en-US" altLang="zh-CN" sz="1400" smtClean="0">
                <a:latin typeface="Times New Roman" panose="02020603050405020304" pitchFamily="18" charset="0"/>
                <a:ea typeface="宋体" panose="02010600030101010101" pitchFamily="2" charset="-122"/>
              </a:rPr>
              <a:pPr>
                <a:spcBef>
                  <a:spcPct val="0"/>
                </a:spcBef>
                <a:buFontTx/>
                <a:buNone/>
              </a:pPr>
              <a:t>49</a:t>
            </a:fld>
            <a:endParaRPr lang="en-US" altLang="zh-CN" sz="1400">
              <a:latin typeface="Times New Roman" panose="02020603050405020304" pitchFamily="18" charset="0"/>
              <a:ea typeface="宋体" panose="02010600030101010101" pitchFamily="2" charset="-122"/>
            </a:endParaRPr>
          </a:p>
        </p:txBody>
      </p:sp>
      <p:sp>
        <p:nvSpPr>
          <p:cNvPr id="53253" name="Text Box 2">
            <a:extLst>
              <a:ext uri="{FF2B5EF4-FFF2-40B4-BE49-F238E27FC236}">
                <a16:creationId xmlns:a16="http://schemas.microsoft.com/office/drawing/2014/main" id="{2D006E52-5CD4-4083-8302-18CAF0A863C0}"/>
              </a:ext>
            </a:extLst>
          </p:cNvPr>
          <p:cNvSpPr txBox="1">
            <a:spLocks noChangeArrowheads="1"/>
          </p:cNvSpPr>
          <p:nvPr/>
        </p:nvSpPr>
        <p:spPr bwMode="auto">
          <a:xfrm>
            <a:off x="1506538" y="692150"/>
            <a:ext cx="5945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主合取范式</a:t>
            </a:r>
          </a:p>
        </p:txBody>
      </p:sp>
      <p:pic>
        <p:nvPicPr>
          <p:cNvPr id="53254" name="Picture 6" descr="C:\Program Files\Microsoft Office\MEDIA\CAGCAT10\j0293844.wmf">
            <a:extLst>
              <a:ext uri="{FF2B5EF4-FFF2-40B4-BE49-F238E27FC236}">
                <a16:creationId xmlns:a16="http://schemas.microsoft.com/office/drawing/2014/main" id="{CB741530-CFAF-43B2-838D-DC12025EF5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8613" y="476250"/>
            <a:ext cx="1231900"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5" name="Picture 6" descr="QQ截图20140127201224">
            <a:extLst>
              <a:ext uri="{FF2B5EF4-FFF2-40B4-BE49-F238E27FC236}">
                <a16:creationId xmlns:a16="http://schemas.microsoft.com/office/drawing/2014/main" id="{F80F055B-B2BC-42EE-9088-50C4673C60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525" y="2101850"/>
            <a:ext cx="8629650" cy="255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6" name="Picture 7" descr="QQ截图20140127200940">
            <a:extLst>
              <a:ext uri="{FF2B5EF4-FFF2-40B4-BE49-F238E27FC236}">
                <a16:creationId xmlns:a16="http://schemas.microsoft.com/office/drawing/2014/main" id="{72F4E59E-FBBB-49DB-A56A-01FA3D05B7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8888" y="5370513"/>
            <a:ext cx="7056437" cy="434975"/>
          </a:xfrm>
          <a:prstGeom prst="rect">
            <a:avLst/>
          </a:prstGeom>
          <a:noFill/>
          <a:ln w="28575">
            <a:solidFill>
              <a:srgbClr val="003366"/>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占位符 3">
            <a:extLst>
              <a:ext uri="{FF2B5EF4-FFF2-40B4-BE49-F238E27FC236}">
                <a16:creationId xmlns:a16="http://schemas.microsoft.com/office/drawing/2014/main" id="{23D77065-0BAD-4CD0-9436-FA951988A0D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A93028B-21C6-4F5F-A145-231BAEFEF92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4275" name="页脚占位符 4">
            <a:extLst>
              <a:ext uri="{FF2B5EF4-FFF2-40B4-BE49-F238E27FC236}">
                <a16:creationId xmlns:a16="http://schemas.microsoft.com/office/drawing/2014/main" id="{270ECB82-065D-4106-B0B2-517FC941DBA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4276" name="灯片编号占位符 5">
            <a:extLst>
              <a:ext uri="{FF2B5EF4-FFF2-40B4-BE49-F238E27FC236}">
                <a16:creationId xmlns:a16="http://schemas.microsoft.com/office/drawing/2014/main" id="{492E75FB-6E99-484B-A8A7-B7D4B69B7A1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AE4D071-0D0E-492B-B650-97222EC4F7EA}" type="slidenum">
              <a:rPr lang="en-US" altLang="zh-CN" sz="1400" smtClean="0">
                <a:latin typeface="Times New Roman" panose="02020603050405020304" pitchFamily="18" charset="0"/>
                <a:ea typeface="宋体" panose="02010600030101010101" pitchFamily="2" charset="-122"/>
              </a:rPr>
              <a:pPr>
                <a:spcBef>
                  <a:spcPct val="0"/>
                </a:spcBef>
                <a:buFontTx/>
                <a:buNone/>
              </a:pPr>
              <a:t>50</a:t>
            </a:fld>
            <a:endParaRPr lang="en-US" altLang="zh-CN" sz="1400">
              <a:latin typeface="Times New Roman" panose="02020603050405020304" pitchFamily="18" charset="0"/>
              <a:ea typeface="宋体" panose="02010600030101010101" pitchFamily="2" charset="-122"/>
            </a:endParaRPr>
          </a:p>
        </p:txBody>
      </p:sp>
      <p:sp>
        <p:nvSpPr>
          <p:cNvPr id="54277" name="Text Box 2">
            <a:extLst>
              <a:ext uri="{FF2B5EF4-FFF2-40B4-BE49-F238E27FC236}">
                <a16:creationId xmlns:a16="http://schemas.microsoft.com/office/drawing/2014/main" id="{C6C38F40-003F-4B8D-BBC2-D498A09B1E0C}"/>
              </a:ext>
            </a:extLst>
          </p:cNvPr>
          <p:cNvSpPr txBox="1">
            <a:spLocks noChangeArrowheads="1"/>
          </p:cNvSpPr>
          <p:nvPr/>
        </p:nvSpPr>
        <p:spPr bwMode="auto">
          <a:xfrm>
            <a:off x="1506538" y="692150"/>
            <a:ext cx="594518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主合取范式</a:t>
            </a:r>
          </a:p>
        </p:txBody>
      </p:sp>
      <p:pic>
        <p:nvPicPr>
          <p:cNvPr id="54278" name="Picture 6" descr="C:\Program Files\Microsoft Office\MEDIA\CAGCAT10\j0293844.wmf">
            <a:extLst>
              <a:ext uri="{FF2B5EF4-FFF2-40B4-BE49-F238E27FC236}">
                <a16:creationId xmlns:a16="http://schemas.microsoft.com/office/drawing/2014/main" id="{A03DC115-0595-471E-8D8E-8BBF8D13AE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9" name="Picture 8" descr="QQ截图20140127201922">
            <a:extLst>
              <a:ext uri="{FF2B5EF4-FFF2-40B4-BE49-F238E27FC236}">
                <a16:creationId xmlns:a16="http://schemas.microsoft.com/office/drawing/2014/main" id="{F0D80A76-09C2-43F3-8B17-ED0BC2845C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844675"/>
            <a:ext cx="7920038"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80" name="Picture 9" descr="QQ截图20140127202050">
            <a:extLst>
              <a:ext uri="{FF2B5EF4-FFF2-40B4-BE49-F238E27FC236}">
                <a16:creationId xmlns:a16="http://schemas.microsoft.com/office/drawing/2014/main" id="{9CDCC110-E658-4566-973F-3681CD40E8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66863" y="2746375"/>
            <a:ext cx="6010275"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日期占位符 3">
            <a:extLst>
              <a:ext uri="{FF2B5EF4-FFF2-40B4-BE49-F238E27FC236}">
                <a16:creationId xmlns:a16="http://schemas.microsoft.com/office/drawing/2014/main" id="{2E2D1EBE-60DB-4635-B699-9C577752A8C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9A886C9-7D15-40FE-9AEC-971C23F7355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5299" name="页脚占位符 4">
            <a:extLst>
              <a:ext uri="{FF2B5EF4-FFF2-40B4-BE49-F238E27FC236}">
                <a16:creationId xmlns:a16="http://schemas.microsoft.com/office/drawing/2014/main" id="{AD7E05F9-7EEC-45F7-B4F3-3E70E6667A3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5300" name="灯片编号占位符 5">
            <a:extLst>
              <a:ext uri="{FF2B5EF4-FFF2-40B4-BE49-F238E27FC236}">
                <a16:creationId xmlns:a16="http://schemas.microsoft.com/office/drawing/2014/main" id="{991DD0D3-2C4B-44D4-8262-D00D00E0066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FE58BBE-4463-47E3-B6A4-EA812A66E6F0}" type="slidenum">
              <a:rPr lang="en-US" altLang="zh-CN" sz="1400" smtClean="0">
                <a:latin typeface="Times New Roman" panose="02020603050405020304" pitchFamily="18" charset="0"/>
                <a:ea typeface="宋体" panose="02010600030101010101" pitchFamily="2" charset="-122"/>
              </a:rPr>
              <a:pPr>
                <a:spcBef>
                  <a:spcPct val="0"/>
                </a:spcBef>
                <a:buFontTx/>
                <a:buNone/>
              </a:pPr>
              <a:t>51</a:t>
            </a:fld>
            <a:endParaRPr lang="en-US" altLang="zh-CN" sz="1400">
              <a:latin typeface="Times New Roman" panose="02020603050405020304" pitchFamily="18" charset="0"/>
              <a:ea typeface="宋体" panose="02010600030101010101" pitchFamily="2" charset="-122"/>
            </a:endParaRPr>
          </a:p>
        </p:txBody>
      </p:sp>
      <p:sp>
        <p:nvSpPr>
          <p:cNvPr id="55301" name="Text Box 2">
            <a:extLst>
              <a:ext uri="{FF2B5EF4-FFF2-40B4-BE49-F238E27FC236}">
                <a16:creationId xmlns:a16="http://schemas.microsoft.com/office/drawing/2014/main" id="{6DAE59A6-939A-49D9-BF60-3A8486C51A1D}"/>
              </a:ext>
            </a:extLst>
          </p:cNvPr>
          <p:cNvSpPr txBox="1">
            <a:spLocks noChangeArrowheads="1"/>
          </p:cNvSpPr>
          <p:nvPr/>
        </p:nvSpPr>
        <p:spPr bwMode="auto">
          <a:xfrm>
            <a:off x="1435100" y="785813"/>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主合取范式</a:t>
            </a:r>
          </a:p>
        </p:txBody>
      </p:sp>
      <p:pic>
        <p:nvPicPr>
          <p:cNvPr id="55302" name="Picture 6" descr="C:\Program Files\Microsoft Office\MEDIA\CAGCAT10\j0293844.wmf">
            <a:extLst>
              <a:ext uri="{FF2B5EF4-FFF2-40B4-BE49-F238E27FC236}">
                <a16:creationId xmlns:a16="http://schemas.microsoft.com/office/drawing/2014/main" id="{B4622A9F-8B25-43D9-88C4-ED114CFDD4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4762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3" name="Rectangle 4">
            <a:extLst>
              <a:ext uri="{FF2B5EF4-FFF2-40B4-BE49-F238E27FC236}">
                <a16:creationId xmlns:a16="http://schemas.microsoft.com/office/drawing/2014/main" id="{55E01F3C-9D55-449F-A473-D4E3815DEC63}"/>
              </a:ext>
            </a:extLst>
          </p:cNvPr>
          <p:cNvSpPr>
            <a:spLocks noChangeArrowheads="1"/>
          </p:cNvSpPr>
          <p:nvPr/>
        </p:nvSpPr>
        <p:spPr bwMode="auto">
          <a:xfrm>
            <a:off x="900113" y="1989138"/>
            <a:ext cx="7559675" cy="974725"/>
          </a:xfrm>
          <a:prstGeom prst="rect">
            <a:avLst/>
          </a:prstGeom>
          <a:solidFill>
            <a:schemeClr val="bg1"/>
          </a:solidFill>
          <a:ln w="28575">
            <a:solidFill>
              <a:srgbClr val="00008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solidFill>
                  <a:srgbClr val="006600"/>
                </a:solidFill>
                <a:latin typeface="Times New Roman" panose="02020603050405020304" pitchFamily="18" charset="0"/>
                <a:ea typeface="宋体" panose="02010600030101010101" pitchFamily="2" charset="-122"/>
              </a:rPr>
              <a:t>定理</a:t>
            </a: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solidFill>
                  <a:srgbClr val="000000"/>
                </a:solidFill>
                <a:latin typeface="Times New Roman" panose="02020603050405020304" pitchFamily="18" charset="0"/>
                <a:ea typeface="宋体" panose="02010600030101010101" pitchFamily="2" charset="-122"/>
              </a:rPr>
              <a:t>任何一个命题公式都有与之等价的主合取范式。</a:t>
            </a:r>
          </a:p>
        </p:txBody>
      </p:sp>
      <p:sp>
        <p:nvSpPr>
          <p:cNvPr id="55304" name="Rectangle 5">
            <a:extLst>
              <a:ext uri="{FF2B5EF4-FFF2-40B4-BE49-F238E27FC236}">
                <a16:creationId xmlns:a16="http://schemas.microsoft.com/office/drawing/2014/main" id="{BC7FDDF5-01CF-4B06-AB95-190C8F63D846}"/>
              </a:ext>
            </a:extLst>
          </p:cNvPr>
          <p:cNvSpPr>
            <a:spLocks noChangeArrowheads="1"/>
          </p:cNvSpPr>
          <p:nvPr/>
        </p:nvSpPr>
        <p:spPr bwMode="auto">
          <a:xfrm>
            <a:off x="971550" y="3068638"/>
            <a:ext cx="7632700" cy="294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b="1">
                <a:solidFill>
                  <a:srgbClr val="FF0000"/>
                </a:solidFill>
                <a:latin typeface="Times New Roman" panose="02020603050405020304" pitchFamily="18" charset="0"/>
                <a:ea typeface="宋体" panose="02010600030101010101" pitchFamily="2" charset="-122"/>
              </a:rPr>
              <a:t>【</a:t>
            </a:r>
            <a:r>
              <a:rPr kumimoji="0" lang="zh-CN" altLang="en-US" b="1">
                <a:solidFill>
                  <a:srgbClr val="FF0000"/>
                </a:solidFill>
                <a:latin typeface="Times New Roman" panose="02020603050405020304" pitchFamily="18" charset="0"/>
                <a:ea typeface="宋体" panose="02010600030101010101" pitchFamily="2" charset="-122"/>
              </a:rPr>
              <a:t>证明</a:t>
            </a:r>
            <a:r>
              <a:rPr kumimoji="0" lang="en-US" altLang="zh-CN" b="1">
                <a:solidFill>
                  <a:srgbClr val="FF0000"/>
                </a:solidFill>
                <a:latin typeface="Times New Roman" panose="02020603050405020304" pitchFamily="18" charset="0"/>
                <a:ea typeface="宋体" panose="02010600030101010101" pitchFamily="2" charset="-122"/>
              </a:rPr>
              <a:t>】</a:t>
            </a:r>
          </a:p>
          <a:p>
            <a:pPr eaLnBrk="1" hangingPunct="1">
              <a:buFontTx/>
              <a:buNone/>
            </a:pPr>
            <a:r>
              <a:rPr kumimoji="0" lang="zh-CN" altLang="en-US" b="1">
                <a:solidFill>
                  <a:srgbClr val="000000"/>
                </a:solidFill>
                <a:latin typeface="Times New Roman" panose="02020603050405020304" pitchFamily="18" charset="0"/>
                <a:ea typeface="宋体" panose="02010600030101010101" pitchFamily="2" charset="-122"/>
              </a:rPr>
              <a:t>（</a:t>
            </a:r>
            <a:r>
              <a:rPr kumimoji="0" lang="en-US" altLang="zh-CN" b="1">
                <a:solidFill>
                  <a:srgbClr val="000000"/>
                </a:solidFill>
                <a:latin typeface="Times New Roman" panose="02020603050405020304" pitchFamily="18" charset="0"/>
                <a:ea typeface="宋体" panose="02010600030101010101" pitchFamily="2" charset="-122"/>
              </a:rPr>
              <a:t>1</a:t>
            </a:r>
            <a:r>
              <a:rPr kumimoji="0" lang="zh-CN" altLang="en-US" b="1">
                <a:solidFill>
                  <a:srgbClr val="000000"/>
                </a:solidFill>
                <a:latin typeface="Times New Roman" panose="02020603050405020304" pitchFamily="18" charset="0"/>
                <a:ea typeface="宋体" panose="02010600030101010101" pitchFamily="2" charset="-122"/>
              </a:rPr>
              <a:t>）求出该公式所对应的合取范式</a:t>
            </a:r>
            <a:r>
              <a:rPr kumimoji="0" lang="en-US" altLang="zh-CN" b="1">
                <a:solidFill>
                  <a:srgbClr val="000000"/>
                </a:solidFill>
                <a:latin typeface="Times New Roman" panose="02020603050405020304" pitchFamily="18" charset="0"/>
                <a:ea typeface="宋体" panose="02010600030101010101" pitchFamily="2" charset="-122"/>
              </a:rPr>
              <a:t>, </a:t>
            </a:r>
            <a:r>
              <a:rPr kumimoji="0" lang="zh-CN" altLang="en-US" b="1">
                <a:solidFill>
                  <a:srgbClr val="000000"/>
                </a:solidFill>
                <a:latin typeface="Times New Roman" panose="02020603050405020304" pitchFamily="18" charset="0"/>
                <a:ea typeface="宋体" panose="02010600030101010101" pitchFamily="2" charset="-122"/>
              </a:rPr>
              <a:t>并去重；</a:t>
            </a:r>
          </a:p>
          <a:p>
            <a:pPr eaLnBrk="1" hangingPunct="1">
              <a:buFontTx/>
              <a:buNone/>
            </a:pPr>
            <a:r>
              <a:rPr kumimoji="0" lang="zh-CN" altLang="en-US" b="1">
                <a:solidFill>
                  <a:srgbClr val="000000"/>
                </a:solidFill>
                <a:latin typeface="Times New Roman" panose="02020603050405020304" pitchFamily="18" charset="0"/>
                <a:ea typeface="宋体" panose="02010600030101010101" pitchFamily="2" charset="-122"/>
              </a:rPr>
              <a:t>（</a:t>
            </a:r>
            <a:r>
              <a:rPr kumimoji="0" lang="en-US" altLang="zh-CN" b="1">
                <a:solidFill>
                  <a:srgbClr val="000000"/>
                </a:solidFill>
                <a:latin typeface="Times New Roman" panose="02020603050405020304" pitchFamily="18" charset="0"/>
                <a:ea typeface="宋体" panose="02010600030101010101" pitchFamily="2" charset="-122"/>
              </a:rPr>
              <a:t>2</a:t>
            </a:r>
            <a:r>
              <a:rPr kumimoji="0" lang="zh-CN" altLang="en-US" b="1">
                <a:solidFill>
                  <a:srgbClr val="000000"/>
                </a:solidFill>
                <a:latin typeface="Times New Roman" panose="02020603050405020304" pitchFamily="18" charset="0"/>
                <a:ea typeface="宋体" panose="02010600030101010101" pitchFamily="2" charset="-122"/>
              </a:rPr>
              <a:t>）去掉合取范式中的所有永真式  </a:t>
            </a:r>
            <a:r>
              <a:rPr kumimoji="0" lang="en-US" altLang="zh-CN" b="1">
                <a:solidFill>
                  <a:srgbClr val="000000"/>
                </a:solidFill>
                <a:latin typeface="Times New Roman" panose="02020603050405020304" pitchFamily="18" charset="0"/>
                <a:ea typeface="宋体" panose="02010600030101010101" pitchFamily="2" charset="-122"/>
              </a:rPr>
              <a:t>( </a:t>
            </a:r>
            <a:r>
              <a:rPr kumimoji="0" lang="en-US" altLang="zh-CN" b="1">
                <a:solidFill>
                  <a:srgbClr val="FF0000"/>
                </a:solidFill>
                <a:latin typeface="Times New Roman" panose="02020603050405020304" pitchFamily="18" charset="0"/>
                <a:ea typeface="宋体" panose="02010600030101010101" pitchFamily="2" charset="-122"/>
              </a:rPr>
              <a:t>P∨</a:t>
            </a:r>
            <a:r>
              <a:rPr lang="en-US" altLang="zh-CN" b="1">
                <a:solidFill>
                  <a:srgbClr val="FF0000"/>
                </a:solidFill>
                <a:latin typeface="Times New Roman" panose="02020603050405020304" pitchFamily="18" charset="0"/>
                <a:ea typeface="宋体" panose="02010600030101010101" pitchFamily="2" charset="-122"/>
              </a:rPr>
              <a:t>┐</a:t>
            </a:r>
            <a:r>
              <a:rPr kumimoji="0" lang="en-US" altLang="zh-CN" b="1">
                <a:solidFill>
                  <a:srgbClr val="FF0000"/>
                </a:solidFill>
                <a:latin typeface="Times New Roman" panose="02020603050405020304" pitchFamily="18" charset="0"/>
                <a:ea typeface="宋体" panose="02010600030101010101" pitchFamily="2" charset="-122"/>
              </a:rPr>
              <a:t>P</a:t>
            </a:r>
            <a:r>
              <a:rPr kumimoji="0" lang="en-US" altLang="zh-CN">
                <a:solidFill>
                  <a:srgbClr val="FF0000"/>
                </a:solidFill>
                <a:latin typeface="Times New Roman" panose="02020603050405020304" pitchFamily="18" charset="0"/>
                <a:ea typeface="宋体" panose="02010600030101010101" pitchFamily="2" charset="-122"/>
              </a:rPr>
              <a:t> </a:t>
            </a:r>
            <a:r>
              <a:rPr kumimoji="0" lang="en-US" altLang="zh-CN" b="1">
                <a:solidFill>
                  <a:srgbClr val="000000"/>
                </a:solidFill>
                <a:latin typeface="Times New Roman" panose="02020603050405020304" pitchFamily="18" charset="0"/>
                <a:ea typeface="宋体" panose="02010600030101010101" pitchFamily="2" charset="-122"/>
              </a:rPr>
              <a:t>)</a:t>
            </a:r>
          </a:p>
          <a:p>
            <a:pPr eaLnBrk="1" hangingPunct="1">
              <a:buFontTx/>
              <a:buNone/>
            </a:pPr>
            <a:r>
              <a:rPr kumimoji="0" lang="zh-CN" altLang="en-US" b="1">
                <a:solidFill>
                  <a:srgbClr val="000000"/>
                </a:solidFill>
                <a:latin typeface="Times New Roman" panose="02020603050405020304" pitchFamily="18" charset="0"/>
                <a:ea typeface="宋体" panose="02010600030101010101" pitchFamily="2" charset="-122"/>
              </a:rPr>
              <a:t>（</a:t>
            </a:r>
            <a:r>
              <a:rPr kumimoji="0" lang="en-US" altLang="zh-CN" b="1">
                <a:solidFill>
                  <a:srgbClr val="000000"/>
                </a:solidFill>
                <a:latin typeface="Times New Roman" panose="02020603050405020304" pitchFamily="18" charset="0"/>
                <a:ea typeface="宋体" panose="02010600030101010101" pitchFamily="2" charset="-122"/>
              </a:rPr>
              <a:t>3</a:t>
            </a:r>
            <a:r>
              <a:rPr kumimoji="0" lang="zh-CN" altLang="en-US" b="1">
                <a:solidFill>
                  <a:srgbClr val="000000"/>
                </a:solidFill>
                <a:latin typeface="Times New Roman" panose="02020603050405020304" pitchFamily="18" charset="0"/>
                <a:ea typeface="宋体" panose="02010600030101010101" pitchFamily="2" charset="-122"/>
              </a:rPr>
              <a:t>）若合取范式的某一个短语 </a:t>
            </a:r>
            <a:r>
              <a:rPr kumimoji="0" lang="en-US" altLang="zh-CN" b="1">
                <a:solidFill>
                  <a:srgbClr val="000000"/>
                </a:solidFill>
                <a:latin typeface="Times New Roman" panose="02020603050405020304" pitchFamily="18" charset="0"/>
                <a:ea typeface="宋体" panose="02010600030101010101" pitchFamily="2" charset="-122"/>
              </a:rPr>
              <a:t>H </a:t>
            </a:r>
            <a:r>
              <a:rPr kumimoji="0" lang="zh-CN" altLang="en-US" b="1">
                <a:solidFill>
                  <a:srgbClr val="000000"/>
                </a:solidFill>
                <a:latin typeface="Times New Roman" panose="02020603050405020304" pitchFamily="18" charset="0"/>
                <a:ea typeface="宋体" panose="02010600030101010101" pitchFamily="2" charset="-122"/>
              </a:rPr>
              <a:t>中缺少该命题公式中的命题变元 </a:t>
            </a:r>
            <a:r>
              <a:rPr kumimoji="0" lang="en-US" altLang="zh-CN" b="1">
                <a:solidFill>
                  <a:srgbClr val="000000"/>
                </a:solidFill>
                <a:latin typeface="Times New Roman" panose="02020603050405020304" pitchFamily="18" charset="0"/>
                <a:ea typeface="宋体" panose="02010600030101010101" pitchFamily="2" charset="-122"/>
              </a:rPr>
              <a:t>P</a:t>
            </a:r>
            <a:r>
              <a:rPr kumimoji="0" lang="zh-CN" altLang="en-US" b="1">
                <a:solidFill>
                  <a:srgbClr val="000000"/>
                </a:solidFill>
                <a:latin typeface="Times New Roman" panose="02020603050405020304" pitchFamily="18" charset="0"/>
                <a:ea typeface="宋体" panose="02010600030101010101" pitchFamily="2" charset="-122"/>
              </a:rPr>
              <a:t>，则用公式：</a:t>
            </a:r>
            <a:r>
              <a:rPr kumimoji="0" lang="en-US" altLang="zh-CN" b="1">
                <a:solidFill>
                  <a:srgbClr val="000000"/>
                </a:solidFill>
                <a:latin typeface="Times New Roman" panose="02020603050405020304" pitchFamily="18" charset="0"/>
                <a:ea typeface="宋体" panose="02010600030101010101" pitchFamily="2" charset="-122"/>
              </a:rPr>
              <a:t>(</a:t>
            </a:r>
            <a:r>
              <a:rPr kumimoji="0" lang="zh-CN" altLang="en-US" b="1">
                <a:solidFill>
                  <a:srgbClr val="000000"/>
                </a:solidFill>
                <a:latin typeface="Times New Roman" panose="02020603050405020304" pitchFamily="18" charset="0"/>
                <a:ea typeface="宋体" panose="02010600030101010101" pitchFamily="2" charset="-122"/>
              </a:rPr>
              <a:t>Ｐ∧ ┐Ｐ</a:t>
            </a:r>
            <a:r>
              <a:rPr kumimoji="0" lang="en-US" altLang="zh-CN" b="1">
                <a:solidFill>
                  <a:srgbClr val="000000"/>
                </a:solidFill>
                <a:latin typeface="Times New Roman" panose="02020603050405020304" pitchFamily="18" charset="0"/>
                <a:ea typeface="宋体" panose="02010600030101010101" pitchFamily="2" charset="-122"/>
              </a:rPr>
              <a:t>) ∨ H = H</a:t>
            </a:r>
            <a:r>
              <a:rPr kumimoji="0" lang="zh-CN" altLang="en-US" b="1">
                <a:solidFill>
                  <a:srgbClr val="000000"/>
                </a:solidFill>
                <a:latin typeface="Times New Roman" panose="02020603050405020304" pitchFamily="18" charset="0"/>
                <a:ea typeface="宋体" panose="02010600030101010101" pitchFamily="2" charset="-122"/>
              </a:rPr>
              <a:t>将命题变元</a:t>
            </a:r>
            <a:r>
              <a:rPr kumimoji="0" lang="en-US" altLang="zh-CN" b="1">
                <a:solidFill>
                  <a:srgbClr val="000000"/>
                </a:solidFill>
                <a:latin typeface="Times New Roman" panose="02020603050405020304" pitchFamily="18" charset="0"/>
                <a:ea typeface="宋体" panose="02010600030101010101" pitchFamily="2" charset="-122"/>
              </a:rPr>
              <a:t>P</a:t>
            </a:r>
            <a:r>
              <a:rPr kumimoji="0" lang="zh-CN" altLang="en-US" b="1">
                <a:solidFill>
                  <a:srgbClr val="000000"/>
                </a:solidFill>
                <a:latin typeface="Times New Roman" panose="02020603050405020304" pitchFamily="18" charset="0"/>
                <a:ea typeface="宋体" panose="02010600030101010101" pitchFamily="2" charset="-122"/>
              </a:rPr>
              <a:t>补进去，并用分配律展开</a:t>
            </a:r>
            <a:r>
              <a:rPr kumimoji="0" lang="en-US" altLang="zh-CN" b="1">
                <a:solidFill>
                  <a:srgbClr val="000000"/>
                </a:solidFill>
                <a:latin typeface="Times New Roman" panose="02020603050405020304" pitchFamily="18" charset="0"/>
                <a:ea typeface="宋体" panose="02010600030101010101" pitchFamily="2" charset="-122"/>
              </a:rPr>
              <a:t>;</a:t>
            </a:r>
          </a:p>
          <a:p>
            <a:pPr eaLnBrk="1" hangingPunct="1">
              <a:buFontTx/>
              <a:buNone/>
            </a:pPr>
            <a:r>
              <a:rPr kumimoji="0" lang="zh-CN" altLang="en-US" b="1">
                <a:solidFill>
                  <a:srgbClr val="000000"/>
                </a:solidFill>
                <a:latin typeface="Times New Roman" panose="02020603050405020304" pitchFamily="18" charset="0"/>
                <a:ea typeface="宋体" panose="02010600030101010101" pitchFamily="2" charset="-122"/>
              </a:rPr>
              <a:t>（</a:t>
            </a:r>
            <a:r>
              <a:rPr kumimoji="0" lang="en-US" altLang="zh-CN" b="1">
                <a:solidFill>
                  <a:srgbClr val="000000"/>
                </a:solidFill>
                <a:latin typeface="Times New Roman" panose="02020603050405020304" pitchFamily="18" charset="0"/>
                <a:ea typeface="宋体" panose="02010600030101010101" pitchFamily="2" charset="-122"/>
              </a:rPr>
              <a:t>4</a:t>
            </a:r>
            <a:r>
              <a:rPr kumimoji="0" lang="zh-CN" altLang="en-US" b="1">
                <a:solidFill>
                  <a:srgbClr val="000000"/>
                </a:solidFill>
                <a:latin typeface="Times New Roman" panose="02020603050405020304" pitchFamily="18" charset="0"/>
                <a:ea typeface="宋体" panose="02010600030101010101" pitchFamily="2" charset="-122"/>
              </a:rPr>
              <a:t>）合并相同的大项，并用交换律进行顺序调整。</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日期占位符 3">
            <a:extLst>
              <a:ext uri="{FF2B5EF4-FFF2-40B4-BE49-F238E27FC236}">
                <a16:creationId xmlns:a16="http://schemas.microsoft.com/office/drawing/2014/main" id="{EE0026CF-DFF4-41EC-A4AA-B9CE2F1F2C6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2EC69C8-4E40-4ED4-ADE3-8E5FA6B6AFE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6323" name="页脚占位符 4">
            <a:extLst>
              <a:ext uri="{FF2B5EF4-FFF2-40B4-BE49-F238E27FC236}">
                <a16:creationId xmlns:a16="http://schemas.microsoft.com/office/drawing/2014/main" id="{9BFFE060-89B7-494D-BF07-BEF4AA1AC7EB}"/>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6324" name="灯片编号占位符 5">
            <a:extLst>
              <a:ext uri="{FF2B5EF4-FFF2-40B4-BE49-F238E27FC236}">
                <a16:creationId xmlns:a16="http://schemas.microsoft.com/office/drawing/2014/main" id="{4B1A2FA1-9FCD-4AC8-BFB8-54A62F2CF7C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191F294-D48A-4D31-85BE-08B9FBF8DEE2}" type="slidenum">
              <a:rPr lang="en-US" altLang="zh-CN" sz="1400" smtClean="0">
                <a:latin typeface="Times New Roman" panose="02020603050405020304" pitchFamily="18" charset="0"/>
                <a:ea typeface="宋体" panose="02010600030101010101" pitchFamily="2" charset="-122"/>
              </a:rPr>
              <a:pPr>
                <a:spcBef>
                  <a:spcPct val="0"/>
                </a:spcBef>
                <a:buFontTx/>
                <a:buNone/>
              </a:pPr>
              <a:t>52</a:t>
            </a:fld>
            <a:endParaRPr lang="en-US" altLang="zh-CN" sz="1400">
              <a:latin typeface="Times New Roman" panose="02020603050405020304" pitchFamily="18" charset="0"/>
              <a:ea typeface="宋体" panose="02010600030101010101" pitchFamily="2" charset="-122"/>
            </a:endParaRPr>
          </a:p>
        </p:txBody>
      </p:sp>
      <p:sp>
        <p:nvSpPr>
          <p:cNvPr id="56325" name="Text Box 2">
            <a:extLst>
              <a:ext uri="{FF2B5EF4-FFF2-40B4-BE49-F238E27FC236}">
                <a16:creationId xmlns:a16="http://schemas.microsoft.com/office/drawing/2014/main" id="{641887BD-B16D-43A7-9999-5241970FF46C}"/>
              </a:ext>
            </a:extLst>
          </p:cNvPr>
          <p:cNvSpPr txBox="1">
            <a:spLocks noChangeArrowheads="1"/>
          </p:cNvSpPr>
          <p:nvPr/>
        </p:nvSpPr>
        <p:spPr bwMode="auto">
          <a:xfrm>
            <a:off x="1331913" y="692150"/>
            <a:ext cx="65214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主合取范式写法</a:t>
            </a:r>
          </a:p>
        </p:txBody>
      </p:sp>
      <p:pic>
        <p:nvPicPr>
          <p:cNvPr id="56326" name="Picture 6" descr="C:\Program Files\Microsoft Office\MEDIA\CAGCAT10\j0293844.wmf">
            <a:extLst>
              <a:ext uri="{FF2B5EF4-FFF2-40B4-BE49-F238E27FC236}">
                <a16:creationId xmlns:a16="http://schemas.microsoft.com/office/drawing/2014/main" id="{446B02A8-7EA5-4E5D-B790-A13818FA13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8475" y="620713"/>
            <a:ext cx="10255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327" name="Picture 6" descr="QQ截图20140127203735">
            <a:extLst>
              <a:ext uri="{FF2B5EF4-FFF2-40B4-BE49-F238E27FC236}">
                <a16:creationId xmlns:a16="http://schemas.microsoft.com/office/drawing/2014/main" id="{E0810396-FC66-4D42-8D0E-FCD1C451DE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989138"/>
            <a:ext cx="6840537" cy="424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日期占位符 3">
            <a:extLst>
              <a:ext uri="{FF2B5EF4-FFF2-40B4-BE49-F238E27FC236}">
                <a16:creationId xmlns:a16="http://schemas.microsoft.com/office/drawing/2014/main" id="{8007C60B-D5F4-4825-8A3B-F12AE0A4BA3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E911C76-B1EF-4B12-A957-234534FE9BD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7347" name="页脚占位符 4">
            <a:extLst>
              <a:ext uri="{FF2B5EF4-FFF2-40B4-BE49-F238E27FC236}">
                <a16:creationId xmlns:a16="http://schemas.microsoft.com/office/drawing/2014/main" id="{51DA8D1F-CE90-4D7A-AAD8-9043C5A87B28}"/>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7348" name="灯片编号占位符 5">
            <a:extLst>
              <a:ext uri="{FF2B5EF4-FFF2-40B4-BE49-F238E27FC236}">
                <a16:creationId xmlns:a16="http://schemas.microsoft.com/office/drawing/2014/main" id="{D59C5C27-7756-44F4-B654-EBE7BE9C140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A42BDD8-8AFE-4AA5-9658-320F9C50A8A4}" type="slidenum">
              <a:rPr lang="en-US" altLang="zh-CN" sz="1400" smtClean="0">
                <a:latin typeface="Times New Roman" panose="02020603050405020304" pitchFamily="18" charset="0"/>
                <a:ea typeface="宋体" panose="02010600030101010101" pitchFamily="2" charset="-122"/>
              </a:rPr>
              <a:pPr>
                <a:spcBef>
                  <a:spcPct val="0"/>
                </a:spcBef>
                <a:buFontTx/>
                <a:buNone/>
              </a:pPr>
              <a:t>53</a:t>
            </a:fld>
            <a:endParaRPr lang="en-US" altLang="zh-CN" sz="1400">
              <a:latin typeface="Times New Roman" panose="02020603050405020304" pitchFamily="18" charset="0"/>
              <a:ea typeface="宋体" panose="02010600030101010101" pitchFamily="2" charset="-122"/>
            </a:endParaRPr>
          </a:p>
        </p:txBody>
      </p:sp>
      <p:pic>
        <p:nvPicPr>
          <p:cNvPr id="57349" name="Picture 6" descr="C:\Program Files\Microsoft Office\MEDIA\CAGCAT10\j0293844.wmf">
            <a:extLst>
              <a:ext uri="{FF2B5EF4-FFF2-40B4-BE49-F238E27FC236}">
                <a16:creationId xmlns:a16="http://schemas.microsoft.com/office/drawing/2014/main" id="{9B2C70BD-3335-41C0-87C1-AACB371792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620713"/>
            <a:ext cx="1163637"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0" name="Picture 6" descr="QQ截图20140127204133">
            <a:extLst>
              <a:ext uri="{FF2B5EF4-FFF2-40B4-BE49-F238E27FC236}">
                <a16:creationId xmlns:a16="http://schemas.microsoft.com/office/drawing/2014/main" id="{936F7CE2-14E1-4C77-B98F-2FFB847622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060575"/>
            <a:ext cx="7921625" cy="404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51" name="Text Box 2">
            <a:extLst>
              <a:ext uri="{FF2B5EF4-FFF2-40B4-BE49-F238E27FC236}">
                <a16:creationId xmlns:a16="http://schemas.microsoft.com/office/drawing/2014/main" id="{80302A4D-BE34-4E5A-98C2-BFEB16B587B1}"/>
              </a:ext>
            </a:extLst>
          </p:cNvPr>
          <p:cNvSpPr txBox="1">
            <a:spLocks noChangeArrowheads="1"/>
          </p:cNvSpPr>
          <p:nvPr/>
        </p:nvSpPr>
        <p:spPr bwMode="auto">
          <a:xfrm>
            <a:off x="1331913"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真值表法</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日期占位符 3">
            <a:extLst>
              <a:ext uri="{FF2B5EF4-FFF2-40B4-BE49-F238E27FC236}">
                <a16:creationId xmlns:a16="http://schemas.microsoft.com/office/drawing/2014/main" id="{C54311E6-6170-45ED-A036-AAF2B8D4261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8FF2FFE-2C52-4DB0-8FFA-038C7A272FE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8371" name="页脚占位符 4">
            <a:extLst>
              <a:ext uri="{FF2B5EF4-FFF2-40B4-BE49-F238E27FC236}">
                <a16:creationId xmlns:a16="http://schemas.microsoft.com/office/drawing/2014/main" id="{38292841-35E9-4DDC-A08C-11C386C2C2C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8372" name="灯片编号占位符 5">
            <a:extLst>
              <a:ext uri="{FF2B5EF4-FFF2-40B4-BE49-F238E27FC236}">
                <a16:creationId xmlns:a16="http://schemas.microsoft.com/office/drawing/2014/main" id="{4908857D-6DD5-4E5A-9866-7F1E9AFC171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338D352-7F26-4A71-B05C-B75D413F687B}" type="slidenum">
              <a:rPr lang="en-US" altLang="zh-CN" sz="1400" smtClean="0">
                <a:latin typeface="Times New Roman" panose="02020603050405020304" pitchFamily="18" charset="0"/>
                <a:ea typeface="宋体" panose="02010600030101010101" pitchFamily="2" charset="-122"/>
              </a:rPr>
              <a:pPr>
                <a:spcBef>
                  <a:spcPct val="0"/>
                </a:spcBef>
                <a:buFontTx/>
                <a:buNone/>
              </a:pPr>
              <a:t>54</a:t>
            </a:fld>
            <a:endParaRPr lang="en-US" altLang="zh-CN" sz="1400">
              <a:latin typeface="Times New Roman" panose="02020603050405020304" pitchFamily="18" charset="0"/>
              <a:ea typeface="宋体" panose="02010600030101010101" pitchFamily="2" charset="-122"/>
            </a:endParaRPr>
          </a:p>
        </p:txBody>
      </p:sp>
      <p:pic>
        <p:nvPicPr>
          <p:cNvPr id="58373" name="Picture 6" descr="C:\Program Files\Microsoft Office\MEDIA\CAGCAT10\j0293844.wmf">
            <a:extLst>
              <a:ext uri="{FF2B5EF4-FFF2-40B4-BE49-F238E27FC236}">
                <a16:creationId xmlns:a16="http://schemas.microsoft.com/office/drawing/2014/main" id="{1C7B9AD7-BDB6-4478-9A2A-6848DEAA3C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620713"/>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4" name="Rectangle 6">
            <a:extLst>
              <a:ext uri="{FF2B5EF4-FFF2-40B4-BE49-F238E27FC236}">
                <a16:creationId xmlns:a16="http://schemas.microsoft.com/office/drawing/2014/main" id="{6F5F1589-C1C9-49DE-AB11-98C7FEA93C23}"/>
              </a:ext>
            </a:extLst>
          </p:cNvPr>
          <p:cNvSpPr>
            <a:spLocks noChangeArrowheads="1"/>
          </p:cNvSpPr>
          <p:nvPr/>
        </p:nvSpPr>
        <p:spPr bwMode="auto">
          <a:xfrm>
            <a:off x="755650" y="1900238"/>
            <a:ext cx="5197475" cy="51911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zh-CN" altLang="en-US" sz="2800" b="1">
                <a:latin typeface="Times New Roman" panose="02020603050405020304" pitchFamily="18" charset="0"/>
                <a:ea typeface="宋体" panose="02010600030101010101" pitchFamily="2" charset="-122"/>
                <a:sym typeface="Symbol" panose="05050102010706020507" pitchFamily="18" charset="2"/>
              </a:rPr>
              <a:t>求 </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PQ</a:t>
            </a:r>
            <a:r>
              <a:rPr kumimoji="0" lang="zh-CN" altLang="en-US" sz="2800" b="1">
                <a:latin typeface="Times New Roman" panose="02020603050405020304" pitchFamily="18" charset="0"/>
                <a:ea typeface="宋体" panose="02010600030101010101" pitchFamily="2" charset="-122"/>
                <a:sym typeface="Symbol" panose="05050102010706020507" pitchFamily="18" charset="2"/>
              </a:rPr>
              <a:t>和</a:t>
            </a:r>
            <a:r>
              <a:rPr kumimoji="0" lang="en-US" altLang="zh-CN" sz="2800" b="1">
                <a:latin typeface="Times New Roman" panose="02020603050405020304" pitchFamily="18" charset="0"/>
                <a:ea typeface="宋体" panose="02010600030101010101" pitchFamily="2" charset="-122"/>
                <a:sym typeface="Kingsoft Phonetic Plain" pitchFamily="2" charset="2"/>
              </a:rPr>
              <a:t>P</a:t>
            </a:r>
            <a:r>
              <a:rPr kumimoji="0" lang="en-US" altLang="zh-CN" sz="2800" b="1">
                <a:latin typeface="Times New Roman" panose="02020603050405020304" pitchFamily="18" charset="0"/>
                <a:ea typeface="宋体" panose="02010600030101010101" pitchFamily="2" charset="-122"/>
                <a:sym typeface="Symbol" panose="05050102010706020507" pitchFamily="18" charset="2"/>
              </a:rPr>
              <a:t></a:t>
            </a:r>
            <a:r>
              <a:rPr kumimoji="0" lang="en-US" altLang="zh-CN" sz="2800" b="1">
                <a:latin typeface="Times New Roman" panose="02020603050405020304" pitchFamily="18" charset="0"/>
                <a:ea typeface="宋体" panose="02010600030101010101" pitchFamily="2" charset="-122"/>
              </a:rPr>
              <a:t>Q</a:t>
            </a:r>
            <a:r>
              <a:rPr kumimoji="0" lang="zh-CN" altLang="en-US" sz="2800" b="1">
                <a:latin typeface="Times New Roman" panose="02020603050405020304" pitchFamily="18" charset="0"/>
                <a:ea typeface="宋体" panose="02010600030101010101" pitchFamily="2" charset="-122"/>
              </a:rPr>
              <a:t>的</a:t>
            </a:r>
            <a:r>
              <a:rPr kumimoji="0" lang="zh-CN" altLang="en-US" sz="2800" b="1">
                <a:latin typeface="Times New Roman" panose="02020603050405020304" pitchFamily="18" charset="0"/>
                <a:ea typeface="宋体" panose="02010600030101010101" pitchFamily="2" charset="-122"/>
                <a:sym typeface="Symbol" panose="05050102010706020507" pitchFamily="18" charset="2"/>
              </a:rPr>
              <a:t>主合取范式。</a:t>
            </a:r>
          </a:p>
        </p:txBody>
      </p:sp>
      <p:pic>
        <p:nvPicPr>
          <p:cNvPr id="58375" name="Picture 48" descr="QQ截图20140127204855">
            <a:extLst>
              <a:ext uri="{FF2B5EF4-FFF2-40B4-BE49-F238E27FC236}">
                <a16:creationId xmlns:a16="http://schemas.microsoft.com/office/drawing/2014/main" id="{DEA805A5-21E4-4E23-B034-9ECE9D827A4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2565400"/>
            <a:ext cx="44069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6" name="Picture 50" descr="QQ截图20140127205147">
            <a:extLst>
              <a:ext uri="{FF2B5EF4-FFF2-40B4-BE49-F238E27FC236}">
                <a16:creationId xmlns:a16="http://schemas.microsoft.com/office/drawing/2014/main" id="{C9D1DECE-21D2-482B-BC63-4960EAE6D3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8175" y="4760913"/>
            <a:ext cx="4895850" cy="1412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7" name="Text Box 2">
            <a:extLst>
              <a:ext uri="{FF2B5EF4-FFF2-40B4-BE49-F238E27FC236}">
                <a16:creationId xmlns:a16="http://schemas.microsoft.com/office/drawing/2014/main" id="{09036869-BEF0-4502-B4E2-FEB9FAFD56CF}"/>
              </a:ext>
            </a:extLst>
          </p:cNvPr>
          <p:cNvSpPr txBox="1">
            <a:spLocks noChangeArrowheads="1"/>
          </p:cNvSpPr>
          <p:nvPr/>
        </p:nvSpPr>
        <p:spPr bwMode="auto">
          <a:xfrm>
            <a:off x="1331913"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真值表法示例</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日期占位符 3">
            <a:extLst>
              <a:ext uri="{FF2B5EF4-FFF2-40B4-BE49-F238E27FC236}">
                <a16:creationId xmlns:a16="http://schemas.microsoft.com/office/drawing/2014/main" id="{1C680089-220C-4FAE-BFD1-5BF43ED6F37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9AAAF21-7675-4D3D-A9AA-E75302BE66C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59395" name="页脚占位符 4">
            <a:extLst>
              <a:ext uri="{FF2B5EF4-FFF2-40B4-BE49-F238E27FC236}">
                <a16:creationId xmlns:a16="http://schemas.microsoft.com/office/drawing/2014/main" id="{F945D2B0-E3D2-40E0-8CC0-14C746273DA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59396" name="灯片编号占位符 5">
            <a:extLst>
              <a:ext uri="{FF2B5EF4-FFF2-40B4-BE49-F238E27FC236}">
                <a16:creationId xmlns:a16="http://schemas.microsoft.com/office/drawing/2014/main" id="{4BACD100-7908-4D64-BD7B-BF68881BAE5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BC69BD8-F901-43B5-B012-773505AC4CDF}" type="slidenum">
              <a:rPr lang="en-US" altLang="zh-CN" sz="1400" smtClean="0">
                <a:latin typeface="Times New Roman" panose="02020603050405020304" pitchFamily="18" charset="0"/>
                <a:ea typeface="宋体" panose="02010600030101010101" pitchFamily="2" charset="-122"/>
              </a:rPr>
              <a:pPr>
                <a:spcBef>
                  <a:spcPct val="0"/>
                </a:spcBef>
                <a:buFontTx/>
                <a:buNone/>
              </a:pPr>
              <a:t>55</a:t>
            </a:fld>
            <a:endParaRPr lang="en-US" altLang="zh-CN" sz="1400">
              <a:latin typeface="Times New Roman" panose="02020603050405020304" pitchFamily="18" charset="0"/>
              <a:ea typeface="宋体" panose="02010600030101010101" pitchFamily="2" charset="-122"/>
            </a:endParaRPr>
          </a:p>
        </p:txBody>
      </p:sp>
      <p:sp>
        <p:nvSpPr>
          <p:cNvPr id="59397" name="Text Box 2">
            <a:extLst>
              <a:ext uri="{FF2B5EF4-FFF2-40B4-BE49-F238E27FC236}">
                <a16:creationId xmlns:a16="http://schemas.microsoft.com/office/drawing/2014/main" id="{3893EC0D-67CF-4CB2-86B7-BFF92A645480}"/>
              </a:ext>
            </a:extLst>
          </p:cNvPr>
          <p:cNvSpPr txBox="1">
            <a:spLocks noChangeArrowheads="1"/>
          </p:cNvSpPr>
          <p:nvPr/>
        </p:nvSpPr>
        <p:spPr bwMode="auto">
          <a:xfrm>
            <a:off x="1258888" y="692150"/>
            <a:ext cx="6408737"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主合取范式写法</a:t>
            </a:r>
          </a:p>
        </p:txBody>
      </p:sp>
      <p:pic>
        <p:nvPicPr>
          <p:cNvPr id="59398" name="Picture 6" descr="C:\Program Files\Microsoft Office\MEDIA\CAGCAT10\j0293844.wmf">
            <a:extLst>
              <a:ext uri="{FF2B5EF4-FFF2-40B4-BE49-F238E27FC236}">
                <a16:creationId xmlns:a16="http://schemas.microsoft.com/office/drawing/2014/main" id="{CA1CF85F-0F92-44F1-BAB0-5900042DE0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8475" y="620713"/>
            <a:ext cx="10255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9" name="Picture 4" descr="QQ截图20140127204450">
            <a:extLst>
              <a:ext uri="{FF2B5EF4-FFF2-40B4-BE49-F238E27FC236}">
                <a16:creationId xmlns:a16="http://schemas.microsoft.com/office/drawing/2014/main" id="{00871A5F-A717-49FA-845E-74D56D78E9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855788"/>
            <a:ext cx="8459788"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0" name="Text Box 2">
            <a:extLst>
              <a:ext uri="{FF2B5EF4-FFF2-40B4-BE49-F238E27FC236}">
                <a16:creationId xmlns:a16="http://schemas.microsoft.com/office/drawing/2014/main" id="{E14A7F5D-4D44-4509-8193-BB6B5FFCF930}"/>
              </a:ext>
            </a:extLst>
          </p:cNvPr>
          <p:cNvSpPr txBox="1">
            <a:spLocks noChangeArrowheads="1"/>
          </p:cNvSpPr>
          <p:nvPr/>
        </p:nvSpPr>
        <p:spPr bwMode="auto">
          <a:xfrm>
            <a:off x="1331913" y="692150"/>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真值表法示例</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日期占位符 3">
            <a:extLst>
              <a:ext uri="{FF2B5EF4-FFF2-40B4-BE49-F238E27FC236}">
                <a16:creationId xmlns:a16="http://schemas.microsoft.com/office/drawing/2014/main" id="{0760387F-8300-44C7-8153-8D526057F2A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3792B9D-4385-495C-9849-A5601AC35C6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60419" name="页脚占位符 4">
            <a:extLst>
              <a:ext uri="{FF2B5EF4-FFF2-40B4-BE49-F238E27FC236}">
                <a16:creationId xmlns:a16="http://schemas.microsoft.com/office/drawing/2014/main" id="{FD3005AC-1D39-43C9-9E9E-79497B563FB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60420" name="灯片编号占位符 5">
            <a:extLst>
              <a:ext uri="{FF2B5EF4-FFF2-40B4-BE49-F238E27FC236}">
                <a16:creationId xmlns:a16="http://schemas.microsoft.com/office/drawing/2014/main" id="{94FD7B8F-1A40-46EC-AFD1-404E7A122FB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6BF81AE-B02F-429C-9754-984093DA5327}" type="slidenum">
              <a:rPr lang="en-US" altLang="zh-CN" sz="1400" smtClean="0">
                <a:latin typeface="Times New Roman" panose="02020603050405020304" pitchFamily="18" charset="0"/>
                <a:ea typeface="宋体" panose="02010600030101010101" pitchFamily="2" charset="-122"/>
              </a:rPr>
              <a:pPr>
                <a:spcBef>
                  <a:spcPct val="0"/>
                </a:spcBef>
                <a:buFontTx/>
                <a:buNone/>
              </a:pPr>
              <a:t>56</a:t>
            </a:fld>
            <a:endParaRPr lang="en-US" altLang="zh-CN" sz="1400">
              <a:latin typeface="Times New Roman" panose="02020603050405020304" pitchFamily="18" charset="0"/>
              <a:ea typeface="宋体" panose="02010600030101010101" pitchFamily="2" charset="-122"/>
            </a:endParaRPr>
          </a:p>
        </p:txBody>
      </p:sp>
      <p:pic>
        <p:nvPicPr>
          <p:cNvPr id="60421" name="Picture 6" descr="C:\Program Files\Microsoft Office\MEDIA\CAGCAT10\j0293844.wmf">
            <a:extLst>
              <a:ext uri="{FF2B5EF4-FFF2-40B4-BE49-F238E27FC236}">
                <a16:creationId xmlns:a16="http://schemas.microsoft.com/office/drawing/2014/main" id="{FE82111C-1B15-4555-AAEF-DEAF899FC9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620713"/>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22" name="Picture 5" descr="QQ截图20140127205615">
            <a:extLst>
              <a:ext uri="{FF2B5EF4-FFF2-40B4-BE49-F238E27FC236}">
                <a16:creationId xmlns:a16="http://schemas.microsoft.com/office/drawing/2014/main" id="{955AF3B6-201D-46B0-873A-72027F06E5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2133600"/>
            <a:ext cx="7488237" cy="405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3" name="Text Box 2">
            <a:extLst>
              <a:ext uri="{FF2B5EF4-FFF2-40B4-BE49-F238E27FC236}">
                <a16:creationId xmlns:a16="http://schemas.microsoft.com/office/drawing/2014/main" id="{580D9F85-E7B9-4B64-B5EE-FF411D526E79}"/>
              </a:ext>
            </a:extLst>
          </p:cNvPr>
          <p:cNvSpPr txBox="1">
            <a:spLocks noChangeArrowheads="1"/>
          </p:cNvSpPr>
          <p:nvPr/>
        </p:nvSpPr>
        <p:spPr bwMode="auto">
          <a:xfrm>
            <a:off x="1403350" y="836613"/>
            <a:ext cx="63785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等值变换法</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日期占位符 3">
            <a:extLst>
              <a:ext uri="{FF2B5EF4-FFF2-40B4-BE49-F238E27FC236}">
                <a16:creationId xmlns:a16="http://schemas.microsoft.com/office/drawing/2014/main" id="{C53807A8-AB32-4D7C-8977-F4DDAD7D9AD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7009687-DA52-451A-9D95-C7A5B6B85AB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61443" name="页脚占位符 4">
            <a:extLst>
              <a:ext uri="{FF2B5EF4-FFF2-40B4-BE49-F238E27FC236}">
                <a16:creationId xmlns:a16="http://schemas.microsoft.com/office/drawing/2014/main" id="{1381D020-1E6D-4EB3-80C3-852E53477489}"/>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61444" name="灯片编号占位符 5">
            <a:extLst>
              <a:ext uri="{FF2B5EF4-FFF2-40B4-BE49-F238E27FC236}">
                <a16:creationId xmlns:a16="http://schemas.microsoft.com/office/drawing/2014/main" id="{F6339433-0C3E-4145-8A55-B1406BB300A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D39D6DF-4130-4B1B-9093-A2A32DB0D414}" type="slidenum">
              <a:rPr lang="en-US" altLang="zh-CN" sz="1400" smtClean="0">
                <a:latin typeface="Times New Roman" panose="02020603050405020304" pitchFamily="18" charset="0"/>
                <a:ea typeface="宋体" panose="02010600030101010101" pitchFamily="2" charset="-122"/>
              </a:rPr>
              <a:pPr>
                <a:spcBef>
                  <a:spcPct val="0"/>
                </a:spcBef>
                <a:buFontTx/>
                <a:buNone/>
              </a:pPr>
              <a:t>57</a:t>
            </a:fld>
            <a:endParaRPr lang="en-US" altLang="zh-CN" sz="1400">
              <a:latin typeface="Times New Roman" panose="02020603050405020304" pitchFamily="18" charset="0"/>
              <a:ea typeface="宋体" panose="02010600030101010101" pitchFamily="2" charset="-122"/>
            </a:endParaRPr>
          </a:p>
        </p:txBody>
      </p:sp>
      <p:pic>
        <p:nvPicPr>
          <p:cNvPr id="61445" name="Picture 6" descr="C:\Program Files\Microsoft Office\MEDIA\CAGCAT10\j0293844.wmf">
            <a:extLst>
              <a:ext uri="{FF2B5EF4-FFF2-40B4-BE49-F238E27FC236}">
                <a16:creationId xmlns:a16="http://schemas.microsoft.com/office/drawing/2014/main" id="{BD19386D-4DD4-4F40-B4BB-8519D76310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8475" y="620713"/>
            <a:ext cx="10255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6" name="Picture 5" descr="QQ截图20140127205752">
            <a:extLst>
              <a:ext uri="{FF2B5EF4-FFF2-40B4-BE49-F238E27FC236}">
                <a16:creationId xmlns:a16="http://schemas.microsoft.com/office/drawing/2014/main" id="{632CA415-3CD7-4F51-A4FB-779A787444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4575" y="2060575"/>
            <a:ext cx="7559675"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7" name="Text Box 2">
            <a:extLst>
              <a:ext uri="{FF2B5EF4-FFF2-40B4-BE49-F238E27FC236}">
                <a16:creationId xmlns:a16="http://schemas.microsoft.com/office/drawing/2014/main" id="{9CAFD5DA-B43B-4EB4-B20D-5EEA2C35D537}"/>
              </a:ext>
            </a:extLst>
          </p:cNvPr>
          <p:cNvSpPr txBox="1">
            <a:spLocks noChangeArrowheads="1"/>
          </p:cNvSpPr>
          <p:nvPr/>
        </p:nvSpPr>
        <p:spPr bwMode="auto">
          <a:xfrm>
            <a:off x="1403350" y="836613"/>
            <a:ext cx="63785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等值变换法示例</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日期占位符 3">
            <a:extLst>
              <a:ext uri="{FF2B5EF4-FFF2-40B4-BE49-F238E27FC236}">
                <a16:creationId xmlns:a16="http://schemas.microsoft.com/office/drawing/2014/main" id="{1843C27A-4A94-43BD-BB68-91F3951B01B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B0B3C4F-5BAF-4998-92F4-C5B9092D6BAE}"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62467" name="页脚占位符 4">
            <a:extLst>
              <a:ext uri="{FF2B5EF4-FFF2-40B4-BE49-F238E27FC236}">
                <a16:creationId xmlns:a16="http://schemas.microsoft.com/office/drawing/2014/main" id="{04A3F588-F5CB-4A47-86D4-B7F7AA7F307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62468" name="灯片编号占位符 5">
            <a:extLst>
              <a:ext uri="{FF2B5EF4-FFF2-40B4-BE49-F238E27FC236}">
                <a16:creationId xmlns:a16="http://schemas.microsoft.com/office/drawing/2014/main" id="{80D16061-A42C-4356-8CEB-B5653B34B5F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6EE3CCD-C832-4FAE-ACBC-B5FD6AECB721}" type="slidenum">
              <a:rPr lang="en-US" altLang="zh-CN" sz="1400" smtClean="0">
                <a:latin typeface="Times New Roman" panose="02020603050405020304" pitchFamily="18" charset="0"/>
                <a:ea typeface="宋体" panose="02010600030101010101" pitchFamily="2" charset="-122"/>
              </a:rPr>
              <a:pPr>
                <a:spcBef>
                  <a:spcPct val="0"/>
                </a:spcBef>
                <a:buFontTx/>
                <a:buNone/>
              </a:pPr>
              <a:t>58</a:t>
            </a:fld>
            <a:endParaRPr lang="en-US" altLang="zh-CN" sz="1400">
              <a:latin typeface="Times New Roman" panose="02020603050405020304" pitchFamily="18" charset="0"/>
              <a:ea typeface="宋体" panose="02010600030101010101" pitchFamily="2" charset="-122"/>
            </a:endParaRPr>
          </a:p>
        </p:txBody>
      </p:sp>
      <p:pic>
        <p:nvPicPr>
          <p:cNvPr id="62469" name="Picture 6" descr="C:\Program Files\Microsoft Office\MEDIA\CAGCAT10\j0293844.wmf">
            <a:extLst>
              <a:ext uri="{FF2B5EF4-FFF2-40B4-BE49-F238E27FC236}">
                <a16:creationId xmlns:a16="http://schemas.microsoft.com/office/drawing/2014/main" id="{A7B948AF-CB85-4A33-A311-A91BC33143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8625" y="620713"/>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0" name="Rectangle 5">
            <a:extLst>
              <a:ext uri="{FF2B5EF4-FFF2-40B4-BE49-F238E27FC236}">
                <a16:creationId xmlns:a16="http://schemas.microsoft.com/office/drawing/2014/main" id="{2EAD85E2-DBC0-4043-A51A-8A46BEB4B33B}"/>
              </a:ext>
            </a:extLst>
          </p:cNvPr>
          <p:cNvSpPr>
            <a:spLocks noChangeArrowheads="1"/>
          </p:cNvSpPr>
          <p:nvPr/>
        </p:nvSpPr>
        <p:spPr bwMode="auto">
          <a:xfrm>
            <a:off x="830263" y="1844675"/>
            <a:ext cx="59737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zh-CN" altLang="en-US" sz="2800" b="1">
                <a:solidFill>
                  <a:srgbClr val="000000"/>
                </a:solidFill>
                <a:latin typeface="Times New Roman" panose="02020603050405020304" pitchFamily="18" charset="0"/>
                <a:ea typeface="宋体" panose="02010600030101010101" pitchFamily="2" charset="-122"/>
              </a:rPr>
              <a:t>求公式</a:t>
            </a:r>
            <a:r>
              <a:rPr kumimoji="0" lang="en-US" altLang="zh-CN" sz="2800" b="1">
                <a:solidFill>
                  <a:srgbClr val="000000"/>
                </a:solidFill>
                <a:latin typeface="Times New Roman" panose="02020603050405020304" pitchFamily="18" charset="0"/>
                <a:ea typeface="宋体" panose="02010600030101010101" pitchFamily="2" charset="-122"/>
              </a:rPr>
              <a:t>(P→Q)→(Q∧R)</a:t>
            </a:r>
            <a:r>
              <a:rPr kumimoji="0" lang="zh-CN" altLang="en-US" sz="2800" b="1">
                <a:solidFill>
                  <a:srgbClr val="000000"/>
                </a:solidFill>
                <a:latin typeface="Times New Roman" panose="02020603050405020304" pitchFamily="18" charset="0"/>
                <a:ea typeface="宋体" panose="02010600030101010101" pitchFamily="2" charset="-122"/>
              </a:rPr>
              <a:t>的主合取范式</a:t>
            </a:r>
          </a:p>
        </p:txBody>
      </p:sp>
      <p:pic>
        <p:nvPicPr>
          <p:cNvPr id="62471" name="Picture 6" descr="QQ截图20140127210219">
            <a:extLst>
              <a:ext uri="{FF2B5EF4-FFF2-40B4-BE49-F238E27FC236}">
                <a16:creationId xmlns:a16="http://schemas.microsoft.com/office/drawing/2014/main" id="{5C0447C0-FEBA-4422-BBC3-045C2F5352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2636838"/>
            <a:ext cx="7416800" cy="364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72" name="Text Box 2">
            <a:extLst>
              <a:ext uri="{FF2B5EF4-FFF2-40B4-BE49-F238E27FC236}">
                <a16:creationId xmlns:a16="http://schemas.microsoft.com/office/drawing/2014/main" id="{88FD5E6F-2B59-4814-AE30-E1D018F5B7C1}"/>
              </a:ext>
            </a:extLst>
          </p:cNvPr>
          <p:cNvSpPr txBox="1">
            <a:spLocks noChangeArrowheads="1"/>
          </p:cNvSpPr>
          <p:nvPr/>
        </p:nvSpPr>
        <p:spPr bwMode="auto">
          <a:xfrm>
            <a:off x="1403350" y="692150"/>
            <a:ext cx="63785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等值变换法示例</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3">
            <a:extLst>
              <a:ext uri="{FF2B5EF4-FFF2-40B4-BE49-F238E27FC236}">
                <a16:creationId xmlns:a16="http://schemas.microsoft.com/office/drawing/2014/main" id="{E9AA5585-B7B7-462F-9BB1-7B56409E8F57}"/>
              </a:ext>
            </a:extLst>
          </p:cNvPr>
          <p:cNvSpPr>
            <a:spLocks noGrp="1" noChangeArrowheads="1"/>
          </p:cNvSpPr>
          <p:nvPr>
            <p:ph type="body" sz="half" idx="1"/>
          </p:nvPr>
        </p:nvSpPr>
        <p:spPr>
          <a:xfrm>
            <a:off x="2124075" y="2349500"/>
            <a:ext cx="5183188" cy="3529013"/>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a:lnSpc>
                <a:spcPct val="125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范式的基本概念</a:t>
            </a:r>
          </a:p>
          <a:p>
            <a:pPr>
              <a:lnSpc>
                <a:spcPct val="125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命题的主析取范式</a:t>
            </a:r>
          </a:p>
          <a:p>
            <a:pPr>
              <a:lnSpc>
                <a:spcPct val="125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命题的主合取范式</a:t>
            </a:r>
          </a:p>
          <a:p>
            <a:pPr>
              <a:lnSpc>
                <a:spcPct val="125000"/>
              </a:lnSpc>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主范式之间的联系</a:t>
            </a:r>
          </a:p>
        </p:txBody>
      </p:sp>
      <p:pic>
        <p:nvPicPr>
          <p:cNvPr id="63491" name="Picture 6" descr="C:\Program Files\Microsoft Office\MEDIA\CAGCAT10\j0293844.wmf">
            <a:extLst>
              <a:ext uri="{FF2B5EF4-FFF2-40B4-BE49-F238E27FC236}">
                <a16:creationId xmlns:a16="http://schemas.microsoft.com/office/drawing/2014/main" id="{CE1848F8-BB87-4CD6-B587-98DC3EF40F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2" name="Text Box 2">
            <a:extLst>
              <a:ext uri="{FF2B5EF4-FFF2-40B4-BE49-F238E27FC236}">
                <a16:creationId xmlns:a16="http://schemas.microsoft.com/office/drawing/2014/main" id="{4F03C28E-D8FA-47B2-A28A-0BD6B95A5D97}"/>
              </a:ext>
            </a:extLst>
          </p:cNvPr>
          <p:cNvSpPr txBox="1">
            <a:spLocks noChangeArrowheads="1"/>
          </p:cNvSpPr>
          <p:nvPr/>
        </p:nvSpPr>
        <p:spPr bwMode="auto">
          <a:xfrm>
            <a:off x="1258888" y="836613"/>
            <a:ext cx="63373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命题公式的范式</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日期占位符 3">
            <a:extLst>
              <a:ext uri="{FF2B5EF4-FFF2-40B4-BE49-F238E27FC236}">
                <a16:creationId xmlns:a16="http://schemas.microsoft.com/office/drawing/2014/main" id="{99038A97-D0CE-4729-8260-CC55428C954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6D1E165-699A-4C54-B8C1-87A7C46F8D91}"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64515" name="页脚占位符 4">
            <a:extLst>
              <a:ext uri="{FF2B5EF4-FFF2-40B4-BE49-F238E27FC236}">
                <a16:creationId xmlns:a16="http://schemas.microsoft.com/office/drawing/2014/main" id="{EEDB3186-447E-4F33-B58B-7A1DD3DABD9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64516" name="灯片编号占位符 5">
            <a:extLst>
              <a:ext uri="{FF2B5EF4-FFF2-40B4-BE49-F238E27FC236}">
                <a16:creationId xmlns:a16="http://schemas.microsoft.com/office/drawing/2014/main" id="{BB08A94B-DEA6-4005-BE6D-25893759BD0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C1166CC-859B-409C-A341-102E19CDEB19}" type="slidenum">
              <a:rPr lang="en-US" altLang="zh-CN" sz="1400" smtClean="0">
                <a:latin typeface="Times New Roman" panose="02020603050405020304" pitchFamily="18" charset="0"/>
                <a:ea typeface="宋体" panose="02010600030101010101" pitchFamily="2" charset="-122"/>
              </a:rPr>
              <a:pPr>
                <a:spcBef>
                  <a:spcPct val="0"/>
                </a:spcBef>
                <a:buFontTx/>
                <a:buNone/>
              </a:pPr>
              <a:t>60</a:t>
            </a:fld>
            <a:endParaRPr lang="en-US" altLang="zh-CN" sz="1400">
              <a:latin typeface="Times New Roman" panose="02020603050405020304" pitchFamily="18" charset="0"/>
              <a:ea typeface="宋体" panose="02010600030101010101" pitchFamily="2" charset="-122"/>
            </a:endParaRPr>
          </a:p>
        </p:txBody>
      </p:sp>
      <p:sp>
        <p:nvSpPr>
          <p:cNvPr id="64517" name="Text Box 2">
            <a:extLst>
              <a:ext uri="{FF2B5EF4-FFF2-40B4-BE49-F238E27FC236}">
                <a16:creationId xmlns:a16="http://schemas.microsoft.com/office/drawing/2014/main" id="{767BE30E-056B-481E-B24C-AF30EE1135D0}"/>
              </a:ext>
            </a:extLst>
          </p:cNvPr>
          <p:cNvSpPr txBox="1">
            <a:spLocks noChangeArrowheads="1"/>
          </p:cNvSpPr>
          <p:nvPr/>
        </p:nvSpPr>
        <p:spPr bwMode="auto">
          <a:xfrm>
            <a:off x="1435100" y="836613"/>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主范式间关系</a:t>
            </a:r>
          </a:p>
        </p:txBody>
      </p:sp>
      <p:pic>
        <p:nvPicPr>
          <p:cNvPr id="64518" name="Picture 6" descr="C:\Program Files\Microsoft Office\MEDIA\CAGCAT10\j0293844.wmf">
            <a:extLst>
              <a:ext uri="{FF2B5EF4-FFF2-40B4-BE49-F238E27FC236}">
                <a16:creationId xmlns:a16="http://schemas.microsoft.com/office/drawing/2014/main" id="{0D32B616-AC83-43FE-B580-9B90D5CE61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85788"/>
            <a:ext cx="1401763" cy="147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9" name="Picture 6" descr="QQ截图20140127211018">
            <a:extLst>
              <a:ext uri="{FF2B5EF4-FFF2-40B4-BE49-F238E27FC236}">
                <a16:creationId xmlns:a16="http://schemas.microsoft.com/office/drawing/2014/main" id="{563C3DEB-59B0-4227-8B73-96834438D8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9113" y="2141538"/>
            <a:ext cx="7777162" cy="413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日期占位符 3">
            <a:extLst>
              <a:ext uri="{FF2B5EF4-FFF2-40B4-BE49-F238E27FC236}">
                <a16:creationId xmlns:a16="http://schemas.microsoft.com/office/drawing/2014/main" id="{1748E823-612D-4E68-8342-B5500623173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138D9A0-8D88-4788-8595-6A249B2BF6CE}"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65539" name="页脚占位符 4">
            <a:extLst>
              <a:ext uri="{FF2B5EF4-FFF2-40B4-BE49-F238E27FC236}">
                <a16:creationId xmlns:a16="http://schemas.microsoft.com/office/drawing/2014/main" id="{EBCDEA2C-3D11-4BD8-A238-DA70D6507B2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65540" name="灯片编号占位符 5">
            <a:extLst>
              <a:ext uri="{FF2B5EF4-FFF2-40B4-BE49-F238E27FC236}">
                <a16:creationId xmlns:a16="http://schemas.microsoft.com/office/drawing/2014/main" id="{1F6D35EC-94A5-4CEC-A993-0849DFF15DC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596B06F-EE22-4C55-A17B-F8F524D5C891}" type="slidenum">
              <a:rPr lang="en-US" altLang="zh-CN" sz="1400" smtClean="0">
                <a:latin typeface="Times New Roman" panose="02020603050405020304" pitchFamily="18" charset="0"/>
                <a:ea typeface="宋体" panose="02010600030101010101" pitchFamily="2" charset="-122"/>
              </a:rPr>
              <a:pPr>
                <a:spcBef>
                  <a:spcPct val="0"/>
                </a:spcBef>
                <a:buFontTx/>
                <a:buNone/>
              </a:pPr>
              <a:t>61</a:t>
            </a:fld>
            <a:endParaRPr lang="en-US" altLang="zh-CN" sz="1400">
              <a:latin typeface="Times New Roman" panose="02020603050405020304" pitchFamily="18" charset="0"/>
              <a:ea typeface="宋体" panose="02010600030101010101" pitchFamily="2" charset="-122"/>
            </a:endParaRPr>
          </a:p>
        </p:txBody>
      </p:sp>
      <p:sp>
        <p:nvSpPr>
          <p:cNvPr id="65541" name="Text Box 2">
            <a:extLst>
              <a:ext uri="{FF2B5EF4-FFF2-40B4-BE49-F238E27FC236}">
                <a16:creationId xmlns:a16="http://schemas.microsoft.com/office/drawing/2014/main" id="{8935115D-2A53-40D3-8A93-2F52B7B522EC}"/>
              </a:ext>
            </a:extLst>
          </p:cNvPr>
          <p:cNvSpPr txBox="1">
            <a:spLocks noChangeArrowheads="1"/>
          </p:cNvSpPr>
          <p:nvPr/>
        </p:nvSpPr>
        <p:spPr bwMode="auto">
          <a:xfrm>
            <a:off x="1476375" y="692150"/>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主范式间关系</a:t>
            </a:r>
          </a:p>
        </p:txBody>
      </p:sp>
      <p:pic>
        <p:nvPicPr>
          <p:cNvPr id="65542" name="Picture 6" descr="C:\Program Files\Microsoft Office\MEDIA\CAGCAT10\j0293844.wmf">
            <a:extLst>
              <a:ext uri="{FF2B5EF4-FFF2-40B4-BE49-F238E27FC236}">
                <a16:creationId xmlns:a16="http://schemas.microsoft.com/office/drawing/2014/main" id="{826FF392-962D-4953-91E7-7C9140083E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85788"/>
            <a:ext cx="1079500"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543" name="Picture 5" descr="QQ截图20140127211236">
            <a:extLst>
              <a:ext uri="{FF2B5EF4-FFF2-40B4-BE49-F238E27FC236}">
                <a16:creationId xmlns:a16="http://schemas.microsoft.com/office/drawing/2014/main" id="{456AF508-15FF-4EEA-896B-EC8B93A185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2205038"/>
            <a:ext cx="7361238" cy="400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日期占位符 3">
            <a:extLst>
              <a:ext uri="{FF2B5EF4-FFF2-40B4-BE49-F238E27FC236}">
                <a16:creationId xmlns:a16="http://schemas.microsoft.com/office/drawing/2014/main" id="{E5394A8A-FA5E-4AFF-9E6A-80AA38FE03A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8195E3C-51E1-4F4B-BE1D-ACA397F6B63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66563" name="页脚占位符 4">
            <a:extLst>
              <a:ext uri="{FF2B5EF4-FFF2-40B4-BE49-F238E27FC236}">
                <a16:creationId xmlns:a16="http://schemas.microsoft.com/office/drawing/2014/main" id="{EF78F759-14A8-46A9-AAEB-818AE4B68A1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66564" name="灯片编号占位符 5">
            <a:extLst>
              <a:ext uri="{FF2B5EF4-FFF2-40B4-BE49-F238E27FC236}">
                <a16:creationId xmlns:a16="http://schemas.microsoft.com/office/drawing/2014/main" id="{9509E70B-CD06-4E2C-8AB2-B971F9E3CF9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90C48C8-9967-4331-89C8-612B59B786A8}" type="slidenum">
              <a:rPr lang="en-US" altLang="zh-CN" sz="1400" smtClean="0">
                <a:latin typeface="Times New Roman" panose="02020603050405020304" pitchFamily="18" charset="0"/>
                <a:ea typeface="宋体" panose="02010600030101010101" pitchFamily="2" charset="-122"/>
              </a:rPr>
              <a:pPr>
                <a:spcBef>
                  <a:spcPct val="0"/>
                </a:spcBef>
                <a:buFontTx/>
                <a:buNone/>
              </a:pPr>
              <a:t>62</a:t>
            </a:fld>
            <a:endParaRPr lang="en-US" altLang="zh-CN" sz="1400">
              <a:latin typeface="Times New Roman" panose="02020603050405020304" pitchFamily="18" charset="0"/>
              <a:ea typeface="宋体" panose="02010600030101010101" pitchFamily="2" charset="-122"/>
            </a:endParaRPr>
          </a:p>
        </p:txBody>
      </p:sp>
      <p:sp>
        <p:nvSpPr>
          <p:cNvPr id="66565" name="Text Box 2">
            <a:extLst>
              <a:ext uri="{FF2B5EF4-FFF2-40B4-BE49-F238E27FC236}">
                <a16:creationId xmlns:a16="http://schemas.microsoft.com/office/drawing/2014/main" id="{BD1F7187-D400-4066-A765-BC31A024093D}"/>
              </a:ext>
            </a:extLst>
          </p:cNvPr>
          <p:cNvSpPr txBox="1">
            <a:spLocks noChangeArrowheads="1"/>
          </p:cNvSpPr>
          <p:nvPr/>
        </p:nvSpPr>
        <p:spPr bwMode="auto">
          <a:xfrm>
            <a:off x="1331913" y="620713"/>
            <a:ext cx="63357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66566" name="Picture 6" descr="C:\Program Files\Microsoft Office\MEDIA\CAGCAT10\j0293844.wmf">
            <a:extLst>
              <a:ext uri="{FF2B5EF4-FFF2-40B4-BE49-F238E27FC236}">
                <a16:creationId xmlns:a16="http://schemas.microsoft.com/office/drawing/2014/main" id="{AAACD394-17DB-4D2A-B1FB-59EF34099D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0525" y="549275"/>
            <a:ext cx="1008063"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7" name="Picture 5" descr="QQ截图20140127211422">
            <a:extLst>
              <a:ext uri="{FF2B5EF4-FFF2-40B4-BE49-F238E27FC236}">
                <a16:creationId xmlns:a16="http://schemas.microsoft.com/office/drawing/2014/main" id="{AE998140-5B5C-4DF3-85B9-B923975176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2132013"/>
            <a:ext cx="8550275" cy="379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日期占位符 3">
            <a:extLst>
              <a:ext uri="{FF2B5EF4-FFF2-40B4-BE49-F238E27FC236}">
                <a16:creationId xmlns:a16="http://schemas.microsoft.com/office/drawing/2014/main" id="{3799EA93-A8C5-45D2-A383-0A24C1D8080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B3BD3C1-0396-4AD5-9F76-0D29E4FEEA6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67587" name="页脚占位符 4">
            <a:extLst>
              <a:ext uri="{FF2B5EF4-FFF2-40B4-BE49-F238E27FC236}">
                <a16:creationId xmlns:a16="http://schemas.microsoft.com/office/drawing/2014/main" id="{FDAEADCE-3B68-4F47-8413-D04F466664A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67588" name="灯片编号占位符 5">
            <a:extLst>
              <a:ext uri="{FF2B5EF4-FFF2-40B4-BE49-F238E27FC236}">
                <a16:creationId xmlns:a16="http://schemas.microsoft.com/office/drawing/2014/main" id="{7C0976EB-4DB4-44EF-9BDF-0B07E563350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BE7B40C-474D-430B-B3FA-2FC9CC49F652}" type="slidenum">
              <a:rPr lang="en-US" altLang="zh-CN" sz="1400" smtClean="0">
                <a:latin typeface="Times New Roman" panose="02020603050405020304" pitchFamily="18" charset="0"/>
                <a:ea typeface="宋体" panose="02010600030101010101" pitchFamily="2" charset="-122"/>
              </a:rPr>
              <a:pPr>
                <a:spcBef>
                  <a:spcPct val="0"/>
                </a:spcBef>
                <a:buFontTx/>
                <a:buNone/>
              </a:pPr>
              <a:t>63</a:t>
            </a:fld>
            <a:endParaRPr lang="en-US" altLang="zh-CN" sz="1400">
              <a:latin typeface="Times New Roman" panose="02020603050405020304" pitchFamily="18" charset="0"/>
              <a:ea typeface="宋体" panose="02010600030101010101" pitchFamily="2" charset="-122"/>
            </a:endParaRPr>
          </a:p>
        </p:txBody>
      </p:sp>
      <p:sp>
        <p:nvSpPr>
          <p:cNvPr id="67589" name="Text Box 2">
            <a:extLst>
              <a:ext uri="{FF2B5EF4-FFF2-40B4-BE49-F238E27FC236}">
                <a16:creationId xmlns:a16="http://schemas.microsoft.com/office/drawing/2014/main" id="{CBC7F097-04DA-4C2D-B562-A395366A6E02}"/>
              </a:ext>
            </a:extLst>
          </p:cNvPr>
          <p:cNvSpPr txBox="1">
            <a:spLocks noChangeArrowheads="1"/>
          </p:cNvSpPr>
          <p:nvPr/>
        </p:nvSpPr>
        <p:spPr bwMode="auto">
          <a:xfrm>
            <a:off x="1435100" y="692150"/>
            <a:ext cx="652145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67590" name="Picture 6" descr="C:\Program Files\Microsoft Office\MEDIA\CAGCAT10\j0293844.wmf">
            <a:extLst>
              <a:ext uri="{FF2B5EF4-FFF2-40B4-BE49-F238E27FC236}">
                <a16:creationId xmlns:a16="http://schemas.microsoft.com/office/drawing/2014/main" id="{B9380690-E1FA-4099-A5D0-9F5FE3DA2C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85788"/>
            <a:ext cx="1079500"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1" name="Picture 5" descr="QQ截图20140127211540">
            <a:extLst>
              <a:ext uri="{FF2B5EF4-FFF2-40B4-BE49-F238E27FC236}">
                <a16:creationId xmlns:a16="http://schemas.microsoft.com/office/drawing/2014/main" id="{E28EBEC6-3CE6-4AE1-BC3E-45C8887EC5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806575"/>
            <a:ext cx="7310437" cy="443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日期占位符 3">
            <a:extLst>
              <a:ext uri="{FF2B5EF4-FFF2-40B4-BE49-F238E27FC236}">
                <a16:creationId xmlns:a16="http://schemas.microsoft.com/office/drawing/2014/main" id="{4527FAA1-CC24-4CFA-924F-7B342B3E8A6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89A3D21-C5D3-4BED-98F6-C7651DFEF09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68611" name="页脚占位符 4">
            <a:extLst>
              <a:ext uri="{FF2B5EF4-FFF2-40B4-BE49-F238E27FC236}">
                <a16:creationId xmlns:a16="http://schemas.microsoft.com/office/drawing/2014/main" id="{FF09DA29-AE37-4322-A08C-279AAF46CB3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68612" name="灯片编号占位符 5">
            <a:extLst>
              <a:ext uri="{FF2B5EF4-FFF2-40B4-BE49-F238E27FC236}">
                <a16:creationId xmlns:a16="http://schemas.microsoft.com/office/drawing/2014/main" id="{53D38E8A-B132-4EB0-B49C-52C8E08CFEA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E26E43D-6827-4566-A529-278E5183CFA0}" type="slidenum">
              <a:rPr lang="en-US" altLang="zh-CN" sz="1400" smtClean="0">
                <a:latin typeface="Times New Roman" panose="02020603050405020304" pitchFamily="18" charset="0"/>
                <a:ea typeface="宋体" panose="02010600030101010101" pitchFamily="2" charset="-122"/>
              </a:rPr>
              <a:pPr>
                <a:spcBef>
                  <a:spcPct val="0"/>
                </a:spcBef>
                <a:buFontTx/>
                <a:buNone/>
              </a:pPr>
              <a:t>64</a:t>
            </a:fld>
            <a:endParaRPr lang="en-US" altLang="zh-CN" sz="1400">
              <a:latin typeface="Times New Roman" panose="02020603050405020304" pitchFamily="18" charset="0"/>
              <a:ea typeface="宋体" panose="02010600030101010101" pitchFamily="2" charset="-122"/>
            </a:endParaRPr>
          </a:p>
        </p:txBody>
      </p:sp>
      <p:sp>
        <p:nvSpPr>
          <p:cNvPr id="68613" name="Text Box 2">
            <a:extLst>
              <a:ext uri="{FF2B5EF4-FFF2-40B4-BE49-F238E27FC236}">
                <a16:creationId xmlns:a16="http://schemas.microsoft.com/office/drawing/2014/main" id="{99E9C89F-AE20-48A3-A124-82703FFC7772}"/>
              </a:ext>
            </a:extLst>
          </p:cNvPr>
          <p:cNvSpPr txBox="1">
            <a:spLocks noChangeArrowheads="1"/>
          </p:cNvSpPr>
          <p:nvPr/>
        </p:nvSpPr>
        <p:spPr bwMode="auto">
          <a:xfrm>
            <a:off x="1435100" y="836613"/>
            <a:ext cx="63769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例 题</a:t>
            </a:r>
          </a:p>
        </p:txBody>
      </p:sp>
      <p:pic>
        <p:nvPicPr>
          <p:cNvPr id="68614" name="Picture 6" descr="C:\Program Files\Microsoft Office\MEDIA\CAGCAT10\j0293844.wmf">
            <a:extLst>
              <a:ext uri="{FF2B5EF4-FFF2-40B4-BE49-F238E27FC236}">
                <a16:creationId xmlns:a16="http://schemas.microsoft.com/office/drawing/2014/main" id="{C9698616-11CB-44A4-A118-CD2F801C83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1013" y="585788"/>
            <a:ext cx="1079500"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5" name="Picture 5" descr="QQ截图20140127211658">
            <a:extLst>
              <a:ext uri="{FF2B5EF4-FFF2-40B4-BE49-F238E27FC236}">
                <a16:creationId xmlns:a16="http://schemas.microsoft.com/office/drawing/2014/main" id="{DDB63CD7-D5A2-4D51-862A-7145B804D4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2006600"/>
            <a:ext cx="6726237" cy="426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日期占位符 3">
            <a:extLst>
              <a:ext uri="{FF2B5EF4-FFF2-40B4-BE49-F238E27FC236}">
                <a16:creationId xmlns:a16="http://schemas.microsoft.com/office/drawing/2014/main" id="{16AC06E2-9730-423F-9CDC-6E090D14458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2AD0589-27DF-4584-BA91-903729817CF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69635" name="页脚占位符 4">
            <a:extLst>
              <a:ext uri="{FF2B5EF4-FFF2-40B4-BE49-F238E27FC236}">
                <a16:creationId xmlns:a16="http://schemas.microsoft.com/office/drawing/2014/main" id="{CC043961-A9D0-4938-9AB3-356BC12C03F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69636" name="灯片编号占位符 5">
            <a:extLst>
              <a:ext uri="{FF2B5EF4-FFF2-40B4-BE49-F238E27FC236}">
                <a16:creationId xmlns:a16="http://schemas.microsoft.com/office/drawing/2014/main" id="{80273543-A9C3-4290-8E8F-B34B0D61B94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2682B22-D17C-4436-A048-B88662FD316E}" type="slidenum">
              <a:rPr lang="en-US" altLang="zh-CN" sz="1400" smtClean="0">
                <a:latin typeface="Times New Roman" panose="02020603050405020304" pitchFamily="18" charset="0"/>
                <a:ea typeface="宋体" panose="02010600030101010101" pitchFamily="2" charset="-122"/>
              </a:rPr>
              <a:pPr>
                <a:spcBef>
                  <a:spcPct val="0"/>
                </a:spcBef>
                <a:buFontTx/>
                <a:buNone/>
              </a:pPr>
              <a:t>65</a:t>
            </a:fld>
            <a:endParaRPr lang="en-US" altLang="zh-CN" sz="1400">
              <a:latin typeface="Times New Roman" panose="02020603050405020304" pitchFamily="18" charset="0"/>
              <a:ea typeface="宋体" panose="02010600030101010101" pitchFamily="2" charset="-122"/>
            </a:endParaRPr>
          </a:p>
        </p:txBody>
      </p:sp>
      <p:sp>
        <p:nvSpPr>
          <p:cNvPr id="69637" name="Text Box 2">
            <a:extLst>
              <a:ext uri="{FF2B5EF4-FFF2-40B4-BE49-F238E27FC236}">
                <a16:creationId xmlns:a16="http://schemas.microsoft.com/office/drawing/2014/main" id="{DBF6ED84-CB4F-49E8-AB73-E97957CE6648}"/>
              </a:ext>
            </a:extLst>
          </p:cNvPr>
          <p:cNvSpPr txBox="1">
            <a:spLocks noChangeArrowheads="1"/>
          </p:cNvSpPr>
          <p:nvPr/>
        </p:nvSpPr>
        <p:spPr bwMode="auto">
          <a:xfrm>
            <a:off x="1435100" y="908050"/>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主范式的应用</a:t>
            </a:r>
          </a:p>
        </p:txBody>
      </p:sp>
      <p:pic>
        <p:nvPicPr>
          <p:cNvPr id="69638" name="Picture 6" descr="C:\Program Files\Microsoft Office\MEDIA\CAGCAT10\j0293844.wmf">
            <a:extLst>
              <a:ext uri="{FF2B5EF4-FFF2-40B4-BE49-F238E27FC236}">
                <a16:creationId xmlns:a16="http://schemas.microsoft.com/office/drawing/2014/main" id="{B8CEA4AB-A784-489B-B260-6C08BB23CC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620713"/>
            <a:ext cx="1401763" cy="147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902297B2-2479-4D5C-ADE8-715EB0C6ECC9}"/>
              </a:ext>
            </a:extLst>
          </p:cNvPr>
          <p:cNvSpPr/>
          <p:nvPr/>
        </p:nvSpPr>
        <p:spPr>
          <a:xfrm>
            <a:off x="468313" y="2349500"/>
            <a:ext cx="8424862" cy="3344863"/>
          </a:xfrm>
          <a:prstGeom prst="rect">
            <a:avLst/>
          </a:prstGeom>
          <a:solidFill>
            <a:schemeClr val="accent3"/>
          </a:solidFill>
          <a:ln>
            <a:solidFill>
              <a:srgbClr val="C00000"/>
            </a:solidFill>
          </a:ln>
        </p:spPr>
        <p:txBody>
          <a:bodyPr>
            <a:spAutoFit/>
          </a:bodyPr>
          <a:lstStyle/>
          <a:p>
            <a:pPr>
              <a:lnSpc>
                <a:spcPct val="150000"/>
              </a:lnSpc>
              <a:defRPr/>
            </a:pPr>
            <a:r>
              <a:rPr lang="en-US" altLang="zh-CN" sz="2400" b="1" dirty="0"/>
              <a:t>【</a:t>
            </a:r>
            <a:r>
              <a:rPr lang="zh-CN" altLang="en-US" sz="2400" b="1" dirty="0"/>
              <a:t>例题</a:t>
            </a:r>
            <a:r>
              <a:rPr lang="en-US" altLang="zh-CN" sz="2400" b="1" dirty="0"/>
              <a:t>】</a:t>
            </a:r>
            <a:r>
              <a:rPr lang="zh-CN" altLang="en-US" sz="2400" b="1" dirty="0"/>
              <a:t>一家航空公司为了保障安全，用计算机复核飞行计划。每台计算机能给出飞行计划正确或有误的回答。由于计算机也可能发生故障，因此采用了三台计算机同时复核，再根据“少数服从多数”的原则作出判断。假设三台计算机中同时有一台以上的计算机出现故障的概率为</a:t>
            </a:r>
            <a:r>
              <a:rPr lang="en-US" altLang="zh-CN" sz="2400" b="1" dirty="0"/>
              <a:t>0</a:t>
            </a:r>
            <a:r>
              <a:rPr lang="zh-CN" altLang="en-US" sz="2400" b="1" dirty="0"/>
              <a:t>，试将判断结果用命题公式表示，并设计一个尽可能简单的电路图。</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日期占位符 3">
            <a:extLst>
              <a:ext uri="{FF2B5EF4-FFF2-40B4-BE49-F238E27FC236}">
                <a16:creationId xmlns:a16="http://schemas.microsoft.com/office/drawing/2014/main" id="{A7F22EB1-CA93-4BEA-8F49-C3FF6E77AB9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CC838D7-845E-4E78-8FBB-98E9049966B1}"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70659" name="页脚占位符 4">
            <a:extLst>
              <a:ext uri="{FF2B5EF4-FFF2-40B4-BE49-F238E27FC236}">
                <a16:creationId xmlns:a16="http://schemas.microsoft.com/office/drawing/2014/main" id="{0B321798-484F-4573-B3A6-69A9549B2BC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70660" name="灯片编号占位符 5">
            <a:extLst>
              <a:ext uri="{FF2B5EF4-FFF2-40B4-BE49-F238E27FC236}">
                <a16:creationId xmlns:a16="http://schemas.microsoft.com/office/drawing/2014/main" id="{3A38E8CF-E8B7-4301-9DF9-835B1DF8807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8BD7EE7-7124-44CB-B17D-B985BC60C5A8}" type="slidenum">
              <a:rPr lang="en-US" altLang="zh-CN" sz="1400" smtClean="0">
                <a:latin typeface="Times New Roman" panose="02020603050405020304" pitchFamily="18" charset="0"/>
                <a:ea typeface="宋体" panose="02010600030101010101" pitchFamily="2" charset="-122"/>
              </a:rPr>
              <a:pPr>
                <a:spcBef>
                  <a:spcPct val="0"/>
                </a:spcBef>
                <a:buFontTx/>
                <a:buNone/>
              </a:pPr>
              <a:t>66</a:t>
            </a:fld>
            <a:endParaRPr lang="en-US" altLang="zh-CN" sz="1400">
              <a:latin typeface="Times New Roman" panose="02020603050405020304" pitchFamily="18" charset="0"/>
              <a:ea typeface="宋体" panose="02010600030101010101" pitchFamily="2" charset="-122"/>
            </a:endParaRPr>
          </a:p>
        </p:txBody>
      </p:sp>
      <p:sp>
        <p:nvSpPr>
          <p:cNvPr id="70661" name="Text Box 2">
            <a:extLst>
              <a:ext uri="{FF2B5EF4-FFF2-40B4-BE49-F238E27FC236}">
                <a16:creationId xmlns:a16="http://schemas.microsoft.com/office/drawing/2014/main" id="{00CC46A4-F557-4D59-9296-9CADEF37E30E}"/>
              </a:ext>
            </a:extLst>
          </p:cNvPr>
          <p:cNvSpPr txBox="1">
            <a:spLocks noChangeArrowheads="1"/>
          </p:cNvSpPr>
          <p:nvPr/>
        </p:nvSpPr>
        <p:spPr bwMode="auto">
          <a:xfrm>
            <a:off x="1435100" y="908050"/>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主范式的应用</a:t>
            </a:r>
          </a:p>
        </p:txBody>
      </p:sp>
      <p:pic>
        <p:nvPicPr>
          <p:cNvPr id="70662" name="Picture 6" descr="C:\Program Files\Microsoft Office\MEDIA\CAGCAT10\j0293844.wmf">
            <a:extLst>
              <a:ext uri="{FF2B5EF4-FFF2-40B4-BE49-F238E27FC236}">
                <a16:creationId xmlns:a16="http://schemas.microsoft.com/office/drawing/2014/main" id="{6879558B-7747-4A79-99F9-8E1B2D34B7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620713"/>
            <a:ext cx="1401763" cy="147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9ED46BCB-1B3C-4B63-9905-14BC853C3B9A}"/>
              </a:ext>
            </a:extLst>
          </p:cNvPr>
          <p:cNvSpPr>
            <a:spLocks noRot="1" noChangeAspect="1" noMove="1" noResize="1" noEditPoints="1" noAdjustHandles="1" noChangeArrowheads="1" noChangeShapeType="1" noTextEdit="1"/>
          </p:cNvSpPr>
          <p:nvPr/>
        </p:nvSpPr>
        <p:spPr>
          <a:xfrm>
            <a:off x="611560" y="1943559"/>
            <a:ext cx="8158073" cy="1200329"/>
          </a:xfrm>
          <a:prstGeom prst="rect">
            <a:avLst/>
          </a:prstGeom>
          <a:blipFill>
            <a:blip r:embed="rId4"/>
            <a:stretch>
              <a:fillRect l="-1044" t="-5025" r="-447" b="-8543"/>
            </a:stretch>
          </a:blipFill>
          <a:ln>
            <a:solidFill>
              <a:srgbClr val="C00000"/>
            </a:solidFill>
          </a:ln>
        </p:spPr>
        <p:txBody>
          <a:bodyPr/>
          <a:lstStyle/>
          <a:p>
            <a:pPr>
              <a:defRPr/>
            </a:pPr>
            <a:r>
              <a:rPr lang="zh-CN" altLang="en-US">
                <a:noFill/>
              </a:rPr>
              <a:t> </a:t>
            </a:r>
          </a:p>
        </p:txBody>
      </p:sp>
      <p:pic>
        <p:nvPicPr>
          <p:cNvPr id="70664" name="图片 2">
            <a:extLst>
              <a:ext uri="{FF2B5EF4-FFF2-40B4-BE49-F238E27FC236}">
                <a16:creationId xmlns:a16="http://schemas.microsoft.com/office/drawing/2014/main" id="{ABD67F7A-0708-4CEE-AACE-B0FB012E996A}"/>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573338" y="3148013"/>
            <a:ext cx="3643312" cy="313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日期占位符 3">
            <a:extLst>
              <a:ext uri="{FF2B5EF4-FFF2-40B4-BE49-F238E27FC236}">
                <a16:creationId xmlns:a16="http://schemas.microsoft.com/office/drawing/2014/main" id="{53FF7E04-098C-48DF-B6DE-1E449FAB7C2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52E2F60-B2BB-4987-B2EF-2B9A751FA9E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71683" name="页脚占位符 4">
            <a:extLst>
              <a:ext uri="{FF2B5EF4-FFF2-40B4-BE49-F238E27FC236}">
                <a16:creationId xmlns:a16="http://schemas.microsoft.com/office/drawing/2014/main" id="{F32C406B-DE04-41B4-B585-D53BB845B27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71684" name="灯片编号占位符 5">
            <a:extLst>
              <a:ext uri="{FF2B5EF4-FFF2-40B4-BE49-F238E27FC236}">
                <a16:creationId xmlns:a16="http://schemas.microsoft.com/office/drawing/2014/main" id="{3A4EF051-E61E-422F-A99B-25B72D43286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35CA45A-E9B5-4F48-A1D2-44BA7E2D67F9}" type="slidenum">
              <a:rPr lang="en-US" altLang="zh-CN" sz="1400" smtClean="0">
                <a:latin typeface="Times New Roman" panose="02020603050405020304" pitchFamily="18" charset="0"/>
                <a:ea typeface="宋体" panose="02010600030101010101" pitchFamily="2" charset="-122"/>
              </a:rPr>
              <a:pPr>
                <a:spcBef>
                  <a:spcPct val="0"/>
                </a:spcBef>
                <a:buFontTx/>
                <a:buNone/>
              </a:pPr>
              <a:t>67</a:t>
            </a:fld>
            <a:endParaRPr lang="en-US" altLang="zh-CN" sz="1400">
              <a:latin typeface="Times New Roman" panose="02020603050405020304" pitchFamily="18" charset="0"/>
              <a:ea typeface="宋体" panose="02010600030101010101" pitchFamily="2" charset="-122"/>
            </a:endParaRPr>
          </a:p>
        </p:txBody>
      </p:sp>
      <p:sp>
        <p:nvSpPr>
          <p:cNvPr id="71685" name="Text Box 2">
            <a:extLst>
              <a:ext uri="{FF2B5EF4-FFF2-40B4-BE49-F238E27FC236}">
                <a16:creationId xmlns:a16="http://schemas.microsoft.com/office/drawing/2014/main" id="{D2F84F84-7704-481E-9536-B5DB40915F43}"/>
              </a:ext>
            </a:extLst>
          </p:cNvPr>
          <p:cNvSpPr txBox="1">
            <a:spLocks noChangeArrowheads="1"/>
          </p:cNvSpPr>
          <p:nvPr/>
        </p:nvSpPr>
        <p:spPr bwMode="auto">
          <a:xfrm>
            <a:off x="1435100" y="908050"/>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主范式的应用</a:t>
            </a:r>
          </a:p>
        </p:txBody>
      </p:sp>
      <p:pic>
        <p:nvPicPr>
          <p:cNvPr id="71686" name="Picture 6" descr="C:\Program Files\Microsoft Office\MEDIA\CAGCAT10\j0293844.wmf">
            <a:extLst>
              <a:ext uri="{FF2B5EF4-FFF2-40B4-BE49-F238E27FC236}">
                <a16:creationId xmlns:a16="http://schemas.microsoft.com/office/drawing/2014/main" id="{C640643A-48E2-4B0D-B42B-932BEC2D04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620713"/>
            <a:ext cx="1401763" cy="147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7" name="图片 2">
            <a:extLst>
              <a:ext uri="{FF2B5EF4-FFF2-40B4-BE49-F238E27FC236}">
                <a16:creationId xmlns:a16="http://schemas.microsoft.com/office/drawing/2014/main" id="{61182DBC-7F00-45AD-846F-228877B1D87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2205038"/>
            <a:ext cx="692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8" name="图片 3">
            <a:extLst>
              <a:ext uri="{FF2B5EF4-FFF2-40B4-BE49-F238E27FC236}">
                <a16:creationId xmlns:a16="http://schemas.microsoft.com/office/drawing/2014/main" id="{596D590A-6767-458A-8C80-65F622756F4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2924175"/>
            <a:ext cx="7947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9" name="图片 4">
            <a:extLst>
              <a:ext uri="{FF2B5EF4-FFF2-40B4-BE49-F238E27FC236}">
                <a16:creationId xmlns:a16="http://schemas.microsoft.com/office/drawing/2014/main" id="{2C9869E2-56BD-4D80-8CAF-08FE00BE9DD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3573463"/>
            <a:ext cx="4424363"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0" name="图片 5">
            <a:extLst>
              <a:ext uri="{FF2B5EF4-FFF2-40B4-BE49-F238E27FC236}">
                <a16:creationId xmlns:a16="http://schemas.microsoft.com/office/drawing/2014/main" id="{BDC1124E-CAA5-4D16-8FBE-3F1B4A9DFD4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6013" y="4365625"/>
            <a:ext cx="7234237"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1" name="图片 6">
            <a:extLst>
              <a:ext uri="{FF2B5EF4-FFF2-40B4-BE49-F238E27FC236}">
                <a16:creationId xmlns:a16="http://schemas.microsoft.com/office/drawing/2014/main" id="{C2F7C27F-8BD9-414F-980F-748EAE8F3AB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8888" y="4987925"/>
            <a:ext cx="387826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日期占位符 3">
            <a:extLst>
              <a:ext uri="{FF2B5EF4-FFF2-40B4-BE49-F238E27FC236}">
                <a16:creationId xmlns:a16="http://schemas.microsoft.com/office/drawing/2014/main" id="{EFFB5EB1-0BBF-493D-B9EC-E70697488E3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490BB53-062B-4E85-92EF-887407350886}"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72707" name="页脚占位符 4">
            <a:extLst>
              <a:ext uri="{FF2B5EF4-FFF2-40B4-BE49-F238E27FC236}">
                <a16:creationId xmlns:a16="http://schemas.microsoft.com/office/drawing/2014/main" id="{52410AB3-B5ED-479D-B35B-31C7FE45653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72708" name="灯片编号占位符 5">
            <a:extLst>
              <a:ext uri="{FF2B5EF4-FFF2-40B4-BE49-F238E27FC236}">
                <a16:creationId xmlns:a16="http://schemas.microsoft.com/office/drawing/2014/main" id="{55612B30-B547-4D07-B50E-2CE62A23A71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985911B-49A2-4B4F-AE49-1A622857551F}" type="slidenum">
              <a:rPr lang="en-US" altLang="zh-CN" sz="1400" smtClean="0">
                <a:latin typeface="Times New Roman" panose="02020603050405020304" pitchFamily="18" charset="0"/>
                <a:ea typeface="宋体" panose="02010600030101010101" pitchFamily="2" charset="-122"/>
              </a:rPr>
              <a:pPr>
                <a:spcBef>
                  <a:spcPct val="0"/>
                </a:spcBef>
                <a:buFontTx/>
                <a:buNone/>
              </a:pPr>
              <a:t>68</a:t>
            </a:fld>
            <a:endParaRPr lang="en-US" altLang="zh-CN" sz="1400">
              <a:latin typeface="Times New Roman" panose="02020603050405020304" pitchFamily="18" charset="0"/>
              <a:ea typeface="宋体" panose="02010600030101010101" pitchFamily="2" charset="-122"/>
            </a:endParaRPr>
          </a:p>
        </p:txBody>
      </p:sp>
      <p:sp>
        <p:nvSpPr>
          <p:cNvPr id="72709" name="Text Box 2">
            <a:extLst>
              <a:ext uri="{FF2B5EF4-FFF2-40B4-BE49-F238E27FC236}">
                <a16:creationId xmlns:a16="http://schemas.microsoft.com/office/drawing/2014/main" id="{F2E4879D-AC4C-4AB7-93D0-C4A50A843CE6}"/>
              </a:ext>
            </a:extLst>
          </p:cNvPr>
          <p:cNvSpPr txBox="1">
            <a:spLocks noChangeArrowheads="1"/>
          </p:cNvSpPr>
          <p:nvPr/>
        </p:nvSpPr>
        <p:spPr bwMode="auto">
          <a:xfrm>
            <a:off x="1435100" y="908050"/>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主范式的应用</a:t>
            </a:r>
          </a:p>
        </p:txBody>
      </p:sp>
      <p:pic>
        <p:nvPicPr>
          <p:cNvPr id="72710" name="Picture 6" descr="C:\Program Files\Microsoft Office\MEDIA\CAGCAT10\j0293844.wmf">
            <a:extLst>
              <a:ext uri="{FF2B5EF4-FFF2-40B4-BE49-F238E27FC236}">
                <a16:creationId xmlns:a16="http://schemas.microsoft.com/office/drawing/2014/main" id="{770D9E01-CF3C-45E7-924F-5BFDF29FA0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620713"/>
            <a:ext cx="1401763" cy="147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1" name="图片 6">
            <a:extLst>
              <a:ext uri="{FF2B5EF4-FFF2-40B4-BE49-F238E27FC236}">
                <a16:creationId xmlns:a16="http://schemas.microsoft.com/office/drawing/2014/main" id="{2C157C80-6E26-4048-85DF-03DF7C34DAAC}"/>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3068638"/>
            <a:ext cx="5448300" cy="277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12" name="矩形 1">
            <a:extLst>
              <a:ext uri="{FF2B5EF4-FFF2-40B4-BE49-F238E27FC236}">
                <a16:creationId xmlns:a16="http://schemas.microsoft.com/office/drawing/2014/main" id="{1F1E3CC4-5A20-4C81-9794-89311C08EE3E}"/>
              </a:ext>
            </a:extLst>
          </p:cNvPr>
          <p:cNvSpPr>
            <a:spLocks noChangeArrowheads="1"/>
          </p:cNvSpPr>
          <p:nvPr/>
        </p:nvSpPr>
        <p:spPr bwMode="auto">
          <a:xfrm>
            <a:off x="1258888" y="2205038"/>
            <a:ext cx="3416300" cy="523875"/>
          </a:xfrm>
          <a:prstGeom prst="rect">
            <a:avLst/>
          </a:prstGeom>
          <a:solidFill>
            <a:schemeClr val="accent1">
              <a:lumMod val="20000"/>
              <a:lumOff val="80000"/>
            </a:schemeClr>
          </a:solidFill>
          <a:ln>
            <a:noFill/>
          </a:ln>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defRPr/>
            </a:pPr>
            <a:r>
              <a:rPr lang="zh-CN" altLang="en-US" sz="2800" b="1" dirty="0">
                <a:latin typeface="Calibri" panose="020F0502020204030204" pitchFamily="34" charset="0"/>
                <a:ea typeface="宋体" panose="02010600030101010101" pitchFamily="2" charset="-122"/>
                <a:cs typeface="Times New Roman" panose="02020603050405020304" pitchFamily="18" charset="0"/>
              </a:rPr>
              <a:t>相应的电路图如下：</a:t>
            </a:r>
            <a:endParaRPr lang="zh-CN" altLang="en-US" sz="2800" b="1" dirty="0">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日期占位符 3">
            <a:extLst>
              <a:ext uri="{FF2B5EF4-FFF2-40B4-BE49-F238E27FC236}">
                <a16:creationId xmlns:a16="http://schemas.microsoft.com/office/drawing/2014/main" id="{A1BE7972-F020-40D7-9DB0-F50CA0B99B5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283096F-6922-4445-98A8-15BD6EF876D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73731" name="页脚占位符 4">
            <a:extLst>
              <a:ext uri="{FF2B5EF4-FFF2-40B4-BE49-F238E27FC236}">
                <a16:creationId xmlns:a16="http://schemas.microsoft.com/office/drawing/2014/main" id="{96914F4F-15E7-4262-92EC-C9A18235553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73732" name="灯片编号占位符 5">
            <a:extLst>
              <a:ext uri="{FF2B5EF4-FFF2-40B4-BE49-F238E27FC236}">
                <a16:creationId xmlns:a16="http://schemas.microsoft.com/office/drawing/2014/main" id="{63289FFA-FE65-499E-B0C1-B11FFA6C71A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63FEDD8-889D-46A0-AD40-D0BAB4E55EAD}" type="slidenum">
              <a:rPr lang="en-US" altLang="zh-CN" sz="1400" smtClean="0">
                <a:latin typeface="Times New Roman" panose="02020603050405020304" pitchFamily="18" charset="0"/>
                <a:ea typeface="宋体" panose="02010600030101010101" pitchFamily="2" charset="-122"/>
              </a:rPr>
              <a:pPr>
                <a:spcBef>
                  <a:spcPct val="0"/>
                </a:spcBef>
                <a:buFontTx/>
                <a:buNone/>
              </a:pPr>
              <a:t>69</a:t>
            </a:fld>
            <a:endParaRPr lang="en-US" altLang="zh-CN" sz="1400">
              <a:latin typeface="Times New Roman" panose="02020603050405020304" pitchFamily="18" charset="0"/>
              <a:ea typeface="宋体" panose="02010600030101010101" pitchFamily="2" charset="-122"/>
            </a:endParaRPr>
          </a:p>
        </p:txBody>
      </p:sp>
      <p:sp>
        <p:nvSpPr>
          <p:cNvPr id="73733" name="Text Box 2">
            <a:extLst>
              <a:ext uri="{FF2B5EF4-FFF2-40B4-BE49-F238E27FC236}">
                <a16:creationId xmlns:a16="http://schemas.microsoft.com/office/drawing/2014/main" id="{A2D68152-9DBC-4959-A8D1-DABA62FA8413}"/>
              </a:ext>
            </a:extLst>
          </p:cNvPr>
          <p:cNvSpPr txBox="1">
            <a:spLocks noChangeArrowheads="1"/>
          </p:cNvSpPr>
          <p:nvPr/>
        </p:nvSpPr>
        <p:spPr bwMode="auto">
          <a:xfrm>
            <a:off x="1435100" y="908050"/>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主范式的应用</a:t>
            </a:r>
          </a:p>
        </p:txBody>
      </p:sp>
      <p:pic>
        <p:nvPicPr>
          <p:cNvPr id="73734" name="Picture 6" descr="C:\Program Files\Microsoft Office\MEDIA\CAGCAT10\j0293844.wmf">
            <a:extLst>
              <a:ext uri="{FF2B5EF4-FFF2-40B4-BE49-F238E27FC236}">
                <a16:creationId xmlns:a16="http://schemas.microsoft.com/office/drawing/2014/main" id="{0DB23B8A-CCAC-43D0-89D9-C1998B2CE1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620713"/>
            <a:ext cx="1401763" cy="147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A5B8C49E-37AB-463A-9BA6-F2215C7933C1}"/>
              </a:ext>
            </a:extLst>
          </p:cNvPr>
          <p:cNvSpPr/>
          <p:nvPr/>
        </p:nvSpPr>
        <p:spPr>
          <a:xfrm>
            <a:off x="268288" y="2017713"/>
            <a:ext cx="8551862" cy="2244725"/>
          </a:xfrm>
          <a:prstGeom prst="rect">
            <a:avLst/>
          </a:prstGeom>
          <a:solidFill>
            <a:srgbClr val="FFFF99"/>
          </a:solidFill>
          <a:ln>
            <a:solidFill>
              <a:srgbClr val="006600"/>
            </a:solidFill>
          </a:ln>
        </p:spPr>
        <p:txBody>
          <a:bodyPr>
            <a:spAutoFit/>
          </a:bodyPr>
          <a:lstStyle/>
          <a:p>
            <a:pPr indent="200025" algn="just">
              <a:lnSpc>
                <a:spcPct val="150000"/>
              </a:lnSpc>
              <a:spcAft>
                <a:spcPts val="0"/>
              </a:spcAft>
              <a:defRPr/>
            </a:pPr>
            <a:r>
              <a:rPr lang="en-US" altLang="zh-CN" sz="2400" b="1" kern="100" dirty="0">
                <a:solidFill>
                  <a:srgbClr val="006600"/>
                </a:solidFill>
                <a:latin typeface="Calibri" panose="020F0502020204030204" pitchFamily="34" charset="0"/>
                <a:cs typeface="Times New Roman" panose="02020603050405020304" pitchFamily="18" charset="0"/>
              </a:rPr>
              <a:t>  </a:t>
            </a:r>
            <a:r>
              <a:rPr lang="zh-CN" altLang="zh-CN" sz="2400" b="1" kern="100" dirty="0">
                <a:solidFill>
                  <a:srgbClr val="006600"/>
                </a:solidFill>
                <a:latin typeface="Calibri" panose="020F0502020204030204" pitchFamily="34" charset="0"/>
                <a:cs typeface="Times New Roman" panose="02020603050405020304" pitchFamily="18" charset="0"/>
              </a:rPr>
              <a:t>【例题】</a:t>
            </a:r>
            <a:r>
              <a:rPr lang="zh-CN" altLang="zh-CN" sz="2400" b="1" kern="100" dirty="0">
                <a:latin typeface="Calibri" panose="020F0502020204030204" pitchFamily="34" charset="0"/>
                <a:cs typeface="Times New Roman" panose="02020603050405020304" pitchFamily="18" charset="0"/>
              </a:rPr>
              <a:t>某单位要从</a:t>
            </a:r>
            <a:r>
              <a:rPr lang="en-US" altLang="zh-CN" sz="2400" b="1" kern="100" dirty="0">
                <a:latin typeface="Calibri" panose="020F0502020204030204" pitchFamily="34" charset="0"/>
                <a:cs typeface="Times New Roman" panose="02020603050405020304" pitchFamily="18" charset="0"/>
              </a:rPr>
              <a:t>A, B, C</a:t>
            </a:r>
            <a:r>
              <a:rPr lang="zh-CN" altLang="zh-CN" sz="2400" b="1" kern="100" dirty="0">
                <a:latin typeface="Calibri" panose="020F0502020204030204" pitchFamily="34" charset="0"/>
                <a:cs typeface="Times New Roman" panose="02020603050405020304" pitchFamily="18" charset="0"/>
              </a:rPr>
              <a:t>这三名科研骨干中挑选</a:t>
            </a:r>
            <a:r>
              <a:rPr lang="en-US" altLang="zh-CN" sz="2400" b="1" kern="100" dirty="0">
                <a:latin typeface="Calibri" panose="020F0502020204030204" pitchFamily="34" charset="0"/>
                <a:cs typeface="Times New Roman" panose="02020603050405020304" pitchFamily="18" charset="0"/>
              </a:rPr>
              <a:t>1</a:t>
            </a:r>
            <a:r>
              <a:rPr lang="zh-CN" altLang="zh-CN" sz="2400" b="1" kern="100" dirty="0">
                <a:latin typeface="Calibri" panose="020F0502020204030204" pitchFamily="34" charset="0"/>
                <a:cs typeface="Times New Roman" panose="02020603050405020304" pitchFamily="18" charset="0"/>
              </a:rPr>
              <a:t>到</a:t>
            </a:r>
            <a:r>
              <a:rPr lang="en-US" altLang="zh-CN" sz="2400" b="1" kern="100" dirty="0">
                <a:latin typeface="Calibri" panose="020F0502020204030204" pitchFamily="34" charset="0"/>
                <a:cs typeface="Times New Roman" panose="02020603050405020304" pitchFamily="18" charset="0"/>
              </a:rPr>
              <a:t>2</a:t>
            </a:r>
            <a:r>
              <a:rPr lang="zh-CN" altLang="zh-CN" sz="2400" b="1" kern="100" dirty="0">
                <a:latin typeface="Calibri" panose="020F0502020204030204" pitchFamily="34" charset="0"/>
                <a:cs typeface="Times New Roman" panose="02020603050405020304" pitchFamily="18" charset="0"/>
              </a:rPr>
              <a:t>名出国进修，根据工作业务上的需要，选派人员需满足如下条件：（</a:t>
            </a:r>
            <a:r>
              <a:rPr lang="en-US" altLang="zh-CN" sz="2400" b="1" kern="100" dirty="0">
                <a:latin typeface="Calibri" panose="020F0502020204030204" pitchFamily="34" charset="0"/>
                <a:cs typeface="Times New Roman" panose="02020603050405020304" pitchFamily="18" charset="0"/>
              </a:rPr>
              <a:t>1</a:t>
            </a:r>
            <a:r>
              <a:rPr lang="zh-CN" altLang="zh-CN" sz="2400" b="1" kern="100" dirty="0">
                <a:latin typeface="Calibri" panose="020F0502020204030204" pitchFamily="34" charset="0"/>
                <a:cs typeface="Times New Roman" panose="02020603050405020304" pitchFamily="18" charset="0"/>
              </a:rPr>
              <a:t>）若</a:t>
            </a:r>
            <a:r>
              <a:rPr lang="en-US" altLang="zh-CN" sz="2400" b="1" kern="100" dirty="0">
                <a:latin typeface="Calibri" panose="020F0502020204030204" pitchFamily="34" charset="0"/>
                <a:cs typeface="Times New Roman" panose="02020603050405020304" pitchFamily="18" charset="0"/>
              </a:rPr>
              <a:t>A</a:t>
            </a:r>
            <a:r>
              <a:rPr lang="zh-CN" altLang="zh-CN" sz="2400" b="1" kern="100" dirty="0">
                <a:latin typeface="Calibri" panose="020F0502020204030204" pitchFamily="34" charset="0"/>
                <a:cs typeface="Times New Roman" panose="02020603050405020304" pitchFamily="18" charset="0"/>
              </a:rPr>
              <a:t>去</a:t>
            </a:r>
            <a:r>
              <a:rPr lang="en-US" altLang="zh-CN" sz="2400" b="1" kern="100" dirty="0">
                <a:latin typeface="Calibri" panose="020F0502020204030204" pitchFamily="34" charset="0"/>
                <a:cs typeface="Times New Roman" panose="02020603050405020304" pitchFamily="18" charset="0"/>
              </a:rPr>
              <a:t>, </a:t>
            </a:r>
            <a:r>
              <a:rPr lang="zh-CN" altLang="zh-CN" sz="2400" b="1" kern="100" dirty="0">
                <a:latin typeface="Calibri" panose="020F0502020204030204" pitchFamily="34" charset="0"/>
                <a:cs typeface="Times New Roman" panose="02020603050405020304" pitchFamily="18" charset="0"/>
              </a:rPr>
              <a:t>则</a:t>
            </a:r>
            <a:r>
              <a:rPr lang="en-US" altLang="zh-CN" sz="2400" b="1" kern="100" dirty="0">
                <a:latin typeface="Calibri" panose="020F0502020204030204" pitchFamily="34" charset="0"/>
                <a:cs typeface="Times New Roman" panose="02020603050405020304" pitchFamily="18" charset="0"/>
              </a:rPr>
              <a:t>C</a:t>
            </a:r>
            <a:r>
              <a:rPr lang="zh-CN" altLang="zh-CN" sz="2400" b="1" kern="100" dirty="0">
                <a:latin typeface="Calibri" panose="020F0502020204030204" pitchFamily="34" charset="0"/>
                <a:cs typeface="Times New Roman" panose="02020603050405020304" pitchFamily="18" charset="0"/>
              </a:rPr>
              <a:t>必须去；（</a:t>
            </a:r>
            <a:r>
              <a:rPr lang="en-US" altLang="zh-CN" sz="2400" b="1" kern="100" dirty="0">
                <a:latin typeface="Calibri" panose="020F0502020204030204" pitchFamily="34" charset="0"/>
                <a:cs typeface="Times New Roman" panose="02020603050405020304" pitchFamily="18" charset="0"/>
              </a:rPr>
              <a:t>2</a:t>
            </a:r>
            <a:r>
              <a:rPr lang="zh-CN" altLang="zh-CN" sz="2400" b="1" kern="100" dirty="0">
                <a:latin typeface="Calibri" panose="020F0502020204030204" pitchFamily="34" charset="0"/>
                <a:cs typeface="Times New Roman" panose="02020603050405020304" pitchFamily="18" charset="0"/>
              </a:rPr>
              <a:t>）若</a:t>
            </a:r>
            <a:r>
              <a:rPr lang="en-US" altLang="zh-CN" sz="2400" b="1" kern="100" dirty="0">
                <a:latin typeface="Calibri" panose="020F0502020204030204" pitchFamily="34" charset="0"/>
                <a:cs typeface="Times New Roman" panose="02020603050405020304" pitchFamily="18" charset="0"/>
              </a:rPr>
              <a:t>B</a:t>
            </a:r>
            <a:r>
              <a:rPr lang="zh-CN" altLang="zh-CN" sz="2400" b="1" kern="100" dirty="0">
                <a:latin typeface="Calibri" panose="020F0502020204030204" pitchFamily="34" charset="0"/>
                <a:cs typeface="Times New Roman" panose="02020603050405020304" pitchFamily="18" charset="0"/>
              </a:rPr>
              <a:t>去</a:t>
            </a:r>
            <a:r>
              <a:rPr lang="en-US" altLang="zh-CN" sz="2400" b="1" kern="100" dirty="0">
                <a:latin typeface="Calibri" panose="020F0502020204030204" pitchFamily="34" charset="0"/>
                <a:cs typeface="Times New Roman" panose="02020603050405020304" pitchFamily="18" charset="0"/>
              </a:rPr>
              <a:t>, </a:t>
            </a:r>
            <a:r>
              <a:rPr lang="zh-CN" altLang="zh-CN" sz="2400" b="1" kern="100" dirty="0">
                <a:latin typeface="Calibri" panose="020F0502020204030204" pitchFamily="34" charset="0"/>
                <a:cs typeface="Times New Roman" panose="02020603050405020304" pitchFamily="18" charset="0"/>
              </a:rPr>
              <a:t>则</a:t>
            </a:r>
            <a:r>
              <a:rPr lang="en-US" altLang="zh-CN" sz="2400" b="1" kern="100" dirty="0">
                <a:latin typeface="Calibri" panose="020F0502020204030204" pitchFamily="34" charset="0"/>
                <a:cs typeface="Times New Roman" panose="02020603050405020304" pitchFamily="18" charset="0"/>
              </a:rPr>
              <a:t>C</a:t>
            </a:r>
            <a:r>
              <a:rPr lang="zh-CN" altLang="zh-CN" sz="2400" b="1" kern="100" dirty="0">
                <a:latin typeface="Calibri" panose="020F0502020204030204" pitchFamily="34" charset="0"/>
                <a:cs typeface="Times New Roman" panose="02020603050405020304" pitchFamily="18" charset="0"/>
              </a:rPr>
              <a:t>不能去；（</a:t>
            </a:r>
            <a:r>
              <a:rPr lang="en-US" altLang="zh-CN" sz="2400" b="1" kern="100" dirty="0">
                <a:latin typeface="Calibri" panose="020F0502020204030204" pitchFamily="34" charset="0"/>
                <a:cs typeface="Times New Roman" panose="02020603050405020304" pitchFamily="18" charset="0"/>
              </a:rPr>
              <a:t>3</a:t>
            </a:r>
            <a:r>
              <a:rPr lang="zh-CN" altLang="zh-CN" sz="2400" b="1" kern="100" dirty="0">
                <a:latin typeface="Calibri" panose="020F0502020204030204" pitchFamily="34" charset="0"/>
                <a:cs typeface="Times New Roman" panose="02020603050405020304" pitchFamily="18" charset="0"/>
              </a:rPr>
              <a:t>）若</a:t>
            </a:r>
            <a:r>
              <a:rPr lang="en-US" altLang="zh-CN" sz="2400" b="1" kern="100" dirty="0">
                <a:latin typeface="Calibri" panose="020F0502020204030204" pitchFamily="34" charset="0"/>
                <a:cs typeface="Times New Roman" panose="02020603050405020304" pitchFamily="18" charset="0"/>
              </a:rPr>
              <a:t>C</a:t>
            </a:r>
            <a:r>
              <a:rPr lang="zh-CN" altLang="zh-CN" sz="2400" b="1" kern="100" dirty="0">
                <a:latin typeface="Calibri" panose="020F0502020204030204" pitchFamily="34" charset="0"/>
                <a:cs typeface="Times New Roman" panose="02020603050405020304" pitchFamily="18" charset="0"/>
              </a:rPr>
              <a:t>不去，则</a:t>
            </a:r>
            <a:r>
              <a:rPr lang="en-US" altLang="zh-CN" sz="2400" b="1" kern="100" dirty="0">
                <a:latin typeface="Calibri" panose="020F0502020204030204" pitchFamily="34" charset="0"/>
                <a:cs typeface="Times New Roman" panose="02020603050405020304" pitchFamily="18" charset="0"/>
              </a:rPr>
              <a:t>A</a:t>
            </a:r>
            <a:r>
              <a:rPr lang="zh-CN" altLang="zh-CN" sz="2400" b="1" kern="100" dirty="0">
                <a:latin typeface="Calibri" panose="020F0502020204030204" pitchFamily="34" charset="0"/>
                <a:cs typeface="Times New Roman" panose="02020603050405020304" pitchFamily="18" charset="0"/>
              </a:rPr>
              <a:t>或</a:t>
            </a:r>
            <a:r>
              <a:rPr lang="en-US" altLang="zh-CN" sz="2400" b="1" kern="100" dirty="0">
                <a:latin typeface="Calibri" panose="020F0502020204030204" pitchFamily="34" charset="0"/>
                <a:cs typeface="Times New Roman" panose="02020603050405020304" pitchFamily="18" charset="0"/>
              </a:rPr>
              <a:t>B</a:t>
            </a:r>
            <a:r>
              <a:rPr lang="zh-CN" altLang="zh-CN" sz="2400" b="1" kern="100" dirty="0">
                <a:latin typeface="Calibri" panose="020F0502020204030204" pitchFamily="34" charset="0"/>
                <a:cs typeface="Times New Roman" panose="02020603050405020304" pitchFamily="18" charset="0"/>
              </a:rPr>
              <a:t>都可以去。问如何选派？</a:t>
            </a:r>
          </a:p>
        </p:txBody>
      </p:sp>
      <p:sp>
        <p:nvSpPr>
          <p:cNvPr id="4" name="矩形 3">
            <a:extLst>
              <a:ext uri="{FF2B5EF4-FFF2-40B4-BE49-F238E27FC236}">
                <a16:creationId xmlns:a16="http://schemas.microsoft.com/office/drawing/2014/main" id="{256852FC-EE61-432E-B858-B77487094B29}"/>
              </a:ext>
            </a:extLst>
          </p:cNvPr>
          <p:cNvSpPr/>
          <p:nvPr/>
        </p:nvSpPr>
        <p:spPr>
          <a:xfrm>
            <a:off x="250825" y="4508500"/>
            <a:ext cx="8551863" cy="1692275"/>
          </a:xfrm>
          <a:prstGeom prst="rect">
            <a:avLst/>
          </a:prstGeom>
          <a:solidFill>
            <a:srgbClr val="FFC000"/>
          </a:solidFill>
          <a:ln>
            <a:solidFill>
              <a:srgbClr val="C00000"/>
            </a:solidFill>
          </a:ln>
        </p:spPr>
        <p:txBody>
          <a:bodyPr>
            <a:spAutoFit/>
          </a:bodyPr>
          <a:lstStyle/>
          <a:p>
            <a:pPr indent="200025" algn="just">
              <a:lnSpc>
                <a:spcPct val="150000"/>
              </a:lnSpc>
              <a:spcAft>
                <a:spcPts val="0"/>
              </a:spcAft>
              <a:defRPr/>
            </a:pPr>
            <a:r>
              <a:rPr lang="en-US" altLang="zh-CN" sz="2400" b="1" kern="100" dirty="0">
                <a:latin typeface="Calibri" panose="020F0502020204030204" pitchFamily="34" charset="0"/>
                <a:cs typeface="Times New Roman" panose="02020603050405020304" pitchFamily="18" charset="0"/>
              </a:rPr>
              <a:t>  </a:t>
            </a:r>
            <a:r>
              <a:rPr lang="zh-CN" altLang="zh-CN" sz="2400" b="1" kern="100" dirty="0">
                <a:latin typeface="Calibri" panose="020F0502020204030204" pitchFamily="34" charset="0"/>
                <a:cs typeface="Times New Roman" panose="02020603050405020304" pitchFamily="18" charset="0"/>
              </a:rPr>
              <a:t>【分析】首先将问题通过符号化表示成命题公式，由于可行的方案对应于命题公式的成真赋值，故可将命题公式化为主析取范式，然后通过小项析取得到所有可行的选派方案。</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日期占位符 3">
            <a:extLst>
              <a:ext uri="{FF2B5EF4-FFF2-40B4-BE49-F238E27FC236}">
                <a16:creationId xmlns:a16="http://schemas.microsoft.com/office/drawing/2014/main" id="{20528B1E-978D-48F1-A875-5996ACF5AF0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B7C1AE6-08EC-4CFF-A247-DC0BC358225F}"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74755" name="页脚占位符 4">
            <a:extLst>
              <a:ext uri="{FF2B5EF4-FFF2-40B4-BE49-F238E27FC236}">
                <a16:creationId xmlns:a16="http://schemas.microsoft.com/office/drawing/2014/main" id="{4773F244-B378-40AF-A57E-2DFC0E8AEBC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74756" name="灯片编号占位符 5">
            <a:extLst>
              <a:ext uri="{FF2B5EF4-FFF2-40B4-BE49-F238E27FC236}">
                <a16:creationId xmlns:a16="http://schemas.microsoft.com/office/drawing/2014/main" id="{CABE87F0-12E9-4D33-B307-B0D865B6A0C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DC42F2A-8F75-426F-AFB0-B552FA298585}" type="slidenum">
              <a:rPr lang="en-US" altLang="zh-CN" sz="1400" smtClean="0">
                <a:latin typeface="Times New Roman" panose="02020603050405020304" pitchFamily="18" charset="0"/>
                <a:ea typeface="宋体" panose="02010600030101010101" pitchFamily="2" charset="-122"/>
              </a:rPr>
              <a:pPr>
                <a:spcBef>
                  <a:spcPct val="0"/>
                </a:spcBef>
                <a:buFontTx/>
                <a:buNone/>
              </a:pPr>
              <a:t>70</a:t>
            </a:fld>
            <a:endParaRPr lang="en-US" altLang="zh-CN" sz="1400">
              <a:latin typeface="Times New Roman" panose="02020603050405020304" pitchFamily="18" charset="0"/>
              <a:ea typeface="宋体" panose="02010600030101010101" pitchFamily="2" charset="-122"/>
            </a:endParaRPr>
          </a:p>
        </p:txBody>
      </p:sp>
      <p:sp>
        <p:nvSpPr>
          <p:cNvPr id="74757" name="Text Box 2">
            <a:extLst>
              <a:ext uri="{FF2B5EF4-FFF2-40B4-BE49-F238E27FC236}">
                <a16:creationId xmlns:a16="http://schemas.microsoft.com/office/drawing/2014/main" id="{335BDEDE-3BA2-429B-8EA7-C7FD86997C41}"/>
              </a:ext>
            </a:extLst>
          </p:cNvPr>
          <p:cNvSpPr txBox="1">
            <a:spLocks noChangeArrowheads="1"/>
          </p:cNvSpPr>
          <p:nvPr/>
        </p:nvSpPr>
        <p:spPr bwMode="auto">
          <a:xfrm>
            <a:off x="1476375" y="692150"/>
            <a:ext cx="59451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主范式的应用</a:t>
            </a:r>
          </a:p>
        </p:txBody>
      </p:sp>
      <p:pic>
        <p:nvPicPr>
          <p:cNvPr id="74758" name="Picture 6" descr="C:\Program Files\Microsoft Office\MEDIA\CAGCAT10\j0293844.wmf">
            <a:extLst>
              <a:ext uri="{FF2B5EF4-FFF2-40B4-BE49-F238E27FC236}">
                <a16:creationId xmlns:a16="http://schemas.microsoft.com/office/drawing/2014/main" id="{44ED39C3-59A9-49FA-B9BC-4EABC6445B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72450" y="620713"/>
            <a:ext cx="1008063" cy="106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9" name="图片 14">
            <a:extLst>
              <a:ext uri="{FF2B5EF4-FFF2-40B4-BE49-F238E27FC236}">
                <a16:creationId xmlns:a16="http://schemas.microsoft.com/office/drawing/2014/main" id="{A5214C7C-B05F-4D57-AD9A-10CFB761B3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1916113"/>
            <a:ext cx="8785225"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日期占位符 3">
            <a:extLst>
              <a:ext uri="{FF2B5EF4-FFF2-40B4-BE49-F238E27FC236}">
                <a16:creationId xmlns:a16="http://schemas.microsoft.com/office/drawing/2014/main" id="{CB00D7A6-DA64-4B68-AA0B-F366E0FAFF00}"/>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60065F4-5138-45EA-97CF-6CB23E3DEC67}"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75779" name="页脚占位符 4">
            <a:extLst>
              <a:ext uri="{FF2B5EF4-FFF2-40B4-BE49-F238E27FC236}">
                <a16:creationId xmlns:a16="http://schemas.microsoft.com/office/drawing/2014/main" id="{948063E3-37EA-4518-8BF9-2C9FCEE73C6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75780" name="灯片编号占位符 5">
            <a:extLst>
              <a:ext uri="{FF2B5EF4-FFF2-40B4-BE49-F238E27FC236}">
                <a16:creationId xmlns:a16="http://schemas.microsoft.com/office/drawing/2014/main" id="{1F111C61-5FD7-4225-81E5-9DB9C0A5A50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5415D4F-A0F1-445D-9DCE-D4EC0CE68BF6}" type="slidenum">
              <a:rPr lang="en-US" altLang="zh-CN" sz="1400" smtClean="0">
                <a:latin typeface="Times New Roman" panose="02020603050405020304" pitchFamily="18" charset="0"/>
                <a:ea typeface="宋体" panose="02010600030101010101" pitchFamily="2" charset="-122"/>
              </a:rPr>
              <a:pPr>
                <a:spcBef>
                  <a:spcPct val="0"/>
                </a:spcBef>
                <a:buFontTx/>
                <a:buNone/>
              </a:pPr>
              <a:t>71</a:t>
            </a:fld>
            <a:endParaRPr lang="en-US" altLang="zh-CN" sz="1400">
              <a:latin typeface="Times New Roman" panose="02020603050405020304" pitchFamily="18" charset="0"/>
              <a:ea typeface="宋体" panose="02010600030101010101" pitchFamily="2" charset="-122"/>
            </a:endParaRPr>
          </a:p>
        </p:txBody>
      </p:sp>
      <p:sp>
        <p:nvSpPr>
          <p:cNvPr id="75781" name="Text Box 2">
            <a:extLst>
              <a:ext uri="{FF2B5EF4-FFF2-40B4-BE49-F238E27FC236}">
                <a16:creationId xmlns:a16="http://schemas.microsoft.com/office/drawing/2014/main" id="{9048C176-5747-4D06-A607-1D92D1A55574}"/>
              </a:ext>
            </a:extLst>
          </p:cNvPr>
          <p:cNvSpPr txBox="1">
            <a:spLocks noChangeArrowheads="1"/>
          </p:cNvSpPr>
          <p:nvPr/>
        </p:nvSpPr>
        <p:spPr bwMode="auto">
          <a:xfrm>
            <a:off x="1676400" y="1524000"/>
            <a:ext cx="63357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None/>
            </a:pPr>
            <a:r>
              <a:rPr lang="zh-CN" altLang="en-US" sz="5400" b="1">
                <a:solidFill>
                  <a:schemeClr val="bg1"/>
                </a:solidFill>
                <a:latin typeface="宋体" panose="02010600030101010101" pitchFamily="2" charset="-122"/>
                <a:ea typeface="宋体" panose="02010600030101010101" pitchFamily="2" charset="-122"/>
              </a:rPr>
              <a:t>本节内容到此结束</a:t>
            </a:r>
          </a:p>
        </p:txBody>
      </p:sp>
      <p:sp>
        <p:nvSpPr>
          <p:cNvPr id="75782" name="WordArt 3">
            <a:extLst>
              <a:ext uri="{FF2B5EF4-FFF2-40B4-BE49-F238E27FC236}">
                <a16:creationId xmlns:a16="http://schemas.microsoft.com/office/drawing/2014/main" id="{0BD117DD-FC0E-4F92-80AA-CC65BB1DDE72}"/>
              </a:ext>
            </a:extLst>
          </p:cNvPr>
          <p:cNvSpPr>
            <a:spLocks noChangeArrowheads="1" noChangeShapeType="1" noTextEdit="1"/>
          </p:cNvSpPr>
          <p:nvPr/>
        </p:nvSpPr>
        <p:spPr bwMode="auto">
          <a:xfrm>
            <a:off x="2590800" y="3048000"/>
            <a:ext cx="4419600" cy="2514600"/>
          </a:xfrm>
          <a:prstGeom prst="rect">
            <a:avLst/>
          </a:prstGeom>
        </p:spPr>
        <p:txBody>
          <a:bodyPr wrap="none" fromWordArt="1">
            <a:prstTxWarp prst="textCascadeUp">
              <a:avLst>
                <a:gd name="adj" fmla="val 44444"/>
              </a:avLst>
            </a:prstTxWarp>
            <a:scene3d>
              <a:camera prst="legacyPerspectiveFront">
                <a:rot lat="20519958" lon="1080000" rev="0"/>
              </a:camera>
              <a:lightRig rig="legacyHarsh2" dir="b"/>
            </a:scene3d>
            <a:sp3d extrusionH="430200" prstMaterial="legacyMatte">
              <a:extrusionClr>
                <a:srgbClr val="FF6600"/>
              </a:extrusionClr>
              <a:contourClr>
                <a:srgbClr val="FFE701"/>
              </a:contourClr>
            </a:sp3d>
          </a:bodyPr>
          <a:lstStyle/>
          <a:p>
            <a:pPr algn="ctr"/>
            <a:r>
              <a:rPr lang="zh-CN" altLang="en-US" sz="3600" kern="10">
                <a:ln w="9525">
                  <a:round/>
                  <a:headEnd/>
                  <a:tailEnd/>
                </a:ln>
                <a:gradFill rotWithShape="1">
                  <a:gsLst>
                    <a:gs pos="0">
                      <a:srgbClr val="FFE701"/>
                    </a:gs>
                    <a:gs pos="100000">
                      <a:srgbClr val="FE3E02"/>
                    </a:gs>
                  </a:gsLst>
                  <a:lin ang="5400000" scaled="1"/>
                </a:gradFill>
                <a:latin typeface="宋体" panose="02010600030101010101" pitchFamily="2" charset="-122"/>
              </a:rPr>
              <a:t>谢谢大家！</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日期占位符 3">
            <a:extLst>
              <a:ext uri="{FF2B5EF4-FFF2-40B4-BE49-F238E27FC236}">
                <a16:creationId xmlns:a16="http://schemas.microsoft.com/office/drawing/2014/main" id="{0D92C30E-AB56-43A7-B41B-1DC7623BC0F3}"/>
              </a:ext>
            </a:extLst>
          </p:cNvPr>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0DA82323-61BD-463A-9F47-D861E93CFB4A}"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grpSp>
        <p:nvGrpSpPr>
          <p:cNvPr id="76803" name="Group 3">
            <a:extLst>
              <a:ext uri="{FF2B5EF4-FFF2-40B4-BE49-F238E27FC236}">
                <a16:creationId xmlns:a16="http://schemas.microsoft.com/office/drawing/2014/main" id="{A4F03614-8B01-4556-B206-148B0FA21AB2}"/>
              </a:ext>
            </a:extLst>
          </p:cNvPr>
          <p:cNvGrpSpPr>
            <a:grpSpLocks/>
          </p:cNvGrpSpPr>
          <p:nvPr/>
        </p:nvGrpSpPr>
        <p:grpSpPr bwMode="auto">
          <a:xfrm>
            <a:off x="2268538" y="2349500"/>
            <a:ext cx="4781550" cy="3017838"/>
            <a:chOff x="1480" y="2245"/>
            <a:chExt cx="3013" cy="1901"/>
          </a:xfrm>
        </p:grpSpPr>
        <p:sp>
          <p:nvSpPr>
            <p:cNvPr id="1170441" name="AutoShape 9">
              <a:extLst>
                <a:ext uri="{FF2B5EF4-FFF2-40B4-BE49-F238E27FC236}">
                  <a16:creationId xmlns:a16="http://schemas.microsoft.com/office/drawing/2014/main" id="{16163F9A-178B-4858-94BA-2099742A426A}"/>
                </a:ext>
              </a:extLst>
            </p:cNvPr>
            <p:cNvSpPr>
              <a:spLocks noChangeArrowheads="1"/>
            </p:cNvSpPr>
            <p:nvPr/>
          </p:nvSpPr>
          <p:spPr bwMode="gray">
            <a:xfrm>
              <a:off x="1720" y="2343"/>
              <a:ext cx="2736" cy="379"/>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76808" name="AutoShape 10">
              <a:extLst>
                <a:ext uri="{FF2B5EF4-FFF2-40B4-BE49-F238E27FC236}">
                  <a16:creationId xmlns:a16="http://schemas.microsoft.com/office/drawing/2014/main" id="{A46E9190-A5D3-43DD-8BAE-41E3C07EB47B}"/>
                </a:ext>
              </a:extLst>
            </p:cNvPr>
            <p:cNvSpPr>
              <a:spLocks noChangeArrowheads="1"/>
            </p:cNvSpPr>
            <p:nvPr/>
          </p:nvSpPr>
          <p:spPr bwMode="gray">
            <a:xfrm>
              <a:off x="1480" y="2245"/>
              <a:ext cx="432" cy="568"/>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76809" name="Text Box 11">
              <a:extLst>
                <a:ext uri="{FF2B5EF4-FFF2-40B4-BE49-F238E27FC236}">
                  <a16:creationId xmlns:a16="http://schemas.microsoft.com/office/drawing/2014/main" id="{9DB03096-E713-4EFB-AAF8-172DCED90AA6}"/>
                </a:ext>
              </a:extLst>
            </p:cNvPr>
            <p:cNvSpPr txBox="1">
              <a:spLocks noChangeArrowheads="1"/>
            </p:cNvSpPr>
            <p:nvPr/>
          </p:nvSpPr>
          <p:spPr bwMode="gray">
            <a:xfrm>
              <a:off x="1864" y="2390"/>
              <a:ext cx="21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rPr>
                <a:t>    </a:t>
              </a:r>
              <a:r>
                <a:rPr kumimoji="0" lang="zh-CN" altLang="en-US" sz="2800" b="1">
                  <a:latin typeface="黑体" panose="02010609060101010101" pitchFamily="49" charset="-122"/>
                  <a:ea typeface="黑体" panose="02010609060101010101" pitchFamily="49" charset="-122"/>
                </a:rPr>
                <a:t>命题公式的范式</a:t>
              </a:r>
            </a:p>
          </p:txBody>
        </p:sp>
        <p:sp>
          <p:nvSpPr>
            <p:cNvPr id="76810" name="Text Box 12">
              <a:extLst>
                <a:ext uri="{FF2B5EF4-FFF2-40B4-BE49-F238E27FC236}">
                  <a16:creationId xmlns:a16="http://schemas.microsoft.com/office/drawing/2014/main" id="{28BFD7CA-8E17-42F6-B54B-0AA68042B531}"/>
                </a:ext>
              </a:extLst>
            </p:cNvPr>
            <p:cNvSpPr txBox="1">
              <a:spLocks noChangeArrowheads="1"/>
            </p:cNvSpPr>
            <p:nvPr/>
          </p:nvSpPr>
          <p:spPr bwMode="gray">
            <a:xfrm>
              <a:off x="1573" y="2326"/>
              <a:ext cx="23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4</a:t>
              </a:r>
            </a:p>
          </p:txBody>
        </p:sp>
        <p:sp>
          <p:nvSpPr>
            <p:cNvPr id="1170446" name="AutoShape 14">
              <a:extLst>
                <a:ext uri="{FF2B5EF4-FFF2-40B4-BE49-F238E27FC236}">
                  <a16:creationId xmlns:a16="http://schemas.microsoft.com/office/drawing/2014/main" id="{530FCE0A-1FFA-4EC1-87FA-519E9C046464}"/>
                </a:ext>
              </a:extLst>
            </p:cNvPr>
            <p:cNvSpPr>
              <a:spLocks noChangeArrowheads="1"/>
            </p:cNvSpPr>
            <p:nvPr/>
          </p:nvSpPr>
          <p:spPr bwMode="gray">
            <a:xfrm>
              <a:off x="1757" y="3701"/>
              <a:ext cx="2736" cy="372"/>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76812" name="AutoShape 15">
              <a:extLst>
                <a:ext uri="{FF2B5EF4-FFF2-40B4-BE49-F238E27FC236}">
                  <a16:creationId xmlns:a16="http://schemas.microsoft.com/office/drawing/2014/main" id="{73DB615C-E76D-4EA4-AB05-EFAB328DF99C}"/>
                </a:ext>
              </a:extLst>
            </p:cNvPr>
            <p:cNvSpPr>
              <a:spLocks noChangeArrowheads="1"/>
            </p:cNvSpPr>
            <p:nvPr/>
          </p:nvSpPr>
          <p:spPr bwMode="gray">
            <a:xfrm>
              <a:off x="1504" y="3591"/>
              <a:ext cx="432" cy="555"/>
            </a:xfrm>
            <a:prstGeom prst="diamond">
              <a:avLst/>
            </a:prstGeom>
            <a:solidFill>
              <a:schemeClr val="fo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76813" name="AutoShape 19">
              <a:extLst>
                <a:ext uri="{FF2B5EF4-FFF2-40B4-BE49-F238E27FC236}">
                  <a16:creationId xmlns:a16="http://schemas.microsoft.com/office/drawing/2014/main" id="{368750D7-B86A-4943-84BE-A278CAD6104C}"/>
                </a:ext>
              </a:extLst>
            </p:cNvPr>
            <p:cNvSpPr>
              <a:spLocks noChangeArrowheads="1"/>
            </p:cNvSpPr>
            <p:nvPr/>
          </p:nvSpPr>
          <p:spPr bwMode="gray">
            <a:xfrm>
              <a:off x="1757" y="3058"/>
              <a:ext cx="2736" cy="371"/>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76814" name="AutoShape 20">
              <a:extLst>
                <a:ext uri="{FF2B5EF4-FFF2-40B4-BE49-F238E27FC236}">
                  <a16:creationId xmlns:a16="http://schemas.microsoft.com/office/drawing/2014/main" id="{50E874B4-88A3-40AF-BF3E-6A0A1018837B}"/>
                </a:ext>
              </a:extLst>
            </p:cNvPr>
            <p:cNvSpPr>
              <a:spLocks noChangeArrowheads="1"/>
            </p:cNvSpPr>
            <p:nvPr/>
          </p:nvSpPr>
          <p:spPr bwMode="gray">
            <a:xfrm>
              <a:off x="1486" y="2954"/>
              <a:ext cx="432" cy="556"/>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76815" name="Text Box 17">
              <a:extLst>
                <a:ext uri="{FF2B5EF4-FFF2-40B4-BE49-F238E27FC236}">
                  <a16:creationId xmlns:a16="http://schemas.microsoft.com/office/drawing/2014/main" id="{4BFB5774-391E-472A-8AEF-B39A58781E70}"/>
                </a:ext>
              </a:extLst>
            </p:cNvPr>
            <p:cNvSpPr txBox="1">
              <a:spLocks noChangeArrowheads="1"/>
            </p:cNvSpPr>
            <p:nvPr/>
          </p:nvSpPr>
          <p:spPr bwMode="gray">
            <a:xfrm>
              <a:off x="1588" y="3076"/>
              <a:ext cx="23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5</a:t>
              </a:r>
            </a:p>
          </p:txBody>
        </p:sp>
        <p:sp>
          <p:nvSpPr>
            <p:cNvPr id="76816" name="Text Box 16">
              <a:extLst>
                <a:ext uri="{FF2B5EF4-FFF2-40B4-BE49-F238E27FC236}">
                  <a16:creationId xmlns:a16="http://schemas.microsoft.com/office/drawing/2014/main" id="{AFD983DD-D1A1-476A-9B36-481B3B3523A2}"/>
                </a:ext>
              </a:extLst>
            </p:cNvPr>
            <p:cNvSpPr txBox="1">
              <a:spLocks noChangeArrowheads="1"/>
            </p:cNvSpPr>
            <p:nvPr/>
          </p:nvSpPr>
          <p:spPr bwMode="gray">
            <a:xfrm>
              <a:off x="1858" y="3062"/>
              <a:ext cx="247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rPr>
                <a:t>  </a:t>
              </a:r>
              <a:r>
                <a:rPr kumimoji="0" lang="zh-CN" altLang="en-US" sz="2800" b="1">
                  <a:latin typeface="黑体" panose="02010609060101010101" pitchFamily="49" charset="-122"/>
                  <a:ea typeface="黑体" panose="02010609060101010101" pitchFamily="49" charset="-122"/>
                </a:rPr>
                <a:t>命题的演绎推理</a:t>
              </a:r>
              <a:endParaRPr kumimoji="0" lang="en-US" altLang="zh-CN" sz="2800" b="1">
                <a:latin typeface="黑体" panose="02010609060101010101" pitchFamily="49" charset="-122"/>
                <a:ea typeface="黑体" panose="02010609060101010101" pitchFamily="49" charset="-122"/>
              </a:endParaRPr>
            </a:p>
          </p:txBody>
        </p:sp>
      </p:grpSp>
      <p:sp>
        <p:nvSpPr>
          <p:cNvPr id="76804" name="Text Box 2">
            <a:extLst>
              <a:ext uri="{FF2B5EF4-FFF2-40B4-BE49-F238E27FC236}">
                <a16:creationId xmlns:a16="http://schemas.microsoft.com/office/drawing/2014/main" id="{8B74D630-FBD8-4C51-87B6-BFB65D62A49C}"/>
              </a:ext>
            </a:extLst>
          </p:cNvPr>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Clr>
                <a:schemeClr val="bg1"/>
              </a:buClr>
              <a:buSzPts val="5400"/>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本章学习内容</a:t>
            </a:r>
            <a:r>
              <a:rPr lang="en-US" altLang="zh-CN" sz="5400" b="1">
                <a:solidFill>
                  <a:schemeClr val="bg1"/>
                </a:solidFill>
                <a:latin typeface="宋体" panose="02010600030101010101" pitchFamily="2" charset="-122"/>
                <a:ea typeface="宋体" panose="02010600030101010101" pitchFamily="2" charset="-122"/>
              </a:rPr>
              <a:t>(</a:t>
            </a:r>
            <a:r>
              <a:rPr lang="zh-CN" altLang="en-US" sz="5400" b="1">
                <a:solidFill>
                  <a:schemeClr val="bg1"/>
                </a:solidFill>
                <a:latin typeface="宋体" panose="02010600030101010101" pitchFamily="2" charset="-122"/>
                <a:ea typeface="宋体" panose="02010600030101010101" pitchFamily="2" charset="-122"/>
              </a:rPr>
              <a:t>下</a:t>
            </a:r>
            <a:r>
              <a:rPr lang="en-US" altLang="zh-CN" sz="5400" b="1">
                <a:solidFill>
                  <a:schemeClr val="bg1"/>
                </a:solidFill>
                <a:latin typeface="宋体" panose="02010600030101010101" pitchFamily="2" charset="-122"/>
                <a:ea typeface="宋体" panose="02010600030101010101" pitchFamily="2" charset="-122"/>
              </a:rPr>
              <a:t>)</a:t>
            </a:r>
            <a:endParaRPr lang="en-US" altLang="zh-CN" sz="2800">
              <a:latin typeface="Times New Roman" panose="02020603050405020304" pitchFamily="18" charset="0"/>
              <a:ea typeface="宋体" panose="02010600030101010101" pitchFamily="2" charset="-122"/>
            </a:endParaRPr>
          </a:p>
        </p:txBody>
      </p:sp>
      <p:sp>
        <p:nvSpPr>
          <p:cNvPr id="76805" name="Text Box 12">
            <a:extLst>
              <a:ext uri="{FF2B5EF4-FFF2-40B4-BE49-F238E27FC236}">
                <a16:creationId xmlns:a16="http://schemas.microsoft.com/office/drawing/2014/main" id="{4BB85416-113B-482F-9E6E-52455573DAA0}"/>
              </a:ext>
            </a:extLst>
          </p:cNvPr>
          <p:cNvSpPr txBox="1">
            <a:spLocks noChangeArrowheads="1"/>
          </p:cNvSpPr>
          <p:nvPr/>
        </p:nvSpPr>
        <p:spPr bwMode="gray">
          <a:xfrm>
            <a:off x="2465388" y="4621213"/>
            <a:ext cx="366712" cy="52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6</a:t>
            </a:r>
          </a:p>
        </p:txBody>
      </p:sp>
      <p:sp>
        <p:nvSpPr>
          <p:cNvPr id="76806" name="Text Box 16">
            <a:extLst>
              <a:ext uri="{FF2B5EF4-FFF2-40B4-BE49-F238E27FC236}">
                <a16:creationId xmlns:a16="http://schemas.microsoft.com/office/drawing/2014/main" id="{2DA35A20-BC74-4AA3-9BAD-80BAB37B484A}"/>
              </a:ext>
            </a:extLst>
          </p:cNvPr>
          <p:cNvSpPr txBox="1">
            <a:spLocks noChangeArrowheads="1"/>
          </p:cNvSpPr>
          <p:nvPr/>
        </p:nvSpPr>
        <p:spPr bwMode="gray">
          <a:xfrm>
            <a:off x="2855913" y="4667250"/>
            <a:ext cx="39274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rPr>
              <a:t>  </a:t>
            </a:r>
            <a:r>
              <a:rPr kumimoji="0" lang="zh-CN" altLang="en-US" sz="2800" b="1">
                <a:latin typeface="黑体" panose="02010609060101010101" pitchFamily="49" charset="-122"/>
                <a:ea typeface="黑体" panose="02010609060101010101" pitchFamily="49" charset="-122"/>
              </a:rPr>
              <a:t>命题逻辑的应用</a:t>
            </a:r>
            <a:endParaRPr kumimoji="0" lang="en-US" altLang="zh-CN" sz="2800" b="1">
              <a:latin typeface="黑体" panose="02010609060101010101" pitchFamily="49" charset="-122"/>
              <a:ea typeface="黑体" panose="02010609060101010101" pitchFamily="49" charset="-122"/>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日期占位符 3">
            <a:extLst>
              <a:ext uri="{FF2B5EF4-FFF2-40B4-BE49-F238E27FC236}">
                <a16:creationId xmlns:a16="http://schemas.microsoft.com/office/drawing/2014/main" id="{0D2D572C-D912-4529-ABDF-E26A5CC18EF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B25AA29-D1FA-4E5C-86D2-51B8345C4DE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77827" name="页脚占位符 4">
            <a:extLst>
              <a:ext uri="{FF2B5EF4-FFF2-40B4-BE49-F238E27FC236}">
                <a16:creationId xmlns:a16="http://schemas.microsoft.com/office/drawing/2014/main" id="{70382B9B-D699-4F05-B238-88FA87B6022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77828" name="灯片编号占位符 5">
            <a:extLst>
              <a:ext uri="{FF2B5EF4-FFF2-40B4-BE49-F238E27FC236}">
                <a16:creationId xmlns:a16="http://schemas.microsoft.com/office/drawing/2014/main" id="{9DC00DAB-1C36-4A98-B51E-7959E0E41D5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C9A757D-4682-4DB7-9509-D31394F45A81}" type="slidenum">
              <a:rPr lang="en-US" altLang="zh-CN" sz="1400" smtClean="0">
                <a:latin typeface="Times New Roman" panose="02020603050405020304" pitchFamily="18" charset="0"/>
                <a:ea typeface="宋体" panose="02010600030101010101" pitchFamily="2" charset="-122"/>
              </a:rPr>
              <a:pPr>
                <a:spcBef>
                  <a:spcPct val="0"/>
                </a:spcBef>
                <a:buFontTx/>
                <a:buNone/>
              </a:pPr>
              <a:t>73</a:t>
            </a:fld>
            <a:endParaRPr lang="en-US" altLang="zh-CN" sz="1400">
              <a:latin typeface="Times New Roman" panose="02020603050405020304" pitchFamily="18" charset="0"/>
              <a:ea typeface="宋体" panose="02010600030101010101" pitchFamily="2" charset="-122"/>
            </a:endParaRPr>
          </a:p>
        </p:txBody>
      </p:sp>
      <p:sp>
        <p:nvSpPr>
          <p:cNvPr id="77829" name="Rectangle 2">
            <a:extLst>
              <a:ext uri="{FF2B5EF4-FFF2-40B4-BE49-F238E27FC236}">
                <a16:creationId xmlns:a16="http://schemas.microsoft.com/office/drawing/2014/main" id="{FCE7FFBB-A74A-4824-8425-D55F82C47168}"/>
              </a:ext>
            </a:extLst>
          </p:cNvPr>
          <p:cNvSpPr>
            <a:spLocks noGrp="1" noChangeArrowheads="1"/>
          </p:cNvSpPr>
          <p:nvPr>
            <p:ph type="ctrTitle"/>
          </p:nvPr>
        </p:nvSpPr>
        <p:spPr>
          <a:xfrm>
            <a:off x="1017588" y="2781300"/>
            <a:ext cx="7197725" cy="1439863"/>
          </a:xfrm>
          <a:solidFill>
            <a:srgbClr val="0000FF"/>
          </a:solidFill>
        </p:spPr>
        <p:txBody>
          <a:bodyPr anchor="ctr"/>
          <a:lstStyle/>
          <a:p>
            <a:pPr eaLnBrk="1" hangingPunct="1"/>
            <a:r>
              <a:rPr lang="zh-CN" altLang="en-US" b="1">
                <a:solidFill>
                  <a:schemeClr val="bg1"/>
                </a:solidFill>
              </a:rPr>
              <a:t>命题的演绎推理</a:t>
            </a:r>
          </a:p>
        </p:txBody>
      </p:sp>
      <p:pic>
        <p:nvPicPr>
          <p:cNvPr id="77830" name="Picture 7" descr="C:\Program Files\Microsoft Office\MEDIA\CAGCAT10\j0292982.wmf">
            <a:extLst>
              <a:ext uri="{FF2B5EF4-FFF2-40B4-BE49-F238E27FC236}">
                <a16:creationId xmlns:a16="http://schemas.microsoft.com/office/drawing/2014/main" id="{70FB38DA-47AA-43AB-86B2-517B6E808A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a:extLst>
              <a:ext uri="{FF2B5EF4-FFF2-40B4-BE49-F238E27FC236}">
                <a16:creationId xmlns:a16="http://schemas.microsoft.com/office/drawing/2014/main" id="{12003C7F-4593-4CDE-8638-B90A6D330D5E}"/>
              </a:ext>
            </a:extLst>
          </p:cNvPr>
          <p:cNvSpPr txBox="1">
            <a:spLocks noChangeArrowheads="1"/>
          </p:cNvSpPr>
          <p:nvPr/>
        </p:nvSpPr>
        <p:spPr bwMode="auto">
          <a:xfrm>
            <a:off x="1258888" y="836613"/>
            <a:ext cx="6337300" cy="76993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ea typeface="宋体" panose="02010600030101010101" pitchFamily="2" charset="-122"/>
              </a:rPr>
              <a:t> 命题的演绎推理</a:t>
            </a:r>
            <a:endParaRPr lang="en-US" altLang="zh-CN" sz="4400" b="1">
              <a:solidFill>
                <a:schemeClr val="bg1"/>
              </a:solidFill>
              <a:latin typeface="宋体" panose="02010600030101010101" pitchFamily="2" charset="-122"/>
              <a:ea typeface="宋体" panose="02010600030101010101" pitchFamily="2" charset="-122"/>
            </a:endParaRPr>
          </a:p>
        </p:txBody>
      </p:sp>
      <p:sp>
        <p:nvSpPr>
          <p:cNvPr id="78851" name="Rectangle 3">
            <a:extLst>
              <a:ext uri="{FF2B5EF4-FFF2-40B4-BE49-F238E27FC236}">
                <a16:creationId xmlns:a16="http://schemas.microsoft.com/office/drawing/2014/main" id="{4A5002D5-1121-4D95-B743-9387DD650D08}"/>
              </a:ext>
            </a:extLst>
          </p:cNvPr>
          <p:cNvSpPr>
            <a:spLocks noGrp="1" noChangeArrowheads="1"/>
          </p:cNvSpPr>
          <p:nvPr>
            <p:ph type="body" sz="half" idx="1"/>
          </p:nvPr>
        </p:nvSpPr>
        <p:spPr>
          <a:xfrm>
            <a:off x="2124075" y="2492375"/>
            <a:ext cx="5183188" cy="2665413"/>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a:lnSpc>
                <a:spcPct val="150000"/>
              </a:lnSpc>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永真蕴含关系与判定</a:t>
            </a:r>
          </a:p>
          <a:p>
            <a:pPr>
              <a:lnSpc>
                <a:spcPct val="150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命题公式推演系统</a:t>
            </a:r>
          </a:p>
          <a:p>
            <a:pPr>
              <a:lnSpc>
                <a:spcPct val="150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命题推证的基本策略</a:t>
            </a:r>
          </a:p>
        </p:txBody>
      </p:sp>
      <p:pic>
        <p:nvPicPr>
          <p:cNvPr id="78852" name="Picture 6" descr="C:\Program Files\Microsoft Office\MEDIA\CAGCAT10\j0293844.wmf">
            <a:extLst>
              <a:ext uri="{FF2B5EF4-FFF2-40B4-BE49-F238E27FC236}">
                <a16:creationId xmlns:a16="http://schemas.microsoft.com/office/drawing/2014/main" id="{395670B6-FC35-460D-BE21-14AFCB9590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日期占位符 3">
            <a:extLst>
              <a:ext uri="{FF2B5EF4-FFF2-40B4-BE49-F238E27FC236}">
                <a16:creationId xmlns:a16="http://schemas.microsoft.com/office/drawing/2014/main" id="{409187F5-19B6-48D9-A9E1-061907E4AE3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526BF25-B719-49B6-9BCC-0F1E0021DB5F}"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79875" name="页脚占位符 4">
            <a:extLst>
              <a:ext uri="{FF2B5EF4-FFF2-40B4-BE49-F238E27FC236}">
                <a16:creationId xmlns:a16="http://schemas.microsoft.com/office/drawing/2014/main" id="{4853BB8C-E633-4DD6-B227-1D8EDDF3942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79876" name="灯片编号占位符 5">
            <a:extLst>
              <a:ext uri="{FF2B5EF4-FFF2-40B4-BE49-F238E27FC236}">
                <a16:creationId xmlns:a16="http://schemas.microsoft.com/office/drawing/2014/main" id="{1635E3FC-DC23-4BE7-98C1-7986031AAD4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C926FDC-AC1D-4E38-8E0D-04BECE3B2C9E}" type="slidenum">
              <a:rPr lang="en-US" altLang="zh-CN" sz="1400" smtClean="0">
                <a:latin typeface="Times New Roman" panose="02020603050405020304" pitchFamily="18" charset="0"/>
                <a:ea typeface="宋体" panose="02010600030101010101" pitchFamily="2" charset="-122"/>
              </a:rPr>
              <a:pPr>
                <a:spcBef>
                  <a:spcPct val="0"/>
                </a:spcBef>
                <a:buFontTx/>
                <a:buNone/>
              </a:pPr>
              <a:t>75</a:t>
            </a:fld>
            <a:endParaRPr lang="en-US" altLang="zh-CN" sz="1400">
              <a:latin typeface="Times New Roman" panose="02020603050405020304" pitchFamily="18" charset="0"/>
              <a:ea typeface="宋体" panose="02010600030101010101" pitchFamily="2" charset="-122"/>
            </a:endParaRPr>
          </a:p>
        </p:txBody>
      </p:sp>
      <p:sp>
        <p:nvSpPr>
          <p:cNvPr id="79877" name="Text Box 2">
            <a:extLst>
              <a:ext uri="{FF2B5EF4-FFF2-40B4-BE49-F238E27FC236}">
                <a16:creationId xmlns:a16="http://schemas.microsoft.com/office/drawing/2014/main" id="{5F1A2A31-6FF2-4B1C-9074-87619DDDDEA2}"/>
              </a:ext>
            </a:extLst>
          </p:cNvPr>
          <p:cNvSpPr txBox="1">
            <a:spLocks noChangeArrowheads="1"/>
          </p:cNvSpPr>
          <p:nvPr/>
        </p:nvSpPr>
        <p:spPr bwMode="auto">
          <a:xfrm>
            <a:off x="1331913" y="765175"/>
            <a:ext cx="6408737" cy="83026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000" b="1">
                <a:solidFill>
                  <a:schemeClr val="bg1"/>
                </a:solidFill>
                <a:latin typeface="宋体" panose="02010600030101010101" pitchFamily="2" charset="-122"/>
                <a:ea typeface="宋体" panose="02010600030101010101" pitchFamily="2" charset="-122"/>
                <a:cs typeface="Arial" panose="020B0604020202020204" pitchFamily="34" charset="0"/>
              </a:rPr>
              <a:t> </a:t>
            </a: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逻辑蕴含关系</a:t>
            </a:r>
          </a:p>
        </p:txBody>
      </p:sp>
      <p:pic>
        <p:nvPicPr>
          <p:cNvPr id="79878" name="Picture 6" descr="C:\Program Files\Microsoft Office\MEDIA\CAGCAT10\j0293844.wmf">
            <a:extLst>
              <a:ext uri="{FF2B5EF4-FFF2-40B4-BE49-F238E27FC236}">
                <a16:creationId xmlns:a16="http://schemas.microsoft.com/office/drawing/2014/main" id="{81FDC164-26C8-468D-BDB7-3E837B09B0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879" name="Picture 7" descr="QQ截图20140128120435">
            <a:extLst>
              <a:ext uri="{FF2B5EF4-FFF2-40B4-BE49-F238E27FC236}">
                <a16:creationId xmlns:a16="http://schemas.microsoft.com/office/drawing/2014/main" id="{D675E45F-6547-4278-86F9-42321DF5B9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989138"/>
            <a:ext cx="7416800" cy="309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80" name="Text Box 8">
            <a:extLst>
              <a:ext uri="{FF2B5EF4-FFF2-40B4-BE49-F238E27FC236}">
                <a16:creationId xmlns:a16="http://schemas.microsoft.com/office/drawing/2014/main" id="{9E6C44B4-680D-420F-8614-62A14B5519BD}"/>
              </a:ext>
            </a:extLst>
          </p:cNvPr>
          <p:cNvSpPr txBox="1">
            <a:spLocks noChangeArrowheads="1"/>
          </p:cNvSpPr>
          <p:nvPr/>
        </p:nvSpPr>
        <p:spPr bwMode="auto">
          <a:xfrm>
            <a:off x="1189038" y="5373688"/>
            <a:ext cx="7343775" cy="608012"/>
          </a:xfrm>
          <a:prstGeom prst="rect">
            <a:avLst/>
          </a:prstGeom>
          <a:solidFill>
            <a:srgbClr val="FFFFCC"/>
          </a:solidFill>
          <a:ln w="2857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3200" b="1">
                <a:solidFill>
                  <a:srgbClr val="FF0000"/>
                </a:solidFill>
                <a:latin typeface="黑体" panose="02010609060101010101" pitchFamily="49" charset="-122"/>
                <a:ea typeface="黑体" panose="02010609060101010101" pitchFamily="49" charset="-122"/>
              </a:rPr>
              <a:t>推理的过程</a:t>
            </a:r>
            <a:r>
              <a:rPr lang="zh-CN" altLang="en-US" sz="3200" b="1">
                <a:latin typeface="黑体" panose="02010609060101010101" pitchFamily="49" charset="-122"/>
                <a:ea typeface="黑体" panose="02010609060101010101" pitchFamily="49" charset="-122"/>
              </a:rPr>
              <a:t>就是</a:t>
            </a:r>
            <a:r>
              <a:rPr lang="zh-CN" altLang="en-US" sz="3200" b="1">
                <a:solidFill>
                  <a:schemeClr val="accent2"/>
                </a:solidFill>
                <a:latin typeface="黑体" panose="02010609060101010101" pitchFamily="49" charset="-122"/>
                <a:ea typeface="黑体" panose="02010609060101010101" pitchFamily="49" charset="-122"/>
              </a:rPr>
              <a:t>证明</a:t>
            </a:r>
            <a:r>
              <a:rPr lang="zh-CN" altLang="en-US" sz="3200" b="1">
                <a:solidFill>
                  <a:srgbClr val="006600"/>
                </a:solidFill>
                <a:latin typeface="黑体" panose="02010609060101010101" pitchFamily="49" charset="-122"/>
                <a:ea typeface="黑体" panose="02010609060101010101" pitchFamily="49" charset="-122"/>
              </a:rPr>
              <a:t>逻辑蕴含式</a:t>
            </a:r>
            <a:r>
              <a:rPr lang="zh-CN" altLang="en-US" sz="3200" b="1">
                <a:solidFill>
                  <a:schemeClr val="accent2"/>
                </a:solidFill>
                <a:latin typeface="黑体" panose="02010609060101010101" pitchFamily="49" charset="-122"/>
                <a:ea typeface="黑体" panose="02010609060101010101" pitchFamily="49" charset="-122"/>
              </a:rPr>
              <a:t>的过程</a:t>
            </a: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日期占位符 3">
            <a:extLst>
              <a:ext uri="{FF2B5EF4-FFF2-40B4-BE49-F238E27FC236}">
                <a16:creationId xmlns:a16="http://schemas.microsoft.com/office/drawing/2014/main" id="{969734CF-A2DF-4C47-94A6-426E26411CA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D7E4B83-C476-4B14-9B2D-D83C76820D87}"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80899" name="页脚占位符 4">
            <a:extLst>
              <a:ext uri="{FF2B5EF4-FFF2-40B4-BE49-F238E27FC236}">
                <a16:creationId xmlns:a16="http://schemas.microsoft.com/office/drawing/2014/main" id="{AE1E63C7-E2E7-4874-AA34-2D0204AE0E0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80900" name="灯片编号占位符 5">
            <a:extLst>
              <a:ext uri="{FF2B5EF4-FFF2-40B4-BE49-F238E27FC236}">
                <a16:creationId xmlns:a16="http://schemas.microsoft.com/office/drawing/2014/main" id="{EB04038E-B17F-4468-A8F0-993F520632B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F3C04D4-48FF-4505-A6D3-5E078C2CD23B}" type="slidenum">
              <a:rPr lang="en-US" altLang="zh-CN" sz="1400" smtClean="0">
                <a:latin typeface="Times New Roman" panose="02020603050405020304" pitchFamily="18" charset="0"/>
                <a:ea typeface="宋体" panose="02010600030101010101" pitchFamily="2" charset="-122"/>
              </a:rPr>
              <a:pPr>
                <a:spcBef>
                  <a:spcPct val="0"/>
                </a:spcBef>
                <a:buFontTx/>
                <a:buNone/>
              </a:pPr>
              <a:t>76</a:t>
            </a:fld>
            <a:endParaRPr lang="en-US" altLang="zh-CN" sz="1400">
              <a:latin typeface="Times New Roman" panose="02020603050405020304" pitchFamily="18" charset="0"/>
              <a:ea typeface="宋体" panose="02010600030101010101" pitchFamily="2" charset="-122"/>
            </a:endParaRPr>
          </a:p>
        </p:txBody>
      </p:sp>
      <p:sp>
        <p:nvSpPr>
          <p:cNvPr id="80901" name="Text Box 2">
            <a:extLst>
              <a:ext uri="{FF2B5EF4-FFF2-40B4-BE49-F238E27FC236}">
                <a16:creationId xmlns:a16="http://schemas.microsoft.com/office/drawing/2014/main" id="{2AE433D3-E14C-4B18-B4C8-E99503842AC3}"/>
              </a:ext>
            </a:extLst>
          </p:cNvPr>
          <p:cNvSpPr txBox="1">
            <a:spLocks noChangeArrowheads="1"/>
          </p:cNvSpPr>
          <p:nvPr/>
        </p:nvSpPr>
        <p:spPr bwMode="auto">
          <a:xfrm>
            <a:off x="1366838" y="620713"/>
            <a:ext cx="6408737" cy="83026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4000" b="1">
                <a:solidFill>
                  <a:schemeClr val="bg1"/>
                </a:solidFill>
                <a:latin typeface="宋体" panose="02010600030101010101" pitchFamily="2" charset="-122"/>
                <a:ea typeface="宋体" panose="02010600030101010101" pitchFamily="2" charset="-122"/>
                <a:cs typeface="Arial" panose="020B0604020202020204" pitchFamily="34" charset="0"/>
              </a:rPr>
              <a:t> </a:t>
            </a: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永真蕴含关系</a:t>
            </a:r>
          </a:p>
        </p:txBody>
      </p:sp>
      <p:pic>
        <p:nvPicPr>
          <p:cNvPr id="80902" name="Picture 6" descr="C:\Program Files\Microsoft Office\MEDIA\CAGCAT10\j0293844.wmf">
            <a:extLst>
              <a:ext uri="{FF2B5EF4-FFF2-40B4-BE49-F238E27FC236}">
                <a16:creationId xmlns:a16="http://schemas.microsoft.com/office/drawing/2014/main" id="{9AF3677C-2105-49CD-895E-74A5303AA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7988" y="514350"/>
            <a:ext cx="1152525"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3" name="图片 1">
            <a:extLst>
              <a:ext uri="{FF2B5EF4-FFF2-40B4-BE49-F238E27FC236}">
                <a16:creationId xmlns:a16="http://schemas.microsoft.com/office/drawing/2014/main" id="{02E610AD-1C9D-49BA-BD4A-587A80B8AF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850" y="2060575"/>
            <a:ext cx="8621713"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904" name="图片 2">
            <a:extLst>
              <a:ext uri="{FF2B5EF4-FFF2-40B4-BE49-F238E27FC236}">
                <a16:creationId xmlns:a16="http://schemas.microsoft.com/office/drawing/2014/main" id="{D6A535B2-87AA-450B-833E-B4979F45668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4248150"/>
            <a:ext cx="8815388"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日期占位符 3">
            <a:extLst>
              <a:ext uri="{FF2B5EF4-FFF2-40B4-BE49-F238E27FC236}">
                <a16:creationId xmlns:a16="http://schemas.microsoft.com/office/drawing/2014/main" id="{3E85D691-8AD0-477E-B21F-DEDF420C8B7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1BC17BF-BD1C-4AE1-98CA-9D862594BFF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81923" name="页脚占位符 4">
            <a:extLst>
              <a:ext uri="{FF2B5EF4-FFF2-40B4-BE49-F238E27FC236}">
                <a16:creationId xmlns:a16="http://schemas.microsoft.com/office/drawing/2014/main" id="{78BBA5EA-A076-439B-BDBA-A4FA4916929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81924" name="灯片编号占位符 5">
            <a:extLst>
              <a:ext uri="{FF2B5EF4-FFF2-40B4-BE49-F238E27FC236}">
                <a16:creationId xmlns:a16="http://schemas.microsoft.com/office/drawing/2014/main" id="{F3EE2F67-780A-4475-A4F4-6FC4059C257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ED4586B-07B5-4180-BE19-B6EAE41753D5}" type="slidenum">
              <a:rPr lang="en-US" altLang="zh-CN" sz="1400" smtClean="0">
                <a:latin typeface="Times New Roman" panose="02020603050405020304" pitchFamily="18" charset="0"/>
                <a:ea typeface="宋体" panose="02010600030101010101" pitchFamily="2" charset="-122"/>
              </a:rPr>
              <a:pPr>
                <a:spcBef>
                  <a:spcPct val="0"/>
                </a:spcBef>
                <a:buFontTx/>
                <a:buNone/>
              </a:pPr>
              <a:t>77</a:t>
            </a:fld>
            <a:endParaRPr lang="en-US" altLang="zh-CN" sz="1400">
              <a:latin typeface="Times New Roman" panose="02020603050405020304" pitchFamily="18" charset="0"/>
              <a:ea typeface="宋体" panose="02010600030101010101" pitchFamily="2" charset="-122"/>
            </a:endParaRPr>
          </a:p>
        </p:txBody>
      </p:sp>
      <p:sp>
        <p:nvSpPr>
          <p:cNvPr id="81925" name="Text Box 2">
            <a:extLst>
              <a:ext uri="{FF2B5EF4-FFF2-40B4-BE49-F238E27FC236}">
                <a16:creationId xmlns:a16="http://schemas.microsoft.com/office/drawing/2014/main" id="{E544A00E-5776-4E5E-B20C-ACEC7053AA4A}"/>
              </a:ext>
            </a:extLst>
          </p:cNvPr>
          <p:cNvSpPr txBox="1">
            <a:spLocks noChangeArrowheads="1"/>
          </p:cNvSpPr>
          <p:nvPr/>
        </p:nvSpPr>
        <p:spPr bwMode="auto">
          <a:xfrm>
            <a:off x="1258888" y="620713"/>
            <a:ext cx="6697662"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a:t>
            </a:r>
            <a:r>
              <a:rPr lang="zh-CN" altLang="en-US" sz="4800" b="1" noProof="1">
                <a:solidFill>
                  <a:schemeClr val="bg1"/>
                </a:solidFill>
                <a:latin typeface="宋体" panose="02010600030101010101" pitchFamily="2" charset="-122"/>
                <a:ea typeface="宋体" panose="02010600030101010101" pitchFamily="2" charset="-122"/>
                <a:cs typeface="Arial" panose="020B0604020202020204" pitchFamily="34" charset="0"/>
                <a:sym typeface="Symbol" panose="05050102010706020507" pitchFamily="18" charset="2"/>
              </a:rPr>
              <a:t></a:t>
            </a: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与→的联系</a:t>
            </a:r>
          </a:p>
        </p:txBody>
      </p:sp>
      <p:pic>
        <p:nvPicPr>
          <p:cNvPr id="81926" name="Picture 6" descr="C:\Program Files\Microsoft Office\MEDIA\CAGCAT10\j0293844.wmf">
            <a:extLst>
              <a:ext uri="{FF2B5EF4-FFF2-40B4-BE49-F238E27FC236}">
                <a16:creationId xmlns:a16="http://schemas.microsoft.com/office/drawing/2014/main" id="{8E4700E8-B103-4DB5-AFF5-41F87E9F50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7" name="Picture 21" descr="QQ截图20140128121446">
            <a:extLst>
              <a:ext uri="{FF2B5EF4-FFF2-40B4-BE49-F238E27FC236}">
                <a16:creationId xmlns:a16="http://schemas.microsoft.com/office/drawing/2014/main" id="{13A7F17F-F4BE-4D0F-AEF0-5DD8BEE406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844675"/>
            <a:ext cx="7558087"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日期占位符 3">
            <a:extLst>
              <a:ext uri="{FF2B5EF4-FFF2-40B4-BE49-F238E27FC236}">
                <a16:creationId xmlns:a16="http://schemas.microsoft.com/office/drawing/2014/main" id="{5DA9BB94-BC56-4A3D-AE1C-80653990DC9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ADE585D-673B-4E86-816E-F3866672363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82947" name="页脚占位符 4">
            <a:extLst>
              <a:ext uri="{FF2B5EF4-FFF2-40B4-BE49-F238E27FC236}">
                <a16:creationId xmlns:a16="http://schemas.microsoft.com/office/drawing/2014/main" id="{2E443D16-CD99-4A25-BE22-9E629694581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82948" name="灯片编号占位符 5">
            <a:extLst>
              <a:ext uri="{FF2B5EF4-FFF2-40B4-BE49-F238E27FC236}">
                <a16:creationId xmlns:a16="http://schemas.microsoft.com/office/drawing/2014/main" id="{04BD9FF4-DE42-4344-BE11-256CEB61AEE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BCD09EB-4732-422B-B22A-DDC822C71E10}" type="slidenum">
              <a:rPr lang="en-US" altLang="zh-CN" sz="1400" smtClean="0">
                <a:latin typeface="Times New Roman" panose="02020603050405020304" pitchFamily="18" charset="0"/>
                <a:ea typeface="宋体" panose="02010600030101010101" pitchFamily="2" charset="-122"/>
              </a:rPr>
              <a:pPr>
                <a:spcBef>
                  <a:spcPct val="0"/>
                </a:spcBef>
                <a:buFontTx/>
                <a:buNone/>
              </a:pPr>
              <a:t>78</a:t>
            </a:fld>
            <a:endParaRPr lang="en-US" altLang="zh-CN" sz="1400">
              <a:latin typeface="Times New Roman" panose="02020603050405020304" pitchFamily="18" charset="0"/>
              <a:ea typeface="宋体" panose="02010600030101010101" pitchFamily="2" charset="-122"/>
            </a:endParaRPr>
          </a:p>
        </p:txBody>
      </p:sp>
      <p:sp>
        <p:nvSpPr>
          <p:cNvPr id="82949" name="Text Box 2">
            <a:extLst>
              <a:ext uri="{FF2B5EF4-FFF2-40B4-BE49-F238E27FC236}">
                <a16:creationId xmlns:a16="http://schemas.microsoft.com/office/drawing/2014/main" id="{0633C1EA-A491-4A54-BEF7-C1FBD9816471}"/>
              </a:ext>
            </a:extLst>
          </p:cNvPr>
          <p:cNvSpPr txBox="1">
            <a:spLocks noChangeArrowheads="1"/>
          </p:cNvSpPr>
          <p:nvPr/>
        </p:nvSpPr>
        <p:spPr bwMode="auto">
          <a:xfrm>
            <a:off x="1508125" y="7651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cs typeface="Arial" panose="020B0604020202020204" pitchFamily="34" charset="0"/>
                <a:sym typeface="Symbol" panose="05050102010706020507" pitchFamily="18" charset="2"/>
              </a:rPr>
              <a:t> </a:t>
            </a:r>
            <a:r>
              <a:rPr lang="en-US" altLang="en-US" sz="5400" b="1" noProof="1">
                <a:solidFill>
                  <a:schemeClr val="bg1"/>
                </a:solidFill>
                <a:latin typeface="宋体" panose="02010600030101010101" pitchFamily="2" charset="-122"/>
                <a:ea typeface="宋体" panose="02010600030101010101" pitchFamily="2" charset="-122"/>
                <a:cs typeface="Arial" panose="020B0604020202020204" pitchFamily="34" charset="0"/>
                <a:sym typeface="Symbol" panose="05050102010706020507" pitchFamily="18" charset="2"/>
              </a:rPr>
              <a:t></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与→的差别</a:t>
            </a:r>
          </a:p>
        </p:txBody>
      </p:sp>
      <p:pic>
        <p:nvPicPr>
          <p:cNvPr id="82950" name="Picture 6" descr="C:\Program Files\Microsoft Office\MEDIA\CAGCAT10\j0293844.wmf">
            <a:extLst>
              <a:ext uri="{FF2B5EF4-FFF2-40B4-BE49-F238E27FC236}">
                <a16:creationId xmlns:a16="http://schemas.microsoft.com/office/drawing/2014/main" id="{F606FED4-6031-4796-98D6-B86076DCE3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951" name="Picture 5" descr="QQ截图20140128124040">
            <a:extLst>
              <a:ext uri="{FF2B5EF4-FFF2-40B4-BE49-F238E27FC236}">
                <a16:creationId xmlns:a16="http://schemas.microsoft.com/office/drawing/2014/main" id="{C1AF4E59-C580-45C7-B04C-348645F34C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2205038"/>
            <a:ext cx="7777162"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日期占位符 3">
            <a:extLst>
              <a:ext uri="{FF2B5EF4-FFF2-40B4-BE49-F238E27FC236}">
                <a16:creationId xmlns:a16="http://schemas.microsoft.com/office/drawing/2014/main" id="{B41F312E-B1FA-47FC-95C4-892B09F0A5A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0E6AAFF-94EE-436D-A4CE-A63B282833E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83971" name="页脚占位符 4">
            <a:extLst>
              <a:ext uri="{FF2B5EF4-FFF2-40B4-BE49-F238E27FC236}">
                <a16:creationId xmlns:a16="http://schemas.microsoft.com/office/drawing/2014/main" id="{F116F5D0-5864-4019-B693-48F98E1304E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83972" name="灯片编号占位符 5">
            <a:extLst>
              <a:ext uri="{FF2B5EF4-FFF2-40B4-BE49-F238E27FC236}">
                <a16:creationId xmlns:a16="http://schemas.microsoft.com/office/drawing/2014/main" id="{7111DD0C-227E-4099-B06D-FA595E65B40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56811B9-8AA7-46AB-80D6-EE92CFCFD3D7}" type="slidenum">
              <a:rPr lang="en-US" altLang="zh-CN" sz="1400" smtClean="0">
                <a:latin typeface="Times New Roman" panose="02020603050405020304" pitchFamily="18" charset="0"/>
                <a:ea typeface="宋体" panose="02010600030101010101" pitchFamily="2" charset="-122"/>
              </a:rPr>
              <a:pPr>
                <a:spcBef>
                  <a:spcPct val="0"/>
                </a:spcBef>
                <a:buFontTx/>
                <a:buNone/>
              </a:pPr>
              <a:t>79</a:t>
            </a:fld>
            <a:endParaRPr lang="en-US" altLang="zh-CN" sz="1400">
              <a:latin typeface="Times New Roman" panose="02020603050405020304" pitchFamily="18" charset="0"/>
              <a:ea typeface="宋体" panose="02010600030101010101" pitchFamily="2" charset="-122"/>
            </a:endParaRPr>
          </a:p>
        </p:txBody>
      </p:sp>
      <p:sp>
        <p:nvSpPr>
          <p:cNvPr id="83973" name="Text Box 2">
            <a:extLst>
              <a:ext uri="{FF2B5EF4-FFF2-40B4-BE49-F238E27FC236}">
                <a16:creationId xmlns:a16="http://schemas.microsoft.com/office/drawing/2014/main" id="{A68747A9-D533-4FC0-884B-FB7400BAAB98}"/>
              </a:ext>
            </a:extLst>
          </p:cNvPr>
          <p:cNvSpPr txBox="1">
            <a:spLocks noChangeArrowheads="1"/>
          </p:cNvSpPr>
          <p:nvPr/>
        </p:nvSpPr>
        <p:spPr bwMode="auto">
          <a:xfrm>
            <a:off x="1508125" y="765175"/>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蕴含式的性质</a:t>
            </a:r>
          </a:p>
        </p:txBody>
      </p:sp>
      <p:pic>
        <p:nvPicPr>
          <p:cNvPr id="83974" name="Picture 6" descr="C:\Program Files\Microsoft Office\MEDIA\CAGCAT10\j0293844.wmf">
            <a:extLst>
              <a:ext uri="{FF2B5EF4-FFF2-40B4-BE49-F238E27FC236}">
                <a16:creationId xmlns:a16="http://schemas.microsoft.com/office/drawing/2014/main" id="{423D8F7A-6F9F-4B39-8C08-3286E50F71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75" name="Picture 10" descr="QQ截图20140129134859">
            <a:extLst>
              <a:ext uri="{FF2B5EF4-FFF2-40B4-BE49-F238E27FC236}">
                <a16:creationId xmlns:a16="http://schemas.microsoft.com/office/drawing/2014/main" id="{C83F74A3-3AFD-49B7-9BAD-C87DDF0082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9963" y="1919288"/>
            <a:ext cx="7489825"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日期占位符 3">
            <a:extLst>
              <a:ext uri="{FF2B5EF4-FFF2-40B4-BE49-F238E27FC236}">
                <a16:creationId xmlns:a16="http://schemas.microsoft.com/office/drawing/2014/main" id="{37E9C335-CC89-4BCE-8D50-E0F00874A18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091EE74-87C7-4F79-8CB7-6A19545643D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84995" name="页脚占位符 4">
            <a:extLst>
              <a:ext uri="{FF2B5EF4-FFF2-40B4-BE49-F238E27FC236}">
                <a16:creationId xmlns:a16="http://schemas.microsoft.com/office/drawing/2014/main" id="{0F822A2E-AF0F-4873-9CFB-DCC9DBB41C09}"/>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84996" name="灯片编号占位符 5">
            <a:extLst>
              <a:ext uri="{FF2B5EF4-FFF2-40B4-BE49-F238E27FC236}">
                <a16:creationId xmlns:a16="http://schemas.microsoft.com/office/drawing/2014/main" id="{D507C528-07F3-4505-924E-D44832963D1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C6AC240-7050-4993-BDC4-82C4703AFE9C}" type="slidenum">
              <a:rPr lang="en-US" altLang="zh-CN" sz="1400" smtClean="0">
                <a:latin typeface="Times New Roman" panose="02020603050405020304" pitchFamily="18" charset="0"/>
                <a:ea typeface="宋体" panose="02010600030101010101" pitchFamily="2" charset="-122"/>
              </a:rPr>
              <a:pPr>
                <a:spcBef>
                  <a:spcPct val="0"/>
                </a:spcBef>
                <a:buFontTx/>
                <a:buNone/>
              </a:pPr>
              <a:t>80</a:t>
            </a:fld>
            <a:endParaRPr lang="en-US" altLang="zh-CN" sz="1400">
              <a:latin typeface="Times New Roman" panose="02020603050405020304" pitchFamily="18" charset="0"/>
              <a:ea typeface="宋体" panose="02010600030101010101" pitchFamily="2" charset="-122"/>
            </a:endParaRPr>
          </a:p>
        </p:txBody>
      </p:sp>
      <p:sp>
        <p:nvSpPr>
          <p:cNvPr id="84997" name="Text Box 2">
            <a:extLst>
              <a:ext uri="{FF2B5EF4-FFF2-40B4-BE49-F238E27FC236}">
                <a16:creationId xmlns:a16="http://schemas.microsoft.com/office/drawing/2014/main" id="{4CAD3D13-A655-4855-8DF0-32C9995216D2}"/>
              </a:ext>
            </a:extLst>
          </p:cNvPr>
          <p:cNvSpPr txBox="1">
            <a:spLocks noChangeArrowheads="1"/>
          </p:cNvSpPr>
          <p:nvPr/>
        </p:nvSpPr>
        <p:spPr bwMode="auto">
          <a:xfrm>
            <a:off x="1371600" y="836613"/>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蕴含式的性质</a:t>
            </a:r>
          </a:p>
        </p:txBody>
      </p:sp>
      <p:pic>
        <p:nvPicPr>
          <p:cNvPr id="84998" name="Picture 6" descr="C:\Program Files\Microsoft Office\MEDIA\CAGCAT10\j0293844.wmf">
            <a:extLst>
              <a:ext uri="{FF2B5EF4-FFF2-40B4-BE49-F238E27FC236}">
                <a16:creationId xmlns:a16="http://schemas.microsoft.com/office/drawing/2014/main" id="{564735B9-2D8A-4E84-8CFC-2735F63A38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810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9" name="Picture 6" descr="QQ截图20140129135131">
            <a:extLst>
              <a:ext uri="{FF2B5EF4-FFF2-40B4-BE49-F238E27FC236}">
                <a16:creationId xmlns:a16="http://schemas.microsoft.com/office/drawing/2014/main" id="{13886EFC-CDDE-4CAE-BD54-D984A0EB6C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989138"/>
            <a:ext cx="7200900" cy="1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0" name="Picture 7" descr="QQ截图20140129135113">
            <a:extLst>
              <a:ext uri="{FF2B5EF4-FFF2-40B4-BE49-F238E27FC236}">
                <a16:creationId xmlns:a16="http://schemas.microsoft.com/office/drawing/2014/main" id="{88E1DAF2-144F-4384-AF14-74B488FB5F9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44575" y="3573463"/>
            <a:ext cx="7272338" cy="259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日期占位符 3">
            <a:extLst>
              <a:ext uri="{FF2B5EF4-FFF2-40B4-BE49-F238E27FC236}">
                <a16:creationId xmlns:a16="http://schemas.microsoft.com/office/drawing/2014/main" id="{F0DA318F-FBBB-437D-8880-C816CA7364A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80A3477-C879-4DA4-89EF-178C6D1848D7}"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86019" name="页脚占位符 4">
            <a:extLst>
              <a:ext uri="{FF2B5EF4-FFF2-40B4-BE49-F238E27FC236}">
                <a16:creationId xmlns:a16="http://schemas.microsoft.com/office/drawing/2014/main" id="{30726218-A2A5-4DDA-A40F-F2B15AAF8C5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86020" name="灯片编号占位符 5">
            <a:extLst>
              <a:ext uri="{FF2B5EF4-FFF2-40B4-BE49-F238E27FC236}">
                <a16:creationId xmlns:a16="http://schemas.microsoft.com/office/drawing/2014/main" id="{8E0E3927-018D-47FB-B2B6-BA63262C570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6C9296D-FB47-4EFB-B407-6F78AAEFD1AC}" type="slidenum">
              <a:rPr lang="en-US" altLang="zh-CN" sz="1400" smtClean="0">
                <a:latin typeface="Times New Roman" panose="02020603050405020304" pitchFamily="18" charset="0"/>
                <a:ea typeface="宋体" panose="02010600030101010101" pitchFamily="2" charset="-122"/>
              </a:rPr>
              <a:pPr>
                <a:spcBef>
                  <a:spcPct val="0"/>
                </a:spcBef>
                <a:buFontTx/>
                <a:buNone/>
              </a:pPr>
              <a:t>81</a:t>
            </a:fld>
            <a:endParaRPr lang="en-US" altLang="zh-CN" sz="1400">
              <a:latin typeface="Times New Roman" panose="02020603050405020304" pitchFamily="18" charset="0"/>
              <a:ea typeface="宋体" panose="02010600030101010101" pitchFamily="2" charset="-122"/>
            </a:endParaRPr>
          </a:p>
        </p:txBody>
      </p:sp>
      <p:sp>
        <p:nvSpPr>
          <p:cNvPr id="86021" name="Text Box 2">
            <a:extLst>
              <a:ext uri="{FF2B5EF4-FFF2-40B4-BE49-F238E27FC236}">
                <a16:creationId xmlns:a16="http://schemas.microsoft.com/office/drawing/2014/main" id="{4340A789-CF13-408A-A5D0-4E73FAAC9A77}"/>
              </a:ext>
            </a:extLst>
          </p:cNvPr>
          <p:cNvSpPr txBox="1">
            <a:spLocks noChangeArrowheads="1"/>
          </p:cNvSpPr>
          <p:nvPr/>
        </p:nvSpPr>
        <p:spPr bwMode="auto">
          <a:xfrm>
            <a:off x="1371600" y="836613"/>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蕴含式的性质</a:t>
            </a:r>
          </a:p>
        </p:txBody>
      </p:sp>
      <p:pic>
        <p:nvPicPr>
          <p:cNvPr id="86022" name="Picture 6" descr="C:\Program Files\Microsoft Office\MEDIA\CAGCAT10\j0293844.wmf">
            <a:extLst>
              <a:ext uri="{FF2B5EF4-FFF2-40B4-BE49-F238E27FC236}">
                <a16:creationId xmlns:a16="http://schemas.microsoft.com/office/drawing/2014/main" id="{C704A3CF-DE3D-4994-91E4-FACFDB58EC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810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3" name="图片 1">
            <a:extLst>
              <a:ext uri="{FF2B5EF4-FFF2-40B4-BE49-F238E27FC236}">
                <a16:creationId xmlns:a16="http://schemas.microsoft.com/office/drawing/2014/main" id="{5B7478B8-6DA5-47F4-A3E7-6A4C769C528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71550" y="2205038"/>
            <a:ext cx="7862888" cy="3744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日期占位符 3">
            <a:extLst>
              <a:ext uri="{FF2B5EF4-FFF2-40B4-BE49-F238E27FC236}">
                <a16:creationId xmlns:a16="http://schemas.microsoft.com/office/drawing/2014/main" id="{0F3FF1C2-AC46-46F3-8098-798A2F7DECA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CD56FF8-B7F5-451F-8764-652F753BAFA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87043" name="页脚占位符 4">
            <a:extLst>
              <a:ext uri="{FF2B5EF4-FFF2-40B4-BE49-F238E27FC236}">
                <a16:creationId xmlns:a16="http://schemas.microsoft.com/office/drawing/2014/main" id="{D1265FFD-9632-4CFF-A743-3AD55286FEA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87044" name="灯片编号占位符 5">
            <a:extLst>
              <a:ext uri="{FF2B5EF4-FFF2-40B4-BE49-F238E27FC236}">
                <a16:creationId xmlns:a16="http://schemas.microsoft.com/office/drawing/2014/main" id="{9B226027-D90D-46C6-8E9D-6D3B2918961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99F0838-B2F0-4D2D-A65B-E6D9E34E09F3}" type="slidenum">
              <a:rPr lang="en-US" altLang="zh-CN" sz="1400" smtClean="0">
                <a:latin typeface="Times New Roman" panose="02020603050405020304" pitchFamily="18" charset="0"/>
                <a:ea typeface="宋体" panose="02010600030101010101" pitchFamily="2" charset="-122"/>
              </a:rPr>
              <a:pPr>
                <a:spcBef>
                  <a:spcPct val="0"/>
                </a:spcBef>
                <a:buFontTx/>
                <a:buNone/>
              </a:pPr>
              <a:t>82</a:t>
            </a:fld>
            <a:endParaRPr lang="en-US" altLang="zh-CN" sz="1400">
              <a:latin typeface="Times New Roman" panose="02020603050405020304" pitchFamily="18" charset="0"/>
              <a:ea typeface="宋体" panose="02010600030101010101" pitchFamily="2" charset="-122"/>
            </a:endParaRPr>
          </a:p>
        </p:txBody>
      </p:sp>
      <p:sp>
        <p:nvSpPr>
          <p:cNvPr id="87045" name="Text Box 2">
            <a:extLst>
              <a:ext uri="{FF2B5EF4-FFF2-40B4-BE49-F238E27FC236}">
                <a16:creationId xmlns:a16="http://schemas.microsoft.com/office/drawing/2014/main" id="{85CE60E7-80C2-4434-8FBE-7FC6BBE37E44}"/>
              </a:ext>
            </a:extLst>
          </p:cNvPr>
          <p:cNvSpPr txBox="1">
            <a:spLocks noChangeArrowheads="1"/>
          </p:cNvSpPr>
          <p:nvPr/>
        </p:nvSpPr>
        <p:spPr bwMode="auto">
          <a:xfrm>
            <a:off x="1371600" y="1074738"/>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蕴含式的性质</a:t>
            </a:r>
          </a:p>
        </p:txBody>
      </p:sp>
      <p:pic>
        <p:nvPicPr>
          <p:cNvPr id="87046" name="Picture 6" descr="C:\Program Files\Microsoft Office\MEDIA\CAGCAT10\j0293844.wmf">
            <a:extLst>
              <a:ext uri="{FF2B5EF4-FFF2-40B4-BE49-F238E27FC236}">
                <a16:creationId xmlns:a16="http://schemas.microsoft.com/office/drawing/2014/main" id="{55657EDF-C0E5-4322-8CC6-BF6C1E6583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810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7" name="Picture 6" descr="QQ截图20140129135351">
            <a:extLst>
              <a:ext uri="{FF2B5EF4-FFF2-40B4-BE49-F238E27FC236}">
                <a16:creationId xmlns:a16="http://schemas.microsoft.com/office/drawing/2014/main" id="{6FCCF2D9-30DA-464C-BBFC-B0D5D0FA6A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2565400"/>
            <a:ext cx="7632700"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日期占位符 3">
            <a:extLst>
              <a:ext uri="{FF2B5EF4-FFF2-40B4-BE49-F238E27FC236}">
                <a16:creationId xmlns:a16="http://schemas.microsoft.com/office/drawing/2014/main" id="{9D873367-BD43-49AA-90C5-B4EC07FD4FD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5FB0868-8CB5-4CF1-A1D6-59DA4678BE9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88067" name="页脚占位符 4">
            <a:extLst>
              <a:ext uri="{FF2B5EF4-FFF2-40B4-BE49-F238E27FC236}">
                <a16:creationId xmlns:a16="http://schemas.microsoft.com/office/drawing/2014/main" id="{42BC3565-D83E-4B4D-8CE3-6DA254CCBB5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88068" name="灯片编号占位符 5">
            <a:extLst>
              <a:ext uri="{FF2B5EF4-FFF2-40B4-BE49-F238E27FC236}">
                <a16:creationId xmlns:a16="http://schemas.microsoft.com/office/drawing/2014/main" id="{B64AEDF6-CE33-4342-BBD6-30768826827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B4DF4C5-7CE2-4C3E-8F5F-7F85B92F8F16}" type="slidenum">
              <a:rPr lang="en-US" altLang="zh-CN" sz="1400" smtClean="0">
                <a:latin typeface="Times New Roman" panose="02020603050405020304" pitchFamily="18" charset="0"/>
                <a:ea typeface="宋体" panose="02010600030101010101" pitchFamily="2" charset="-122"/>
              </a:rPr>
              <a:pPr>
                <a:spcBef>
                  <a:spcPct val="0"/>
                </a:spcBef>
                <a:buFontTx/>
                <a:buNone/>
              </a:pPr>
              <a:t>83</a:t>
            </a:fld>
            <a:endParaRPr lang="en-US" altLang="zh-CN" sz="1400">
              <a:latin typeface="Times New Roman" panose="02020603050405020304" pitchFamily="18" charset="0"/>
              <a:ea typeface="宋体" panose="02010600030101010101" pitchFamily="2" charset="-122"/>
            </a:endParaRPr>
          </a:p>
        </p:txBody>
      </p:sp>
      <p:sp>
        <p:nvSpPr>
          <p:cNvPr id="88069" name="Text Box 2">
            <a:extLst>
              <a:ext uri="{FF2B5EF4-FFF2-40B4-BE49-F238E27FC236}">
                <a16:creationId xmlns:a16="http://schemas.microsoft.com/office/drawing/2014/main" id="{3FC6706B-453B-4367-AC2C-7638D9BE6DAC}"/>
              </a:ext>
            </a:extLst>
          </p:cNvPr>
          <p:cNvSpPr txBox="1">
            <a:spLocks noChangeArrowheads="1"/>
          </p:cNvSpPr>
          <p:nvPr/>
        </p:nvSpPr>
        <p:spPr bwMode="auto">
          <a:xfrm>
            <a:off x="1563688" y="792163"/>
            <a:ext cx="6016625" cy="83026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 基本永真蕴含式</a:t>
            </a:r>
          </a:p>
        </p:txBody>
      </p:sp>
      <p:pic>
        <p:nvPicPr>
          <p:cNvPr id="88070" name="Picture 6" descr="C:\Program Files\Microsoft Office\MEDIA\CAGCAT10\j0293844.wmf">
            <a:extLst>
              <a:ext uri="{FF2B5EF4-FFF2-40B4-BE49-F238E27FC236}">
                <a16:creationId xmlns:a16="http://schemas.microsoft.com/office/drawing/2014/main" id="{C8E036F3-E1CD-421A-9688-87F865B26D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71" name="Picture 6" descr="QQ截图20140129134636">
            <a:extLst>
              <a:ext uri="{FF2B5EF4-FFF2-40B4-BE49-F238E27FC236}">
                <a16:creationId xmlns:a16="http://schemas.microsoft.com/office/drawing/2014/main" id="{23F3234D-1C38-4FA1-9F23-AE165A1B13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911350"/>
            <a:ext cx="7848600"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日期占位符 3">
            <a:extLst>
              <a:ext uri="{FF2B5EF4-FFF2-40B4-BE49-F238E27FC236}">
                <a16:creationId xmlns:a16="http://schemas.microsoft.com/office/drawing/2014/main" id="{9C55192D-62E4-47E7-8B28-F3CFB4CCDBB0}"/>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3D8E558-4093-45D8-889E-85099301963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89091" name="页脚占位符 4">
            <a:extLst>
              <a:ext uri="{FF2B5EF4-FFF2-40B4-BE49-F238E27FC236}">
                <a16:creationId xmlns:a16="http://schemas.microsoft.com/office/drawing/2014/main" id="{97629F33-E5AF-4A2D-A28E-30C5C7DAE48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89092" name="灯片编号占位符 5">
            <a:extLst>
              <a:ext uri="{FF2B5EF4-FFF2-40B4-BE49-F238E27FC236}">
                <a16:creationId xmlns:a16="http://schemas.microsoft.com/office/drawing/2014/main" id="{26B61BD3-81DD-43C4-B075-E6CFA8B19F1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B3AEB9E-1277-4C1B-B166-3BF8F9ADFEA2}" type="slidenum">
              <a:rPr lang="en-US" altLang="zh-CN" sz="1400" smtClean="0">
                <a:latin typeface="Times New Roman" panose="02020603050405020304" pitchFamily="18" charset="0"/>
                <a:ea typeface="宋体" panose="02010600030101010101" pitchFamily="2" charset="-122"/>
              </a:rPr>
              <a:pPr>
                <a:spcBef>
                  <a:spcPct val="0"/>
                </a:spcBef>
                <a:buFontTx/>
                <a:buNone/>
              </a:pPr>
              <a:t>84</a:t>
            </a:fld>
            <a:endParaRPr lang="en-US" altLang="zh-CN" sz="1400">
              <a:latin typeface="Times New Roman" panose="02020603050405020304" pitchFamily="18" charset="0"/>
              <a:ea typeface="宋体" panose="02010600030101010101" pitchFamily="2" charset="-122"/>
            </a:endParaRPr>
          </a:p>
        </p:txBody>
      </p:sp>
      <p:pic>
        <p:nvPicPr>
          <p:cNvPr id="89093" name="Picture 6" descr="C:\Program Files\Microsoft Office\MEDIA\CAGCAT10\j0293844.wmf">
            <a:extLst>
              <a:ext uri="{FF2B5EF4-FFF2-40B4-BE49-F238E27FC236}">
                <a16:creationId xmlns:a16="http://schemas.microsoft.com/office/drawing/2014/main" id="{CFBBD521-70AB-4BF9-95F4-5877740996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4" name="Picture 5" descr="QQ截图20140129134724">
            <a:extLst>
              <a:ext uri="{FF2B5EF4-FFF2-40B4-BE49-F238E27FC236}">
                <a16:creationId xmlns:a16="http://schemas.microsoft.com/office/drawing/2014/main" id="{D6246AA9-6717-4C67-A931-011CBACDE6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997075"/>
            <a:ext cx="7632700"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5" name="Text Box 2">
            <a:extLst>
              <a:ext uri="{FF2B5EF4-FFF2-40B4-BE49-F238E27FC236}">
                <a16:creationId xmlns:a16="http://schemas.microsoft.com/office/drawing/2014/main" id="{BEE83A52-0E66-47F7-9285-319F708BA6A1}"/>
              </a:ext>
            </a:extLst>
          </p:cNvPr>
          <p:cNvSpPr txBox="1">
            <a:spLocks noChangeArrowheads="1"/>
          </p:cNvSpPr>
          <p:nvPr/>
        </p:nvSpPr>
        <p:spPr bwMode="auto">
          <a:xfrm>
            <a:off x="1630363" y="747713"/>
            <a:ext cx="6016625" cy="83026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 基本永真蕴含式</a:t>
            </a: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日期占位符 3">
            <a:extLst>
              <a:ext uri="{FF2B5EF4-FFF2-40B4-BE49-F238E27FC236}">
                <a16:creationId xmlns:a16="http://schemas.microsoft.com/office/drawing/2014/main" id="{40108AEE-DB1A-42FB-8FBE-E5483B446C1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B12826A-652D-4C98-BCFA-C7C397D0A3E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0115" name="页脚占位符 4">
            <a:extLst>
              <a:ext uri="{FF2B5EF4-FFF2-40B4-BE49-F238E27FC236}">
                <a16:creationId xmlns:a16="http://schemas.microsoft.com/office/drawing/2014/main" id="{3C2B8BCA-969E-4E0D-9FD6-E6AFD4BBA04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0116" name="灯片编号占位符 5">
            <a:extLst>
              <a:ext uri="{FF2B5EF4-FFF2-40B4-BE49-F238E27FC236}">
                <a16:creationId xmlns:a16="http://schemas.microsoft.com/office/drawing/2014/main" id="{C9118FE8-95EA-46AF-9BB2-656E4F8AD70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3894E22-B586-4DBE-AC34-81ABBB6D91CC}" type="slidenum">
              <a:rPr lang="en-US" altLang="zh-CN" sz="1400" smtClean="0">
                <a:latin typeface="Times New Roman" panose="02020603050405020304" pitchFamily="18" charset="0"/>
                <a:ea typeface="宋体" panose="02010600030101010101" pitchFamily="2" charset="-122"/>
              </a:rPr>
              <a:pPr>
                <a:spcBef>
                  <a:spcPct val="0"/>
                </a:spcBef>
                <a:buFontTx/>
                <a:buNone/>
              </a:pPr>
              <a:t>85</a:t>
            </a:fld>
            <a:endParaRPr lang="en-US" altLang="zh-CN" sz="1400">
              <a:latin typeface="Times New Roman" panose="02020603050405020304" pitchFamily="18" charset="0"/>
              <a:ea typeface="宋体" panose="02010600030101010101" pitchFamily="2" charset="-122"/>
            </a:endParaRPr>
          </a:p>
        </p:txBody>
      </p:sp>
      <p:sp>
        <p:nvSpPr>
          <p:cNvPr id="90117" name="Text Box 2">
            <a:extLst>
              <a:ext uri="{FF2B5EF4-FFF2-40B4-BE49-F238E27FC236}">
                <a16:creationId xmlns:a16="http://schemas.microsoft.com/office/drawing/2014/main" id="{267429FF-3895-4645-B06A-4CBDC14B8F4E}"/>
              </a:ext>
            </a:extLst>
          </p:cNvPr>
          <p:cNvSpPr txBox="1">
            <a:spLocks noChangeArrowheads="1"/>
          </p:cNvSpPr>
          <p:nvPr/>
        </p:nvSpPr>
        <p:spPr bwMode="auto">
          <a:xfrm>
            <a:off x="1403350" y="765175"/>
            <a:ext cx="63373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蕴含式的证法</a:t>
            </a:r>
          </a:p>
        </p:txBody>
      </p:sp>
      <p:pic>
        <p:nvPicPr>
          <p:cNvPr id="90118" name="Picture 6" descr="C:\Program Files\Microsoft Office\MEDIA\CAGCAT10\j0293844.wmf">
            <a:extLst>
              <a:ext uri="{FF2B5EF4-FFF2-40B4-BE49-F238E27FC236}">
                <a16:creationId xmlns:a16="http://schemas.microsoft.com/office/drawing/2014/main" id="{C1C38FC0-A2FA-4CE0-931F-D15AFD4824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0119" name="Picture 6" descr="QQ截图20140129133802">
            <a:extLst>
              <a:ext uri="{FF2B5EF4-FFF2-40B4-BE49-F238E27FC236}">
                <a16:creationId xmlns:a16="http://schemas.microsoft.com/office/drawing/2014/main" id="{DAFECDDE-13F8-4D65-8D0E-71AEBBE5A9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8525" y="2058988"/>
            <a:ext cx="8137525" cy="410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日期占位符 3">
            <a:extLst>
              <a:ext uri="{FF2B5EF4-FFF2-40B4-BE49-F238E27FC236}">
                <a16:creationId xmlns:a16="http://schemas.microsoft.com/office/drawing/2014/main" id="{B167F1F4-9149-4D92-B368-0931DEE2F4B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9BC7280-DF1E-465C-B368-651CC9D3958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1139" name="页脚占位符 4">
            <a:extLst>
              <a:ext uri="{FF2B5EF4-FFF2-40B4-BE49-F238E27FC236}">
                <a16:creationId xmlns:a16="http://schemas.microsoft.com/office/drawing/2014/main" id="{B467DD4C-8ACA-49D9-954C-7831720D3B8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1140" name="灯片编号占位符 5">
            <a:extLst>
              <a:ext uri="{FF2B5EF4-FFF2-40B4-BE49-F238E27FC236}">
                <a16:creationId xmlns:a16="http://schemas.microsoft.com/office/drawing/2014/main" id="{0573B4C5-E81B-49EF-8A5A-8A44293B8E6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7631492-812F-4702-BD7E-23DCD066412F}" type="slidenum">
              <a:rPr lang="en-US" altLang="zh-CN" sz="1400" smtClean="0">
                <a:latin typeface="Times New Roman" panose="02020603050405020304" pitchFamily="18" charset="0"/>
                <a:ea typeface="宋体" panose="02010600030101010101" pitchFamily="2" charset="-122"/>
              </a:rPr>
              <a:pPr>
                <a:spcBef>
                  <a:spcPct val="0"/>
                </a:spcBef>
                <a:buFontTx/>
                <a:buNone/>
              </a:pPr>
              <a:t>86</a:t>
            </a:fld>
            <a:endParaRPr lang="en-US" altLang="zh-CN" sz="1400">
              <a:latin typeface="Times New Roman" panose="02020603050405020304" pitchFamily="18" charset="0"/>
              <a:ea typeface="宋体" panose="02010600030101010101" pitchFamily="2" charset="-122"/>
            </a:endParaRPr>
          </a:p>
        </p:txBody>
      </p:sp>
      <p:sp>
        <p:nvSpPr>
          <p:cNvPr id="91141" name="Text Box 2">
            <a:extLst>
              <a:ext uri="{FF2B5EF4-FFF2-40B4-BE49-F238E27FC236}">
                <a16:creationId xmlns:a16="http://schemas.microsoft.com/office/drawing/2014/main" id="{5D12EDEA-FA9E-43E3-835C-AC2EBA13DF08}"/>
              </a:ext>
            </a:extLst>
          </p:cNvPr>
          <p:cNvSpPr txBox="1">
            <a:spLocks noChangeArrowheads="1"/>
          </p:cNvSpPr>
          <p:nvPr/>
        </p:nvSpPr>
        <p:spPr bwMode="auto">
          <a:xfrm>
            <a:off x="1258888" y="836613"/>
            <a:ext cx="63373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蕴含式的证法</a:t>
            </a:r>
          </a:p>
        </p:txBody>
      </p:sp>
      <p:pic>
        <p:nvPicPr>
          <p:cNvPr id="91142" name="Picture 6" descr="C:\Program Files\Microsoft Office\MEDIA\CAGCAT10\j0293844.wmf">
            <a:extLst>
              <a:ext uri="{FF2B5EF4-FFF2-40B4-BE49-F238E27FC236}">
                <a16:creationId xmlns:a16="http://schemas.microsoft.com/office/drawing/2014/main" id="{27D1D200-9ED2-48E9-B784-635AECF30C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3" name="Picture 6" descr="QQ截图20140129133819">
            <a:extLst>
              <a:ext uri="{FF2B5EF4-FFF2-40B4-BE49-F238E27FC236}">
                <a16:creationId xmlns:a16="http://schemas.microsoft.com/office/drawing/2014/main" id="{1CA6330B-1980-489E-BF60-A04CB553F6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989138"/>
            <a:ext cx="6408738" cy="427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日期占位符 3">
            <a:extLst>
              <a:ext uri="{FF2B5EF4-FFF2-40B4-BE49-F238E27FC236}">
                <a16:creationId xmlns:a16="http://schemas.microsoft.com/office/drawing/2014/main" id="{8384B506-41D7-4C6D-ACB9-9519150B6EF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05985FB-A351-48A3-937E-EAB2AC65BF6E}"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2163" name="页脚占位符 4">
            <a:extLst>
              <a:ext uri="{FF2B5EF4-FFF2-40B4-BE49-F238E27FC236}">
                <a16:creationId xmlns:a16="http://schemas.microsoft.com/office/drawing/2014/main" id="{6AF5DE5F-6A9C-4D81-9569-D91E9B54BC9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2164" name="灯片编号占位符 5">
            <a:extLst>
              <a:ext uri="{FF2B5EF4-FFF2-40B4-BE49-F238E27FC236}">
                <a16:creationId xmlns:a16="http://schemas.microsoft.com/office/drawing/2014/main" id="{F4B3FAF1-BA23-48E2-B11E-39525733C6D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A1FC3EA-8D67-46E9-B159-9B043C7A87AE}" type="slidenum">
              <a:rPr lang="en-US" altLang="zh-CN" sz="1400" smtClean="0">
                <a:latin typeface="Times New Roman" panose="02020603050405020304" pitchFamily="18" charset="0"/>
                <a:ea typeface="宋体" panose="02010600030101010101" pitchFamily="2" charset="-122"/>
              </a:rPr>
              <a:pPr>
                <a:spcBef>
                  <a:spcPct val="0"/>
                </a:spcBef>
                <a:buFontTx/>
                <a:buNone/>
              </a:pPr>
              <a:t>87</a:t>
            </a:fld>
            <a:endParaRPr lang="en-US" altLang="zh-CN" sz="1400">
              <a:latin typeface="Times New Roman" panose="02020603050405020304" pitchFamily="18" charset="0"/>
              <a:ea typeface="宋体" panose="02010600030101010101" pitchFamily="2" charset="-122"/>
            </a:endParaRPr>
          </a:p>
        </p:txBody>
      </p:sp>
      <p:sp>
        <p:nvSpPr>
          <p:cNvPr id="92165" name="Text Box 2">
            <a:extLst>
              <a:ext uri="{FF2B5EF4-FFF2-40B4-BE49-F238E27FC236}">
                <a16:creationId xmlns:a16="http://schemas.microsoft.com/office/drawing/2014/main" id="{82442C52-3BDB-4F7C-B98A-CBA078226BBA}"/>
              </a:ext>
            </a:extLst>
          </p:cNvPr>
          <p:cNvSpPr txBox="1">
            <a:spLocks noChangeArrowheads="1"/>
          </p:cNvSpPr>
          <p:nvPr/>
        </p:nvSpPr>
        <p:spPr bwMode="auto">
          <a:xfrm>
            <a:off x="1258888" y="692150"/>
            <a:ext cx="63373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蕴含式的证法</a:t>
            </a:r>
          </a:p>
        </p:txBody>
      </p:sp>
      <p:pic>
        <p:nvPicPr>
          <p:cNvPr id="92166" name="Picture 6" descr="C:\Program Files\Microsoft Office\MEDIA\CAGCAT10\j0293844.wmf">
            <a:extLst>
              <a:ext uri="{FF2B5EF4-FFF2-40B4-BE49-F238E27FC236}">
                <a16:creationId xmlns:a16="http://schemas.microsoft.com/office/drawing/2014/main" id="{FC3AB908-56F6-43B7-85B7-1328AFAB96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7" name="Picture 6" descr="QQ截图20140129133836">
            <a:extLst>
              <a:ext uri="{FF2B5EF4-FFF2-40B4-BE49-F238E27FC236}">
                <a16:creationId xmlns:a16="http://schemas.microsoft.com/office/drawing/2014/main" id="{45444964-B9F9-4315-923E-5C3B5D7FAB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989138"/>
            <a:ext cx="7343775" cy="425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日期占位符 3">
            <a:extLst>
              <a:ext uri="{FF2B5EF4-FFF2-40B4-BE49-F238E27FC236}">
                <a16:creationId xmlns:a16="http://schemas.microsoft.com/office/drawing/2014/main" id="{87C0C178-53FC-4057-9AFF-9C170EA02E6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9128033-0DC5-42AE-ADAA-E3A403FA3E7F}"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3187" name="页脚占位符 4">
            <a:extLst>
              <a:ext uri="{FF2B5EF4-FFF2-40B4-BE49-F238E27FC236}">
                <a16:creationId xmlns:a16="http://schemas.microsoft.com/office/drawing/2014/main" id="{2256B364-FC9A-418C-A2E8-648969CE4DF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3188" name="灯片编号占位符 5">
            <a:extLst>
              <a:ext uri="{FF2B5EF4-FFF2-40B4-BE49-F238E27FC236}">
                <a16:creationId xmlns:a16="http://schemas.microsoft.com/office/drawing/2014/main" id="{F66CBA89-A6E3-4B7A-BA16-CA9FCC1A296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E2ABEC2-D7C5-46C7-A600-C39F3793767D}" type="slidenum">
              <a:rPr lang="en-US" altLang="zh-CN" sz="1400" smtClean="0">
                <a:latin typeface="Times New Roman" panose="02020603050405020304" pitchFamily="18" charset="0"/>
                <a:ea typeface="宋体" panose="02010600030101010101" pitchFamily="2" charset="-122"/>
              </a:rPr>
              <a:pPr>
                <a:spcBef>
                  <a:spcPct val="0"/>
                </a:spcBef>
                <a:buFontTx/>
                <a:buNone/>
              </a:pPr>
              <a:t>88</a:t>
            </a:fld>
            <a:endParaRPr lang="en-US" altLang="zh-CN" sz="1400">
              <a:latin typeface="Times New Roman" panose="02020603050405020304" pitchFamily="18" charset="0"/>
              <a:ea typeface="宋体" panose="02010600030101010101" pitchFamily="2" charset="-122"/>
            </a:endParaRPr>
          </a:p>
        </p:txBody>
      </p:sp>
      <p:sp>
        <p:nvSpPr>
          <p:cNvPr id="93189" name="Text Box 2">
            <a:extLst>
              <a:ext uri="{FF2B5EF4-FFF2-40B4-BE49-F238E27FC236}">
                <a16:creationId xmlns:a16="http://schemas.microsoft.com/office/drawing/2014/main" id="{B216D815-91D6-4EBA-AD59-588F78C35AA2}"/>
              </a:ext>
            </a:extLst>
          </p:cNvPr>
          <p:cNvSpPr txBox="1">
            <a:spLocks noChangeArrowheads="1"/>
          </p:cNvSpPr>
          <p:nvPr/>
        </p:nvSpPr>
        <p:spPr bwMode="auto">
          <a:xfrm>
            <a:off x="1258888" y="949325"/>
            <a:ext cx="63373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蕴含式的证法</a:t>
            </a:r>
          </a:p>
        </p:txBody>
      </p:sp>
      <p:pic>
        <p:nvPicPr>
          <p:cNvPr id="93190" name="Picture 6" descr="C:\Program Files\Microsoft Office\MEDIA\CAGCAT10\j0293844.wmf">
            <a:extLst>
              <a:ext uri="{FF2B5EF4-FFF2-40B4-BE49-F238E27FC236}">
                <a16:creationId xmlns:a16="http://schemas.microsoft.com/office/drawing/2014/main" id="{F887D8A4-979A-4FE0-AFC1-AF47B73FF0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191" name="Picture 5" descr="QQ截图20140129133847">
            <a:extLst>
              <a:ext uri="{FF2B5EF4-FFF2-40B4-BE49-F238E27FC236}">
                <a16:creationId xmlns:a16="http://schemas.microsoft.com/office/drawing/2014/main" id="{EE4C580E-C368-4DDF-B951-8944595AA4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0875" y="2222500"/>
            <a:ext cx="8169275" cy="365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日期占位符 3">
            <a:extLst>
              <a:ext uri="{FF2B5EF4-FFF2-40B4-BE49-F238E27FC236}">
                <a16:creationId xmlns:a16="http://schemas.microsoft.com/office/drawing/2014/main" id="{18FE61D1-A1C4-4DDA-8C43-99B7F11F7BC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7C3058D-8238-41D8-9E05-4EFD7DB92A3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4211" name="页脚占位符 4">
            <a:extLst>
              <a:ext uri="{FF2B5EF4-FFF2-40B4-BE49-F238E27FC236}">
                <a16:creationId xmlns:a16="http://schemas.microsoft.com/office/drawing/2014/main" id="{E1302B92-1AEA-480F-B5E2-2A0A7686836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4212" name="灯片编号占位符 5">
            <a:extLst>
              <a:ext uri="{FF2B5EF4-FFF2-40B4-BE49-F238E27FC236}">
                <a16:creationId xmlns:a16="http://schemas.microsoft.com/office/drawing/2014/main" id="{67EE19D3-71DF-4421-A003-3FF17D5C477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FBAC520-DBFD-4F85-B044-4D6385F6128C}" type="slidenum">
              <a:rPr lang="en-US" altLang="zh-CN" sz="1400" smtClean="0">
                <a:latin typeface="Times New Roman" panose="02020603050405020304" pitchFamily="18" charset="0"/>
                <a:ea typeface="宋体" panose="02010600030101010101" pitchFamily="2" charset="-122"/>
              </a:rPr>
              <a:pPr>
                <a:spcBef>
                  <a:spcPct val="0"/>
                </a:spcBef>
                <a:buFontTx/>
                <a:buNone/>
              </a:pPr>
              <a:t>89</a:t>
            </a:fld>
            <a:endParaRPr lang="en-US" altLang="zh-CN" sz="1400">
              <a:latin typeface="Times New Roman" panose="02020603050405020304" pitchFamily="18" charset="0"/>
              <a:ea typeface="宋体" panose="02010600030101010101" pitchFamily="2" charset="-122"/>
            </a:endParaRPr>
          </a:p>
        </p:txBody>
      </p:sp>
      <p:sp>
        <p:nvSpPr>
          <p:cNvPr id="94213" name="Text Box 2">
            <a:extLst>
              <a:ext uri="{FF2B5EF4-FFF2-40B4-BE49-F238E27FC236}">
                <a16:creationId xmlns:a16="http://schemas.microsoft.com/office/drawing/2014/main" id="{6719C905-625C-480C-97BD-F2E299129015}"/>
              </a:ext>
            </a:extLst>
          </p:cNvPr>
          <p:cNvSpPr txBox="1">
            <a:spLocks noChangeArrowheads="1"/>
          </p:cNvSpPr>
          <p:nvPr/>
        </p:nvSpPr>
        <p:spPr bwMode="auto">
          <a:xfrm>
            <a:off x="1282700" y="692150"/>
            <a:ext cx="63373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蕴含式的证法</a:t>
            </a:r>
          </a:p>
        </p:txBody>
      </p:sp>
      <p:pic>
        <p:nvPicPr>
          <p:cNvPr id="94214" name="Picture 6" descr="C:\Program Files\Microsoft Office\MEDIA\CAGCAT10\j0293844.wmf">
            <a:extLst>
              <a:ext uri="{FF2B5EF4-FFF2-40B4-BE49-F238E27FC236}">
                <a16:creationId xmlns:a16="http://schemas.microsoft.com/office/drawing/2014/main" id="{E86EC6D2-0262-46C4-8705-57B4DF9D59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15" name="Picture 8" descr="QQ截图20140128123208">
            <a:extLst>
              <a:ext uri="{FF2B5EF4-FFF2-40B4-BE49-F238E27FC236}">
                <a16:creationId xmlns:a16="http://schemas.microsoft.com/office/drawing/2014/main" id="{1E221937-07CB-4410-A21A-068BA721B3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903413"/>
            <a:ext cx="6911975" cy="418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日期占位符 3">
            <a:extLst>
              <a:ext uri="{FF2B5EF4-FFF2-40B4-BE49-F238E27FC236}">
                <a16:creationId xmlns:a16="http://schemas.microsoft.com/office/drawing/2014/main" id="{9EF97DE1-D8A8-45E4-894E-D7CA7A1D8DE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4AB4685-04B7-47E5-A834-A408CB05F60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5235" name="页脚占位符 4">
            <a:extLst>
              <a:ext uri="{FF2B5EF4-FFF2-40B4-BE49-F238E27FC236}">
                <a16:creationId xmlns:a16="http://schemas.microsoft.com/office/drawing/2014/main" id="{BE8E4942-7A7F-4940-9870-5AA35800C58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5236" name="灯片编号占位符 5">
            <a:extLst>
              <a:ext uri="{FF2B5EF4-FFF2-40B4-BE49-F238E27FC236}">
                <a16:creationId xmlns:a16="http://schemas.microsoft.com/office/drawing/2014/main" id="{AD078559-1B3F-40E1-8714-520AC912CFF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32715AE-14EA-442B-9F5E-206BBD9FACCC}" type="slidenum">
              <a:rPr lang="en-US" altLang="zh-CN" sz="1400" smtClean="0">
                <a:latin typeface="Times New Roman" panose="02020603050405020304" pitchFamily="18" charset="0"/>
                <a:ea typeface="宋体" panose="02010600030101010101" pitchFamily="2" charset="-122"/>
              </a:rPr>
              <a:pPr>
                <a:spcBef>
                  <a:spcPct val="0"/>
                </a:spcBef>
                <a:buFontTx/>
                <a:buNone/>
              </a:pPr>
              <a:t>90</a:t>
            </a:fld>
            <a:endParaRPr lang="en-US" altLang="zh-CN" sz="1400">
              <a:latin typeface="Times New Roman" panose="02020603050405020304" pitchFamily="18" charset="0"/>
              <a:ea typeface="宋体" panose="02010600030101010101" pitchFamily="2" charset="-122"/>
            </a:endParaRPr>
          </a:p>
        </p:txBody>
      </p:sp>
      <p:sp>
        <p:nvSpPr>
          <p:cNvPr id="95237" name="Text Box 2">
            <a:extLst>
              <a:ext uri="{FF2B5EF4-FFF2-40B4-BE49-F238E27FC236}">
                <a16:creationId xmlns:a16="http://schemas.microsoft.com/office/drawing/2014/main" id="{F9532475-C38E-4946-9D7B-21A909B042AB}"/>
              </a:ext>
            </a:extLst>
          </p:cNvPr>
          <p:cNvSpPr txBox="1">
            <a:spLocks noChangeArrowheads="1"/>
          </p:cNvSpPr>
          <p:nvPr/>
        </p:nvSpPr>
        <p:spPr bwMode="auto">
          <a:xfrm>
            <a:off x="1258888" y="692150"/>
            <a:ext cx="63373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蕴含式的证法</a:t>
            </a:r>
          </a:p>
        </p:txBody>
      </p:sp>
      <p:pic>
        <p:nvPicPr>
          <p:cNvPr id="95238" name="Picture 6" descr="C:\Program Files\Microsoft Office\MEDIA\CAGCAT10\j0293844.wmf">
            <a:extLst>
              <a:ext uri="{FF2B5EF4-FFF2-40B4-BE49-F238E27FC236}">
                <a16:creationId xmlns:a16="http://schemas.microsoft.com/office/drawing/2014/main" id="{376E875C-BC51-4D0F-B195-1E04647D17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9" name="Picture 4" descr="QQ截图20140128122949">
            <a:extLst>
              <a:ext uri="{FF2B5EF4-FFF2-40B4-BE49-F238E27FC236}">
                <a16:creationId xmlns:a16="http://schemas.microsoft.com/office/drawing/2014/main" id="{49F4123C-D788-42ED-8EA5-334EB90D34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1916113"/>
            <a:ext cx="7991475" cy="431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a:extLst>
              <a:ext uri="{FF2B5EF4-FFF2-40B4-BE49-F238E27FC236}">
                <a16:creationId xmlns:a16="http://schemas.microsoft.com/office/drawing/2014/main" id="{87417ADD-A5E3-45BC-8584-414314B72CD6}"/>
              </a:ext>
            </a:extLst>
          </p:cNvPr>
          <p:cNvSpPr txBox="1">
            <a:spLocks noChangeArrowheads="1"/>
          </p:cNvSpPr>
          <p:nvPr/>
        </p:nvSpPr>
        <p:spPr bwMode="auto">
          <a:xfrm>
            <a:off x="1258888" y="836613"/>
            <a:ext cx="6337300" cy="76993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400" b="1">
                <a:solidFill>
                  <a:schemeClr val="bg1"/>
                </a:solidFill>
                <a:latin typeface="宋体" panose="02010600030101010101" pitchFamily="2" charset="-122"/>
                <a:ea typeface="宋体" panose="02010600030101010101" pitchFamily="2" charset="-122"/>
              </a:rPr>
              <a:t> 命题逻辑的演绎推理</a:t>
            </a:r>
            <a:endParaRPr lang="en-US" altLang="zh-CN" sz="4400" b="1">
              <a:solidFill>
                <a:schemeClr val="bg1"/>
              </a:solidFill>
              <a:latin typeface="宋体" panose="02010600030101010101" pitchFamily="2" charset="-122"/>
              <a:ea typeface="宋体" panose="02010600030101010101" pitchFamily="2" charset="-122"/>
            </a:endParaRPr>
          </a:p>
        </p:txBody>
      </p:sp>
      <p:sp>
        <p:nvSpPr>
          <p:cNvPr id="96259" name="Rectangle 3">
            <a:extLst>
              <a:ext uri="{FF2B5EF4-FFF2-40B4-BE49-F238E27FC236}">
                <a16:creationId xmlns:a16="http://schemas.microsoft.com/office/drawing/2014/main" id="{A8F2707E-FD79-48DF-BBB8-A95E72504B23}"/>
              </a:ext>
            </a:extLst>
          </p:cNvPr>
          <p:cNvSpPr>
            <a:spLocks noGrp="1" noChangeArrowheads="1"/>
          </p:cNvSpPr>
          <p:nvPr>
            <p:ph type="body" sz="half" idx="1"/>
          </p:nvPr>
        </p:nvSpPr>
        <p:spPr>
          <a:xfrm>
            <a:off x="2124075" y="2349500"/>
            <a:ext cx="5183188" cy="3095625"/>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a:lnSpc>
                <a:spcPct val="150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永真蕴含关系与判定</a:t>
            </a:r>
          </a:p>
          <a:p>
            <a:pPr>
              <a:lnSpc>
                <a:spcPct val="150000"/>
              </a:lnSpc>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命题公式推演系统</a:t>
            </a:r>
            <a:endParaRPr lang="zh-CN" altLang="en-US" sz="3600" b="1">
              <a:effectLst/>
              <a:latin typeface="黑体" panose="02010609060101010101" pitchFamily="49" charset="-122"/>
              <a:ea typeface="黑体" panose="02010609060101010101" pitchFamily="49" charset="-122"/>
            </a:endParaRPr>
          </a:p>
          <a:p>
            <a:pPr>
              <a:lnSpc>
                <a:spcPct val="150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命题推证的基本策略</a:t>
            </a:r>
          </a:p>
        </p:txBody>
      </p:sp>
      <p:pic>
        <p:nvPicPr>
          <p:cNvPr id="96260" name="Picture 6" descr="C:\Program Files\Microsoft Office\MEDIA\CAGCAT10\j0293844.wmf">
            <a:extLst>
              <a:ext uri="{FF2B5EF4-FFF2-40B4-BE49-F238E27FC236}">
                <a16:creationId xmlns:a16="http://schemas.microsoft.com/office/drawing/2014/main" id="{A4B6663D-71B8-4E6E-8191-89FA234633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a:extLst>
              <a:ext uri="{FF2B5EF4-FFF2-40B4-BE49-F238E27FC236}">
                <a16:creationId xmlns:a16="http://schemas.microsoft.com/office/drawing/2014/main" id="{DAB7AD68-21F5-4843-BC21-2F241E4122A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4F616FD-49FB-4998-B511-35129BC1664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7283" name="页脚占位符 4">
            <a:extLst>
              <a:ext uri="{FF2B5EF4-FFF2-40B4-BE49-F238E27FC236}">
                <a16:creationId xmlns:a16="http://schemas.microsoft.com/office/drawing/2014/main" id="{C0B2ED17-03BE-4133-9235-739A58FDE42B}"/>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7284" name="灯片编号占位符 5">
            <a:extLst>
              <a:ext uri="{FF2B5EF4-FFF2-40B4-BE49-F238E27FC236}">
                <a16:creationId xmlns:a16="http://schemas.microsoft.com/office/drawing/2014/main" id="{DA7CF14B-7721-4F0F-97B2-030E416B56E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5CF541D-E9B4-4117-A8C9-75169627A33F}" type="slidenum">
              <a:rPr lang="en-US" altLang="zh-CN" sz="1400" smtClean="0">
                <a:latin typeface="Times New Roman" panose="02020603050405020304" pitchFamily="18" charset="0"/>
                <a:ea typeface="宋体" panose="02010600030101010101" pitchFamily="2" charset="-122"/>
              </a:rPr>
              <a:pPr>
                <a:spcBef>
                  <a:spcPct val="0"/>
                </a:spcBef>
                <a:buFontTx/>
                <a:buNone/>
              </a:pPr>
              <a:t>92</a:t>
            </a:fld>
            <a:endParaRPr lang="en-US" altLang="zh-CN" sz="1400">
              <a:latin typeface="Times New Roman" panose="02020603050405020304" pitchFamily="18" charset="0"/>
              <a:ea typeface="宋体" panose="02010600030101010101" pitchFamily="2" charset="-122"/>
            </a:endParaRPr>
          </a:p>
        </p:txBody>
      </p:sp>
      <p:sp>
        <p:nvSpPr>
          <p:cNvPr id="97285" name="Text Box 2">
            <a:extLst>
              <a:ext uri="{FF2B5EF4-FFF2-40B4-BE49-F238E27FC236}">
                <a16:creationId xmlns:a16="http://schemas.microsoft.com/office/drawing/2014/main" id="{48F87540-BF14-4A72-9A04-D6234722E666}"/>
              </a:ext>
            </a:extLst>
          </p:cNvPr>
          <p:cNvSpPr txBox="1">
            <a:spLocks noChangeArrowheads="1"/>
          </p:cNvSpPr>
          <p:nvPr/>
        </p:nvSpPr>
        <p:spPr bwMode="auto">
          <a:xfrm>
            <a:off x="1508125" y="858838"/>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推理的概念</a:t>
            </a:r>
          </a:p>
        </p:txBody>
      </p:sp>
      <p:pic>
        <p:nvPicPr>
          <p:cNvPr id="97286" name="Picture 6" descr="C:\Program Files\Microsoft Office\MEDIA\CAGCAT10\j0293844.wmf">
            <a:extLst>
              <a:ext uri="{FF2B5EF4-FFF2-40B4-BE49-F238E27FC236}">
                <a16:creationId xmlns:a16="http://schemas.microsoft.com/office/drawing/2014/main" id="{AE4E83B9-E8E8-496F-AB48-D07C1F655C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7" name="Text Box 4">
            <a:extLst>
              <a:ext uri="{FF2B5EF4-FFF2-40B4-BE49-F238E27FC236}">
                <a16:creationId xmlns:a16="http://schemas.microsoft.com/office/drawing/2014/main" id="{359A3C86-D5A9-4CBA-B772-3E1F0A2B6B5E}"/>
              </a:ext>
            </a:extLst>
          </p:cNvPr>
          <p:cNvSpPr txBox="1">
            <a:spLocks noChangeArrowheads="1"/>
          </p:cNvSpPr>
          <p:nvPr/>
        </p:nvSpPr>
        <p:spPr bwMode="auto">
          <a:xfrm>
            <a:off x="1042988" y="2532063"/>
            <a:ext cx="7416800" cy="29527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buFontTx/>
              <a:buNone/>
            </a:pPr>
            <a:r>
              <a:rPr lang="en-US" altLang="zh-CN" sz="3200">
                <a:latin typeface="Times New Roman" panose="02020603050405020304" pitchFamily="18" charset="0"/>
                <a:ea typeface="宋体" panose="02010600030101010101" pitchFamily="2" charset="-122"/>
              </a:rPr>
              <a:t>        </a:t>
            </a:r>
            <a:r>
              <a:rPr lang="zh-CN" altLang="en-US" sz="3200" b="1">
                <a:solidFill>
                  <a:srgbClr val="006600"/>
                </a:solidFill>
                <a:latin typeface="Times New Roman" panose="02020603050405020304" pitchFamily="18" charset="0"/>
                <a:ea typeface="黑体" panose="02010609060101010101" pitchFamily="49" charset="-122"/>
              </a:rPr>
              <a:t>推理</a:t>
            </a:r>
            <a:r>
              <a:rPr lang="zh-CN" altLang="en-US" sz="3200" b="1">
                <a:latin typeface="Times New Roman" panose="02020603050405020304" pitchFamily="18" charset="0"/>
                <a:ea typeface="黑体" panose="02010609060101010101" pitchFamily="49" charset="-122"/>
              </a:rPr>
              <a:t>也称为论证，它是由</a:t>
            </a:r>
            <a:r>
              <a:rPr lang="zh-CN" altLang="en-US" sz="3200" b="1">
                <a:solidFill>
                  <a:schemeClr val="accent2"/>
                </a:solidFill>
                <a:latin typeface="Times New Roman" panose="02020603050405020304" pitchFamily="18" charset="0"/>
                <a:ea typeface="黑体" panose="02010609060101010101" pitchFamily="49" charset="-122"/>
              </a:rPr>
              <a:t>已知命题</a:t>
            </a:r>
            <a:r>
              <a:rPr lang="zh-CN" altLang="en-US" sz="3200" b="1">
                <a:latin typeface="Times New Roman" panose="02020603050405020304" pitchFamily="18" charset="0"/>
                <a:ea typeface="黑体" panose="02010609060101010101" pitchFamily="49" charset="-122"/>
              </a:rPr>
              <a:t>得到</a:t>
            </a:r>
            <a:r>
              <a:rPr lang="zh-CN" altLang="en-US" sz="3200" b="1">
                <a:solidFill>
                  <a:schemeClr val="accent2"/>
                </a:solidFill>
                <a:latin typeface="Times New Roman" panose="02020603050405020304" pitchFamily="18" charset="0"/>
                <a:ea typeface="黑体" panose="02010609060101010101" pitchFamily="49" charset="-122"/>
              </a:rPr>
              <a:t>新命题</a:t>
            </a:r>
            <a:r>
              <a:rPr lang="zh-CN" altLang="en-US" sz="3200" b="1">
                <a:latin typeface="Times New Roman" panose="02020603050405020304" pitchFamily="18" charset="0"/>
                <a:ea typeface="黑体" panose="02010609060101010101" pitchFamily="49" charset="-122"/>
              </a:rPr>
              <a:t>的思维过程。其中已知命题称为推理的</a:t>
            </a:r>
            <a:r>
              <a:rPr lang="zh-CN" altLang="en-US" sz="3200" b="1">
                <a:solidFill>
                  <a:srgbClr val="006600"/>
                </a:solidFill>
                <a:latin typeface="Times New Roman" panose="02020603050405020304" pitchFamily="18" charset="0"/>
                <a:ea typeface="黑体" panose="02010609060101010101" pitchFamily="49" charset="-122"/>
              </a:rPr>
              <a:t>前提</a:t>
            </a:r>
            <a:r>
              <a:rPr lang="zh-CN" altLang="en-US" sz="3200" b="1">
                <a:latin typeface="Times New Roman" panose="02020603050405020304" pitchFamily="18" charset="0"/>
                <a:ea typeface="黑体" panose="02010609060101010101" pitchFamily="49" charset="-122"/>
              </a:rPr>
              <a:t>或</a:t>
            </a:r>
            <a:r>
              <a:rPr lang="zh-CN" altLang="en-US" sz="3200" b="1">
                <a:solidFill>
                  <a:srgbClr val="006600"/>
                </a:solidFill>
                <a:latin typeface="Times New Roman" panose="02020603050405020304" pitchFamily="18" charset="0"/>
                <a:ea typeface="黑体" panose="02010609060101010101" pitchFamily="49" charset="-122"/>
              </a:rPr>
              <a:t>假设</a:t>
            </a:r>
            <a:r>
              <a:rPr lang="zh-CN" altLang="en-US" sz="3200" b="1">
                <a:latin typeface="Times New Roman" panose="02020603050405020304" pitchFamily="18" charset="0"/>
                <a:ea typeface="黑体" panose="02010609060101010101" pitchFamily="49" charset="-122"/>
              </a:rPr>
              <a:t>，推得的新命题称为推理的</a:t>
            </a:r>
            <a:r>
              <a:rPr lang="zh-CN" altLang="en-US" sz="3200" b="1">
                <a:solidFill>
                  <a:srgbClr val="006600"/>
                </a:solidFill>
                <a:latin typeface="Times New Roman" panose="02020603050405020304" pitchFamily="18" charset="0"/>
                <a:ea typeface="黑体" panose="02010609060101010101" pitchFamily="49" charset="-122"/>
              </a:rPr>
              <a:t>结论</a:t>
            </a:r>
            <a:r>
              <a:rPr lang="zh-CN" altLang="en-US" sz="3200" b="1">
                <a:latin typeface="Times New Roman" panose="02020603050405020304" pitchFamily="18" charset="0"/>
                <a:ea typeface="黑体" panose="02010609060101010101" pitchFamily="49" charset="-122"/>
              </a:rPr>
              <a:t>。</a:t>
            </a: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日期占位符 3">
            <a:extLst>
              <a:ext uri="{FF2B5EF4-FFF2-40B4-BE49-F238E27FC236}">
                <a16:creationId xmlns:a16="http://schemas.microsoft.com/office/drawing/2014/main" id="{17CDCA60-AEF3-43E7-9107-AC1875F90E5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D246445-3BD6-446D-8A8C-60D71A0D08C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8307" name="页脚占位符 4">
            <a:extLst>
              <a:ext uri="{FF2B5EF4-FFF2-40B4-BE49-F238E27FC236}">
                <a16:creationId xmlns:a16="http://schemas.microsoft.com/office/drawing/2014/main" id="{F612A78B-4B85-4448-BE95-76DB61ED563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8308" name="灯片编号占位符 5">
            <a:extLst>
              <a:ext uri="{FF2B5EF4-FFF2-40B4-BE49-F238E27FC236}">
                <a16:creationId xmlns:a16="http://schemas.microsoft.com/office/drawing/2014/main" id="{E7F10F89-5349-4982-A91A-4E62B940284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499B323-6E38-42E0-A652-47DCC2898326}" type="slidenum">
              <a:rPr lang="en-US" altLang="zh-CN" sz="1400" smtClean="0">
                <a:latin typeface="Times New Roman" panose="02020603050405020304" pitchFamily="18" charset="0"/>
                <a:ea typeface="宋体" panose="02010600030101010101" pitchFamily="2" charset="-122"/>
              </a:rPr>
              <a:pPr>
                <a:spcBef>
                  <a:spcPct val="0"/>
                </a:spcBef>
                <a:buFontTx/>
                <a:buNone/>
              </a:pPr>
              <a:t>93</a:t>
            </a:fld>
            <a:endParaRPr lang="en-US" altLang="zh-CN" sz="1400">
              <a:latin typeface="Times New Roman" panose="02020603050405020304" pitchFamily="18" charset="0"/>
              <a:ea typeface="宋体" panose="02010600030101010101" pitchFamily="2" charset="-122"/>
            </a:endParaRPr>
          </a:p>
        </p:txBody>
      </p:sp>
      <p:sp>
        <p:nvSpPr>
          <p:cNvPr id="98309" name="Text Box 2">
            <a:extLst>
              <a:ext uri="{FF2B5EF4-FFF2-40B4-BE49-F238E27FC236}">
                <a16:creationId xmlns:a16="http://schemas.microsoft.com/office/drawing/2014/main" id="{68CB3579-040D-4649-857F-FC8DA40722BF}"/>
              </a:ext>
            </a:extLst>
          </p:cNvPr>
          <p:cNvSpPr txBox="1">
            <a:spLocks noChangeArrowheads="1"/>
          </p:cNvSpPr>
          <p:nvPr/>
        </p:nvSpPr>
        <p:spPr bwMode="auto">
          <a:xfrm>
            <a:off x="1508125" y="858838"/>
            <a:ext cx="60166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推理的实例</a:t>
            </a:r>
          </a:p>
        </p:txBody>
      </p:sp>
      <p:pic>
        <p:nvPicPr>
          <p:cNvPr id="98310" name="Picture 6" descr="C:\Program Files\Microsoft Office\MEDIA\CAGCAT10\j0293844.wmf">
            <a:extLst>
              <a:ext uri="{FF2B5EF4-FFF2-40B4-BE49-F238E27FC236}">
                <a16:creationId xmlns:a16="http://schemas.microsoft.com/office/drawing/2014/main" id="{277FE529-F459-4AA9-9D23-321F32E81B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750" y="51435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311" name="Picture 5" descr="QQ截图20140128115144">
            <a:extLst>
              <a:ext uri="{FF2B5EF4-FFF2-40B4-BE49-F238E27FC236}">
                <a16:creationId xmlns:a16="http://schemas.microsoft.com/office/drawing/2014/main" id="{CBFA8245-8643-4020-981F-6BA2A6F3D6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2070100"/>
            <a:ext cx="6553200" cy="413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日期占位符 3">
            <a:extLst>
              <a:ext uri="{FF2B5EF4-FFF2-40B4-BE49-F238E27FC236}">
                <a16:creationId xmlns:a16="http://schemas.microsoft.com/office/drawing/2014/main" id="{9BC0C0FD-F578-4BBA-A791-1E0421EC8DC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479F5E3-FE18-48CD-A1C4-E1DECE8AB70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99331" name="页脚占位符 4">
            <a:extLst>
              <a:ext uri="{FF2B5EF4-FFF2-40B4-BE49-F238E27FC236}">
                <a16:creationId xmlns:a16="http://schemas.microsoft.com/office/drawing/2014/main" id="{0550A87D-F683-416D-A719-4237225F258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99332" name="灯片编号占位符 5">
            <a:extLst>
              <a:ext uri="{FF2B5EF4-FFF2-40B4-BE49-F238E27FC236}">
                <a16:creationId xmlns:a16="http://schemas.microsoft.com/office/drawing/2014/main" id="{0E08ABBF-50B5-4717-B1D7-32308C0C82A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6A17F9C-B8E5-4825-8B84-3A25A3162A47}" type="slidenum">
              <a:rPr lang="en-US" altLang="zh-CN" sz="1400" smtClean="0">
                <a:latin typeface="Times New Roman" panose="02020603050405020304" pitchFamily="18" charset="0"/>
                <a:ea typeface="宋体" panose="02010600030101010101" pitchFamily="2" charset="-122"/>
              </a:rPr>
              <a:pPr>
                <a:spcBef>
                  <a:spcPct val="0"/>
                </a:spcBef>
                <a:buFontTx/>
                <a:buNone/>
              </a:pPr>
              <a:t>94</a:t>
            </a:fld>
            <a:endParaRPr lang="en-US" altLang="zh-CN" sz="1400">
              <a:latin typeface="Times New Roman" panose="02020603050405020304" pitchFamily="18" charset="0"/>
              <a:ea typeface="宋体" panose="02010600030101010101" pitchFamily="2" charset="-122"/>
            </a:endParaRPr>
          </a:p>
        </p:txBody>
      </p:sp>
      <p:sp>
        <p:nvSpPr>
          <p:cNvPr id="99333" name="Text Box 2">
            <a:extLst>
              <a:ext uri="{FF2B5EF4-FFF2-40B4-BE49-F238E27FC236}">
                <a16:creationId xmlns:a16="http://schemas.microsoft.com/office/drawing/2014/main" id="{9CE06977-622B-49F7-8E7C-FFA6BC286A41}"/>
              </a:ext>
            </a:extLst>
          </p:cNvPr>
          <p:cNvSpPr txBox="1">
            <a:spLocks noChangeArrowheads="1"/>
          </p:cNvSpPr>
          <p:nvPr/>
        </p:nvSpPr>
        <p:spPr bwMode="auto">
          <a:xfrm>
            <a:off x="1371600" y="91440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有效推理</a:t>
            </a:r>
          </a:p>
        </p:txBody>
      </p:sp>
      <p:pic>
        <p:nvPicPr>
          <p:cNvPr id="99334" name="Picture 6" descr="C:\Program Files\Microsoft Office\MEDIA\CAGCAT10\j0293844.wmf">
            <a:extLst>
              <a:ext uri="{FF2B5EF4-FFF2-40B4-BE49-F238E27FC236}">
                <a16:creationId xmlns:a16="http://schemas.microsoft.com/office/drawing/2014/main" id="{28B62BE2-3C28-440A-B140-7B32C3953E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810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5" name="Rectangle 6">
            <a:extLst>
              <a:ext uri="{FF2B5EF4-FFF2-40B4-BE49-F238E27FC236}">
                <a16:creationId xmlns:a16="http://schemas.microsoft.com/office/drawing/2014/main" id="{BABAD337-4425-437D-A7D3-72769615D3AA}"/>
              </a:ext>
            </a:extLst>
          </p:cNvPr>
          <p:cNvSpPr>
            <a:spLocks noChangeArrowheads="1"/>
          </p:cNvSpPr>
          <p:nvPr/>
        </p:nvSpPr>
        <p:spPr bwMode="auto">
          <a:xfrm>
            <a:off x="976313" y="2132013"/>
            <a:ext cx="7412037" cy="1873250"/>
          </a:xfrm>
          <a:prstGeom prst="rect">
            <a:avLst/>
          </a:prstGeom>
          <a:solidFill>
            <a:schemeClr val="bg1"/>
          </a:solidFill>
          <a:ln w="28575">
            <a:solidFill>
              <a:srgbClr val="000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buFontTx/>
              <a:buNone/>
            </a:pPr>
            <a:r>
              <a:rPr kumimoji="0" lang="en-US" altLang="zh-CN" b="1">
                <a:solidFill>
                  <a:srgbClr val="006600"/>
                </a:solidFill>
                <a:latin typeface="Times New Roman" panose="02020603050405020304" pitchFamily="18" charset="0"/>
                <a:ea typeface="宋体" panose="02010600030101010101" pitchFamily="2" charset="-122"/>
              </a:rPr>
              <a:t>【</a:t>
            </a:r>
            <a:r>
              <a:rPr kumimoji="0" lang="zh-CN" altLang="en-US" b="1">
                <a:solidFill>
                  <a:srgbClr val="006600"/>
                </a:solidFill>
                <a:latin typeface="Times New Roman" panose="02020603050405020304" pitchFamily="18" charset="0"/>
                <a:ea typeface="宋体" panose="02010600030101010101" pitchFamily="2" charset="-122"/>
              </a:rPr>
              <a:t>定义</a:t>
            </a:r>
            <a:r>
              <a:rPr kumimoji="0" lang="en-US" altLang="zh-CN" b="1">
                <a:solidFill>
                  <a:srgbClr val="006600"/>
                </a:solidFill>
                <a:latin typeface="Times New Roman" panose="02020603050405020304" pitchFamily="18" charset="0"/>
                <a:ea typeface="宋体" panose="02010600030101010101" pitchFamily="2" charset="-122"/>
              </a:rPr>
              <a:t>】</a:t>
            </a:r>
            <a:r>
              <a:rPr kumimoji="0" lang="zh-CN" altLang="en-US" b="1">
                <a:solidFill>
                  <a:srgbClr val="000000"/>
                </a:solidFill>
                <a:latin typeface="Times New Roman" panose="02020603050405020304" pitchFamily="18" charset="0"/>
                <a:ea typeface="宋体" panose="02010600030101010101" pitchFamily="2" charset="-122"/>
              </a:rPr>
              <a:t>设</a:t>
            </a:r>
            <a:r>
              <a:rPr kumimoji="0" lang="en-US" altLang="zh-CN" b="1">
                <a:solidFill>
                  <a:srgbClr val="000000"/>
                </a:solidFill>
                <a:latin typeface="Times New Roman" panose="02020603050405020304" pitchFamily="18" charset="0"/>
                <a:ea typeface="宋体" panose="02010600030101010101" pitchFamily="2" charset="-122"/>
              </a:rPr>
              <a:t>G</a:t>
            </a:r>
            <a:r>
              <a:rPr kumimoji="0" lang="en-US" altLang="zh-CN" b="1" baseline="-25000">
                <a:solidFill>
                  <a:srgbClr val="000000"/>
                </a:solidFill>
                <a:latin typeface="Times New Roman" panose="02020603050405020304" pitchFamily="18" charset="0"/>
                <a:ea typeface="宋体" panose="02010600030101010101" pitchFamily="2" charset="-122"/>
              </a:rPr>
              <a:t>1</a:t>
            </a:r>
            <a:r>
              <a:rPr kumimoji="0" lang="en-US" altLang="zh-CN" b="1">
                <a:solidFill>
                  <a:srgbClr val="000000"/>
                </a:solidFill>
                <a:latin typeface="Times New Roman" panose="02020603050405020304" pitchFamily="18" charset="0"/>
                <a:ea typeface="宋体" panose="02010600030101010101" pitchFamily="2" charset="-122"/>
              </a:rPr>
              <a:t>, G</a:t>
            </a:r>
            <a:r>
              <a:rPr kumimoji="0" lang="en-US" altLang="zh-CN" b="1" baseline="-25000">
                <a:solidFill>
                  <a:srgbClr val="000000"/>
                </a:solidFill>
                <a:latin typeface="Times New Roman" panose="02020603050405020304" pitchFamily="18" charset="0"/>
                <a:ea typeface="宋体" panose="02010600030101010101" pitchFamily="2" charset="-122"/>
              </a:rPr>
              <a:t>2</a:t>
            </a:r>
            <a:r>
              <a:rPr kumimoji="0" lang="en-US" altLang="zh-CN" b="1">
                <a:solidFill>
                  <a:srgbClr val="000000"/>
                </a:solidFill>
                <a:latin typeface="Times New Roman" panose="02020603050405020304" pitchFamily="18" charset="0"/>
                <a:ea typeface="宋体" panose="02010600030101010101" pitchFamily="2" charset="-122"/>
              </a:rPr>
              <a:t>, …,G</a:t>
            </a:r>
            <a:r>
              <a:rPr kumimoji="0" lang="en-US" altLang="zh-CN" b="1" baseline="-25000">
                <a:solidFill>
                  <a:srgbClr val="000000"/>
                </a:solidFill>
                <a:latin typeface="Times New Roman" panose="02020603050405020304" pitchFamily="18" charset="0"/>
                <a:ea typeface="宋体" panose="02010600030101010101" pitchFamily="2" charset="-122"/>
              </a:rPr>
              <a:t>n</a:t>
            </a:r>
            <a:r>
              <a:rPr kumimoji="0" lang="en-US" altLang="zh-CN" b="1">
                <a:solidFill>
                  <a:srgbClr val="000000"/>
                </a:solidFill>
                <a:latin typeface="Times New Roman" panose="02020603050405020304" pitchFamily="18" charset="0"/>
                <a:ea typeface="宋体" panose="02010600030101010101" pitchFamily="2" charset="-122"/>
              </a:rPr>
              <a:t>,</a:t>
            </a:r>
            <a:r>
              <a:rPr kumimoji="0" lang="zh-CN" altLang="en-US" b="1">
                <a:solidFill>
                  <a:srgbClr val="000000"/>
                </a:solidFill>
                <a:latin typeface="Times New Roman" panose="02020603050405020304" pitchFamily="18" charset="0"/>
                <a:ea typeface="宋体" panose="02010600030101010101" pitchFamily="2" charset="-122"/>
              </a:rPr>
              <a:t>Ｈ是命题公式，称</a:t>
            </a:r>
            <a:r>
              <a:rPr kumimoji="0" lang="en-US" altLang="zh-CN" b="1">
                <a:solidFill>
                  <a:srgbClr val="000000"/>
                </a:solidFill>
                <a:latin typeface="Times New Roman" panose="02020603050405020304" pitchFamily="18" charset="0"/>
                <a:ea typeface="宋体" panose="02010600030101010101" pitchFamily="2" charset="-122"/>
              </a:rPr>
              <a:t>H</a:t>
            </a:r>
            <a:r>
              <a:rPr kumimoji="0" lang="zh-CN" altLang="en-US" b="1">
                <a:solidFill>
                  <a:srgbClr val="000000"/>
                </a:solidFill>
                <a:latin typeface="Times New Roman" panose="02020603050405020304" pitchFamily="18" charset="0"/>
                <a:ea typeface="宋体" panose="02010600030101010101" pitchFamily="2" charset="-122"/>
              </a:rPr>
              <a:t>是</a:t>
            </a:r>
            <a:r>
              <a:rPr kumimoji="0" lang="en-US" altLang="zh-CN" b="1">
                <a:solidFill>
                  <a:srgbClr val="000000"/>
                </a:solidFill>
                <a:latin typeface="Times New Roman" panose="02020603050405020304" pitchFamily="18" charset="0"/>
                <a:ea typeface="宋体" panose="02010600030101010101" pitchFamily="2" charset="-122"/>
              </a:rPr>
              <a:t>G</a:t>
            </a:r>
            <a:r>
              <a:rPr kumimoji="0" lang="en-US" altLang="zh-CN" b="1" baseline="-25000">
                <a:solidFill>
                  <a:srgbClr val="000000"/>
                </a:solidFill>
                <a:latin typeface="Times New Roman" panose="02020603050405020304" pitchFamily="18" charset="0"/>
                <a:ea typeface="宋体" panose="02010600030101010101" pitchFamily="2" charset="-122"/>
              </a:rPr>
              <a:t>1</a:t>
            </a:r>
            <a:r>
              <a:rPr kumimoji="0" lang="en-US" altLang="zh-CN" b="1">
                <a:solidFill>
                  <a:srgbClr val="000000"/>
                </a:solidFill>
                <a:latin typeface="Times New Roman" panose="02020603050405020304" pitchFamily="18" charset="0"/>
                <a:ea typeface="宋体" panose="02010600030101010101" pitchFamily="2" charset="-122"/>
              </a:rPr>
              <a:t>, G</a:t>
            </a:r>
            <a:r>
              <a:rPr kumimoji="0" lang="en-US" altLang="zh-CN" b="1" baseline="-25000">
                <a:solidFill>
                  <a:srgbClr val="000000"/>
                </a:solidFill>
                <a:latin typeface="Times New Roman" panose="02020603050405020304" pitchFamily="18" charset="0"/>
                <a:ea typeface="宋体" panose="02010600030101010101" pitchFamily="2" charset="-122"/>
              </a:rPr>
              <a:t>2</a:t>
            </a:r>
            <a:r>
              <a:rPr kumimoji="0" lang="en-US" altLang="zh-CN" b="1">
                <a:solidFill>
                  <a:srgbClr val="000000"/>
                </a:solidFill>
                <a:latin typeface="Times New Roman" panose="02020603050405020304" pitchFamily="18" charset="0"/>
                <a:ea typeface="宋体" panose="02010600030101010101" pitchFamily="2" charset="-122"/>
              </a:rPr>
              <a:t>, …,G</a:t>
            </a:r>
            <a:r>
              <a:rPr kumimoji="0" lang="en-US" altLang="zh-CN" b="1" baseline="-25000">
                <a:solidFill>
                  <a:srgbClr val="000000"/>
                </a:solidFill>
                <a:latin typeface="Times New Roman" panose="02020603050405020304" pitchFamily="18" charset="0"/>
                <a:ea typeface="宋体" panose="02010600030101010101" pitchFamily="2" charset="-122"/>
              </a:rPr>
              <a:t>n</a:t>
            </a:r>
            <a:r>
              <a:rPr kumimoji="0" lang="zh-CN" altLang="en-US" b="1">
                <a:solidFill>
                  <a:srgbClr val="000000"/>
                </a:solidFill>
                <a:latin typeface="Times New Roman" panose="02020603050405020304" pitchFamily="18" charset="0"/>
                <a:ea typeface="宋体" panose="02010600030101010101" pitchFamily="2" charset="-122"/>
              </a:rPr>
              <a:t>的逻辑结果，当且仅当</a:t>
            </a:r>
            <a:r>
              <a:rPr kumimoji="0" lang="en-US" altLang="zh-CN" b="1">
                <a:solidFill>
                  <a:srgbClr val="FF0000"/>
                </a:solidFill>
                <a:latin typeface="Times New Roman" panose="02020603050405020304" pitchFamily="18" charset="0"/>
                <a:ea typeface="宋体" panose="02010600030101010101" pitchFamily="2" charset="-122"/>
              </a:rPr>
              <a:t>H </a:t>
            </a:r>
            <a:r>
              <a:rPr kumimoji="0" lang="zh-CN" altLang="en-US" b="1">
                <a:solidFill>
                  <a:srgbClr val="FF0000"/>
                </a:solidFill>
                <a:latin typeface="Times New Roman" panose="02020603050405020304" pitchFamily="18" charset="0"/>
                <a:ea typeface="宋体" panose="02010600030101010101" pitchFamily="2" charset="-122"/>
              </a:rPr>
              <a:t>是</a:t>
            </a:r>
            <a:r>
              <a:rPr kumimoji="0" lang="en-US" altLang="zh-CN" b="1">
                <a:solidFill>
                  <a:srgbClr val="FF0000"/>
                </a:solidFill>
                <a:latin typeface="Times New Roman" panose="02020603050405020304" pitchFamily="18" charset="0"/>
                <a:ea typeface="宋体" panose="02010600030101010101" pitchFamily="2" charset="-122"/>
              </a:rPr>
              <a:t>G</a:t>
            </a:r>
            <a:r>
              <a:rPr kumimoji="0" lang="en-US" altLang="zh-CN" b="1" baseline="-25000">
                <a:solidFill>
                  <a:srgbClr val="000000"/>
                </a:solidFill>
                <a:latin typeface="Times New Roman" panose="02020603050405020304" pitchFamily="18" charset="0"/>
                <a:ea typeface="宋体" panose="02010600030101010101" pitchFamily="2" charset="-122"/>
              </a:rPr>
              <a:t>1</a:t>
            </a:r>
            <a:r>
              <a:rPr kumimoji="0" lang="en-US" altLang="zh-CN" b="1">
                <a:solidFill>
                  <a:srgbClr val="FF0000"/>
                </a:solidFill>
                <a:latin typeface="Times New Roman" panose="02020603050405020304" pitchFamily="18" charset="0"/>
                <a:ea typeface="宋体" panose="02010600030101010101" pitchFamily="2" charset="-122"/>
              </a:rPr>
              <a:t>∧G</a:t>
            </a:r>
            <a:r>
              <a:rPr kumimoji="0" lang="en-US" altLang="zh-CN" b="1" baseline="-25000">
                <a:solidFill>
                  <a:srgbClr val="000000"/>
                </a:solidFill>
                <a:latin typeface="Times New Roman" panose="02020603050405020304" pitchFamily="18" charset="0"/>
                <a:ea typeface="宋体" panose="02010600030101010101" pitchFamily="2" charset="-122"/>
              </a:rPr>
              <a:t>2</a:t>
            </a:r>
            <a:r>
              <a:rPr kumimoji="0" lang="en-US" altLang="zh-CN" b="1">
                <a:solidFill>
                  <a:srgbClr val="FF0000"/>
                </a:solidFill>
                <a:latin typeface="Times New Roman" panose="02020603050405020304" pitchFamily="18" charset="0"/>
                <a:ea typeface="宋体" panose="02010600030101010101" pitchFamily="2" charset="-122"/>
              </a:rPr>
              <a:t>∧…∧G</a:t>
            </a:r>
            <a:r>
              <a:rPr kumimoji="0" lang="en-US" altLang="zh-CN" b="1" baseline="-25000">
                <a:solidFill>
                  <a:srgbClr val="000000"/>
                </a:solidFill>
                <a:latin typeface="Times New Roman" panose="02020603050405020304" pitchFamily="18" charset="0"/>
                <a:ea typeface="宋体" panose="02010600030101010101" pitchFamily="2" charset="-122"/>
              </a:rPr>
              <a:t>n</a:t>
            </a:r>
            <a:r>
              <a:rPr kumimoji="0" lang="zh-CN" altLang="en-US" b="1">
                <a:solidFill>
                  <a:srgbClr val="FF0000"/>
                </a:solidFill>
                <a:latin typeface="Times New Roman" panose="02020603050405020304" pitchFamily="18" charset="0"/>
                <a:ea typeface="宋体" panose="02010600030101010101" pitchFamily="2" charset="-122"/>
              </a:rPr>
              <a:t>的逻辑结果</a:t>
            </a:r>
            <a:r>
              <a:rPr kumimoji="0" lang="zh-CN" altLang="en-US" b="1">
                <a:solidFill>
                  <a:srgbClr val="000000"/>
                </a:solidFill>
                <a:latin typeface="Times New Roman" panose="02020603050405020304" pitchFamily="18" charset="0"/>
                <a:ea typeface="宋体" panose="02010600030101010101" pitchFamily="2" charset="-122"/>
              </a:rPr>
              <a:t>。记为</a:t>
            </a:r>
            <a:r>
              <a:rPr kumimoji="0" lang="en-US" altLang="zh-CN" b="1">
                <a:solidFill>
                  <a:srgbClr val="0000FF"/>
                </a:solidFill>
                <a:latin typeface="Times New Roman" panose="02020603050405020304" pitchFamily="18" charset="0"/>
                <a:ea typeface="宋体" panose="02010600030101010101" pitchFamily="2" charset="-122"/>
              </a:rPr>
              <a:t>G</a:t>
            </a:r>
            <a:r>
              <a:rPr kumimoji="0" lang="en-US" altLang="zh-CN" b="1" baseline="-25000">
                <a:solidFill>
                  <a:srgbClr val="000000"/>
                </a:solidFill>
                <a:latin typeface="Times New Roman" panose="02020603050405020304" pitchFamily="18" charset="0"/>
                <a:ea typeface="宋体" panose="02010600030101010101" pitchFamily="2" charset="-122"/>
              </a:rPr>
              <a:t>1</a:t>
            </a:r>
            <a:r>
              <a:rPr kumimoji="0" lang="en-US" altLang="zh-CN" b="1">
                <a:solidFill>
                  <a:srgbClr val="0000FF"/>
                </a:solidFill>
                <a:latin typeface="Times New Roman" panose="02020603050405020304" pitchFamily="18" charset="0"/>
                <a:ea typeface="宋体" panose="02010600030101010101" pitchFamily="2" charset="-122"/>
              </a:rPr>
              <a:t>, G</a:t>
            </a:r>
            <a:r>
              <a:rPr kumimoji="0" lang="en-US" altLang="zh-CN" b="1" baseline="-25000">
                <a:solidFill>
                  <a:srgbClr val="000000"/>
                </a:solidFill>
                <a:latin typeface="Times New Roman" panose="02020603050405020304" pitchFamily="18" charset="0"/>
                <a:ea typeface="宋体" panose="02010600030101010101" pitchFamily="2" charset="-122"/>
              </a:rPr>
              <a:t>2</a:t>
            </a:r>
            <a:r>
              <a:rPr kumimoji="0" lang="en-US" altLang="zh-CN" b="1">
                <a:solidFill>
                  <a:srgbClr val="0000FF"/>
                </a:solidFill>
                <a:latin typeface="Times New Roman" panose="02020603050405020304" pitchFamily="18" charset="0"/>
                <a:ea typeface="宋体" panose="02010600030101010101" pitchFamily="2" charset="-122"/>
              </a:rPr>
              <a:t>, …,G</a:t>
            </a:r>
            <a:r>
              <a:rPr kumimoji="0" lang="en-US" altLang="zh-CN" b="1" baseline="-25000">
                <a:solidFill>
                  <a:srgbClr val="000000"/>
                </a:solidFill>
                <a:latin typeface="Times New Roman" panose="02020603050405020304" pitchFamily="18" charset="0"/>
                <a:ea typeface="宋体" panose="02010600030101010101" pitchFamily="2" charset="-122"/>
              </a:rPr>
              <a:t>n</a:t>
            </a:r>
            <a:r>
              <a:rPr kumimoji="0" lang="en-US" altLang="zh-CN" b="1">
                <a:solidFill>
                  <a:srgbClr val="0000FF"/>
                </a:solidFill>
                <a:latin typeface="Times New Roman" panose="02020603050405020304" pitchFamily="18" charset="0"/>
                <a:ea typeface="宋体" panose="02010600030101010101" pitchFamily="2" charset="-122"/>
              </a:rPr>
              <a:t> </a:t>
            </a:r>
            <a:r>
              <a:rPr kumimoji="0" lang="en-US" altLang="en-US" b="1" noProof="1">
                <a:solidFill>
                  <a:srgbClr val="0000FF"/>
                </a:solidFill>
                <a:latin typeface="Times New Roman" panose="02020603050405020304" pitchFamily="18" charset="0"/>
                <a:ea typeface="宋体" panose="02010600030101010101" pitchFamily="2" charset="-122"/>
                <a:sym typeface="Symbol" panose="05050102010706020507" pitchFamily="18" charset="2"/>
              </a:rPr>
              <a:t></a:t>
            </a:r>
            <a:r>
              <a:rPr kumimoji="0" lang="zh-CN" altLang="en-US" b="1">
                <a:solidFill>
                  <a:srgbClr val="0000FF"/>
                </a:solidFill>
                <a:latin typeface="Times New Roman" panose="02020603050405020304" pitchFamily="18" charset="0"/>
                <a:ea typeface="宋体" panose="02010600030101010101" pitchFamily="2" charset="-122"/>
              </a:rPr>
              <a:t>Ｈ。</a:t>
            </a:r>
            <a:r>
              <a:rPr kumimoji="0" lang="zh-CN" altLang="en-US" b="1">
                <a:solidFill>
                  <a:srgbClr val="000000"/>
                </a:solidFill>
                <a:latin typeface="Times New Roman" panose="02020603050405020304" pitchFamily="18" charset="0"/>
                <a:ea typeface="宋体" panose="02010600030101010101" pitchFamily="2" charset="-122"/>
              </a:rPr>
              <a:t>此时，称</a:t>
            </a:r>
            <a:r>
              <a:rPr kumimoji="0" lang="en-US" altLang="zh-CN" b="1">
                <a:solidFill>
                  <a:srgbClr val="000000"/>
                </a:solidFill>
                <a:latin typeface="Times New Roman" panose="02020603050405020304" pitchFamily="18" charset="0"/>
                <a:ea typeface="宋体" panose="02010600030101010101" pitchFamily="2" charset="-122"/>
              </a:rPr>
              <a:t>G</a:t>
            </a:r>
            <a:r>
              <a:rPr kumimoji="0" lang="en-US" altLang="zh-CN" b="1" baseline="-25000">
                <a:solidFill>
                  <a:srgbClr val="000000"/>
                </a:solidFill>
                <a:latin typeface="Times New Roman" panose="02020603050405020304" pitchFamily="18" charset="0"/>
                <a:ea typeface="宋体" panose="02010600030101010101" pitchFamily="2" charset="-122"/>
              </a:rPr>
              <a:t>1</a:t>
            </a:r>
            <a:r>
              <a:rPr kumimoji="0" lang="en-US" altLang="zh-CN" b="1">
                <a:solidFill>
                  <a:srgbClr val="000000"/>
                </a:solidFill>
                <a:latin typeface="Times New Roman" panose="02020603050405020304" pitchFamily="18" charset="0"/>
                <a:ea typeface="宋体" panose="02010600030101010101" pitchFamily="2" charset="-122"/>
              </a:rPr>
              <a:t>, G</a:t>
            </a:r>
            <a:r>
              <a:rPr kumimoji="0" lang="en-US" altLang="zh-CN" b="1" baseline="-25000">
                <a:solidFill>
                  <a:srgbClr val="000000"/>
                </a:solidFill>
                <a:latin typeface="Times New Roman" panose="02020603050405020304" pitchFamily="18" charset="0"/>
                <a:ea typeface="宋体" panose="02010600030101010101" pitchFamily="2" charset="-122"/>
              </a:rPr>
              <a:t>2</a:t>
            </a:r>
            <a:r>
              <a:rPr kumimoji="0" lang="en-US" altLang="zh-CN" b="1">
                <a:solidFill>
                  <a:srgbClr val="000000"/>
                </a:solidFill>
                <a:latin typeface="Times New Roman" panose="02020603050405020304" pitchFamily="18" charset="0"/>
                <a:ea typeface="宋体" panose="02010600030101010101" pitchFamily="2" charset="-122"/>
              </a:rPr>
              <a:t>, …,G</a:t>
            </a:r>
            <a:r>
              <a:rPr kumimoji="0" lang="en-US" altLang="zh-CN" b="1" baseline="-25000">
                <a:solidFill>
                  <a:srgbClr val="000000"/>
                </a:solidFill>
                <a:latin typeface="Times New Roman" panose="02020603050405020304" pitchFamily="18" charset="0"/>
                <a:ea typeface="宋体" panose="02010600030101010101" pitchFamily="2" charset="-122"/>
              </a:rPr>
              <a:t>n</a:t>
            </a:r>
            <a:r>
              <a:rPr kumimoji="0" lang="en-US" altLang="zh-CN" b="1">
                <a:solidFill>
                  <a:srgbClr val="000000"/>
                </a:solidFill>
                <a:latin typeface="Times New Roman" panose="02020603050405020304" pitchFamily="18" charset="0"/>
                <a:ea typeface="宋体" panose="02010600030101010101" pitchFamily="2" charset="-122"/>
              </a:rPr>
              <a:t> </a:t>
            </a:r>
            <a:r>
              <a:rPr kumimoji="0" lang="en-US" altLang="en-US" b="1" noProof="1">
                <a:solidFill>
                  <a:srgbClr val="000000"/>
                </a:solidFill>
                <a:latin typeface="Times New Roman" panose="02020603050405020304" pitchFamily="18" charset="0"/>
                <a:ea typeface="宋体" panose="02010600030101010101" pitchFamily="2" charset="-122"/>
                <a:sym typeface="Symbol" panose="05050102010706020507" pitchFamily="18" charset="2"/>
              </a:rPr>
              <a:t></a:t>
            </a:r>
            <a:r>
              <a:rPr kumimoji="0" lang="zh-CN" altLang="en-US" b="1">
                <a:solidFill>
                  <a:srgbClr val="000000"/>
                </a:solidFill>
                <a:latin typeface="Times New Roman" panose="02020603050405020304" pitchFamily="18" charset="0"/>
                <a:ea typeface="宋体" panose="02010600030101010101" pitchFamily="2" charset="-122"/>
              </a:rPr>
              <a:t>Ｈ为</a:t>
            </a:r>
            <a:r>
              <a:rPr kumimoji="0" lang="zh-CN" altLang="en-US" b="1">
                <a:solidFill>
                  <a:schemeClr val="accent2"/>
                </a:solidFill>
                <a:latin typeface="Times New Roman" panose="02020603050405020304" pitchFamily="18" charset="0"/>
                <a:ea typeface="黑体" panose="02010609060101010101" pitchFamily="49" charset="-122"/>
              </a:rPr>
              <a:t>有效推理</a:t>
            </a:r>
            <a:r>
              <a:rPr kumimoji="0" lang="zh-CN" altLang="en-US" b="1">
                <a:solidFill>
                  <a:srgbClr val="FF0000"/>
                </a:solidFill>
                <a:latin typeface="Times New Roman" panose="02020603050405020304" pitchFamily="18" charset="0"/>
                <a:ea typeface="宋体" panose="02010600030101010101" pitchFamily="2" charset="-122"/>
              </a:rPr>
              <a:t>或</a:t>
            </a:r>
            <a:r>
              <a:rPr kumimoji="0" lang="zh-CN" altLang="en-US" b="1">
                <a:solidFill>
                  <a:schemeClr val="accent2"/>
                </a:solidFill>
                <a:latin typeface="Times New Roman" panose="02020603050405020304" pitchFamily="18" charset="0"/>
                <a:ea typeface="黑体" panose="02010609060101010101" pitchFamily="49" charset="-122"/>
              </a:rPr>
              <a:t>有效论证</a:t>
            </a:r>
            <a:r>
              <a:rPr kumimoji="0" lang="zh-CN" altLang="en-US" b="1">
                <a:solidFill>
                  <a:srgbClr val="FF0000"/>
                </a:solidFill>
                <a:latin typeface="Times New Roman" panose="02020603050405020304" pitchFamily="18" charset="0"/>
                <a:ea typeface="宋体" panose="02010600030101010101" pitchFamily="2" charset="-122"/>
              </a:rPr>
              <a:t>。</a:t>
            </a:r>
            <a:endParaRPr kumimoji="0" lang="zh-CN" altLang="en-US" b="1">
              <a:solidFill>
                <a:srgbClr val="000000"/>
              </a:solidFill>
              <a:latin typeface="Times New Roman" panose="02020603050405020304" pitchFamily="18" charset="0"/>
              <a:ea typeface="宋体" panose="02010600030101010101" pitchFamily="2" charset="-122"/>
            </a:endParaRPr>
          </a:p>
        </p:txBody>
      </p:sp>
      <p:sp>
        <p:nvSpPr>
          <p:cNvPr id="99336" name="Rectangle 7">
            <a:extLst>
              <a:ext uri="{FF2B5EF4-FFF2-40B4-BE49-F238E27FC236}">
                <a16:creationId xmlns:a16="http://schemas.microsoft.com/office/drawing/2014/main" id="{667E758C-DBE2-4B99-87A0-8749D96092C1}"/>
              </a:ext>
            </a:extLst>
          </p:cNvPr>
          <p:cNvSpPr>
            <a:spLocks noChangeArrowheads="1"/>
          </p:cNvSpPr>
          <p:nvPr/>
        </p:nvSpPr>
        <p:spPr bwMode="auto">
          <a:xfrm>
            <a:off x="1258888" y="4149725"/>
            <a:ext cx="7418387"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0"/>
              </a:spcBef>
              <a:buClr>
                <a:srgbClr val="00FF00"/>
              </a:buClr>
              <a:buFont typeface="Wingdings" panose="05000000000000000000" pitchFamily="2" charset="2"/>
              <a:buNone/>
            </a:pPr>
            <a:r>
              <a:rPr lang="zh-CN" altLang="en-US" b="1">
                <a:solidFill>
                  <a:srgbClr val="FF0000"/>
                </a:solidFill>
                <a:latin typeface="黑体" panose="02010609060101010101" pitchFamily="49" charset="-122"/>
                <a:ea typeface="黑体" panose="02010609060101010101" pitchFamily="49" charset="-122"/>
              </a:rPr>
              <a:t>注：</a:t>
            </a:r>
          </a:p>
          <a:p>
            <a:pPr eaLnBrk="1" hangingPunct="1">
              <a:lnSpc>
                <a:spcPct val="120000"/>
              </a:lnSpc>
              <a:spcBef>
                <a:spcPct val="0"/>
              </a:spcBef>
              <a:buClr>
                <a:srgbClr val="00FF00"/>
              </a:buClr>
              <a:buFont typeface="Wingdings" panose="05000000000000000000" pitchFamily="2" charset="2"/>
              <a:buNone/>
            </a:pPr>
            <a:r>
              <a:rPr lang="en-US" altLang="zh-CN" b="1">
                <a:solidFill>
                  <a:srgbClr val="FF0000"/>
                </a:solidFill>
                <a:latin typeface="黑体" panose="02010609060101010101" pitchFamily="49" charset="-122"/>
                <a:ea typeface="黑体" panose="02010609060101010101" pitchFamily="49" charset="-122"/>
              </a:rPr>
              <a:t>1</a:t>
            </a:r>
            <a:r>
              <a:rPr lang="zh-CN" altLang="en-US" b="1">
                <a:solidFill>
                  <a:srgbClr val="FF0000"/>
                </a:solidFill>
                <a:latin typeface="黑体" panose="02010609060101010101" pitchFamily="49" charset="-122"/>
                <a:ea typeface="黑体" panose="02010609060101010101" pitchFamily="49" charset="-122"/>
              </a:rPr>
              <a:t>、</a:t>
            </a:r>
            <a:r>
              <a:rPr lang="zh-CN" altLang="en-US" b="1">
                <a:latin typeface="黑体" panose="02010609060101010101" pitchFamily="49" charset="-122"/>
                <a:ea typeface="黑体" panose="02010609060101010101" pitchFamily="49" charset="-122"/>
              </a:rPr>
              <a:t>推理的有效性和结论的真实性是不同的；</a:t>
            </a:r>
          </a:p>
          <a:p>
            <a:pPr algn="just" eaLnBrk="1" hangingPunct="1">
              <a:lnSpc>
                <a:spcPct val="120000"/>
              </a:lnSpc>
              <a:spcBef>
                <a:spcPct val="0"/>
              </a:spcBef>
              <a:buClr>
                <a:srgbClr val="00FF00"/>
              </a:buClr>
              <a:buFont typeface="Wingdings" panose="05000000000000000000" pitchFamily="2" charset="2"/>
              <a:buNone/>
            </a:pPr>
            <a:r>
              <a:rPr lang="en-US" altLang="zh-CN" b="1">
                <a:latin typeface="黑体" panose="02010609060101010101" pitchFamily="49" charset="-122"/>
                <a:ea typeface="黑体" panose="02010609060101010101" pitchFamily="49" charset="-122"/>
              </a:rPr>
              <a:t>2</a:t>
            </a:r>
            <a:r>
              <a:rPr lang="zh-CN" altLang="en-US" b="1">
                <a:latin typeface="黑体" panose="02010609060101010101" pitchFamily="49" charset="-122"/>
                <a:ea typeface="黑体" panose="02010609060101010101" pitchFamily="49" charset="-122"/>
              </a:rPr>
              <a:t>、推理的有效性</a:t>
            </a:r>
            <a:r>
              <a:rPr lang="zh-CN" altLang="en-US" b="1">
                <a:solidFill>
                  <a:srgbClr val="000000"/>
                </a:solidFill>
                <a:latin typeface="黑体" panose="02010609060101010101" pitchFamily="49" charset="-122"/>
                <a:ea typeface="黑体" panose="02010609060101010101" pitchFamily="49" charset="-122"/>
              </a:rPr>
              <a:t>在于推理的形式不在于推理内容；</a:t>
            </a:r>
          </a:p>
          <a:p>
            <a:pPr eaLnBrk="1" hangingPunct="1">
              <a:lnSpc>
                <a:spcPct val="120000"/>
              </a:lnSpc>
              <a:spcBef>
                <a:spcPct val="0"/>
              </a:spcBef>
              <a:buClr>
                <a:srgbClr val="00FF00"/>
              </a:buClr>
              <a:buFont typeface="Wingdings" panose="05000000000000000000" pitchFamily="2" charset="2"/>
              <a:buNone/>
            </a:pPr>
            <a:r>
              <a:rPr lang="en-US" altLang="zh-CN" b="1">
                <a:latin typeface="黑体" panose="02010609060101010101" pitchFamily="49" charset="-122"/>
                <a:ea typeface="黑体" panose="02010609060101010101" pitchFamily="49" charset="-122"/>
              </a:rPr>
              <a:t>3</a:t>
            </a:r>
            <a:r>
              <a:rPr lang="zh-CN" altLang="en-US" b="1">
                <a:latin typeface="黑体" panose="02010609060101010101" pitchFamily="49" charset="-122"/>
                <a:ea typeface="黑体" panose="02010609060101010101" pitchFamily="49" charset="-122"/>
              </a:rPr>
              <a:t>、</a:t>
            </a:r>
            <a:r>
              <a:rPr lang="zh-CN" altLang="en-US" b="1">
                <a:solidFill>
                  <a:srgbClr val="FF0000"/>
                </a:solidFill>
                <a:latin typeface="黑体" panose="02010609060101010101" pitchFamily="49" charset="-122"/>
                <a:ea typeface="黑体" panose="02010609060101010101" pitchFamily="49" charset="-122"/>
              </a:rPr>
              <a:t>推理过程的正确性与</a:t>
            </a:r>
            <a:r>
              <a:rPr lang="zh-CN" altLang="en-US" b="1">
                <a:solidFill>
                  <a:srgbClr val="0000FF"/>
                </a:solidFill>
                <a:latin typeface="黑体" panose="02010609060101010101" pitchFamily="49" charset="-122"/>
                <a:ea typeface="黑体" panose="02010609060101010101" pitchFamily="49" charset="-122"/>
              </a:rPr>
              <a:t>前提和结论是否真实无关。</a:t>
            </a: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日期占位符 3">
            <a:extLst>
              <a:ext uri="{FF2B5EF4-FFF2-40B4-BE49-F238E27FC236}">
                <a16:creationId xmlns:a16="http://schemas.microsoft.com/office/drawing/2014/main" id="{18DD07DC-F229-41F3-9F05-A5B5D608C3D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D6B625D-C8B2-43E7-9B8F-FEC275F9B39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0355" name="页脚占位符 4">
            <a:extLst>
              <a:ext uri="{FF2B5EF4-FFF2-40B4-BE49-F238E27FC236}">
                <a16:creationId xmlns:a16="http://schemas.microsoft.com/office/drawing/2014/main" id="{1D2FD8B3-175B-402D-8D02-8653966F0CA9}"/>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0356" name="灯片编号占位符 5">
            <a:extLst>
              <a:ext uri="{FF2B5EF4-FFF2-40B4-BE49-F238E27FC236}">
                <a16:creationId xmlns:a16="http://schemas.microsoft.com/office/drawing/2014/main" id="{95859733-88D9-4FF7-BBE7-EF35CFE22F14}"/>
              </a:ext>
            </a:extLst>
          </p:cNvPr>
          <p:cNvSpPr>
            <a:spLocks noGrp="1"/>
          </p:cNvSpPr>
          <p:nvPr>
            <p:ph type="sldNum" sz="quarter" idx="12"/>
          </p:nvPr>
        </p:nvSpPr>
        <p:spPr>
          <a:xfrm>
            <a:off x="6588125" y="6400800"/>
            <a:ext cx="1905000" cy="457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3CA057C-73E6-4370-933C-13B24C515DE0}" type="slidenum">
              <a:rPr lang="en-US" altLang="zh-CN" sz="1400" smtClean="0">
                <a:latin typeface="Times New Roman" panose="02020603050405020304" pitchFamily="18" charset="0"/>
                <a:ea typeface="宋体" panose="02010600030101010101" pitchFamily="2" charset="-122"/>
              </a:rPr>
              <a:pPr>
                <a:spcBef>
                  <a:spcPct val="0"/>
                </a:spcBef>
                <a:buFontTx/>
                <a:buNone/>
              </a:pPr>
              <a:t>95</a:t>
            </a:fld>
            <a:endParaRPr lang="en-US" altLang="zh-CN" sz="1400">
              <a:latin typeface="Times New Roman" panose="02020603050405020304" pitchFamily="18" charset="0"/>
              <a:ea typeface="宋体" panose="02010600030101010101" pitchFamily="2" charset="-122"/>
            </a:endParaRPr>
          </a:p>
        </p:txBody>
      </p:sp>
      <p:sp>
        <p:nvSpPr>
          <p:cNvPr id="100357" name="Text Box 2">
            <a:extLst>
              <a:ext uri="{FF2B5EF4-FFF2-40B4-BE49-F238E27FC236}">
                <a16:creationId xmlns:a16="http://schemas.microsoft.com/office/drawing/2014/main" id="{080D95FD-EA4B-48A7-8BA3-3530022B00C5}"/>
              </a:ext>
            </a:extLst>
          </p:cNvPr>
          <p:cNvSpPr txBox="1">
            <a:spLocks noChangeArrowheads="1"/>
          </p:cNvSpPr>
          <p:nvPr/>
        </p:nvSpPr>
        <p:spPr bwMode="auto">
          <a:xfrm>
            <a:off x="1403350" y="692150"/>
            <a:ext cx="62245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有效推理的判定</a:t>
            </a:r>
          </a:p>
        </p:txBody>
      </p:sp>
      <p:pic>
        <p:nvPicPr>
          <p:cNvPr id="100358" name="Picture 6" descr="C:\Program Files\Microsoft Office\MEDIA\CAGCAT10\j0293844.wmf">
            <a:extLst>
              <a:ext uri="{FF2B5EF4-FFF2-40B4-BE49-F238E27FC236}">
                <a16:creationId xmlns:a16="http://schemas.microsoft.com/office/drawing/2014/main" id="{41D35F4B-4DD3-4DBC-B591-9E2F8C4A14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6875" y="404813"/>
            <a:ext cx="1163638"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59" name="Picture 6" descr="QQ截图20140128144010">
            <a:extLst>
              <a:ext uri="{FF2B5EF4-FFF2-40B4-BE49-F238E27FC236}">
                <a16:creationId xmlns:a16="http://schemas.microsoft.com/office/drawing/2014/main" id="{FFA6554E-C68F-49F9-9FBB-5E5E308C120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989138"/>
            <a:ext cx="7488237" cy="401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日期占位符 3">
            <a:extLst>
              <a:ext uri="{FF2B5EF4-FFF2-40B4-BE49-F238E27FC236}">
                <a16:creationId xmlns:a16="http://schemas.microsoft.com/office/drawing/2014/main" id="{418434BB-72DE-4AE0-A980-BA23FC13AAF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3FCF529-83C8-4213-88D7-5885651E3866}"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1379" name="页脚占位符 4">
            <a:extLst>
              <a:ext uri="{FF2B5EF4-FFF2-40B4-BE49-F238E27FC236}">
                <a16:creationId xmlns:a16="http://schemas.microsoft.com/office/drawing/2014/main" id="{101C1991-A781-45E1-96C3-A603BE29962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1380" name="灯片编号占位符 5">
            <a:extLst>
              <a:ext uri="{FF2B5EF4-FFF2-40B4-BE49-F238E27FC236}">
                <a16:creationId xmlns:a16="http://schemas.microsoft.com/office/drawing/2014/main" id="{9A41DFD9-EBD2-4E8A-9AA1-F780CF86CE0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853420A-8AD2-4B00-AE42-42B60B039B75}" type="slidenum">
              <a:rPr lang="en-US" altLang="zh-CN" sz="1400" smtClean="0">
                <a:latin typeface="Times New Roman" panose="02020603050405020304" pitchFamily="18" charset="0"/>
                <a:ea typeface="宋体" panose="02010600030101010101" pitchFamily="2" charset="-122"/>
              </a:rPr>
              <a:pPr>
                <a:spcBef>
                  <a:spcPct val="0"/>
                </a:spcBef>
                <a:buFontTx/>
                <a:buNone/>
              </a:pPr>
              <a:t>96</a:t>
            </a:fld>
            <a:endParaRPr lang="en-US" altLang="zh-CN" sz="1400">
              <a:latin typeface="Times New Roman" panose="02020603050405020304" pitchFamily="18" charset="0"/>
              <a:ea typeface="宋体" panose="02010600030101010101" pitchFamily="2" charset="-122"/>
            </a:endParaRPr>
          </a:p>
        </p:txBody>
      </p:sp>
      <p:sp>
        <p:nvSpPr>
          <p:cNvPr id="101381" name="Text Box 2">
            <a:extLst>
              <a:ext uri="{FF2B5EF4-FFF2-40B4-BE49-F238E27FC236}">
                <a16:creationId xmlns:a16="http://schemas.microsoft.com/office/drawing/2014/main" id="{196734DD-4D94-4454-B41B-654A51DADE10}"/>
              </a:ext>
            </a:extLst>
          </p:cNvPr>
          <p:cNvSpPr txBox="1">
            <a:spLocks noChangeArrowheads="1"/>
          </p:cNvSpPr>
          <p:nvPr/>
        </p:nvSpPr>
        <p:spPr bwMode="auto">
          <a:xfrm>
            <a:off x="1258888" y="692150"/>
            <a:ext cx="6513512"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有效推理的判定</a:t>
            </a:r>
          </a:p>
        </p:txBody>
      </p:sp>
      <p:pic>
        <p:nvPicPr>
          <p:cNvPr id="101382" name="Picture 6" descr="C:\Program Files\Microsoft Office\MEDIA\CAGCAT10\j0293844.wmf">
            <a:extLst>
              <a:ext uri="{FF2B5EF4-FFF2-40B4-BE49-F238E27FC236}">
                <a16:creationId xmlns:a16="http://schemas.microsoft.com/office/drawing/2014/main" id="{FB555C62-F036-4552-AF78-0E1EC89929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404813"/>
            <a:ext cx="1163637"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3" name="Picture 5" descr="QQ截图20140128144118">
            <a:extLst>
              <a:ext uri="{FF2B5EF4-FFF2-40B4-BE49-F238E27FC236}">
                <a16:creationId xmlns:a16="http://schemas.microsoft.com/office/drawing/2014/main" id="{ABFCC794-BEC5-40B1-9087-BD1DFF266ED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133600"/>
            <a:ext cx="7777162" cy="384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日期占位符 3">
            <a:extLst>
              <a:ext uri="{FF2B5EF4-FFF2-40B4-BE49-F238E27FC236}">
                <a16:creationId xmlns:a16="http://schemas.microsoft.com/office/drawing/2014/main" id="{A701527F-2A81-43A2-90E4-21516FCF0B4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17FCE94-31CF-4398-A194-8B9CE7732EB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2403" name="页脚占位符 4">
            <a:extLst>
              <a:ext uri="{FF2B5EF4-FFF2-40B4-BE49-F238E27FC236}">
                <a16:creationId xmlns:a16="http://schemas.microsoft.com/office/drawing/2014/main" id="{1F0C7296-366C-4CB2-8BA5-C589EE15DD1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2404" name="灯片编号占位符 5">
            <a:extLst>
              <a:ext uri="{FF2B5EF4-FFF2-40B4-BE49-F238E27FC236}">
                <a16:creationId xmlns:a16="http://schemas.microsoft.com/office/drawing/2014/main" id="{FA5F1BBE-1560-4A08-87F1-8592D0A8A10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BEC8B29-CA25-4B4C-92A4-7703D2B3BBDE}" type="slidenum">
              <a:rPr lang="en-US" altLang="zh-CN" sz="1400" smtClean="0">
                <a:latin typeface="Times New Roman" panose="02020603050405020304" pitchFamily="18" charset="0"/>
                <a:ea typeface="宋体" panose="02010600030101010101" pitchFamily="2" charset="-122"/>
              </a:rPr>
              <a:pPr>
                <a:spcBef>
                  <a:spcPct val="0"/>
                </a:spcBef>
                <a:buFontTx/>
                <a:buNone/>
              </a:pPr>
              <a:t>97</a:t>
            </a:fld>
            <a:endParaRPr lang="en-US" altLang="zh-CN" sz="1400">
              <a:latin typeface="Times New Roman" panose="02020603050405020304" pitchFamily="18" charset="0"/>
              <a:ea typeface="宋体" panose="02010600030101010101" pitchFamily="2" charset="-122"/>
            </a:endParaRPr>
          </a:p>
        </p:txBody>
      </p:sp>
      <p:sp>
        <p:nvSpPr>
          <p:cNvPr id="102405" name="Text Box 2">
            <a:extLst>
              <a:ext uri="{FF2B5EF4-FFF2-40B4-BE49-F238E27FC236}">
                <a16:creationId xmlns:a16="http://schemas.microsoft.com/office/drawing/2014/main" id="{C3E0CCC7-CF8D-4668-9394-1D798F2C7668}"/>
              </a:ext>
            </a:extLst>
          </p:cNvPr>
          <p:cNvSpPr txBox="1">
            <a:spLocks noChangeArrowheads="1"/>
          </p:cNvSpPr>
          <p:nvPr/>
        </p:nvSpPr>
        <p:spPr bwMode="auto">
          <a:xfrm>
            <a:off x="1371600" y="914400"/>
            <a:ext cx="5943600" cy="7080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000" b="1">
                <a:solidFill>
                  <a:schemeClr val="bg1"/>
                </a:solidFill>
                <a:latin typeface="宋体" panose="02010600030101010101" pitchFamily="2" charset="-122"/>
                <a:ea typeface="宋体" panose="02010600030101010101" pitchFamily="2" charset="-122"/>
                <a:cs typeface="Arial" panose="020B0604020202020204" pitchFamily="34" charset="0"/>
              </a:rPr>
              <a:t> 推演系统的基本结构</a:t>
            </a:r>
          </a:p>
        </p:txBody>
      </p:sp>
      <p:pic>
        <p:nvPicPr>
          <p:cNvPr id="102406" name="Picture 6" descr="C:\Program Files\Microsoft Office\MEDIA\CAGCAT10\j0293844.wmf">
            <a:extLst>
              <a:ext uri="{FF2B5EF4-FFF2-40B4-BE49-F238E27FC236}">
                <a16:creationId xmlns:a16="http://schemas.microsoft.com/office/drawing/2014/main" id="{995A68FC-3BC9-42F4-B2FE-93DC2D8CE9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810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8DC94E81-5E9D-4C0A-9E6E-A8B747824885}"/>
              </a:ext>
            </a:extLst>
          </p:cNvPr>
          <p:cNvSpPr>
            <a:spLocks noRot="1" noChangeAspect="1" noMove="1" noResize="1" noEditPoints="1" noAdjustHandles="1" noChangeArrowheads="1" noChangeShapeType="1" noTextEdit="1"/>
          </p:cNvSpPr>
          <p:nvPr/>
        </p:nvSpPr>
        <p:spPr>
          <a:xfrm>
            <a:off x="443948" y="4820530"/>
            <a:ext cx="8256104" cy="1292662"/>
          </a:xfrm>
          <a:prstGeom prst="rect">
            <a:avLst/>
          </a:prstGeom>
          <a:blipFill>
            <a:blip r:embed="rId4"/>
            <a:stretch>
              <a:fillRect l="-1254" t="-5140" b="-9346"/>
            </a:stretch>
          </a:blipFill>
          <a:ln>
            <a:solidFill>
              <a:srgbClr val="006600"/>
            </a:solidFill>
          </a:ln>
        </p:spPr>
        <p:txBody>
          <a:bodyPr/>
          <a:lstStyle/>
          <a:p>
            <a:pPr>
              <a:defRPr/>
            </a:pPr>
            <a:r>
              <a:rPr lang="zh-CN" altLang="en-US">
                <a:noFill/>
              </a:rPr>
              <a:t> </a:t>
            </a:r>
          </a:p>
        </p:txBody>
      </p:sp>
      <p:pic>
        <p:nvPicPr>
          <p:cNvPr id="102408" name="图片 1">
            <a:extLst>
              <a:ext uri="{FF2B5EF4-FFF2-40B4-BE49-F238E27FC236}">
                <a16:creationId xmlns:a16="http://schemas.microsoft.com/office/drawing/2014/main" id="{44D54E58-327E-4257-A1BC-2E6DF0D15B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3600" y="1916113"/>
            <a:ext cx="7416800" cy="268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日期占位符 3">
            <a:extLst>
              <a:ext uri="{FF2B5EF4-FFF2-40B4-BE49-F238E27FC236}">
                <a16:creationId xmlns:a16="http://schemas.microsoft.com/office/drawing/2014/main" id="{ED312C71-6B2E-403A-A020-6EF26ED604E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158EA45-12B5-4A59-B39F-A3516F43D60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3427" name="页脚占位符 4">
            <a:extLst>
              <a:ext uri="{FF2B5EF4-FFF2-40B4-BE49-F238E27FC236}">
                <a16:creationId xmlns:a16="http://schemas.microsoft.com/office/drawing/2014/main" id="{68FC048C-DEBC-410E-B08C-6390392B9EC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3428" name="灯片编号占位符 5">
            <a:extLst>
              <a:ext uri="{FF2B5EF4-FFF2-40B4-BE49-F238E27FC236}">
                <a16:creationId xmlns:a16="http://schemas.microsoft.com/office/drawing/2014/main" id="{8BF518AA-4863-445F-B650-9F96F6F8CED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5FF49BE-1851-49F8-ABB6-F8893E210ED1}" type="slidenum">
              <a:rPr lang="en-US" altLang="zh-CN" sz="1400" smtClean="0">
                <a:latin typeface="Times New Roman" panose="02020603050405020304" pitchFamily="18" charset="0"/>
                <a:ea typeface="宋体" panose="02010600030101010101" pitchFamily="2" charset="-122"/>
              </a:rPr>
              <a:pPr>
                <a:spcBef>
                  <a:spcPct val="0"/>
                </a:spcBef>
                <a:buFontTx/>
                <a:buNone/>
              </a:pPr>
              <a:t>98</a:t>
            </a:fld>
            <a:endParaRPr lang="en-US" altLang="zh-CN" sz="1400">
              <a:latin typeface="Times New Roman" panose="02020603050405020304" pitchFamily="18" charset="0"/>
              <a:ea typeface="宋体" panose="02010600030101010101" pitchFamily="2" charset="-122"/>
            </a:endParaRPr>
          </a:p>
        </p:txBody>
      </p:sp>
      <p:sp>
        <p:nvSpPr>
          <p:cNvPr id="103429" name="Text Box 2">
            <a:extLst>
              <a:ext uri="{FF2B5EF4-FFF2-40B4-BE49-F238E27FC236}">
                <a16:creationId xmlns:a16="http://schemas.microsoft.com/office/drawing/2014/main" id="{E7103140-0E05-4A0A-A7FA-CC7B1ACFD215}"/>
              </a:ext>
            </a:extLst>
          </p:cNvPr>
          <p:cNvSpPr txBox="1">
            <a:spLocks noChangeArrowheads="1"/>
          </p:cNvSpPr>
          <p:nvPr/>
        </p:nvSpPr>
        <p:spPr bwMode="auto">
          <a:xfrm>
            <a:off x="1371600" y="804863"/>
            <a:ext cx="62960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推理规则</a:t>
            </a:r>
          </a:p>
        </p:txBody>
      </p:sp>
      <p:pic>
        <p:nvPicPr>
          <p:cNvPr id="103430" name="Picture 6" descr="C:\Program Files\Microsoft Office\MEDIA\CAGCAT10\j0293844.wmf">
            <a:extLst>
              <a:ext uri="{FF2B5EF4-FFF2-40B4-BE49-F238E27FC236}">
                <a16:creationId xmlns:a16="http://schemas.microsoft.com/office/drawing/2014/main" id="{3C241224-263C-4C71-9B6D-B898C9B8AA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0188" y="38100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31" name="Rectangle 51">
            <a:extLst>
              <a:ext uri="{FF2B5EF4-FFF2-40B4-BE49-F238E27FC236}">
                <a16:creationId xmlns:a16="http://schemas.microsoft.com/office/drawing/2014/main" id="{9D3AD078-3E2D-45DF-960E-F722EEA423CF}"/>
              </a:ext>
            </a:extLst>
          </p:cNvPr>
          <p:cNvSpPr>
            <a:spLocks noChangeArrowheads="1"/>
          </p:cNvSpPr>
          <p:nvPr/>
        </p:nvSpPr>
        <p:spPr bwMode="auto">
          <a:xfrm>
            <a:off x="827088" y="2036763"/>
            <a:ext cx="7993062" cy="40227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buFontTx/>
              <a:buNone/>
            </a:pPr>
            <a:r>
              <a:rPr kumimoji="0" lang="en-US" altLang="zh-CN" sz="2800" b="1">
                <a:solidFill>
                  <a:srgbClr val="FF0000"/>
                </a:solidFill>
                <a:latin typeface="Times New Roman" panose="02020603050405020304" pitchFamily="18" charset="0"/>
                <a:ea typeface="宋体" panose="02010600030101010101" pitchFamily="2" charset="-122"/>
              </a:rPr>
              <a:t>      ① P</a:t>
            </a:r>
            <a:r>
              <a:rPr kumimoji="0" lang="zh-CN" altLang="en-US" sz="2800" b="1">
                <a:solidFill>
                  <a:srgbClr val="FF0000"/>
                </a:solidFill>
                <a:latin typeface="Times New Roman" panose="02020603050405020304" pitchFamily="18" charset="0"/>
                <a:ea typeface="宋体" panose="02010600030101010101" pitchFamily="2" charset="-122"/>
              </a:rPr>
              <a:t>规则（</a:t>
            </a:r>
            <a:r>
              <a:rPr kumimoji="0" lang="zh-CN" altLang="en-US" sz="2800" b="1">
                <a:solidFill>
                  <a:srgbClr val="FF0000"/>
                </a:solidFill>
                <a:latin typeface="黑体" panose="02010609060101010101" pitchFamily="49" charset="-122"/>
                <a:ea typeface="黑体" panose="02010609060101010101" pitchFamily="49" charset="-122"/>
              </a:rPr>
              <a:t>前提引用规则</a:t>
            </a:r>
            <a:r>
              <a:rPr kumimoji="0" lang="zh-CN" altLang="en-US" sz="2800" b="1">
                <a:solidFill>
                  <a:srgbClr val="FF0000"/>
                </a:solidFill>
                <a:latin typeface="Times New Roman" panose="02020603050405020304" pitchFamily="18" charset="0"/>
                <a:ea typeface="宋体" panose="02010600030101010101" pitchFamily="2" charset="-122"/>
              </a:rPr>
              <a:t>）：</a:t>
            </a:r>
            <a:r>
              <a:rPr kumimoji="0" lang="zh-CN" altLang="en-US" sz="2800" b="1">
                <a:solidFill>
                  <a:srgbClr val="000000"/>
                </a:solidFill>
                <a:latin typeface="Times New Roman" panose="02020603050405020304" pitchFamily="18" charset="0"/>
                <a:ea typeface="宋体" panose="02010600030101010101" pitchFamily="2" charset="-122"/>
              </a:rPr>
              <a:t>在推导的过程中，可</a:t>
            </a:r>
            <a:r>
              <a:rPr kumimoji="0" lang="zh-CN" altLang="en-US" sz="2800" b="1">
                <a:solidFill>
                  <a:srgbClr val="0000FF"/>
                </a:solidFill>
                <a:latin typeface="Times New Roman" panose="02020603050405020304" pitchFamily="18" charset="0"/>
                <a:ea typeface="宋体" panose="02010600030101010101" pitchFamily="2" charset="-122"/>
              </a:rPr>
              <a:t>随时引入前提集合中的任意一个前提</a:t>
            </a:r>
            <a:r>
              <a:rPr kumimoji="0" lang="zh-CN" altLang="en-US" sz="2800" b="1">
                <a:solidFill>
                  <a:srgbClr val="000000"/>
                </a:solidFill>
                <a:latin typeface="Times New Roman" panose="02020603050405020304" pitchFamily="18" charset="0"/>
                <a:ea typeface="宋体" panose="02010600030101010101" pitchFamily="2" charset="-122"/>
              </a:rPr>
              <a:t>；</a:t>
            </a:r>
          </a:p>
          <a:p>
            <a:pPr eaLnBrk="1" hangingPunct="1">
              <a:lnSpc>
                <a:spcPct val="110000"/>
              </a:lnSpc>
              <a:buFontTx/>
              <a:buNone/>
            </a:pPr>
            <a:r>
              <a:rPr kumimoji="0" lang="zh-CN" altLang="en-US" sz="2800" b="1">
                <a:solidFill>
                  <a:srgbClr val="FF0000"/>
                </a:solidFill>
                <a:latin typeface="Times New Roman" panose="02020603050405020304" pitchFamily="18" charset="0"/>
                <a:ea typeface="宋体" panose="02010600030101010101" pitchFamily="2" charset="-122"/>
              </a:rPr>
              <a:t>      ②</a:t>
            </a:r>
            <a:r>
              <a:rPr kumimoji="0" lang="en-US" altLang="zh-CN" sz="2800" b="1">
                <a:solidFill>
                  <a:srgbClr val="FF0000"/>
                </a:solidFill>
                <a:latin typeface="Times New Roman" panose="02020603050405020304" pitchFamily="18" charset="0"/>
                <a:ea typeface="宋体" panose="02010600030101010101" pitchFamily="2" charset="-122"/>
              </a:rPr>
              <a:t> T</a:t>
            </a:r>
            <a:r>
              <a:rPr kumimoji="0" lang="zh-CN" altLang="en-US" sz="2800" b="1">
                <a:solidFill>
                  <a:srgbClr val="FF0000"/>
                </a:solidFill>
                <a:latin typeface="Times New Roman" panose="02020603050405020304" pitchFamily="18" charset="0"/>
                <a:ea typeface="宋体" panose="02010600030101010101" pitchFamily="2" charset="-122"/>
              </a:rPr>
              <a:t>规则（</a:t>
            </a:r>
            <a:r>
              <a:rPr kumimoji="0" lang="zh-CN" altLang="en-US" sz="2800" b="1">
                <a:solidFill>
                  <a:srgbClr val="FF0000"/>
                </a:solidFill>
                <a:latin typeface="黑体" panose="02010609060101010101" pitchFamily="49" charset="-122"/>
                <a:ea typeface="黑体" panose="02010609060101010101" pitchFamily="49" charset="-122"/>
              </a:rPr>
              <a:t>逻辑结果引用规则</a:t>
            </a:r>
            <a:r>
              <a:rPr kumimoji="0" lang="zh-CN" altLang="en-US" sz="2800" b="1">
                <a:solidFill>
                  <a:srgbClr val="FF0000"/>
                </a:solidFill>
                <a:latin typeface="Times New Roman" panose="02020603050405020304" pitchFamily="18" charset="0"/>
                <a:ea typeface="宋体" panose="02010600030101010101" pitchFamily="2" charset="-122"/>
              </a:rPr>
              <a:t>）：</a:t>
            </a:r>
            <a:r>
              <a:rPr kumimoji="0" lang="zh-CN" altLang="en-US" sz="2800" b="1">
                <a:solidFill>
                  <a:srgbClr val="000000"/>
                </a:solidFill>
                <a:latin typeface="Times New Roman" panose="02020603050405020304" pitchFamily="18" charset="0"/>
                <a:ea typeface="宋体" panose="02010600030101010101" pitchFamily="2" charset="-122"/>
              </a:rPr>
              <a:t>在推导过程中，可以</a:t>
            </a:r>
            <a:r>
              <a:rPr kumimoji="0" lang="zh-CN" altLang="en-US" sz="2800" b="1">
                <a:solidFill>
                  <a:srgbClr val="0000FF"/>
                </a:solidFill>
                <a:latin typeface="Times New Roman" panose="02020603050405020304" pitchFamily="18" charset="0"/>
                <a:ea typeface="宋体" panose="02010600030101010101" pitchFamily="2" charset="-122"/>
              </a:rPr>
              <a:t>随时引入公式</a:t>
            </a:r>
            <a:r>
              <a:rPr kumimoji="0" lang="en-US" altLang="zh-CN" sz="2800" b="1">
                <a:solidFill>
                  <a:srgbClr val="0000FF"/>
                </a:solidFill>
                <a:latin typeface="Times New Roman" panose="02020603050405020304" pitchFamily="18" charset="0"/>
                <a:ea typeface="宋体" panose="02010600030101010101" pitchFamily="2" charset="-122"/>
              </a:rPr>
              <a:t>S</a:t>
            </a:r>
            <a:r>
              <a:rPr kumimoji="0" lang="zh-CN" altLang="en-US" sz="2800" b="1">
                <a:solidFill>
                  <a:srgbClr val="0000FF"/>
                </a:solidFill>
                <a:latin typeface="Times New Roman" panose="02020603050405020304" pitchFamily="18" charset="0"/>
                <a:ea typeface="宋体" panose="02010600030101010101" pitchFamily="2" charset="-122"/>
              </a:rPr>
              <a:t>，该公式</a:t>
            </a:r>
            <a:r>
              <a:rPr kumimoji="0" lang="en-US" altLang="zh-CN" sz="2800" b="1">
                <a:solidFill>
                  <a:srgbClr val="0000FF"/>
                </a:solidFill>
                <a:latin typeface="Times New Roman" panose="02020603050405020304" pitchFamily="18" charset="0"/>
                <a:ea typeface="宋体" panose="02010600030101010101" pitchFamily="2" charset="-122"/>
              </a:rPr>
              <a:t>S</a:t>
            </a:r>
            <a:r>
              <a:rPr kumimoji="0" lang="zh-CN" altLang="en-US" sz="2800" b="1">
                <a:solidFill>
                  <a:srgbClr val="0000FF"/>
                </a:solidFill>
                <a:latin typeface="Times New Roman" panose="02020603050405020304" pitchFamily="18" charset="0"/>
                <a:ea typeface="宋体" panose="02010600030101010101" pitchFamily="2" charset="-122"/>
              </a:rPr>
              <a:t>是由其前的一个或多个公式推导出来的逻辑结果</a:t>
            </a:r>
            <a:r>
              <a:rPr kumimoji="0" lang="zh-CN" altLang="en-US" sz="2800" b="1">
                <a:solidFill>
                  <a:srgbClr val="000000"/>
                </a:solidFill>
                <a:latin typeface="Times New Roman" panose="02020603050405020304" pitchFamily="18" charset="0"/>
                <a:ea typeface="宋体" panose="02010600030101010101" pitchFamily="2" charset="-122"/>
              </a:rPr>
              <a:t>；</a:t>
            </a:r>
          </a:p>
          <a:p>
            <a:pPr eaLnBrk="1" hangingPunct="1">
              <a:lnSpc>
                <a:spcPct val="110000"/>
              </a:lnSpc>
              <a:buFontTx/>
              <a:buNone/>
            </a:pPr>
            <a:r>
              <a:rPr kumimoji="0" lang="zh-CN" altLang="en-US" sz="2800" b="1">
                <a:solidFill>
                  <a:srgbClr val="FF0000"/>
                </a:solidFill>
                <a:latin typeface="Times New Roman" panose="02020603050405020304" pitchFamily="18" charset="0"/>
                <a:ea typeface="宋体" panose="02010600030101010101" pitchFamily="2" charset="-122"/>
              </a:rPr>
              <a:t>      ③</a:t>
            </a:r>
            <a:r>
              <a:rPr kumimoji="0" lang="en-US" altLang="zh-CN" sz="2800" b="1">
                <a:solidFill>
                  <a:srgbClr val="FF0000"/>
                </a:solidFill>
                <a:latin typeface="Times New Roman" panose="02020603050405020304" pitchFamily="18" charset="0"/>
                <a:ea typeface="宋体" panose="02010600030101010101" pitchFamily="2" charset="-122"/>
              </a:rPr>
              <a:t> CP</a:t>
            </a:r>
            <a:r>
              <a:rPr kumimoji="0" lang="zh-CN" altLang="en-US" sz="2800" b="1">
                <a:solidFill>
                  <a:srgbClr val="FF0000"/>
                </a:solidFill>
                <a:latin typeface="Times New Roman" panose="02020603050405020304" pitchFamily="18" charset="0"/>
                <a:ea typeface="宋体" panose="02010600030101010101" pitchFamily="2" charset="-122"/>
              </a:rPr>
              <a:t>规则（</a:t>
            </a:r>
            <a:r>
              <a:rPr kumimoji="0" lang="zh-CN" altLang="en-US" sz="2800" b="1">
                <a:solidFill>
                  <a:srgbClr val="FF0000"/>
                </a:solidFill>
                <a:latin typeface="黑体" panose="02010609060101010101" pitchFamily="49" charset="-122"/>
                <a:ea typeface="黑体" panose="02010609060101010101" pitchFamily="49" charset="-122"/>
              </a:rPr>
              <a:t>附加前提规则</a:t>
            </a:r>
            <a:r>
              <a:rPr kumimoji="0" lang="zh-CN" altLang="en-US" sz="2800" b="1">
                <a:solidFill>
                  <a:srgbClr val="FF0000"/>
                </a:solidFill>
                <a:latin typeface="Times New Roman" panose="02020603050405020304" pitchFamily="18" charset="0"/>
                <a:ea typeface="宋体" panose="02010600030101010101" pitchFamily="2" charset="-122"/>
              </a:rPr>
              <a:t>）：</a:t>
            </a:r>
            <a:r>
              <a:rPr kumimoji="0" lang="zh-CN" altLang="en-US" sz="2800" b="1">
                <a:solidFill>
                  <a:srgbClr val="000000"/>
                </a:solidFill>
                <a:latin typeface="Times New Roman" panose="02020603050405020304" pitchFamily="18" charset="0"/>
                <a:ea typeface="宋体" panose="02010600030101010101" pitchFamily="2" charset="-122"/>
              </a:rPr>
              <a:t>如果能从给定的</a:t>
            </a:r>
            <a:r>
              <a:rPr kumimoji="0" lang="zh-CN" altLang="en-US" sz="2800" b="1">
                <a:solidFill>
                  <a:srgbClr val="0000FF"/>
                </a:solidFill>
                <a:latin typeface="Times New Roman" panose="02020603050405020304" pitchFamily="18" charset="0"/>
                <a:ea typeface="宋体" panose="02010600030101010101" pitchFamily="2" charset="-122"/>
              </a:rPr>
              <a:t>前提集合</a:t>
            </a:r>
            <a:r>
              <a:rPr kumimoji="0" lang="en-US" altLang="zh-CN" sz="2800" b="1">
                <a:solidFill>
                  <a:srgbClr val="0000FF"/>
                </a:solidFill>
                <a:latin typeface="Times New Roman" panose="02020603050405020304" pitchFamily="18" charset="0"/>
                <a:ea typeface="宋体" panose="02010600030101010101" pitchFamily="2" charset="-122"/>
              </a:rPr>
              <a:t>Г</a:t>
            </a:r>
            <a:r>
              <a:rPr kumimoji="0" lang="zh-CN" altLang="en-US" sz="2800" b="1">
                <a:solidFill>
                  <a:srgbClr val="0000FF"/>
                </a:solidFill>
                <a:latin typeface="Times New Roman" panose="02020603050405020304" pitchFamily="18" charset="0"/>
                <a:ea typeface="宋体" panose="02010600030101010101" pitchFamily="2" charset="-122"/>
              </a:rPr>
              <a:t>与公式</a:t>
            </a:r>
            <a:r>
              <a:rPr kumimoji="0" lang="en-US" altLang="zh-CN" sz="2800" b="1">
                <a:solidFill>
                  <a:srgbClr val="0000FF"/>
                </a:solidFill>
                <a:latin typeface="Times New Roman" panose="02020603050405020304" pitchFamily="18" charset="0"/>
                <a:ea typeface="宋体" panose="02010600030101010101" pitchFamily="2" charset="-122"/>
              </a:rPr>
              <a:t>P</a:t>
            </a:r>
            <a:r>
              <a:rPr kumimoji="0" lang="zh-CN" altLang="en-US" sz="2800" b="1">
                <a:solidFill>
                  <a:srgbClr val="0000FF"/>
                </a:solidFill>
                <a:latin typeface="Times New Roman" panose="02020603050405020304" pitchFamily="18" charset="0"/>
                <a:ea typeface="宋体" panose="02010600030101010101" pitchFamily="2" charset="-122"/>
              </a:rPr>
              <a:t>推导出</a:t>
            </a:r>
            <a:r>
              <a:rPr kumimoji="0" lang="en-US" altLang="zh-CN" sz="2800" b="1">
                <a:solidFill>
                  <a:srgbClr val="0000FF"/>
                </a:solidFill>
                <a:latin typeface="Times New Roman" panose="02020603050405020304" pitchFamily="18" charset="0"/>
                <a:ea typeface="宋体" panose="02010600030101010101" pitchFamily="2" charset="-122"/>
              </a:rPr>
              <a:t>S</a:t>
            </a:r>
            <a:r>
              <a:rPr kumimoji="0" lang="zh-CN" altLang="en-US" sz="2800" b="1">
                <a:solidFill>
                  <a:srgbClr val="000000"/>
                </a:solidFill>
                <a:latin typeface="Times New Roman" panose="02020603050405020304" pitchFamily="18" charset="0"/>
                <a:ea typeface="宋体" panose="02010600030101010101" pitchFamily="2" charset="-122"/>
              </a:rPr>
              <a:t>，则能从</a:t>
            </a:r>
            <a:r>
              <a:rPr kumimoji="0" lang="zh-CN" altLang="en-US" sz="2800" b="1">
                <a:solidFill>
                  <a:srgbClr val="0000FF"/>
                </a:solidFill>
                <a:latin typeface="Times New Roman" panose="02020603050405020304" pitchFamily="18" charset="0"/>
                <a:ea typeface="宋体" panose="02010600030101010101" pitchFamily="2" charset="-122"/>
              </a:rPr>
              <a:t>前提集合</a:t>
            </a:r>
            <a:r>
              <a:rPr kumimoji="0" lang="en-US" altLang="zh-CN" sz="2800" b="1">
                <a:solidFill>
                  <a:srgbClr val="0000FF"/>
                </a:solidFill>
                <a:latin typeface="Times New Roman" panose="02020603050405020304" pitchFamily="18" charset="0"/>
                <a:ea typeface="宋体" panose="02010600030101010101" pitchFamily="2" charset="-122"/>
              </a:rPr>
              <a:t>Г</a:t>
            </a:r>
            <a:r>
              <a:rPr kumimoji="0" lang="zh-CN" altLang="en-US" sz="2800" b="1">
                <a:solidFill>
                  <a:srgbClr val="0000FF"/>
                </a:solidFill>
                <a:latin typeface="Times New Roman" panose="02020603050405020304" pitchFamily="18" charset="0"/>
                <a:ea typeface="宋体" panose="02010600030101010101" pitchFamily="2" charset="-122"/>
              </a:rPr>
              <a:t>推导出</a:t>
            </a:r>
            <a:r>
              <a:rPr kumimoji="0" lang="en-US" altLang="zh-CN" sz="2800" b="1">
                <a:solidFill>
                  <a:srgbClr val="0000FF"/>
                </a:solidFill>
                <a:latin typeface="Times New Roman" panose="02020603050405020304" pitchFamily="18" charset="0"/>
                <a:ea typeface="宋体" panose="02010600030101010101" pitchFamily="2" charset="-122"/>
              </a:rPr>
              <a:t>P→S</a:t>
            </a:r>
            <a:r>
              <a:rPr kumimoji="0" lang="zh-CN" altLang="en-US" sz="2800" b="1">
                <a:solidFill>
                  <a:srgbClr val="000000"/>
                </a:solidFill>
                <a:latin typeface="Times New Roman" panose="02020603050405020304" pitchFamily="18" charset="0"/>
                <a:ea typeface="宋体" panose="02010600030101010101" pitchFamily="2" charset="-122"/>
              </a:rPr>
              <a:t>。</a:t>
            </a: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日期占位符 3">
            <a:extLst>
              <a:ext uri="{FF2B5EF4-FFF2-40B4-BE49-F238E27FC236}">
                <a16:creationId xmlns:a16="http://schemas.microsoft.com/office/drawing/2014/main" id="{927462D0-CA80-43E3-BEDB-65288ECA1CE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52556C5-1EA5-40A9-BAA5-114018F1A28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4451" name="页脚占位符 4">
            <a:extLst>
              <a:ext uri="{FF2B5EF4-FFF2-40B4-BE49-F238E27FC236}">
                <a16:creationId xmlns:a16="http://schemas.microsoft.com/office/drawing/2014/main" id="{6772EB69-EB59-4399-8BF2-7923E08A0EA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4452" name="灯片编号占位符 5">
            <a:extLst>
              <a:ext uri="{FF2B5EF4-FFF2-40B4-BE49-F238E27FC236}">
                <a16:creationId xmlns:a16="http://schemas.microsoft.com/office/drawing/2014/main" id="{A9B8C279-379E-4881-9DE8-0740D41D24F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0D46E67-ED44-4898-9059-CBD3D91F0EB3}" type="slidenum">
              <a:rPr lang="en-US" altLang="zh-CN" sz="1400" smtClean="0">
                <a:latin typeface="Times New Roman" panose="02020603050405020304" pitchFamily="18" charset="0"/>
                <a:ea typeface="宋体" panose="02010600030101010101" pitchFamily="2" charset="-122"/>
              </a:rPr>
              <a:pPr>
                <a:spcBef>
                  <a:spcPct val="0"/>
                </a:spcBef>
                <a:buFontTx/>
                <a:buNone/>
              </a:pPr>
              <a:t>99</a:t>
            </a:fld>
            <a:endParaRPr lang="en-US" altLang="zh-CN" sz="1400">
              <a:latin typeface="Times New Roman" panose="02020603050405020304" pitchFamily="18" charset="0"/>
              <a:ea typeface="宋体" panose="02010600030101010101" pitchFamily="2" charset="-122"/>
            </a:endParaRPr>
          </a:p>
        </p:txBody>
      </p:sp>
      <p:sp>
        <p:nvSpPr>
          <p:cNvPr id="104453" name="Text Box 2">
            <a:extLst>
              <a:ext uri="{FF2B5EF4-FFF2-40B4-BE49-F238E27FC236}">
                <a16:creationId xmlns:a16="http://schemas.microsoft.com/office/drawing/2014/main" id="{45F39A21-4549-4F61-97FD-07109CA1740B}"/>
              </a:ext>
            </a:extLst>
          </p:cNvPr>
          <p:cNvSpPr txBox="1">
            <a:spLocks noChangeArrowheads="1"/>
          </p:cNvSpPr>
          <p:nvPr/>
        </p:nvSpPr>
        <p:spPr bwMode="auto">
          <a:xfrm>
            <a:off x="1331913" y="731838"/>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命题推演系统</a:t>
            </a:r>
          </a:p>
        </p:txBody>
      </p:sp>
      <p:pic>
        <p:nvPicPr>
          <p:cNvPr id="104454" name="Picture 6" descr="C:\Program Files\Microsoft Office\MEDIA\CAGCAT10\j0293844.wmf">
            <a:extLst>
              <a:ext uri="{FF2B5EF4-FFF2-40B4-BE49-F238E27FC236}">
                <a16:creationId xmlns:a16="http://schemas.microsoft.com/office/drawing/2014/main" id="{5F959F10-C94B-4793-B2A5-C17D127CB3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6550" y="514350"/>
            <a:ext cx="1152525"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5" name="Text Box 27">
            <a:extLst>
              <a:ext uri="{FF2B5EF4-FFF2-40B4-BE49-F238E27FC236}">
                <a16:creationId xmlns:a16="http://schemas.microsoft.com/office/drawing/2014/main" id="{1082FD96-786E-447F-A162-DDC61B2887B5}"/>
              </a:ext>
            </a:extLst>
          </p:cNvPr>
          <p:cNvSpPr txBox="1">
            <a:spLocks noChangeArrowheads="1"/>
          </p:cNvSpPr>
          <p:nvPr/>
        </p:nvSpPr>
        <p:spPr bwMode="auto">
          <a:xfrm>
            <a:off x="862013" y="2133600"/>
            <a:ext cx="7580312" cy="3698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0"/>
              </a:spcBef>
              <a:spcAft>
                <a:spcPts val="600"/>
              </a:spcAft>
              <a:buFontTx/>
              <a:buNone/>
            </a:pPr>
            <a:r>
              <a:rPr lang="en-US" altLang="zh-CN" sz="2800" b="1">
                <a:latin typeface="Times New Roman" panose="02020603050405020304" pitchFamily="18" charset="0"/>
                <a:ea typeface="宋体" panose="02010600030101010101" pitchFamily="2" charset="-122"/>
              </a:rPr>
              <a:t>       </a:t>
            </a:r>
            <a:r>
              <a:rPr lang="zh-CN" altLang="en-US" b="1">
                <a:latin typeface="Times New Roman" panose="02020603050405020304" pitchFamily="18" charset="0"/>
                <a:ea typeface="宋体" panose="02010600030101010101" pitchFamily="2" charset="-122"/>
              </a:rPr>
              <a:t>三个</a:t>
            </a:r>
            <a:r>
              <a:rPr lang="zh-CN" altLang="en-US" b="1">
                <a:solidFill>
                  <a:srgbClr val="006600"/>
                </a:solidFill>
                <a:latin typeface="Times New Roman" panose="02020603050405020304" pitchFamily="18" charset="0"/>
                <a:ea typeface="黑体" panose="02010609060101010101" pitchFamily="49" charset="-122"/>
              </a:rPr>
              <a:t>推理规则</a:t>
            </a:r>
            <a:r>
              <a:rPr lang="zh-CN" altLang="en-US" b="1">
                <a:latin typeface="Times New Roman" panose="02020603050405020304" pitchFamily="18" charset="0"/>
                <a:ea typeface="宋体" panose="02010600030101010101" pitchFamily="2" charset="-122"/>
              </a:rPr>
              <a:t>，再加上由全部的基本等值式和基本蕴含式构成的</a:t>
            </a:r>
            <a:r>
              <a:rPr lang="zh-CN" altLang="en-US" b="1">
                <a:solidFill>
                  <a:srgbClr val="006600"/>
                </a:solidFill>
                <a:latin typeface="Times New Roman" panose="02020603050405020304" pitchFamily="18" charset="0"/>
                <a:ea typeface="黑体" panose="02010609060101010101" pitchFamily="49" charset="-122"/>
              </a:rPr>
              <a:t>推理定律</a:t>
            </a:r>
            <a:r>
              <a:rPr lang="zh-CN" altLang="en-US" b="1">
                <a:latin typeface="Times New Roman" panose="02020603050405020304" pitchFamily="18" charset="0"/>
                <a:ea typeface="宋体" panose="02010600030101010101" pitchFamily="2" charset="-122"/>
              </a:rPr>
              <a:t>，构成了命题推理的</a:t>
            </a:r>
            <a:r>
              <a:rPr lang="zh-CN" altLang="en-US" b="1">
                <a:solidFill>
                  <a:schemeClr val="accent2"/>
                </a:solidFill>
                <a:latin typeface="黑体" panose="02010609060101010101" pitchFamily="49" charset="-122"/>
                <a:ea typeface="黑体" panose="02010609060101010101" pitchFamily="49" charset="-122"/>
              </a:rPr>
              <a:t>全部基础</a:t>
            </a:r>
            <a:r>
              <a:rPr lang="zh-CN" altLang="en-US" b="1">
                <a:latin typeface="Times New Roman" panose="02020603050405020304" pitchFamily="18" charset="0"/>
                <a:ea typeface="宋体" panose="02010600030101010101" pitchFamily="2" charset="-122"/>
              </a:rPr>
              <a:t>。</a:t>
            </a:r>
          </a:p>
          <a:p>
            <a:pPr eaLnBrk="1" hangingPunct="1">
              <a:lnSpc>
                <a:spcPct val="150000"/>
              </a:lnSpc>
              <a:spcBef>
                <a:spcPct val="0"/>
              </a:spcBef>
              <a:buFontTx/>
              <a:buNone/>
            </a:pPr>
            <a:r>
              <a:rPr lang="zh-CN" altLang="en-US" b="1">
                <a:latin typeface="Times New Roman" panose="02020603050405020304" pitchFamily="18" charset="0"/>
                <a:ea typeface="宋体" panose="02010600030101010101" pitchFamily="2" charset="-122"/>
              </a:rPr>
              <a:t>     据此，就可以构造一个</a:t>
            </a:r>
            <a:r>
              <a:rPr lang="zh-CN" altLang="en-US" b="1">
                <a:latin typeface="黑体" panose="02010609060101010101" pitchFamily="49" charset="-122"/>
                <a:ea typeface="黑体" panose="02010609060101010101" pitchFamily="49" charset="-122"/>
              </a:rPr>
              <a:t>完备</a:t>
            </a:r>
            <a:r>
              <a:rPr lang="zh-CN" altLang="en-US" b="1">
                <a:latin typeface="Times New Roman" panose="02020603050405020304" pitchFamily="18" charset="0"/>
                <a:ea typeface="宋体" panose="02010600030101010101" pitchFamily="2" charset="-122"/>
              </a:rPr>
              <a:t>的</a:t>
            </a:r>
            <a:endParaRPr lang="en-US" altLang="zh-CN" b="1">
              <a:latin typeface="Times New Roman" panose="02020603050405020304" pitchFamily="18" charset="0"/>
              <a:ea typeface="宋体" panose="02010600030101010101" pitchFamily="2" charset="-122"/>
            </a:endParaRPr>
          </a:p>
          <a:p>
            <a:pPr algn="ctr" eaLnBrk="1" hangingPunct="1">
              <a:lnSpc>
                <a:spcPct val="150000"/>
              </a:lnSpc>
              <a:spcBef>
                <a:spcPct val="0"/>
              </a:spcBef>
              <a:buFontTx/>
              <a:buNone/>
            </a:pPr>
            <a:r>
              <a:rPr lang="zh-CN" altLang="en-US" sz="2800" b="1">
                <a:solidFill>
                  <a:schemeClr val="accent2"/>
                </a:solidFill>
                <a:latin typeface="Times New Roman" panose="02020603050405020304" pitchFamily="18" charset="0"/>
                <a:ea typeface="黑体" panose="02010609060101010101" pitchFamily="49" charset="-122"/>
              </a:rPr>
              <a:t>命题演算推理系统</a:t>
            </a:r>
            <a:endParaRPr lang="en-US" altLang="zh-CN" sz="2800" b="1">
              <a:latin typeface="Times New Roman" panose="02020603050405020304" pitchFamily="18" charset="0"/>
              <a:ea typeface="宋体" panose="02010600030101010101" pitchFamily="2" charset="-122"/>
            </a:endParaRPr>
          </a:p>
          <a:p>
            <a:pPr eaLnBrk="1" hangingPunct="1">
              <a:lnSpc>
                <a:spcPct val="150000"/>
              </a:lnSpc>
              <a:spcBef>
                <a:spcPct val="0"/>
              </a:spcBef>
              <a:buFontTx/>
              <a:buNone/>
            </a:pPr>
            <a:r>
              <a:rPr lang="zh-CN" altLang="en-US" sz="2800" b="1">
                <a:latin typeface="Times New Roman" panose="02020603050405020304" pitchFamily="18" charset="0"/>
                <a:ea typeface="宋体" panose="02010600030101010101" pitchFamily="2" charset="-122"/>
              </a:rPr>
              <a:t>     </a:t>
            </a:r>
            <a:r>
              <a:rPr lang="zh-CN" altLang="en-US" b="1">
                <a:latin typeface="Times New Roman" panose="02020603050405020304" pitchFamily="18" charset="0"/>
                <a:ea typeface="宋体" panose="02010600030101010101" pitchFamily="2" charset="-122"/>
              </a:rPr>
              <a:t>即所有命题逻辑的定理都可以通过推理规则从推理定律中推演或证明出来。</a:t>
            </a: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日期占位符 3">
            <a:extLst>
              <a:ext uri="{FF2B5EF4-FFF2-40B4-BE49-F238E27FC236}">
                <a16:creationId xmlns:a16="http://schemas.microsoft.com/office/drawing/2014/main" id="{572ADFD5-1734-4A83-8BCC-B4858770E53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1B4D763-0C38-49C9-B6D7-3FBB017CDE99}"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5475" name="页脚占位符 4">
            <a:extLst>
              <a:ext uri="{FF2B5EF4-FFF2-40B4-BE49-F238E27FC236}">
                <a16:creationId xmlns:a16="http://schemas.microsoft.com/office/drawing/2014/main" id="{31F196BD-CFE5-43AF-A9EB-39FE11F7710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5476" name="灯片编号占位符 5">
            <a:extLst>
              <a:ext uri="{FF2B5EF4-FFF2-40B4-BE49-F238E27FC236}">
                <a16:creationId xmlns:a16="http://schemas.microsoft.com/office/drawing/2014/main" id="{BC6BCEDF-4F65-4921-92C6-295B1414C46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86E6910-A96B-4FED-8FF8-A34C954A03AF}" type="slidenum">
              <a:rPr lang="en-US" altLang="zh-CN" sz="1400" smtClean="0">
                <a:latin typeface="Times New Roman" panose="02020603050405020304" pitchFamily="18" charset="0"/>
                <a:ea typeface="宋体" panose="02010600030101010101" pitchFamily="2" charset="-122"/>
              </a:rPr>
              <a:pPr>
                <a:spcBef>
                  <a:spcPct val="0"/>
                </a:spcBef>
                <a:buFontTx/>
                <a:buNone/>
              </a:pPr>
              <a:t>100</a:t>
            </a:fld>
            <a:endParaRPr lang="en-US" altLang="zh-CN" sz="1400">
              <a:latin typeface="Times New Roman" panose="02020603050405020304" pitchFamily="18" charset="0"/>
              <a:ea typeface="宋体" panose="02010600030101010101" pitchFamily="2" charset="-122"/>
            </a:endParaRPr>
          </a:p>
        </p:txBody>
      </p:sp>
      <p:sp>
        <p:nvSpPr>
          <p:cNvPr id="105477" name="Text Box 2">
            <a:extLst>
              <a:ext uri="{FF2B5EF4-FFF2-40B4-BE49-F238E27FC236}">
                <a16:creationId xmlns:a16="http://schemas.microsoft.com/office/drawing/2014/main" id="{669F44EB-A92D-4623-9B87-7115D1D77875}"/>
              </a:ext>
            </a:extLst>
          </p:cNvPr>
          <p:cNvSpPr txBox="1">
            <a:spLocks noChangeArrowheads="1"/>
          </p:cNvSpPr>
          <p:nvPr/>
        </p:nvSpPr>
        <p:spPr bwMode="auto">
          <a:xfrm>
            <a:off x="1385888" y="704850"/>
            <a:ext cx="6372225" cy="8318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 基本蕴含式</a:t>
            </a:r>
          </a:p>
        </p:txBody>
      </p:sp>
      <p:pic>
        <p:nvPicPr>
          <p:cNvPr id="105478" name="Picture 6" descr="C:\Program Files\Microsoft Office\MEDIA\CAGCAT10\j0293844.wmf">
            <a:extLst>
              <a:ext uri="{FF2B5EF4-FFF2-40B4-BE49-F238E27FC236}">
                <a16:creationId xmlns:a16="http://schemas.microsoft.com/office/drawing/2014/main" id="{882DEBF0-7FDE-4CB1-AE75-CCD61F1D72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6550" y="514350"/>
            <a:ext cx="1152525"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9" name="图片 1">
            <a:extLst>
              <a:ext uri="{FF2B5EF4-FFF2-40B4-BE49-F238E27FC236}">
                <a16:creationId xmlns:a16="http://schemas.microsoft.com/office/drawing/2014/main" id="{78A601E1-1405-44C4-BFCA-76E1DC26B3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788" y="1687513"/>
            <a:ext cx="7773987" cy="451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日期占位符 3">
            <a:extLst>
              <a:ext uri="{FF2B5EF4-FFF2-40B4-BE49-F238E27FC236}">
                <a16:creationId xmlns:a16="http://schemas.microsoft.com/office/drawing/2014/main" id="{9D839FE1-D051-4DE1-BA85-717A0A12907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C77D0B4-C1B3-4828-8C68-308BDC181287}"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6499" name="页脚占位符 4">
            <a:extLst>
              <a:ext uri="{FF2B5EF4-FFF2-40B4-BE49-F238E27FC236}">
                <a16:creationId xmlns:a16="http://schemas.microsoft.com/office/drawing/2014/main" id="{ABAA0C40-CFA4-4A1A-A67E-6FE90B6310E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6500" name="灯片编号占位符 5">
            <a:extLst>
              <a:ext uri="{FF2B5EF4-FFF2-40B4-BE49-F238E27FC236}">
                <a16:creationId xmlns:a16="http://schemas.microsoft.com/office/drawing/2014/main" id="{6836E04E-B90A-4BAA-A91F-55B33478964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6C8751A-858A-4EBF-AEB9-AA415C5F3942}" type="slidenum">
              <a:rPr lang="en-US" altLang="zh-CN" sz="1400" smtClean="0">
                <a:latin typeface="Times New Roman" panose="02020603050405020304" pitchFamily="18" charset="0"/>
                <a:ea typeface="宋体" panose="02010600030101010101" pitchFamily="2" charset="-122"/>
              </a:rPr>
              <a:pPr>
                <a:spcBef>
                  <a:spcPct val="0"/>
                </a:spcBef>
                <a:buFontTx/>
                <a:buNone/>
              </a:pPr>
              <a:t>101</a:t>
            </a:fld>
            <a:endParaRPr lang="en-US" altLang="zh-CN" sz="1400">
              <a:latin typeface="Times New Roman" panose="02020603050405020304" pitchFamily="18" charset="0"/>
              <a:ea typeface="宋体" panose="02010600030101010101" pitchFamily="2" charset="-122"/>
            </a:endParaRPr>
          </a:p>
        </p:txBody>
      </p:sp>
      <p:sp>
        <p:nvSpPr>
          <p:cNvPr id="106501" name="Text Box 2">
            <a:extLst>
              <a:ext uri="{FF2B5EF4-FFF2-40B4-BE49-F238E27FC236}">
                <a16:creationId xmlns:a16="http://schemas.microsoft.com/office/drawing/2014/main" id="{9E218B4E-10AB-40B9-83D7-EA63DBE1AC03}"/>
              </a:ext>
            </a:extLst>
          </p:cNvPr>
          <p:cNvSpPr txBox="1">
            <a:spLocks noChangeArrowheads="1"/>
          </p:cNvSpPr>
          <p:nvPr/>
        </p:nvSpPr>
        <p:spPr bwMode="auto">
          <a:xfrm>
            <a:off x="1385888" y="704850"/>
            <a:ext cx="6372225" cy="83185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 基本等值式</a:t>
            </a:r>
          </a:p>
        </p:txBody>
      </p:sp>
      <p:pic>
        <p:nvPicPr>
          <p:cNvPr id="106502" name="Picture 6" descr="C:\Program Files\Microsoft Office\MEDIA\CAGCAT10\j0293844.wmf">
            <a:extLst>
              <a:ext uri="{FF2B5EF4-FFF2-40B4-BE49-F238E27FC236}">
                <a16:creationId xmlns:a16="http://schemas.microsoft.com/office/drawing/2014/main" id="{BF19B66D-D710-40D2-9D46-9B85B43149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9738" y="514350"/>
            <a:ext cx="1049337"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3" name="图片 2">
            <a:extLst>
              <a:ext uri="{FF2B5EF4-FFF2-40B4-BE49-F238E27FC236}">
                <a16:creationId xmlns:a16="http://schemas.microsoft.com/office/drawing/2014/main" id="{268C3D42-BF14-471A-859C-BEBB44914D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275" y="1700213"/>
            <a:ext cx="8064500" cy="459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日期占位符 3">
            <a:extLst>
              <a:ext uri="{FF2B5EF4-FFF2-40B4-BE49-F238E27FC236}">
                <a16:creationId xmlns:a16="http://schemas.microsoft.com/office/drawing/2014/main" id="{47BCD7A9-A3BF-4662-8BF4-6CE1AFED153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A43C6DE-1FA6-4170-B283-591AE16953C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7523" name="页脚占位符 4">
            <a:extLst>
              <a:ext uri="{FF2B5EF4-FFF2-40B4-BE49-F238E27FC236}">
                <a16:creationId xmlns:a16="http://schemas.microsoft.com/office/drawing/2014/main" id="{715B2859-D38C-4B87-92AA-A9486B13D2D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7524" name="灯片编号占位符 5">
            <a:extLst>
              <a:ext uri="{FF2B5EF4-FFF2-40B4-BE49-F238E27FC236}">
                <a16:creationId xmlns:a16="http://schemas.microsoft.com/office/drawing/2014/main" id="{1268075C-B229-4F5F-8761-ED4AA2F04AF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F3E1E9D-26A9-4859-8D49-CE7A9ABADDD2}" type="slidenum">
              <a:rPr lang="en-US" altLang="zh-CN" sz="1400" smtClean="0">
                <a:latin typeface="Times New Roman" panose="02020603050405020304" pitchFamily="18" charset="0"/>
                <a:ea typeface="宋体" panose="02010600030101010101" pitchFamily="2" charset="-122"/>
              </a:rPr>
              <a:pPr>
                <a:spcBef>
                  <a:spcPct val="0"/>
                </a:spcBef>
                <a:buFontTx/>
                <a:buNone/>
              </a:pPr>
              <a:t>102</a:t>
            </a:fld>
            <a:endParaRPr lang="en-US" altLang="zh-CN" sz="1400">
              <a:latin typeface="Times New Roman" panose="02020603050405020304" pitchFamily="18" charset="0"/>
              <a:ea typeface="宋体" panose="02010600030101010101" pitchFamily="2" charset="-122"/>
            </a:endParaRPr>
          </a:p>
        </p:txBody>
      </p:sp>
      <p:sp>
        <p:nvSpPr>
          <p:cNvPr id="107525" name="Text Box 2">
            <a:extLst>
              <a:ext uri="{FF2B5EF4-FFF2-40B4-BE49-F238E27FC236}">
                <a16:creationId xmlns:a16="http://schemas.microsoft.com/office/drawing/2014/main" id="{66790E15-3FCC-4CA7-81FD-D203340C5242}"/>
              </a:ext>
            </a:extLst>
          </p:cNvPr>
          <p:cNvSpPr txBox="1">
            <a:spLocks noChangeArrowheads="1"/>
          </p:cNvSpPr>
          <p:nvPr/>
        </p:nvSpPr>
        <p:spPr bwMode="auto">
          <a:xfrm>
            <a:off x="1444625" y="733425"/>
            <a:ext cx="6296025"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推理定律的应用</a:t>
            </a:r>
          </a:p>
        </p:txBody>
      </p:sp>
      <p:pic>
        <p:nvPicPr>
          <p:cNvPr id="107526" name="Picture 6" descr="C:\Program Files\Microsoft Office\MEDIA\CAGCAT10\j0293844.wmf">
            <a:extLst>
              <a:ext uri="{FF2B5EF4-FFF2-40B4-BE49-F238E27FC236}">
                <a16:creationId xmlns:a16="http://schemas.microsoft.com/office/drawing/2014/main" id="{A6D7E69B-02A5-45BE-BE4D-AF4D98A3E2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0188" y="38100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7527" name="图片 4">
            <a:extLst>
              <a:ext uri="{FF2B5EF4-FFF2-40B4-BE49-F238E27FC236}">
                <a16:creationId xmlns:a16="http://schemas.microsoft.com/office/drawing/2014/main" id="{64E2B0FC-927E-4033-8DF0-2FECB3B4C6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063" y="1779588"/>
            <a:ext cx="7677150" cy="457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日期占位符 3">
            <a:extLst>
              <a:ext uri="{FF2B5EF4-FFF2-40B4-BE49-F238E27FC236}">
                <a16:creationId xmlns:a16="http://schemas.microsoft.com/office/drawing/2014/main" id="{18E0F5F9-4843-4AAE-90F8-CACCAA23576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4B6BE6C-4CAD-4FC9-9566-86F928BD3059}"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8547" name="页脚占位符 4">
            <a:extLst>
              <a:ext uri="{FF2B5EF4-FFF2-40B4-BE49-F238E27FC236}">
                <a16:creationId xmlns:a16="http://schemas.microsoft.com/office/drawing/2014/main" id="{C22C391F-5108-471D-A14D-64685C26DE1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8548" name="灯片编号占位符 5">
            <a:extLst>
              <a:ext uri="{FF2B5EF4-FFF2-40B4-BE49-F238E27FC236}">
                <a16:creationId xmlns:a16="http://schemas.microsoft.com/office/drawing/2014/main" id="{CE8D6887-B07E-4019-80A7-FB18C1F872C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E98B913-A874-44C8-BA15-548BF693C538}" type="slidenum">
              <a:rPr lang="en-US" altLang="zh-CN" sz="1400" smtClean="0">
                <a:latin typeface="Times New Roman" panose="02020603050405020304" pitchFamily="18" charset="0"/>
                <a:ea typeface="宋体" panose="02010600030101010101" pitchFamily="2" charset="-122"/>
              </a:rPr>
              <a:pPr>
                <a:spcBef>
                  <a:spcPct val="0"/>
                </a:spcBef>
                <a:buFontTx/>
                <a:buNone/>
              </a:pPr>
              <a:t>103</a:t>
            </a:fld>
            <a:endParaRPr lang="en-US" altLang="zh-CN" sz="1400">
              <a:latin typeface="Times New Roman" panose="02020603050405020304" pitchFamily="18" charset="0"/>
              <a:ea typeface="宋体" panose="02010600030101010101" pitchFamily="2" charset="-122"/>
            </a:endParaRPr>
          </a:p>
        </p:txBody>
      </p:sp>
      <p:sp>
        <p:nvSpPr>
          <p:cNvPr id="108549" name="Text Box 2">
            <a:extLst>
              <a:ext uri="{FF2B5EF4-FFF2-40B4-BE49-F238E27FC236}">
                <a16:creationId xmlns:a16="http://schemas.microsoft.com/office/drawing/2014/main" id="{E6AD80D6-29D4-4852-A01D-C0E0D878C954}"/>
              </a:ext>
            </a:extLst>
          </p:cNvPr>
          <p:cNvSpPr txBox="1">
            <a:spLocks noChangeArrowheads="1"/>
          </p:cNvSpPr>
          <p:nvPr/>
        </p:nvSpPr>
        <p:spPr bwMode="auto">
          <a:xfrm>
            <a:off x="1476375" y="69215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有效结论</a:t>
            </a:r>
          </a:p>
        </p:txBody>
      </p:sp>
      <p:pic>
        <p:nvPicPr>
          <p:cNvPr id="108550" name="Picture 6" descr="C:\Program Files\Microsoft Office\MEDIA\CAGCAT10\j0293844.wmf">
            <a:extLst>
              <a:ext uri="{FF2B5EF4-FFF2-40B4-BE49-F238E27FC236}">
                <a16:creationId xmlns:a16="http://schemas.microsoft.com/office/drawing/2014/main" id="{4A288FB6-D415-4D3E-858C-E2EAE004CF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5113" y="549275"/>
            <a:ext cx="1117600"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30819143-104D-4EE1-A0C2-D33B484F1477}"/>
              </a:ext>
            </a:extLst>
          </p:cNvPr>
          <p:cNvSpPr>
            <a:spLocks noRot="1" noChangeAspect="1" noMove="1" noResize="1" noEditPoints="1" noAdjustHandles="1" noChangeArrowheads="1" noChangeShapeType="1" noTextEdit="1"/>
          </p:cNvSpPr>
          <p:nvPr/>
        </p:nvSpPr>
        <p:spPr>
          <a:xfrm>
            <a:off x="827584" y="2064740"/>
            <a:ext cx="7798217" cy="4030270"/>
          </a:xfrm>
          <a:prstGeom prst="rect">
            <a:avLst/>
          </a:prstGeom>
          <a:blipFill>
            <a:blip r:embed="rId4"/>
            <a:stretch>
              <a:fillRect l="-1561" r="-1483" b="-1357"/>
            </a:stretch>
          </a:blipFill>
          <a:ln>
            <a:solidFill>
              <a:srgbClr val="7030A0"/>
            </a:solidFill>
          </a:ln>
        </p:spPr>
        <p:txBody>
          <a:bodyPr/>
          <a:lstStyle/>
          <a:p>
            <a:pPr>
              <a:defRPr/>
            </a:pPr>
            <a:r>
              <a:rPr lang="zh-CN" altLang="en-US">
                <a:noFill/>
              </a:rPr>
              <a:t> </a:t>
            </a: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日期占位符 3">
            <a:extLst>
              <a:ext uri="{FF2B5EF4-FFF2-40B4-BE49-F238E27FC236}">
                <a16:creationId xmlns:a16="http://schemas.microsoft.com/office/drawing/2014/main" id="{2528E1DF-A4B0-4BF0-8614-5CE7E386E6A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E76EBE0-9300-4C85-A8FD-3AE172AEC69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09571" name="页脚占位符 4">
            <a:extLst>
              <a:ext uri="{FF2B5EF4-FFF2-40B4-BE49-F238E27FC236}">
                <a16:creationId xmlns:a16="http://schemas.microsoft.com/office/drawing/2014/main" id="{030DD54C-92EB-4E73-BCDA-01A67A994D59}"/>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09572" name="灯片编号占位符 5">
            <a:extLst>
              <a:ext uri="{FF2B5EF4-FFF2-40B4-BE49-F238E27FC236}">
                <a16:creationId xmlns:a16="http://schemas.microsoft.com/office/drawing/2014/main" id="{CB2F420F-7D2E-4CCC-8EE4-6EEA8C2F025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ED299E7-BC33-4C91-B95F-F57B6ABF2925}" type="slidenum">
              <a:rPr lang="en-US" altLang="zh-CN" sz="1400" smtClean="0">
                <a:latin typeface="Times New Roman" panose="02020603050405020304" pitchFamily="18" charset="0"/>
                <a:ea typeface="宋体" panose="02010600030101010101" pitchFamily="2" charset="-122"/>
              </a:rPr>
              <a:pPr>
                <a:spcBef>
                  <a:spcPct val="0"/>
                </a:spcBef>
                <a:buFontTx/>
                <a:buNone/>
              </a:pPr>
              <a:t>104</a:t>
            </a:fld>
            <a:endParaRPr lang="en-US" altLang="zh-CN" sz="1400">
              <a:latin typeface="Times New Roman" panose="02020603050405020304" pitchFamily="18" charset="0"/>
              <a:ea typeface="宋体" panose="02010600030101010101" pitchFamily="2" charset="-122"/>
            </a:endParaRPr>
          </a:p>
        </p:txBody>
      </p:sp>
      <p:sp>
        <p:nvSpPr>
          <p:cNvPr id="109573" name="Text Box 2">
            <a:extLst>
              <a:ext uri="{FF2B5EF4-FFF2-40B4-BE49-F238E27FC236}">
                <a16:creationId xmlns:a16="http://schemas.microsoft.com/office/drawing/2014/main" id="{538C0533-73A0-4352-9E4E-CD1B116D5EB9}"/>
              </a:ext>
            </a:extLst>
          </p:cNvPr>
          <p:cNvSpPr txBox="1">
            <a:spLocks noChangeArrowheads="1"/>
          </p:cNvSpPr>
          <p:nvPr/>
        </p:nvSpPr>
        <p:spPr bwMode="auto">
          <a:xfrm>
            <a:off x="1403350" y="625475"/>
            <a:ext cx="594360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有效结论示例</a:t>
            </a:r>
          </a:p>
        </p:txBody>
      </p:sp>
      <p:pic>
        <p:nvPicPr>
          <p:cNvPr id="109574" name="Picture 6" descr="C:\Program Files\Microsoft Office\MEDIA\CAGCAT10\j0293844.wmf">
            <a:extLst>
              <a:ext uri="{FF2B5EF4-FFF2-40B4-BE49-F238E27FC236}">
                <a16:creationId xmlns:a16="http://schemas.microsoft.com/office/drawing/2014/main" id="{9A912DFE-B21F-40FC-9C3A-63D8C29554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810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5" name="图片 7">
            <a:extLst>
              <a:ext uri="{FF2B5EF4-FFF2-40B4-BE49-F238E27FC236}">
                <a16:creationId xmlns:a16="http://schemas.microsoft.com/office/drawing/2014/main" id="{10A6AB19-E8FC-411B-A326-8B27E8DE83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425" y="1739900"/>
            <a:ext cx="8337550" cy="456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日期占位符 3">
            <a:extLst>
              <a:ext uri="{FF2B5EF4-FFF2-40B4-BE49-F238E27FC236}">
                <a16:creationId xmlns:a16="http://schemas.microsoft.com/office/drawing/2014/main" id="{B3260749-87E3-4229-AC1D-F33BC262168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528BC3D-3624-4ECC-9D27-B30CA574091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0595" name="页脚占位符 4">
            <a:extLst>
              <a:ext uri="{FF2B5EF4-FFF2-40B4-BE49-F238E27FC236}">
                <a16:creationId xmlns:a16="http://schemas.microsoft.com/office/drawing/2014/main" id="{A09F2144-D677-4797-8DF8-7628ECCF8008}"/>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0596" name="灯片编号占位符 5">
            <a:extLst>
              <a:ext uri="{FF2B5EF4-FFF2-40B4-BE49-F238E27FC236}">
                <a16:creationId xmlns:a16="http://schemas.microsoft.com/office/drawing/2014/main" id="{ADD3640D-C37F-4C00-A8F3-B94CD5DA886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DC9BDB4-55AB-4947-8E5B-05532E40F65C}" type="slidenum">
              <a:rPr lang="en-US" altLang="zh-CN" sz="1400" smtClean="0">
                <a:latin typeface="Times New Roman" panose="02020603050405020304" pitchFamily="18" charset="0"/>
                <a:ea typeface="宋体" panose="02010600030101010101" pitchFamily="2" charset="-122"/>
              </a:rPr>
              <a:pPr>
                <a:spcBef>
                  <a:spcPct val="0"/>
                </a:spcBef>
                <a:buFontTx/>
                <a:buNone/>
              </a:pPr>
              <a:t>105</a:t>
            </a:fld>
            <a:endParaRPr lang="en-US" altLang="zh-CN" sz="1400">
              <a:latin typeface="Times New Roman" panose="02020603050405020304" pitchFamily="18" charset="0"/>
              <a:ea typeface="宋体" panose="02010600030101010101" pitchFamily="2" charset="-122"/>
            </a:endParaRPr>
          </a:p>
        </p:txBody>
      </p:sp>
      <p:sp>
        <p:nvSpPr>
          <p:cNvPr id="110597" name="Text Box 2">
            <a:extLst>
              <a:ext uri="{FF2B5EF4-FFF2-40B4-BE49-F238E27FC236}">
                <a16:creationId xmlns:a16="http://schemas.microsoft.com/office/drawing/2014/main" id="{322817A2-42C7-4436-B9C7-4BD2978A7A85}"/>
              </a:ext>
            </a:extLst>
          </p:cNvPr>
          <p:cNvSpPr txBox="1">
            <a:spLocks noChangeArrowheads="1"/>
          </p:cNvSpPr>
          <p:nvPr/>
        </p:nvSpPr>
        <p:spPr bwMode="auto">
          <a:xfrm>
            <a:off x="1371600" y="914400"/>
            <a:ext cx="594360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有效结论示例</a:t>
            </a:r>
          </a:p>
        </p:txBody>
      </p:sp>
      <p:pic>
        <p:nvPicPr>
          <p:cNvPr id="110598" name="Picture 6" descr="C:\Program Files\Microsoft Office\MEDIA\CAGCAT10\j0293844.wmf">
            <a:extLst>
              <a:ext uri="{FF2B5EF4-FFF2-40B4-BE49-F238E27FC236}">
                <a16:creationId xmlns:a16="http://schemas.microsoft.com/office/drawing/2014/main" id="{7533E513-56AA-40C9-A329-B09C0F1B03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810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463AA805-3577-49C8-A9A5-E1F666FE41F3}"/>
              </a:ext>
            </a:extLst>
          </p:cNvPr>
          <p:cNvSpPr/>
          <p:nvPr/>
        </p:nvSpPr>
        <p:spPr>
          <a:xfrm>
            <a:off x="827088" y="2122488"/>
            <a:ext cx="7523162" cy="3968750"/>
          </a:xfrm>
          <a:prstGeom prst="rect">
            <a:avLst/>
          </a:prstGeom>
          <a:solidFill>
            <a:schemeClr val="accent3"/>
          </a:solidFill>
          <a:ln>
            <a:solidFill>
              <a:srgbClr val="006600"/>
            </a:solidFill>
          </a:ln>
        </p:spPr>
        <p:txBody>
          <a:bodyPr>
            <a:spAutoFit/>
          </a:bodyPr>
          <a:lstStyle/>
          <a:p>
            <a:pPr>
              <a:lnSpc>
                <a:spcPct val="150000"/>
              </a:lnSpc>
              <a:defRPr/>
            </a:pPr>
            <a:r>
              <a:rPr lang="zh-CN" altLang="zh-CN" dirty="0">
                <a:solidFill>
                  <a:srgbClr val="006600"/>
                </a:solidFill>
                <a:latin typeface="Calibri" panose="020F0502020204030204" pitchFamily="34" charset="0"/>
                <a:cs typeface="Times New Roman" panose="02020603050405020304" pitchFamily="18" charset="0"/>
              </a:rPr>
              <a:t>【例题】</a:t>
            </a:r>
            <a:endParaRPr lang="en-US" altLang="zh-CN" dirty="0">
              <a:solidFill>
                <a:srgbClr val="006600"/>
              </a:solidFill>
              <a:latin typeface="Calibri" panose="020F0502020204030204" pitchFamily="34" charset="0"/>
              <a:cs typeface="Times New Roman" panose="02020603050405020304" pitchFamily="18" charset="0"/>
            </a:endParaRPr>
          </a:p>
          <a:p>
            <a:pPr algn="ctr">
              <a:lnSpc>
                <a:spcPct val="150000"/>
              </a:lnSpc>
              <a:defRPr/>
            </a:pPr>
            <a:r>
              <a:rPr lang="en-US" altLang="zh-CN" b="1" dirty="0">
                <a:latin typeface="Calibri" panose="020F0502020204030204" pitchFamily="34" charset="0"/>
                <a:cs typeface="Times New Roman" panose="02020603050405020304" pitchFamily="18" charset="0"/>
              </a:rPr>
              <a:t>    </a:t>
            </a:r>
            <a:r>
              <a:rPr lang="zh-CN" altLang="zh-CN" b="1" dirty="0">
                <a:latin typeface="Calibri" panose="020F0502020204030204" pitchFamily="34" charset="0"/>
                <a:cs typeface="Times New Roman" panose="02020603050405020304" pitchFamily="18" charset="0"/>
              </a:rPr>
              <a:t>若马会飞或羊吃草，则母鸡就会变飞鸟；</a:t>
            </a:r>
            <a:endParaRPr lang="en-US" altLang="zh-CN" b="1" dirty="0">
              <a:latin typeface="Calibri" panose="020F0502020204030204" pitchFamily="34" charset="0"/>
              <a:cs typeface="Times New Roman" panose="02020603050405020304" pitchFamily="18" charset="0"/>
            </a:endParaRPr>
          </a:p>
          <a:p>
            <a:pPr>
              <a:lnSpc>
                <a:spcPct val="150000"/>
              </a:lnSpc>
              <a:defRPr/>
            </a:pPr>
            <a:r>
              <a:rPr lang="zh-CN" altLang="en-US" b="1" dirty="0">
                <a:latin typeface="Calibri" panose="020F0502020204030204" pitchFamily="34" charset="0"/>
                <a:cs typeface="Times New Roman" panose="02020603050405020304" pitchFamily="18" charset="0"/>
              </a:rPr>
              <a:t>        若</a:t>
            </a:r>
            <a:r>
              <a:rPr lang="zh-CN" altLang="zh-CN" b="1" dirty="0">
                <a:latin typeface="Calibri" panose="020F0502020204030204" pitchFamily="34" charset="0"/>
                <a:cs typeface="Times New Roman" panose="02020603050405020304" pitchFamily="18" charset="0"/>
              </a:rPr>
              <a:t>母鸡变飞鸟，那么烤熟的鸭子还会跑；</a:t>
            </a:r>
            <a:endParaRPr lang="en-US" altLang="zh-CN" b="1" dirty="0">
              <a:latin typeface="Calibri" panose="020F0502020204030204" pitchFamily="34" charset="0"/>
              <a:cs typeface="Times New Roman" panose="02020603050405020304" pitchFamily="18" charset="0"/>
            </a:endParaRPr>
          </a:p>
          <a:p>
            <a:pPr>
              <a:lnSpc>
                <a:spcPct val="150000"/>
              </a:lnSpc>
              <a:defRPr/>
            </a:pPr>
            <a:r>
              <a:rPr lang="en-US" altLang="zh-CN" b="1" dirty="0">
                <a:latin typeface="Calibri" panose="020F0502020204030204" pitchFamily="34" charset="0"/>
                <a:cs typeface="Times New Roman" panose="02020603050405020304" pitchFamily="18" charset="0"/>
              </a:rPr>
              <a:t>        </a:t>
            </a:r>
            <a:r>
              <a:rPr lang="zh-CN" altLang="zh-CN" b="1" dirty="0">
                <a:latin typeface="Calibri" panose="020F0502020204030204" pitchFamily="34" charset="0"/>
                <a:cs typeface="Times New Roman" panose="02020603050405020304" pitchFamily="18" charset="0"/>
              </a:rPr>
              <a:t>烤熟的鸭子不会跑。</a:t>
            </a:r>
            <a:endParaRPr lang="en-US" altLang="zh-CN" b="1" dirty="0">
              <a:latin typeface="Calibri" panose="020F0502020204030204" pitchFamily="34" charset="0"/>
              <a:cs typeface="Times New Roman" panose="02020603050405020304" pitchFamily="18" charset="0"/>
            </a:endParaRPr>
          </a:p>
          <a:p>
            <a:pPr>
              <a:lnSpc>
                <a:spcPct val="150000"/>
              </a:lnSpc>
              <a:defRPr/>
            </a:pPr>
            <a:r>
              <a:rPr lang="en-US" altLang="zh-CN" b="1" dirty="0">
                <a:latin typeface="Calibri" panose="020F0502020204030204" pitchFamily="34" charset="0"/>
                <a:cs typeface="Times New Roman" panose="02020603050405020304" pitchFamily="18" charset="0"/>
              </a:rPr>
              <a:t>        </a:t>
            </a:r>
            <a:r>
              <a:rPr lang="zh-CN" altLang="zh-CN" b="1" dirty="0">
                <a:latin typeface="Calibri" panose="020F0502020204030204" pitchFamily="34" charset="0"/>
                <a:cs typeface="Times New Roman" panose="02020603050405020304" pitchFamily="18" charset="0"/>
              </a:rPr>
              <a:t>所以羊儿不吃草。</a:t>
            </a:r>
            <a:endParaRPr lang="en-US" altLang="zh-CN" b="1" dirty="0">
              <a:latin typeface="Calibri" panose="020F0502020204030204" pitchFamily="34" charset="0"/>
              <a:cs typeface="Times New Roman" panose="02020603050405020304" pitchFamily="18" charset="0"/>
            </a:endParaRPr>
          </a:p>
          <a:p>
            <a:pPr>
              <a:lnSpc>
                <a:spcPct val="150000"/>
              </a:lnSpc>
              <a:defRPr/>
            </a:pPr>
            <a:r>
              <a:rPr lang="en-US" altLang="zh-CN" b="1" dirty="0">
                <a:latin typeface="Calibri" panose="020F0502020204030204" pitchFamily="34" charset="0"/>
                <a:cs typeface="Times New Roman" panose="02020603050405020304" pitchFamily="18" charset="0"/>
              </a:rPr>
              <a:t> </a:t>
            </a:r>
            <a:r>
              <a:rPr lang="zh-CN" altLang="zh-CN" b="1" dirty="0">
                <a:latin typeface="Calibri" panose="020F0502020204030204" pitchFamily="34" charset="0"/>
                <a:cs typeface="Times New Roman" panose="02020603050405020304" pitchFamily="18" charset="0"/>
              </a:rPr>
              <a:t>试给出上述推理的形式证明。</a:t>
            </a:r>
            <a:endParaRPr lang="zh-CN" altLang="en-US" b="1" dirty="0"/>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日期占位符 3">
            <a:extLst>
              <a:ext uri="{FF2B5EF4-FFF2-40B4-BE49-F238E27FC236}">
                <a16:creationId xmlns:a16="http://schemas.microsoft.com/office/drawing/2014/main" id="{6C676140-B7D9-4D2C-A779-0423865F2ED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BD5E461-E9E6-48B5-AC14-B9EFC34EE60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1619" name="页脚占位符 4">
            <a:extLst>
              <a:ext uri="{FF2B5EF4-FFF2-40B4-BE49-F238E27FC236}">
                <a16:creationId xmlns:a16="http://schemas.microsoft.com/office/drawing/2014/main" id="{EFB925B9-158F-44DB-8470-68CAD70EA6D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1620" name="灯片编号占位符 5">
            <a:extLst>
              <a:ext uri="{FF2B5EF4-FFF2-40B4-BE49-F238E27FC236}">
                <a16:creationId xmlns:a16="http://schemas.microsoft.com/office/drawing/2014/main" id="{AAA52455-5786-4E83-8F82-BFE4F41E253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09E0E6E-E28D-476A-B7BB-9909BBDD6592}" type="slidenum">
              <a:rPr lang="en-US" altLang="zh-CN" sz="1400" smtClean="0">
                <a:latin typeface="Times New Roman" panose="02020603050405020304" pitchFamily="18" charset="0"/>
                <a:ea typeface="宋体" panose="02010600030101010101" pitchFamily="2" charset="-122"/>
              </a:rPr>
              <a:pPr>
                <a:spcBef>
                  <a:spcPct val="0"/>
                </a:spcBef>
                <a:buFontTx/>
                <a:buNone/>
              </a:pPr>
              <a:t>106</a:t>
            </a:fld>
            <a:endParaRPr lang="en-US" altLang="zh-CN" sz="1400">
              <a:latin typeface="Times New Roman" panose="02020603050405020304" pitchFamily="18" charset="0"/>
              <a:ea typeface="宋体" panose="02010600030101010101" pitchFamily="2" charset="-122"/>
            </a:endParaRPr>
          </a:p>
        </p:txBody>
      </p:sp>
      <p:sp>
        <p:nvSpPr>
          <p:cNvPr id="111621" name="Text Box 2">
            <a:extLst>
              <a:ext uri="{FF2B5EF4-FFF2-40B4-BE49-F238E27FC236}">
                <a16:creationId xmlns:a16="http://schemas.microsoft.com/office/drawing/2014/main" id="{157F24F3-DAFE-47E8-B24F-FAF922423CA5}"/>
              </a:ext>
            </a:extLst>
          </p:cNvPr>
          <p:cNvSpPr txBox="1">
            <a:spLocks noChangeArrowheads="1"/>
          </p:cNvSpPr>
          <p:nvPr/>
        </p:nvSpPr>
        <p:spPr bwMode="auto">
          <a:xfrm>
            <a:off x="1371600" y="914400"/>
            <a:ext cx="636905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有效结论示例</a:t>
            </a:r>
          </a:p>
        </p:txBody>
      </p:sp>
      <p:pic>
        <p:nvPicPr>
          <p:cNvPr id="111622" name="Picture 6" descr="C:\Program Files\Microsoft Office\MEDIA\CAGCAT10\j0293844.wmf">
            <a:extLst>
              <a:ext uri="{FF2B5EF4-FFF2-40B4-BE49-F238E27FC236}">
                <a16:creationId xmlns:a16="http://schemas.microsoft.com/office/drawing/2014/main" id="{BA8FF14F-4D58-4370-95B1-CD916ECBFB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810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B0B33876-E190-4697-8851-DF5F21CA0A34}"/>
              </a:ext>
            </a:extLst>
          </p:cNvPr>
          <p:cNvSpPr/>
          <p:nvPr/>
        </p:nvSpPr>
        <p:spPr>
          <a:xfrm>
            <a:off x="855663" y="2417763"/>
            <a:ext cx="7583487" cy="3324225"/>
          </a:xfrm>
          <a:prstGeom prst="rect">
            <a:avLst/>
          </a:prstGeom>
          <a:solidFill>
            <a:srgbClr val="FFC000"/>
          </a:solidFill>
          <a:ln>
            <a:solidFill>
              <a:srgbClr val="333300"/>
            </a:solidFill>
          </a:ln>
        </p:spPr>
        <p:txBody>
          <a:bodyPr>
            <a:spAutoFit/>
          </a:bodyPr>
          <a:lstStyle/>
          <a:p>
            <a:pPr indent="266700" algn="just">
              <a:lnSpc>
                <a:spcPct val="150000"/>
              </a:lnSpc>
              <a:spcAft>
                <a:spcPts val="0"/>
              </a:spcAft>
              <a:defRPr/>
            </a:pPr>
            <a:r>
              <a:rPr lang="zh-CN" altLang="zh-CN" kern="100" dirty="0">
                <a:latin typeface="Calibri" panose="020F0502020204030204" pitchFamily="34" charset="0"/>
                <a:cs typeface="Times New Roman" panose="02020603050405020304" pitchFamily="18" charset="0"/>
              </a:rPr>
              <a:t>【分析】</a:t>
            </a:r>
            <a:endParaRPr lang="en-US" altLang="zh-CN" kern="100" dirty="0">
              <a:latin typeface="Calibri" panose="020F0502020204030204" pitchFamily="34" charset="0"/>
              <a:cs typeface="Times New Roman" panose="02020603050405020304" pitchFamily="18" charset="0"/>
            </a:endParaRPr>
          </a:p>
          <a:p>
            <a:pPr indent="266700" algn="just">
              <a:lnSpc>
                <a:spcPct val="150000"/>
              </a:lnSpc>
              <a:spcAft>
                <a:spcPts val="0"/>
              </a:spcAft>
              <a:defRPr/>
            </a:pPr>
            <a:r>
              <a:rPr lang="zh-CN" altLang="en-US" b="1" kern="100" dirty="0">
                <a:latin typeface="Calibri" panose="020F0502020204030204" pitchFamily="34" charset="0"/>
                <a:cs typeface="Times New Roman" panose="02020603050405020304" pitchFamily="18" charset="0"/>
              </a:rPr>
              <a:t>（</a:t>
            </a:r>
            <a:r>
              <a:rPr lang="en-US" altLang="zh-CN" b="1" kern="100" dirty="0">
                <a:latin typeface="Calibri" panose="020F0502020204030204" pitchFamily="34" charset="0"/>
                <a:cs typeface="Times New Roman" panose="02020603050405020304" pitchFamily="18" charset="0"/>
              </a:rPr>
              <a:t>1</a:t>
            </a:r>
            <a:r>
              <a:rPr lang="zh-CN" altLang="en-US" b="1" kern="100" dirty="0">
                <a:latin typeface="Calibri" panose="020F0502020204030204" pitchFamily="34" charset="0"/>
                <a:cs typeface="Times New Roman" panose="02020603050405020304" pitchFamily="18" charset="0"/>
              </a:rPr>
              <a:t>）</a:t>
            </a:r>
            <a:r>
              <a:rPr lang="zh-CN" altLang="zh-CN" b="1" kern="100" dirty="0">
                <a:latin typeface="Calibri" panose="020F0502020204030204" pitchFamily="34" charset="0"/>
                <a:cs typeface="Times New Roman" panose="02020603050405020304" pitchFamily="18" charset="0"/>
              </a:rPr>
              <a:t>找出句子中所有原子命题并用命题变量进行表示</a:t>
            </a:r>
            <a:r>
              <a:rPr lang="zh-CN" altLang="en-US" b="1" kern="100" dirty="0">
                <a:latin typeface="Calibri" panose="020F0502020204030204" pitchFamily="34" charset="0"/>
                <a:cs typeface="Times New Roman" panose="02020603050405020304" pitchFamily="18" charset="0"/>
              </a:rPr>
              <a:t>；</a:t>
            </a:r>
            <a:endParaRPr lang="en-US" altLang="zh-CN" b="1" kern="100" dirty="0">
              <a:latin typeface="Calibri" panose="020F0502020204030204" pitchFamily="34" charset="0"/>
              <a:cs typeface="Times New Roman" panose="02020603050405020304" pitchFamily="18" charset="0"/>
            </a:endParaRPr>
          </a:p>
          <a:p>
            <a:pPr indent="266700" algn="just">
              <a:lnSpc>
                <a:spcPct val="150000"/>
              </a:lnSpc>
              <a:spcAft>
                <a:spcPts val="0"/>
              </a:spcAft>
              <a:defRPr/>
            </a:pPr>
            <a:r>
              <a:rPr lang="zh-CN" altLang="en-US" b="1" kern="100" dirty="0">
                <a:latin typeface="Calibri" panose="020F0502020204030204" pitchFamily="34" charset="0"/>
                <a:cs typeface="Times New Roman" panose="02020603050405020304" pitchFamily="18" charset="0"/>
              </a:rPr>
              <a:t>（</a:t>
            </a:r>
            <a:r>
              <a:rPr lang="en-US" altLang="zh-CN" b="1" kern="100" dirty="0">
                <a:latin typeface="Calibri" panose="020F0502020204030204" pitchFamily="34" charset="0"/>
                <a:cs typeface="Times New Roman" panose="02020603050405020304" pitchFamily="18" charset="0"/>
              </a:rPr>
              <a:t>2</a:t>
            </a:r>
            <a:r>
              <a:rPr lang="zh-CN" altLang="en-US" b="1" kern="100" dirty="0">
                <a:latin typeface="Calibri" panose="020F0502020204030204" pitchFamily="34" charset="0"/>
                <a:cs typeface="Times New Roman" panose="02020603050405020304" pitchFamily="18" charset="0"/>
              </a:rPr>
              <a:t>）</a:t>
            </a:r>
            <a:r>
              <a:rPr lang="zh-CN" altLang="zh-CN" b="1" kern="100" dirty="0">
                <a:latin typeface="Calibri" panose="020F0502020204030204" pitchFamily="34" charset="0"/>
                <a:cs typeface="Times New Roman" panose="02020603050405020304" pitchFamily="18" charset="0"/>
              </a:rPr>
              <a:t>确定推理的前提和结论并将整个推理进行符号化表示</a:t>
            </a:r>
            <a:r>
              <a:rPr lang="zh-CN" altLang="en-US" b="1" kern="100" dirty="0">
                <a:latin typeface="Calibri" panose="020F0502020204030204" pitchFamily="34" charset="0"/>
                <a:cs typeface="Times New Roman" panose="02020603050405020304" pitchFamily="18" charset="0"/>
              </a:rPr>
              <a:t>。</a:t>
            </a:r>
            <a:endParaRPr lang="zh-CN" altLang="zh-CN" b="1" kern="100" dirty="0">
              <a:latin typeface="Calibri" panose="020F0502020204030204" pitchFamily="34" charset="0"/>
              <a:cs typeface="Times New Roman" panose="02020603050405020304" pitchFamily="18" charset="0"/>
            </a:endParaRP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日期占位符 3">
            <a:extLst>
              <a:ext uri="{FF2B5EF4-FFF2-40B4-BE49-F238E27FC236}">
                <a16:creationId xmlns:a16="http://schemas.microsoft.com/office/drawing/2014/main" id="{5226F414-28EA-475E-AC1D-B07CEA4D67E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271023E-EF96-4866-A647-934B8EC8B6A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2643" name="页脚占位符 4">
            <a:extLst>
              <a:ext uri="{FF2B5EF4-FFF2-40B4-BE49-F238E27FC236}">
                <a16:creationId xmlns:a16="http://schemas.microsoft.com/office/drawing/2014/main" id="{59E25527-5261-4C29-B6D3-E03DA16420D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2644" name="灯片编号占位符 5">
            <a:extLst>
              <a:ext uri="{FF2B5EF4-FFF2-40B4-BE49-F238E27FC236}">
                <a16:creationId xmlns:a16="http://schemas.microsoft.com/office/drawing/2014/main" id="{2322600E-8F38-4128-A04B-F417D20102B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9DA8993-9F05-4524-938A-3B61806D1D38}" type="slidenum">
              <a:rPr lang="en-US" altLang="zh-CN" sz="1400" smtClean="0">
                <a:latin typeface="Times New Roman" panose="02020603050405020304" pitchFamily="18" charset="0"/>
                <a:ea typeface="宋体" panose="02010600030101010101" pitchFamily="2" charset="-122"/>
              </a:rPr>
              <a:pPr>
                <a:spcBef>
                  <a:spcPct val="0"/>
                </a:spcBef>
                <a:buFontTx/>
                <a:buNone/>
              </a:pPr>
              <a:t>107</a:t>
            </a:fld>
            <a:endParaRPr lang="en-US" altLang="zh-CN" sz="1400">
              <a:latin typeface="Times New Roman" panose="02020603050405020304" pitchFamily="18" charset="0"/>
              <a:ea typeface="宋体" panose="02010600030101010101" pitchFamily="2" charset="-122"/>
            </a:endParaRPr>
          </a:p>
        </p:txBody>
      </p:sp>
      <p:sp>
        <p:nvSpPr>
          <p:cNvPr id="112645" name="Text Box 2">
            <a:extLst>
              <a:ext uri="{FF2B5EF4-FFF2-40B4-BE49-F238E27FC236}">
                <a16:creationId xmlns:a16="http://schemas.microsoft.com/office/drawing/2014/main" id="{4FE70564-CF89-4351-9F21-38FD57DC4BC7}"/>
              </a:ext>
            </a:extLst>
          </p:cNvPr>
          <p:cNvSpPr txBox="1">
            <a:spLocks noChangeArrowheads="1"/>
          </p:cNvSpPr>
          <p:nvPr/>
        </p:nvSpPr>
        <p:spPr bwMode="auto">
          <a:xfrm>
            <a:off x="1333500" y="620713"/>
            <a:ext cx="617220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有效结论示例</a:t>
            </a:r>
          </a:p>
        </p:txBody>
      </p:sp>
      <p:pic>
        <p:nvPicPr>
          <p:cNvPr id="112646" name="Picture 6" descr="C:\Program Files\Microsoft Office\MEDIA\CAGCAT10\j0293844.wmf">
            <a:extLst>
              <a:ext uri="{FF2B5EF4-FFF2-40B4-BE49-F238E27FC236}">
                <a16:creationId xmlns:a16="http://schemas.microsoft.com/office/drawing/2014/main" id="{EF7B7041-BEE0-4351-8557-A3076FA3C9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31138" y="476250"/>
            <a:ext cx="1254125"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47" name="图片 1">
            <a:extLst>
              <a:ext uri="{FF2B5EF4-FFF2-40B4-BE49-F238E27FC236}">
                <a16:creationId xmlns:a16="http://schemas.microsoft.com/office/drawing/2014/main" id="{F43C6268-FC7F-4068-9EDE-FD12F9177A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275" y="1797050"/>
            <a:ext cx="8662988" cy="441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 Box 2">
            <a:extLst>
              <a:ext uri="{FF2B5EF4-FFF2-40B4-BE49-F238E27FC236}">
                <a16:creationId xmlns:a16="http://schemas.microsoft.com/office/drawing/2014/main" id="{9E3098D1-4633-4A22-8AA5-2445BB2A310E}"/>
              </a:ext>
            </a:extLst>
          </p:cNvPr>
          <p:cNvSpPr txBox="1">
            <a:spLocks noChangeArrowheads="1"/>
          </p:cNvSpPr>
          <p:nvPr/>
        </p:nvSpPr>
        <p:spPr bwMode="auto">
          <a:xfrm>
            <a:off x="1258888" y="836613"/>
            <a:ext cx="6337300" cy="7080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000" b="1">
                <a:solidFill>
                  <a:schemeClr val="bg1"/>
                </a:solidFill>
                <a:latin typeface="宋体" panose="02010600030101010101" pitchFamily="2" charset="-122"/>
                <a:ea typeface="宋体" panose="02010600030101010101" pitchFamily="2" charset="-122"/>
              </a:rPr>
              <a:t>  命题逻辑的演绎推理</a:t>
            </a:r>
            <a:endParaRPr lang="en-US" altLang="zh-CN" sz="4000" b="1">
              <a:solidFill>
                <a:schemeClr val="bg1"/>
              </a:solidFill>
              <a:latin typeface="宋体" panose="02010600030101010101" pitchFamily="2" charset="-122"/>
              <a:ea typeface="宋体" panose="02010600030101010101" pitchFamily="2" charset="-122"/>
            </a:endParaRPr>
          </a:p>
        </p:txBody>
      </p:sp>
      <p:sp>
        <p:nvSpPr>
          <p:cNvPr id="113667" name="Rectangle 3">
            <a:extLst>
              <a:ext uri="{FF2B5EF4-FFF2-40B4-BE49-F238E27FC236}">
                <a16:creationId xmlns:a16="http://schemas.microsoft.com/office/drawing/2014/main" id="{26369179-4A73-4146-A5D1-EEAC243B8BE1}"/>
              </a:ext>
            </a:extLst>
          </p:cNvPr>
          <p:cNvSpPr>
            <a:spLocks noGrp="1" noChangeArrowheads="1"/>
          </p:cNvSpPr>
          <p:nvPr>
            <p:ph type="body" sz="half" idx="1"/>
          </p:nvPr>
        </p:nvSpPr>
        <p:spPr>
          <a:xfrm>
            <a:off x="2124075" y="2492375"/>
            <a:ext cx="5183188" cy="2736850"/>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a:lnSpc>
                <a:spcPct val="150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永真蕴含关系与判定</a:t>
            </a:r>
          </a:p>
          <a:p>
            <a:pPr>
              <a:lnSpc>
                <a:spcPct val="150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命题公式的推演系统</a:t>
            </a:r>
          </a:p>
          <a:p>
            <a:pPr>
              <a:lnSpc>
                <a:spcPct val="150000"/>
              </a:lnSpc>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命题推证的基本策略</a:t>
            </a:r>
          </a:p>
        </p:txBody>
      </p:sp>
      <p:pic>
        <p:nvPicPr>
          <p:cNvPr id="113668" name="Picture 6" descr="C:\Program Files\Microsoft Office\MEDIA\CAGCAT10\j0293844.wmf">
            <a:extLst>
              <a:ext uri="{FF2B5EF4-FFF2-40B4-BE49-F238E27FC236}">
                <a16:creationId xmlns:a16="http://schemas.microsoft.com/office/drawing/2014/main" id="{759BA0CD-4B28-4954-8F5C-478C1F4C79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日期占位符 3">
            <a:extLst>
              <a:ext uri="{FF2B5EF4-FFF2-40B4-BE49-F238E27FC236}">
                <a16:creationId xmlns:a16="http://schemas.microsoft.com/office/drawing/2014/main" id="{B608E1B3-073B-4F03-91F3-AEC86BEEF56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A8415D3-85F9-473A-BE9C-9C339420C8D1}"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4691" name="页脚占位符 4">
            <a:extLst>
              <a:ext uri="{FF2B5EF4-FFF2-40B4-BE49-F238E27FC236}">
                <a16:creationId xmlns:a16="http://schemas.microsoft.com/office/drawing/2014/main" id="{6735870C-849A-4E4B-BF38-B67B05D53D5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4692" name="灯片编号占位符 5">
            <a:extLst>
              <a:ext uri="{FF2B5EF4-FFF2-40B4-BE49-F238E27FC236}">
                <a16:creationId xmlns:a16="http://schemas.microsoft.com/office/drawing/2014/main" id="{80DE842C-E13E-486C-A3C6-B120D35BD18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D49FCC8-8542-4161-865D-9EACBC73C076}" type="slidenum">
              <a:rPr lang="en-US" altLang="zh-CN" sz="1400" smtClean="0">
                <a:latin typeface="Times New Roman" panose="02020603050405020304" pitchFamily="18" charset="0"/>
                <a:ea typeface="宋体" panose="02010600030101010101" pitchFamily="2" charset="-122"/>
              </a:rPr>
              <a:pPr>
                <a:spcBef>
                  <a:spcPct val="0"/>
                </a:spcBef>
                <a:buFontTx/>
                <a:buNone/>
              </a:pPr>
              <a:t>109</a:t>
            </a:fld>
            <a:endParaRPr lang="en-US" altLang="zh-CN" sz="1400">
              <a:latin typeface="Times New Roman" panose="02020603050405020304" pitchFamily="18" charset="0"/>
              <a:ea typeface="宋体" panose="02010600030101010101" pitchFamily="2" charset="-122"/>
            </a:endParaRPr>
          </a:p>
        </p:txBody>
      </p:sp>
      <p:sp>
        <p:nvSpPr>
          <p:cNvPr id="114693" name="Text Box 2">
            <a:extLst>
              <a:ext uri="{FF2B5EF4-FFF2-40B4-BE49-F238E27FC236}">
                <a16:creationId xmlns:a16="http://schemas.microsoft.com/office/drawing/2014/main" id="{FCBE164A-B5CE-447D-A90A-32032EA429C8}"/>
              </a:ext>
            </a:extLst>
          </p:cNvPr>
          <p:cNvSpPr txBox="1">
            <a:spLocks noChangeArrowheads="1"/>
          </p:cNvSpPr>
          <p:nvPr/>
        </p:nvSpPr>
        <p:spPr bwMode="auto">
          <a:xfrm>
            <a:off x="1371600" y="692150"/>
            <a:ext cx="6224588"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推理的基本思路</a:t>
            </a:r>
          </a:p>
        </p:txBody>
      </p:sp>
      <p:pic>
        <p:nvPicPr>
          <p:cNvPr id="114694" name="Picture 6" descr="C:\Program Files\Microsoft Office\MEDIA\CAGCAT10\j0293844.wmf">
            <a:extLst>
              <a:ext uri="{FF2B5EF4-FFF2-40B4-BE49-F238E27FC236}">
                <a16:creationId xmlns:a16="http://schemas.microsoft.com/office/drawing/2014/main" id="{615FFF70-7BC4-4408-9F04-16B4137D76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4132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5" name="Picture 5" descr="QQ截图20140128144441">
            <a:extLst>
              <a:ext uri="{FF2B5EF4-FFF2-40B4-BE49-F238E27FC236}">
                <a16:creationId xmlns:a16="http://schemas.microsoft.com/office/drawing/2014/main" id="{E2351A74-589F-47FB-991E-3A1E0DC60A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1844675"/>
            <a:ext cx="5329237" cy="437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日期占位符 3">
            <a:extLst>
              <a:ext uri="{FF2B5EF4-FFF2-40B4-BE49-F238E27FC236}">
                <a16:creationId xmlns:a16="http://schemas.microsoft.com/office/drawing/2014/main" id="{30EE31CF-1222-4FA1-BA78-80CCB444A2B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E24E525-DCF2-4FB3-B759-7A481E43306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5715" name="页脚占位符 4">
            <a:extLst>
              <a:ext uri="{FF2B5EF4-FFF2-40B4-BE49-F238E27FC236}">
                <a16:creationId xmlns:a16="http://schemas.microsoft.com/office/drawing/2014/main" id="{91E00048-BF78-46AA-BF6D-F2FD7146FF1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5716" name="灯片编号占位符 5">
            <a:extLst>
              <a:ext uri="{FF2B5EF4-FFF2-40B4-BE49-F238E27FC236}">
                <a16:creationId xmlns:a16="http://schemas.microsoft.com/office/drawing/2014/main" id="{559A61EF-3908-41B1-8CF3-52D496585EA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E11EE0B-BAA3-4669-9883-1D50FB94BEF0}" type="slidenum">
              <a:rPr lang="en-US" altLang="zh-CN" sz="1400" smtClean="0">
                <a:latin typeface="Times New Roman" panose="02020603050405020304" pitchFamily="18" charset="0"/>
                <a:ea typeface="宋体" panose="02010600030101010101" pitchFamily="2" charset="-122"/>
              </a:rPr>
              <a:pPr>
                <a:spcBef>
                  <a:spcPct val="0"/>
                </a:spcBef>
                <a:buFontTx/>
                <a:buNone/>
              </a:pPr>
              <a:t>110</a:t>
            </a:fld>
            <a:endParaRPr lang="en-US" altLang="zh-CN" sz="1400">
              <a:latin typeface="Times New Roman" panose="02020603050405020304" pitchFamily="18" charset="0"/>
              <a:ea typeface="宋体" panose="02010600030101010101" pitchFamily="2" charset="-122"/>
            </a:endParaRPr>
          </a:p>
        </p:txBody>
      </p:sp>
      <p:sp>
        <p:nvSpPr>
          <p:cNvPr id="115717" name="Text Box 2">
            <a:extLst>
              <a:ext uri="{FF2B5EF4-FFF2-40B4-BE49-F238E27FC236}">
                <a16:creationId xmlns:a16="http://schemas.microsoft.com/office/drawing/2014/main" id="{0D38D4B9-C39D-45CB-9A15-2B052333CEEE}"/>
              </a:ext>
            </a:extLst>
          </p:cNvPr>
          <p:cNvSpPr txBox="1">
            <a:spLocks noChangeArrowheads="1"/>
          </p:cNvSpPr>
          <p:nvPr/>
        </p:nvSpPr>
        <p:spPr bwMode="auto">
          <a:xfrm>
            <a:off x="1403350" y="620713"/>
            <a:ext cx="6264275"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推理的基本思路</a:t>
            </a:r>
          </a:p>
        </p:txBody>
      </p:sp>
      <p:pic>
        <p:nvPicPr>
          <p:cNvPr id="115718" name="Picture 6" descr="C:\Program Files\Microsoft Office\MEDIA\CAGCAT10\j0293844.wmf">
            <a:extLst>
              <a:ext uri="{FF2B5EF4-FFF2-40B4-BE49-F238E27FC236}">
                <a16:creationId xmlns:a16="http://schemas.microsoft.com/office/drawing/2014/main" id="{A748AEA5-7AE7-487D-8370-B4F5E442EE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7175" y="477838"/>
            <a:ext cx="12319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5719" name="组合 2">
            <a:extLst>
              <a:ext uri="{FF2B5EF4-FFF2-40B4-BE49-F238E27FC236}">
                <a16:creationId xmlns:a16="http://schemas.microsoft.com/office/drawing/2014/main" id="{5501F270-8504-4911-86A4-CE7FD181B929}"/>
              </a:ext>
            </a:extLst>
          </p:cNvPr>
          <p:cNvGrpSpPr>
            <a:grpSpLocks/>
          </p:cNvGrpSpPr>
          <p:nvPr/>
        </p:nvGrpSpPr>
        <p:grpSpPr bwMode="auto">
          <a:xfrm>
            <a:off x="323850" y="1885950"/>
            <a:ext cx="8558213" cy="4098925"/>
            <a:chOff x="437835" y="1895699"/>
            <a:chExt cx="8557749" cy="4098701"/>
          </a:xfrm>
        </p:grpSpPr>
        <p:sp>
          <p:nvSpPr>
            <p:cNvPr id="978950" name="Rectangle 6">
              <a:extLst>
                <a:ext uri="{FF2B5EF4-FFF2-40B4-BE49-F238E27FC236}">
                  <a16:creationId xmlns:a16="http://schemas.microsoft.com/office/drawing/2014/main" id="{CEBDCB3F-2158-4418-821D-E117EDD3BE1D}"/>
                </a:ext>
              </a:extLst>
            </p:cNvPr>
            <p:cNvSpPr>
              <a:spLocks noChangeArrowheads="1"/>
            </p:cNvSpPr>
            <p:nvPr/>
          </p:nvSpPr>
          <p:spPr bwMode="auto">
            <a:xfrm>
              <a:off x="467996" y="1895699"/>
              <a:ext cx="2449379" cy="457175"/>
            </a:xfrm>
            <a:prstGeom prst="rect">
              <a:avLst/>
            </a:prstGeom>
            <a:noFill/>
            <a:ln>
              <a:noFill/>
            </a:ln>
            <a:effectLst/>
          </p:spPr>
          <p:txBody>
            <a:bodyPr/>
            <a:lstStyle>
              <a:lvl1pPr marL="342900" indent="-342900">
                <a:buBlip>
                  <a:blip r:embed="rId2"/>
                </a:buBlip>
                <a:defRPr kumimoji="1" sz="2400">
                  <a:solidFill>
                    <a:schemeClr val="tx1"/>
                  </a:solidFill>
                  <a:effectLst>
                    <a:outerShdw blurRad="38100" dist="38100" dir="2700000" algn="tl">
                      <a:srgbClr val="C0C0C0"/>
                    </a:outerShdw>
                  </a:effectLst>
                  <a:latin typeface="楷体_GB2312" pitchFamily="49" charset="-122"/>
                  <a:ea typeface="楷体_GB2312" pitchFamily="49" charset="-122"/>
                </a:defRPr>
              </a:lvl1pPr>
              <a:lvl2pPr marL="742950" indent="-285750">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buChar char="•"/>
                <a:defRPr kumimoji="1">
                  <a:solidFill>
                    <a:schemeClr val="tx1"/>
                  </a:solidFill>
                  <a:latin typeface="Times New Roman" panose="02020603050405020304" pitchFamily="18" charset="0"/>
                  <a:ea typeface="宋体" panose="02010600030101010101" pitchFamily="2" charset="-122"/>
                </a:defRPr>
              </a:lvl3pPr>
              <a:lvl4pPr marL="1600200" indent="-228600">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Tx/>
                <a:buNone/>
                <a:defRPr/>
              </a:pPr>
              <a:r>
                <a:rPr lang="zh-CN" altLang="en-US" b="1" dirty="0">
                  <a:solidFill>
                    <a:srgbClr val="FF0000"/>
                  </a:solidFill>
                  <a:ea typeface="黑体" panose="02010609060101010101" pitchFamily="49" charset="-122"/>
                </a:rPr>
                <a:t>推理步骤：</a:t>
              </a:r>
            </a:p>
          </p:txBody>
        </p:sp>
        <p:sp>
          <p:nvSpPr>
            <p:cNvPr id="115721" name="Rectangle 7">
              <a:extLst>
                <a:ext uri="{FF2B5EF4-FFF2-40B4-BE49-F238E27FC236}">
                  <a16:creationId xmlns:a16="http://schemas.microsoft.com/office/drawing/2014/main" id="{BD1662FC-9231-4B40-A651-5B5781055FC0}"/>
                </a:ext>
              </a:extLst>
            </p:cNvPr>
            <p:cNvSpPr>
              <a:spLocks noChangeArrowheads="1"/>
            </p:cNvSpPr>
            <p:nvPr/>
          </p:nvSpPr>
          <p:spPr bwMode="auto">
            <a:xfrm>
              <a:off x="611188" y="2705751"/>
              <a:ext cx="1220880" cy="83833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solidFill>
                    <a:srgbClr val="660033"/>
                  </a:solidFill>
                  <a:latin typeface="Times New Roman" panose="02020603050405020304" pitchFamily="18" charset="0"/>
                  <a:ea typeface="黑体" panose="02010609060101010101" pitchFamily="49" charset="-122"/>
                </a:rPr>
                <a:t>自然语</a:t>
              </a:r>
            </a:p>
            <a:p>
              <a:pPr algn="ctr" eaLnBrk="1" hangingPunct="1">
                <a:spcBef>
                  <a:spcPct val="0"/>
                </a:spcBef>
                <a:buFontTx/>
                <a:buNone/>
              </a:pPr>
              <a:r>
                <a:rPr lang="zh-CN" altLang="en-US" sz="2000" b="1">
                  <a:solidFill>
                    <a:srgbClr val="660033"/>
                  </a:solidFill>
                  <a:latin typeface="Times New Roman" panose="02020603050405020304" pitchFamily="18" charset="0"/>
                  <a:ea typeface="黑体" panose="02010609060101010101" pitchFamily="49" charset="-122"/>
                </a:rPr>
                <a:t>言描述</a:t>
              </a:r>
            </a:p>
          </p:txBody>
        </p:sp>
        <p:sp>
          <p:nvSpPr>
            <p:cNvPr id="115722" name="AutoShape 8">
              <a:extLst>
                <a:ext uri="{FF2B5EF4-FFF2-40B4-BE49-F238E27FC236}">
                  <a16:creationId xmlns:a16="http://schemas.microsoft.com/office/drawing/2014/main" id="{B5D69870-60B0-4F8E-8E02-CE4696199928}"/>
                </a:ext>
              </a:extLst>
            </p:cNvPr>
            <p:cNvSpPr>
              <a:spLocks noChangeArrowheads="1"/>
            </p:cNvSpPr>
            <p:nvPr/>
          </p:nvSpPr>
          <p:spPr bwMode="auto">
            <a:xfrm>
              <a:off x="3202597" y="2652470"/>
              <a:ext cx="1366419" cy="876436"/>
            </a:xfrm>
            <a:prstGeom prst="roundRect">
              <a:avLst>
                <a:gd name="adj" fmla="val 16667"/>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000" b="1">
                <a:solidFill>
                  <a:srgbClr val="660033"/>
                </a:solidFill>
                <a:latin typeface="Times New Roman" panose="02020603050405020304" pitchFamily="18" charset="0"/>
                <a:ea typeface="黑体" panose="02010609060101010101" pitchFamily="49" charset="-122"/>
              </a:endParaRPr>
            </a:p>
          </p:txBody>
        </p:sp>
        <p:sp>
          <p:nvSpPr>
            <p:cNvPr id="115723" name="Text Box 9">
              <a:extLst>
                <a:ext uri="{FF2B5EF4-FFF2-40B4-BE49-F238E27FC236}">
                  <a16:creationId xmlns:a16="http://schemas.microsoft.com/office/drawing/2014/main" id="{D0256B12-8F06-400A-803E-E8115208FBA7}"/>
                </a:ext>
              </a:extLst>
            </p:cNvPr>
            <p:cNvSpPr txBox="1">
              <a:spLocks noChangeArrowheads="1"/>
            </p:cNvSpPr>
            <p:nvPr/>
          </p:nvSpPr>
          <p:spPr bwMode="auto">
            <a:xfrm>
              <a:off x="3362143" y="2726543"/>
              <a:ext cx="1137849" cy="307777"/>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solidFill>
                    <a:srgbClr val="FF0000"/>
                  </a:solidFill>
                  <a:latin typeface="Times New Roman" panose="02020603050405020304" pitchFamily="18" charset="0"/>
                  <a:ea typeface="黑体" panose="02010609060101010101" pitchFamily="49" charset="-122"/>
                </a:rPr>
                <a:t>前提条件</a:t>
              </a:r>
            </a:p>
          </p:txBody>
        </p:sp>
        <p:sp>
          <p:nvSpPr>
            <p:cNvPr id="115724" name="Text Box 10">
              <a:extLst>
                <a:ext uri="{FF2B5EF4-FFF2-40B4-BE49-F238E27FC236}">
                  <a16:creationId xmlns:a16="http://schemas.microsoft.com/office/drawing/2014/main" id="{1F23CF9C-DF45-4876-A6E6-3520E163B099}"/>
                </a:ext>
              </a:extLst>
            </p:cNvPr>
            <p:cNvSpPr txBox="1">
              <a:spLocks noChangeArrowheads="1"/>
            </p:cNvSpPr>
            <p:nvPr/>
          </p:nvSpPr>
          <p:spPr bwMode="auto">
            <a:xfrm>
              <a:off x="3373922" y="3089392"/>
              <a:ext cx="1040521" cy="307777"/>
            </a:xfrm>
            <a:prstGeom prst="rect">
              <a:avLst/>
            </a:prstGeom>
            <a:solidFill>
              <a:srgbClr val="FFFF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b="1">
                  <a:solidFill>
                    <a:srgbClr val="FF0000"/>
                  </a:solidFill>
                  <a:latin typeface="Times New Roman" panose="02020603050405020304" pitchFamily="18" charset="0"/>
                  <a:ea typeface="黑体" panose="02010609060101010101" pitchFamily="49" charset="-122"/>
                </a:rPr>
                <a:t>预期结论</a:t>
              </a:r>
            </a:p>
          </p:txBody>
        </p:sp>
        <p:sp>
          <p:nvSpPr>
            <p:cNvPr id="115725" name="AutoShape 11">
              <a:extLst>
                <a:ext uri="{FF2B5EF4-FFF2-40B4-BE49-F238E27FC236}">
                  <a16:creationId xmlns:a16="http://schemas.microsoft.com/office/drawing/2014/main" id="{39EF28AB-D1E1-413D-9D9D-813EE36D5F74}"/>
                </a:ext>
              </a:extLst>
            </p:cNvPr>
            <p:cNvSpPr>
              <a:spLocks noChangeArrowheads="1"/>
            </p:cNvSpPr>
            <p:nvPr/>
          </p:nvSpPr>
          <p:spPr bwMode="auto">
            <a:xfrm>
              <a:off x="5598918" y="2621267"/>
              <a:ext cx="1938485" cy="990753"/>
            </a:xfrm>
            <a:prstGeom prst="diamond">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solidFill>
                    <a:srgbClr val="660033"/>
                  </a:solidFill>
                  <a:latin typeface="Times New Roman" panose="02020603050405020304" pitchFamily="18" charset="0"/>
                  <a:ea typeface="黑体" panose="02010609060101010101" pitchFamily="49" charset="-122"/>
                </a:rPr>
                <a:t>  结论有效</a:t>
              </a:r>
              <a:r>
                <a:rPr lang="zh-CN" altLang="en-US" sz="2000" b="1">
                  <a:latin typeface="Times New Roman" panose="02020603050405020304" pitchFamily="18" charset="0"/>
                  <a:ea typeface="黑体" panose="02010609060101010101" pitchFamily="49" charset="-122"/>
                </a:rPr>
                <a:t>？</a:t>
              </a:r>
            </a:p>
          </p:txBody>
        </p:sp>
        <p:sp>
          <p:nvSpPr>
            <p:cNvPr id="115726" name="Rectangle 12">
              <a:extLst>
                <a:ext uri="{FF2B5EF4-FFF2-40B4-BE49-F238E27FC236}">
                  <a16:creationId xmlns:a16="http://schemas.microsoft.com/office/drawing/2014/main" id="{CB208536-B188-473D-8231-7B942AE2DAAD}"/>
                </a:ext>
              </a:extLst>
            </p:cNvPr>
            <p:cNvSpPr>
              <a:spLocks noChangeArrowheads="1"/>
            </p:cNvSpPr>
            <p:nvPr/>
          </p:nvSpPr>
          <p:spPr bwMode="auto">
            <a:xfrm>
              <a:off x="7812858" y="2273121"/>
              <a:ext cx="887480" cy="676100"/>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solidFill>
                    <a:srgbClr val="660033"/>
                  </a:solidFill>
                  <a:latin typeface="Times New Roman" panose="02020603050405020304" pitchFamily="18" charset="0"/>
                  <a:ea typeface="黑体" panose="02010609060101010101" pitchFamily="49" charset="-122"/>
                </a:rPr>
                <a:t>结论</a:t>
              </a:r>
              <a:endParaRPr lang="en-US" altLang="zh-CN" sz="2000" b="1">
                <a:solidFill>
                  <a:srgbClr val="660033"/>
                </a:solidFill>
                <a:latin typeface="Times New Roman" panose="02020603050405020304" pitchFamily="18" charset="0"/>
                <a:ea typeface="黑体" panose="02010609060101010101" pitchFamily="49" charset="-122"/>
              </a:endParaRPr>
            </a:p>
            <a:p>
              <a:pPr algn="ctr" eaLnBrk="1" hangingPunct="1">
                <a:spcBef>
                  <a:spcPct val="0"/>
                </a:spcBef>
                <a:buFontTx/>
                <a:buNone/>
              </a:pPr>
              <a:r>
                <a:rPr lang="zh-CN" altLang="en-US" sz="2000" b="1">
                  <a:solidFill>
                    <a:srgbClr val="660033"/>
                  </a:solidFill>
                  <a:latin typeface="Times New Roman" panose="02020603050405020304" pitchFamily="18" charset="0"/>
                  <a:ea typeface="黑体" panose="02010609060101010101" pitchFamily="49" charset="-122"/>
                </a:rPr>
                <a:t>成立</a:t>
              </a:r>
            </a:p>
          </p:txBody>
        </p:sp>
        <p:sp>
          <p:nvSpPr>
            <p:cNvPr id="115727" name="Rectangle 13">
              <a:extLst>
                <a:ext uri="{FF2B5EF4-FFF2-40B4-BE49-F238E27FC236}">
                  <a16:creationId xmlns:a16="http://schemas.microsoft.com/office/drawing/2014/main" id="{FF9F54AF-198E-45D2-982F-4F74EA1EFF93}"/>
                </a:ext>
              </a:extLst>
            </p:cNvPr>
            <p:cNvSpPr>
              <a:spLocks noChangeArrowheads="1"/>
            </p:cNvSpPr>
            <p:nvPr/>
          </p:nvSpPr>
          <p:spPr bwMode="auto">
            <a:xfrm>
              <a:off x="7920816" y="3429000"/>
              <a:ext cx="1074768" cy="676104"/>
            </a:xfrm>
            <a:prstGeom prst="rect">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r>
                <a:rPr lang="zh-CN" altLang="en-US" sz="2000" b="1">
                  <a:solidFill>
                    <a:srgbClr val="660033"/>
                  </a:solidFill>
                  <a:latin typeface="Times New Roman" panose="02020603050405020304" pitchFamily="18" charset="0"/>
                  <a:ea typeface="黑体" panose="02010609060101010101" pitchFamily="49" charset="-122"/>
                </a:rPr>
                <a:t>结论</a:t>
              </a:r>
              <a:endParaRPr lang="en-US" altLang="zh-CN" sz="2000" b="1">
                <a:solidFill>
                  <a:srgbClr val="660033"/>
                </a:solidFill>
                <a:latin typeface="Times New Roman" panose="02020603050405020304" pitchFamily="18" charset="0"/>
                <a:ea typeface="黑体" panose="02010609060101010101" pitchFamily="49" charset="-122"/>
              </a:endParaRPr>
            </a:p>
            <a:p>
              <a:pPr algn="ctr" eaLnBrk="1" hangingPunct="1">
                <a:spcBef>
                  <a:spcPct val="0"/>
                </a:spcBef>
                <a:buFontTx/>
                <a:buNone/>
              </a:pPr>
              <a:r>
                <a:rPr lang="zh-CN" altLang="en-US" sz="2000" b="1">
                  <a:solidFill>
                    <a:srgbClr val="660033"/>
                  </a:solidFill>
                  <a:latin typeface="Times New Roman" panose="02020603050405020304" pitchFamily="18" charset="0"/>
                  <a:ea typeface="黑体" panose="02010609060101010101" pitchFamily="49" charset="-122"/>
                </a:rPr>
                <a:t>不成立</a:t>
              </a:r>
            </a:p>
          </p:txBody>
        </p:sp>
        <p:grpSp>
          <p:nvGrpSpPr>
            <p:cNvPr id="115728" name="Group 14">
              <a:extLst>
                <a:ext uri="{FF2B5EF4-FFF2-40B4-BE49-F238E27FC236}">
                  <a16:creationId xmlns:a16="http://schemas.microsoft.com/office/drawing/2014/main" id="{A35E9E3A-D6F5-47DB-ACBE-AD25FE5B7DA2}"/>
                </a:ext>
              </a:extLst>
            </p:cNvPr>
            <p:cNvGrpSpPr>
              <a:grpSpLocks/>
            </p:cNvGrpSpPr>
            <p:nvPr/>
          </p:nvGrpSpPr>
          <p:grpSpPr bwMode="auto">
            <a:xfrm>
              <a:off x="6568161" y="2006381"/>
              <a:ext cx="1220880" cy="609694"/>
              <a:chOff x="3336" y="2320"/>
              <a:chExt cx="816" cy="384"/>
            </a:xfrm>
          </p:grpSpPr>
          <p:sp>
            <p:nvSpPr>
              <p:cNvPr id="115740" name="Line 15">
                <a:extLst>
                  <a:ext uri="{FF2B5EF4-FFF2-40B4-BE49-F238E27FC236}">
                    <a16:creationId xmlns:a16="http://schemas.microsoft.com/office/drawing/2014/main" id="{0262E8F5-8DF8-4D81-A304-A37125E55D6A}"/>
                  </a:ext>
                </a:extLst>
              </p:cNvPr>
              <p:cNvSpPr>
                <a:spLocks noChangeShapeType="1"/>
              </p:cNvSpPr>
              <p:nvPr/>
            </p:nvSpPr>
            <p:spPr bwMode="auto">
              <a:xfrm>
                <a:off x="3336" y="2656"/>
                <a:ext cx="0"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5741" name="Group 16">
                <a:extLst>
                  <a:ext uri="{FF2B5EF4-FFF2-40B4-BE49-F238E27FC236}">
                    <a16:creationId xmlns:a16="http://schemas.microsoft.com/office/drawing/2014/main" id="{2242F8EC-59C5-4F98-AAB9-1602DECE9D24}"/>
                  </a:ext>
                </a:extLst>
              </p:cNvPr>
              <p:cNvGrpSpPr>
                <a:grpSpLocks/>
              </p:cNvGrpSpPr>
              <p:nvPr/>
            </p:nvGrpSpPr>
            <p:grpSpPr bwMode="auto">
              <a:xfrm>
                <a:off x="3336" y="2320"/>
                <a:ext cx="816" cy="336"/>
                <a:chOff x="3504" y="2352"/>
                <a:chExt cx="816" cy="336"/>
              </a:xfrm>
            </p:grpSpPr>
            <p:sp>
              <p:nvSpPr>
                <p:cNvPr id="115742" name="Line 17">
                  <a:extLst>
                    <a:ext uri="{FF2B5EF4-FFF2-40B4-BE49-F238E27FC236}">
                      <a16:creationId xmlns:a16="http://schemas.microsoft.com/office/drawing/2014/main" id="{ECC0AFDB-5DD0-4532-B461-03B0E30896D2}"/>
                    </a:ext>
                  </a:extLst>
                </p:cNvPr>
                <p:cNvSpPr>
                  <a:spLocks noChangeShapeType="1"/>
                </p:cNvSpPr>
                <p:nvPr/>
              </p:nvSpPr>
              <p:spPr bwMode="auto">
                <a:xfrm>
                  <a:off x="3504" y="2688"/>
                  <a:ext cx="816"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43" name="Text Box 18">
                  <a:extLst>
                    <a:ext uri="{FF2B5EF4-FFF2-40B4-BE49-F238E27FC236}">
                      <a16:creationId xmlns:a16="http://schemas.microsoft.com/office/drawing/2014/main" id="{EB04D051-BEFC-4C95-9183-A710A671FC82}"/>
                    </a:ext>
                  </a:extLst>
                </p:cNvPr>
                <p:cNvSpPr txBox="1">
                  <a:spLocks noChangeArrowheads="1"/>
                </p:cNvSpPr>
                <p:nvPr/>
              </p:nvSpPr>
              <p:spPr bwMode="auto">
                <a:xfrm>
                  <a:off x="3552" y="2352"/>
                  <a:ext cx="5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2000" b="1">
                      <a:latin typeface="Times New Roman" panose="02020603050405020304" pitchFamily="18" charset="0"/>
                      <a:ea typeface="黑体" panose="02010609060101010101" pitchFamily="49" charset="-122"/>
                    </a:rPr>
                    <a:t>有效</a:t>
                  </a:r>
                </a:p>
              </p:txBody>
            </p:sp>
          </p:grpSp>
        </p:grpSp>
        <p:grpSp>
          <p:nvGrpSpPr>
            <p:cNvPr id="115729" name="Group 19">
              <a:extLst>
                <a:ext uri="{FF2B5EF4-FFF2-40B4-BE49-F238E27FC236}">
                  <a16:creationId xmlns:a16="http://schemas.microsoft.com/office/drawing/2014/main" id="{ABB104E4-3434-4423-859E-7455019A87FA}"/>
                </a:ext>
              </a:extLst>
            </p:cNvPr>
            <p:cNvGrpSpPr>
              <a:grpSpLocks/>
            </p:cNvGrpSpPr>
            <p:nvPr/>
          </p:nvGrpSpPr>
          <p:grpSpPr bwMode="auto">
            <a:xfrm>
              <a:off x="6568161" y="3619531"/>
              <a:ext cx="1292324" cy="473148"/>
              <a:chOff x="3336" y="3336"/>
              <a:chExt cx="864" cy="298"/>
            </a:xfrm>
          </p:grpSpPr>
          <p:sp>
            <p:nvSpPr>
              <p:cNvPr id="115736" name="Line 20">
                <a:extLst>
                  <a:ext uri="{FF2B5EF4-FFF2-40B4-BE49-F238E27FC236}">
                    <a16:creationId xmlns:a16="http://schemas.microsoft.com/office/drawing/2014/main" id="{3324ACB5-5708-4F0D-861A-39C336B4915F}"/>
                  </a:ext>
                </a:extLst>
              </p:cNvPr>
              <p:cNvSpPr>
                <a:spLocks noChangeShapeType="1"/>
              </p:cNvSpPr>
              <p:nvPr/>
            </p:nvSpPr>
            <p:spPr bwMode="auto">
              <a:xfrm>
                <a:off x="3336" y="3336"/>
                <a:ext cx="0"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15737" name="Group 21">
                <a:extLst>
                  <a:ext uri="{FF2B5EF4-FFF2-40B4-BE49-F238E27FC236}">
                    <a16:creationId xmlns:a16="http://schemas.microsoft.com/office/drawing/2014/main" id="{8FCE328B-4D16-4AD6-A91E-1964A884A324}"/>
                  </a:ext>
                </a:extLst>
              </p:cNvPr>
              <p:cNvGrpSpPr>
                <a:grpSpLocks/>
              </p:cNvGrpSpPr>
              <p:nvPr/>
            </p:nvGrpSpPr>
            <p:grpSpPr bwMode="auto">
              <a:xfrm>
                <a:off x="3336" y="3384"/>
                <a:ext cx="864" cy="250"/>
                <a:chOff x="3504" y="3408"/>
                <a:chExt cx="864" cy="250"/>
              </a:xfrm>
            </p:grpSpPr>
            <p:sp>
              <p:nvSpPr>
                <p:cNvPr id="115738" name="Line 22">
                  <a:extLst>
                    <a:ext uri="{FF2B5EF4-FFF2-40B4-BE49-F238E27FC236}">
                      <a16:creationId xmlns:a16="http://schemas.microsoft.com/office/drawing/2014/main" id="{386AE3F0-EA4F-405C-BA4D-F6F895E5B150}"/>
                    </a:ext>
                  </a:extLst>
                </p:cNvPr>
                <p:cNvSpPr>
                  <a:spLocks noChangeShapeType="1"/>
                </p:cNvSpPr>
                <p:nvPr/>
              </p:nvSpPr>
              <p:spPr bwMode="auto">
                <a:xfrm>
                  <a:off x="3504" y="3408"/>
                  <a:ext cx="864"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39" name="Text Box 23">
                  <a:extLst>
                    <a:ext uri="{FF2B5EF4-FFF2-40B4-BE49-F238E27FC236}">
                      <a16:creationId xmlns:a16="http://schemas.microsoft.com/office/drawing/2014/main" id="{610FBD15-0A5C-41BF-8024-047DD7244109}"/>
                    </a:ext>
                  </a:extLst>
                </p:cNvPr>
                <p:cNvSpPr txBox="1">
                  <a:spLocks noChangeArrowheads="1"/>
                </p:cNvSpPr>
                <p:nvPr/>
              </p:nvSpPr>
              <p:spPr bwMode="auto">
                <a:xfrm>
                  <a:off x="3504" y="3408"/>
                  <a:ext cx="6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FontTx/>
                    <a:buNone/>
                  </a:pPr>
                  <a:r>
                    <a:rPr lang="zh-CN" altLang="en-US" sz="2000" b="1">
                      <a:latin typeface="Times New Roman" panose="02020603050405020304" pitchFamily="18" charset="0"/>
                      <a:ea typeface="黑体" panose="02010609060101010101" pitchFamily="49" charset="-122"/>
                    </a:rPr>
                    <a:t>无效</a:t>
                  </a:r>
                </a:p>
              </p:txBody>
            </p:sp>
          </p:grpSp>
        </p:grpSp>
        <p:sp>
          <p:nvSpPr>
            <p:cNvPr id="115730" name="Line 24">
              <a:extLst>
                <a:ext uri="{FF2B5EF4-FFF2-40B4-BE49-F238E27FC236}">
                  <a16:creationId xmlns:a16="http://schemas.microsoft.com/office/drawing/2014/main" id="{69D290AE-8F4A-47CA-961A-6FB4DEFD1A14}"/>
                </a:ext>
              </a:extLst>
            </p:cNvPr>
            <p:cNvSpPr>
              <a:spLocks noChangeShapeType="1"/>
            </p:cNvSpPr>
            <p:nvPr/>
          </p:nvSpPr>
          <p:spPr bwMode="auto">
            <a:xfrm>
              <a:off x="4533501" y="3124915"/>
              <a:ext cx="1084087" cy="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5731" name="Line 25">
              <a:extLst>
                <a:ext uri="{FF2B5EF4-FFF2-40B4-BE49-F238E27FC236}">
                  <a16:creationId xmlns:a16="http://schemas.microsoft.com/office/drawing/2014/main" id="{C291AE61-5C73-4FC1-BB5B-FCAD1A1D0096}"/>
                </a:ext>
              </a:extLst>
            </p:cNvPr>
            <p:cNvSpPr>
              <a:spLocks noChangeShapeType="1"/>
            </p:cNvSpPr>
            <p:nvPr/>
          </p:nvSpPr>
          <p:spPr bwMode="auto">
            <a:xfrm>
              <a:off x="1832067" y="3124915"/>
              <a:ext cx="1370531" cy="8687"/>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78972" name="Rectangle 28">
              <a:extLst>
                <a:ext uri="{FF2B5EF4-FFF2-40B4-BE49-F238E27FC236}">
                  <a16:creationId xmlns:a16="http://schemas.microsoft.com/office/drawing/2014/main" id="{0A1DC48A-26BB-4B8D-AE5B-FFF4C5830620}"/>
                </a:ext>
              </a:extLst>
            </p:cNvPr>
            <p:cNvSpPr>
              <a:spLocks noChangeArrowheads="1"/>
            </p:cNvSpPr>
            <p:nvPr/>
          </p:nvSpPr>
          <p:spPr bwMode="auto">
            <a:xfrm>
              <a:off x="437835" y="4151414"/>
              <a:ext cx="1731869" cy="461937"/>
            </a:xfrm>
            <a:prstGeom prst="rect">
              <a:avLst/>
            </a:prstGeom>
            <a:noFill/>
            <a:ln>
              <a:noFill/>
            </a:ln>
            <a:effectLst/>
          </p:spPr>
          <p:txBody>
            <a:bodyPr wrap="none">
              <a:spAutoFit/>
            </a:bodyPr>
            <a:lstStyle/>
            <a:p>
              <a:pPr eaLnBrk="1" hangingPunct="1">
                <a:spcBef>
                  <a:spcPct val="20000"/>
                </a:spcBef>
                <a:defRPr/>
              </a:pPr>
              <a:r>
                <a:rPr lang="zh-CN" altLang="en-US" sz="2400" b="1" dirty="0">
                  <a:solidFill>
                    <a:srgbClr val="FF0000"/>
                  </a:solidFill>
                  <a:effectLst>
                    <a:outerShdw blurRad="38100" dist="38100" dir="2700000" algn="tl">
                      <a:srgbClr val="C0C0C0"/>
                    </a:outerShdw>
                  </a:effectLst>
                  <a:ea typeface="黑体" panose="02010609060101010101" pitchFamily="49" charset="-122"/>
                </a:rPr>
                <a:t>证明方法：</a:t>
              </a:r>
            </a:p>
          </p:txBody>
        </p:sp>
        <p:sp>
          <p:nvSpPr>
            <p:cNvPr id="115733" name="Rectangle 29">
              <a:extLst>
                <a:ext uri="{FF2B5EF4-FFF2-40B4-BE49-F238E27FC236}">
                  <a16:creationId xmlns:a16="http://schemas.microsoft.com/office/drawing/2014/main" id="{82B46106-82D4-4296-876C-729291E6E322}"/>
                </a:ext>
              </a:extLst>
            </p:cNvPr>
            <p:cNvSpPr>
              <a:spLocks noChangeArrowheads="1"/>
            </p:cNvSpPr>
            <p:nvPr/>
          </p:nvSpPr>
          <p:spPr bwMode="auto">
            <a:xfrm>
              <a:off x="2315452" y="4646403"/>
              <a:ext cx="5905952" cy="134799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Blip>
                  <a:blip r:embed="rId2"/>
                </a:buBlip>
                <a:defRPr kumimoji="1" sz="2400">
                  <a:solidFill>
                    <a:schemeClr val="tx1"/>
                  </a:solidFill>
                  <a:latin typeface="楷体_GB2312" pitchFamily="49" charset="-122"/>
                  <a:ea typeface="楷体_GB2312" pitchFamily="49" charset="-122"/>
                </a:defRPr>
              </a:lvl1pPr>
              <a:lvl2pPr marL="800100" indent="-3429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57300" indent="-3429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14500" indent="-3429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171700" indent="-3429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28900" indent="-3429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086100" indent="-3429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43300" indent="-3429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00500" indent="-3429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b="1">
                  <a:solidFill>
                    <a:srgbClr val="000066"/>
                  </a:solidFill>
                  <a:latin typeface="Times New Roman" panose="02020603050405020304" pitchFamily="18" charset="0"/>
                  <a:ea typeface="宋体" panose="02010600030101010101" pitchFamily="2" charset="-122"/>
                </a:rPr>
                <a:t>真值表法：      比较</a:t>
              </a:r>
              <a:r>
                <a:rPr lang="zh-CN" altLang="en-US" b="1">
                  <a:solidFill>
                    <a:srgbClr val="800000"/>
                  </a:solidFill>
                  <a:latin typeface="Times New Roman" panose="02020603050405020304" pitchFamily="18" charset="0"/>
                  <a:ea typeface="宋体" panose="02010600030101010101" pitchFamily="2" charset="-122"/>
                </a:rPr>
                <a:t>条件与结论的真值</a:t>
              </a:r>
            </a:p>
            <a:p>
              <a:pPr eaLnBrk="1" hangingPunct="1">
                <a:buFontTx/>
                <a:buNone/>
              </a:pPr>
              <a:r>
                <a:rPr lang="zh-CN" altLang="en-US" b="1">
                  <a:solidFill>
                    <a:srgbClr val="000066"/>
                  </a:solidFill>
                  <a:latin typeface="Times New Roman" panose="02020603050405020304" pitchFamily="18" charset="0"/>
                  <a:ea typeface="宋体" panose="02010600030101010101" pitchFamily="2" charset="-122"/>
                </a:rPr>
                <a:t>直接证法：      </a:t>
              </a:r>
              <a:r>
                <a:rPr lang="zh-CN" altLang="en-US" b="1">
                  <a:solidFill>
                    <a:srgbClr val="800000"/>
                  </a:solidFill>
                  <a:latin typeface="Times New Roman" panose="02020603050405020304" pitchFamily="18" charset="0"/>
                  <a:ea typeface="宋体" panose="02010600030101010101" pitchFamily="2" charset="-122"/>
                </a:rPr>
                <a:t>利用</a:t>
              </a:r>
              <a:r>
                <a:rPr lang="en-US" altLang="zh-CN" b="1">
                  <a:solidFill>
                    <a:srgbClr val="800000"/>
                  </a:solidFill>
                  <a:latin typeface="Times New Roman" panose="02020603050405020304" pitchFamily="18" charset="0"/>
                  <a:ea typeface="宋体" panose="02010600030101010101" pitchFamily="2" charset="-122"/>
                </a:rPr>
                <a:t>P</a:t>
              </a:r>
              <a:r>
                <a:rPr lang="zh-CN" altLang="en-US" b="1">
                  <a:solidFill>
                    <a:srgbClr val="800000"/>
                  </a:solidFill>
                  <a:latin typeface="Times New Roman" panose="02020603050405020304" pitchFamily="18" charset="0"/>
                  <a:ea typeface="宋体" panose="02010600030101010101" pitchFamily="2" charset="-122"/>
                </a:rPr>
                <a:t>规则、</a:t>
              </a:r>
              <a:r>
                <a:rPr lang="en-US" altLang="zh-CN" b="1">
                  <a:solidFill>
                    <a:srgbClr val="800000"/>
                  </a:solidFill>
                  <a:latin typeface="Times New Roman" panose="02020603050405020304" pitchFamily="18" charset="0"/>
                  <a:ea typeface="宋体" panose="02010600030101010101" pitchFamily="2" charset="-122"/>
                </a:rPr>
                <a:t>T</a:t>
              </a:r>
              <a:r>
                <a:rPr lang="zh-CN" altLang="en-US" b="1">
                  <a:solidFill>
                    <a:srgbClr val="800000"/>
                  </a:solidFill>
                  <a:latin typeface="Times New Roman" panose="02020603050405020304" pitchFamily="18" charset="0"/>
                  <a:ea typeface="宋体" panose="02010600030101010101" pitchFamily="2" charset="-122"/>
                </a:rPr>
                <a:t>规则</a:t>
              </a:r>
            </a:p>
            <a:p>
              <a:pPr eaLnBrk="1" hangingPunct="1">
                <a:buFontTx/>
                <a:buNone/>
              </a:pPr>
              <a:r>
                <a:rPr lang="zh-CN" altLang="en-US" b="1">
                  <a:solidFill>
                    <a:srgbClr val="000066"/>
                  </a:solidFill>
                  <a:latin typeface="Times New Roman" panose="02020603050405020304" pitchFamily="18" charset="0"/>
                  <a:ea typeface="宋体" panose="02010600030101010101" pitchFamily="2" charset="-122"/>
                </a:rPr>
                <a:t>间接证法：       </a:t>
              </a:r>
              <a:r>
                <a:rPr lang="en-US" altLang="zh-CN" b="1">
                  <a:solidFill>
                    <a:srgbClr val="800000"/>
                  </a:solidFill>
                  <a:latin typeface="Times New Roman" panose="02020603050405020304" pitchFamily="18" charset="0"/>
                  <a:ea typeface="宋体" panose="02010600030101010101" pitchFamily="2" charset="-122"/>
                </a:rPr>
                <a:t>CP</a:t>
              </a:r>
              <a:r>
                <a:rPr lang="zh-CN" altLang="en-US" b="1">
                  <a:solidFill>
                    <a:srgbClr val="800000"/>
                  </a:solidFill>
                  <a:latin typeface="Times New Roman" panose="02020603050405020304" pitchFamily="18" charset="0"/>
                  <a:ea typeface="宋体" panose="02010600030101010101" pitchFamily="2" charset="-122"/>
                </a:rPr>
                <a:t>规则、反证法</a:t>
              </a:r>
            </a:p>
          </p:txBody>
        </p:sp>
        <p:sp>
          <p:nvSpPr>
            <p:cNvPr id="2" name="矩形 1">
              <a:extLst>
                <a:ext uri="{FF2B5EF4-FFF2-40B4-BE49-F238E27FC236}">
                  <a16:creationId xmlns:a16="http://schemas.microsoft.com/office/drawing/2014/main" id="{4340D6E5-AED1-43E3-9462-3A05AF3B60BC}"/>
                </a:ext>
              </a:extLst>
            </p:cNvPr>
            <p:cNvSpPr/>
            <p:nvPr/>
          </p:nvSpPr>
          <p:spPr bwMode="auto">
            <a:xfrm>
              <a:off x="4574636" y="2516378"/>
              <a:ext cx="904826" cy="523846"/>
            </a:xfrm>
            <a:prstGeom prst="rect">
              <a:avLst/>
            </a:prstGeom>
          </p:spPr>
          <p:txBody>
            <a:bodyPr wrap="none">
              <a:spAutoFit/>
            </a:bodyPr>
            <a:lstStyle/>
            <a:p>
              <a:pPr>
                <a:defRPr/>
              </a:pPr>
              <a:r>
                <a:rPr lang="zh-CN" altLang="en-US" b="1" dirty="0">
                  <a:solidFill>
                    <a:srgbClr val="FF0000"/>
                  </a:solidFill>
                  <a:effectLst>
                    <a:outerShdw blurRad="38100" dist="38100" dir="2700000" algn="tl">
                      <a:srgbClr val="C0C0C0"/>
                    </a:outerShdw>
                  </a:effectLst>
                  <a:ea typeface="黑体" panose="02010609060101010101" pitchFamily="49" charset="-122"/>
                </a:rPr>
                <a:t>证明</a:t>
              </a:r>
              <a:endParaRPr lang="zh-CN" altLang="en-US" dirty="0"/>
            </a:p>
          </p:txBody>
        </p:sp>
        <p:sp>
          <p:nvSpPr>
            <p:cNvPr id="31" name="矩形 30">
              <a:extLst>
                <a:ext uri="{FF2B5EF4-FFF2-40B4-BE49-F238E27FC236}">
                  <a16:creationId xmlns:a16="http://schemas.microsoft.com/office/drawing/2014/main" id="{03177657-A076-4A21-9F8A-417E643B2E40}"/>
                </a:ext>
              </a:extLst>
            </p:cNvPr>
            <p:cNvSpPr/>
            <p:nvPr/>
          </p:nvSpPr>
          <p:spPr bwMode="auto">
            <a:xfrm>
              <a:off x="1939529" y="2564000"/>
              <a:ext cx="1266756" cy="523846"/>
            </a:xfrm>
            <a:prstGeom prst="rect">
              <a:avLst/>
            </a:prstGeom>
          </p:spPr>
          <p:txBody>
            <a:bodyPr wrap="none">
              <a:spAutoFit/>
            </a:bodyPr>
            <a:lstStyle/>
            <a:p>
              <a:pPr>
                <a:defRPr/>
              </a:pPr>
              <a:r>
                <a:rPr lang="zh-CN" altLang="en-US" b="1" dirty="0">
                  <a:solidFill>
                    <a:srgbClr val="FF0000"/>
                  </a:solidFill>
                  <a:effectLst>
                    <a:outerShdw blurRad="38100" dist="38100" dir="2700000" algn="tl">
                      <a:srgbClr val="C0C0C0"/>
                    </a:outerShdw>
                  </a:effectLst>
                  <a:ea typeface="黑体" panose="02010609060101010101" pitchFamily="49" charset="-122"/>
                </a:rPr>
                <a:t>符号化</a:t>
              </a:r>
              <a:endParaRPr lang="zh-CN" altLang="en-US" dirty="0"/>
            </a:p>
          </p:txBody>
        </p:sp>
      </p:gr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日期占位符 3">
            <a:extLst>
              <a:ext uri="{FF2B5EF4-FFF2-40B4-BE49-F238E27FC236}">
                <a16:creationId xmlns:a16="http://schemas.microsoft.com/office/drawing/2014/main" id="{BF03BB94-3AB3-4897-82BD-533D7C92C94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E7465B2-9883-4995-8358-77AEE2BC2386}"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6739" name="页脚占位符 4">
            <a:extLst>
              <a:ext uri="{FF2B5EF4-FFF2-40B4-BE49-F238E27FC236}">
                <a16:creationId xmlns:a16="http://schemas.microsoft.com/office/drawing/2014/main" id="{CBA22765-88C1-46E4-B1F3-C650C9CC3EA8}"/>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6740" name="灯片编号占位符 5">
            <a:extLst>
              <a:ext uri="{FF2B5EF4-FFF2-40B4-BE49-F238E27FC236}">
                <a16:creationId xmlns:a16="http://schemas.microsoft.com/office/drawing/2014/main" id="{E62987C1-469C-4B18-B237-3B015D6960D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B9C9FDA-5764-46FD-96E1-075D5110F425}" type="slidenum">
              <a:rPr lang="en-US" altLang="zh-CN" sz="1400" smtClean="0">
                <a:latin typeface="Times New Roman" panose="02020603050405020304" pitchFamily="18" charset="0"/>
                <a:ea typeface="宋体" panose="02010600030101010101" pitchFamily="2" charset="-122"/>
              </a:rPr>
              <a:pPr>
                <a:spcBef>
                  <a:spcPct val="0"/>
                </a:spcBef>
                <a:buFontTx/>
                <a:buNone/>
              </a:pPr>
              <a:t>111</a:t>
            </a:fld>
            <a:endParaRPr lang="en-US" altLang="zh-CN" sz="1400">
              <a:latin typeface="Times New Roman" panose="02020603050405020304" pitchFamily="18" charset="0"/>
              <a:ea typeface="宋体" panose="02010600030101010101" pitchFamily="2" charset="-122"/>
            </a:endParaRPr>
          </a:p>
        </p:txBody>
      </p:sp>
      <p:sp>
        <p:nvSpPr>
          <p:cNvPr id="116741" name="Text Box 2">
            <a:extLst>
              <a:ext uri="{FF2B5EF4-FFF2-40B4-BE49-F238E27FC236}">
                <a16:creationId xmlns:a16="http://schemas.microsoft.com/office/drawing/2014/main" id="{060BAB84-2FAD-462A-A5BC-DF37DF6611A4}"/>
              </a:ext>
            </a:extLst>
          </p:cNvPr>
          <p:cNvSpPr txBox="1">
            <a:spLocks noChangeArrowheads="1"/>
          </p:cNvSpPr>
          <p:nvPr/>
        </p:nvSpPr>
        <p:spPr bwMode="auto">
          <a:xfrm>
            <a:off x="1581150" y="620713"/>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真值表证明法</a:t>
            </a:r>
          </a:p>
        </p:txBody>
      </p:sp>
      <p:pic>
        <p:nvPicPr>
          <p:cNvPr id="116742" name="Picture 6" descr="C:\Program Files\Microsoft Office\MEDIA\CAGCAT10\j0293844.wmf">
            <a:extLst>
              <a:ext uri="{FF2B5EF4-FFF2-40B4-BE49-F238E27FC236}">
                <a16:creationId xmlns:a16="http://schemas.microsoft.com/office/drawing/2014/main" id="{698BD515-530A-4432-8CBC-99AC502D04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4988" y="620713"/>
            <a:ext cx="10255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43" name="Picture 27" descr="QQ截图20140128150242">
            <a:extLst>
              <a:ext uri="{FF2B5EF4-FFF2-40B4-BE49-F238E27FC236}">
                <a16:creationId xmlns:a16="http://schemas.microsoft.com/office/drawing/2014/main" id="{1496B288-770C-4F34-ACAB-714E34B482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773238"/>
            <a:ext cx="7416800" cy="447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日期占位符 3">
            <a:extLst>
              <a:ext uri="{FF2B5EF4-FFF2-40B4-BE49-F238E27FC236}">
                <a16:creationId xmlns:a16="http://schemas.microsoft.com/office/drawing/2014/main" id="{3AE1DE55-F2CD-423F-9AFC-ED887A58CF2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63F60BE-D023-41F2-BD87-F5AA9088078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7763" name="页脚占位符 4">
            <a:extLst>
              <a:ext uri="{FF2B5EF4-FFF2-40B4-BE49-F238E27FC236}">
                <a16:creationId xmlns:a16="http://schemas.microsoft.com/office/drawing/2014/main" id="{BC2D34EA-B176-4582-8018-0020FC4A710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7764" name="灯片编号占位符 5">
            <a:extLst>
              <a:ext uri="{FF2B5EF4-FFF2-40B4-BE49-F238E27FC236}">
                <a16:creationId xmlns:a16="http://schemas.microsoft.com/office/drawing/2014/main" id="{3B3FF2F2-9AA3-4989-B81D-91C2955F341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7D027AE-AEE2-451E-89CE-C9C9B8F58C55}" type="slidenum">
              <a:rPr lang="en-US" altLang="zh-CN" sz="1400" smtClean="0">
                <a:latin typeface="Times New Roman" panose="02020603050405020304" pitchFamily="18" charset="0"/>
                <a:ea typeface="宋体" panose="02010600030101010101" pitchFamily="2" charset="-122"/>
              </a:rPr>
              <a:pPr>
                <a:spcBef>
                  <a:spcPct val="0"/>
                </a:spcBef>
                <a:buFontTx/>
                <a:buNone/>
              </a:pPr>
              <a:t>112</a:t>
            </a:fld>
            <a:endParaRPr lang="en-US" altLang="zh-CN" sz="1400">
              <a:latin typeface="Times New Roman" panose="02020603050405020304" pitchFamily="18" charset="0"/>
              <a:ea typeface="宋体" panose="02010600030101010101" pitchFamily="2" charset="-122"/>
            </a:endParaRPr>
          </a:p>
        </p:txBody>
      </p:sp>
      <p:sp>
        <p:nvSpPr>
          <p:cNvPr id="117765" name="Text Box 2">
            <a:extLst>
              <a:ext uri="{FF2B5EF4-FFF2-40B4-BE49-F238E27FC236}">
                <a16:creationId xmlns:a16="http://schemas.microsoft.com/office/drawing/2014/main" id="{04E27E6A-37E1-468A-9DB9-ABBCD373C370}"/>
              </a:ext>
            </a:extLst>
          </p:cNvPr>
          <p:cNvSpPr txBox="1">
            <a:spLocks noChangeArrowheads="1"/>
          </p:cNvSpPr>
          <p:nvPr/>
        </p:nvSpPr>
        <p:spPr bwMode="auto">
          <a:xfrm>
            <a:off x="1371600" y="69215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真值表证明法</a:t>
            </a:r>
          </a:p>
        </p:txBody>
      </p:sp>
      <p:pic>
        <p:nvPicPr>
          <p:cNvPr id="117766" name="Picture 6" descr="C:\Program Files\Microsoft Office\MEDIA\CAGCAT10\j0293844.wmf">
            <a:extLst>
              <a:ext uri="{FF2B5EF4-FFF2-40B4-BE49-F238E27FC236}">
                <a16:creationId xmlns:a16="http://schemas.microsoft.com/office/drawing/2014/main" id="{E40DC0DE-8037-46C2-9327-072F605CDF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810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7" name="Rectangle 5">
            <a:extLst>
              <a:ext uri="{FF2B5EF4-FFF2-40B4-BE49-F238E27FC236}">
                <a16:creationId xmlns:a16="http://schemas.microsoft.com/office/drawing/2014/main" id="{C022B277-7FF9-4251-BBEC-5DB2C8FAC680}"/>
              </a:ext>
            </a:extLst>
          </p:cNvPr>
          <p:cNvSpPr>
            <a:spLocks noChangeArrowheads="1"/>
          </p:cNvSpPr>
          <p:nvPr/>
        </p:nvSpPr>
        <p:spPr bwMode="auto">
          <a:xfrm>
            <a:off x="468313" y="1874838"/>
            <a:ext cx="8135937" cy="16430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b="1">
                <a:solidFill>
                  <a:srgbClr val="006600"/>
                </a:solidFill>
                <a:latin typeface="Times New Roman" panose="02020603050405020304" pitchFamily="18" charset="0"/>
                <a:ea typeface="宋体" panose="02010600030101010101" pitchFamily="2" charset="-122"/>
              </a:rPr>
              <a:t>【</a:t>
            </a:r>
            <a:r>
              <a:rPr kumimoji="0" lang="zh-CN" altLang="en-US" b="1">
                <a:solidFill>
                  <a:srgbClr val="006600"/>
                </a:solidFill>
                <a:latin typeface="Times New Roman" panose="02020603050405020304" pitchFamily="18" charset="0"/>
                <a:ea typeface="宋体" panose="02010600030101010101" pitchFamily="2" charset="-122"/>
              </a:rPr>
              <a:t>例</a:t>
            </a:r>
            <a:r>
              <a:rPr kumimoji="0" lang="en-US" altLang="zh-CN" b="1">
                <a:solidFill>
                  <a:srgbClr val="006600"/>
                </a:solidFill>
                <a:latin typeface="Times New Roman" panose="02020603050405020304" pitchFamily="18" charset="0"/>
                <a:ea typeface="宋体" panose="02010600030101010101" pitchFamily="2" charset="-122"/>
              </a:rPr>
              <a:t>】</a:t>
            </a:r>
            <a:r>
              <a:rPr kumimoji="0" lang="zh-CN" altLang="en-US" b="1">
                <a:latin typeface="Times New Roman" panose="02020603050405020304" pitchFamily="18" charset="0"/>
                <a:ea typeface="宋体" panose="02010600030101010101" pitchFamily="2" charset="-122"/>
              </a:rPr>
              <a:t>分析事实：“如果我有时间，那么我就去上街；如</a:t>
            </a:r>
          </a:p>
          <a:p>
            <a:pPr eaLnBrk="1" hangingPunct="1">
              <a:buFontTx/>
              <a:buNone/>
            </a:pPr>
            <a:r>
              <a:rPr kumimoji="0" lang="zh-CN" altLang="en-US" b="1">
                <a:latin typeface="Times New Roman" panose="02020603050405020304" pitchFamily="18" charset="0"/>
                <a:ea typeface="宋体" panose="02010600030101010101" pitchFamily="2" charset="-122"/>
              </a:rPr>
              <a:t>果我上街，那么我就去书店买书；但我没有去书店买书，所以我没有时间。”试指出这个推理前提和结论，并证明结论是前提的有效结论。</a:t>
            </a:r>
          </a:p>
        </p:txBody>
      </p:sp>
      <p:sp>
        <p:nvSpPr>
          <p:cNvPr id="117768" name="Rectangle 6">
            <a:extLst>
              <a:ext uri="{FF2B5EF4-FFF2-40B4-BE49-F238E27FC236}">
                <a16:creationId xmlns:a16="http://schemas.microsoft.com/office/drawing/2014/main" id="{7129B42F-B539-4F40-98CA-B1837E9B81CE}"/>
              </a:ext>
            </a:extLst>
          </p:cNvPr>
          <p:cNvSpPr>
            <a:spLocks noChangeArrowheads="1"/>
          </p:cNvSpPr>
          <p:nvPr/>
        </p:nvSpPr>
        <p:spPr bwMode="auto">
          <a:xfrm>
            <a:off x="649288" y="3686175"/>
            <a:ext cx="7883525" cy="830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b="1">
                <a:solidFill>
                  <a:srgbClr val="006600"/>
                </a:solidFill>
                <a:latin typeface="Times New Roman" panose="02020603050405020304" pitchFamily="18" charset="0"/>
                <a:ea typeface="宋体" panose="02010600030101010101" pitchFamily="2" charset="-122"/>
              </a:rPr>
              <a:t>【</a:t>
            </a:r>
            <a:r>
              <a:rPr kumimoji="0" lang="zh-CN" altLang="en-US" b="1">
                <a:solidFill>
                  <a:srgbClr val="006600"/>
                </a:solidFill>
                <a:latin typeface="Times New Roman" panose="02020603050405020304" pitchFamily="18" charset="0"/>
                <a:ea typeface="宋体" panose="02010600030101010101" pitchFamily="2" charset="-122"/>
              </a:rPr>
              <a:t>解</a:t>
            </a:r>
            <a:r>
              <a:rPr kumimoji="0" lang="en-US" altLang="zh-CN" b="1">
                <a:solidFill>
                  <a:srgbClr val="006600"/>
                </a:solidFill>
                <a:latin typeface="Times New Roman" panose="02020603050405020304" pitchFamily="18" charset="0"/>
                <a:ea typeface="宋体" panose="02010600030101010101" pitchFamily="2" charset="-122"/>
              </a:rPr>
              <a:t>】</a:t>
            </a:r>
            <a:r>
              <a:rPr kumimoji="0" lang="en-US" altLang="zh-CN">
                <a:latin typeface="Times New Roman" panose="02020603050405020304" pitchFamily="18" charset="0"/>
                <a:ea typeface="宋体" panose="02010600030101010101" pitchFamily="2" charset="-122"/>
              </a:rPr>
              <a:t> </a:t>
            </a:r>
            <a:r>
              <a:rPr kumimoji="0" lang="zh-CN" altLang="en-US" b="1">
                <a:latin typeface="Times New Roman" panose="02020603050405020304" pitchFamily="18" charset="0"/>
                <a:ea typeface="宋体" panose="02010600030101010101" pitchFamily="2" charset="-122"/>
              </a:rPr>
              <a:t>令  </a:t>
            </a:r>
            <a:r>
              <a:rPr kumimoji="0" lang="en-US" altLang="zh-CN" b="1" i="1">
                <a:latin typeface="Times New Roman" panose="02020603050405020304" pitchFamily="18" charset="0"/>
                <a:ea typeface="宋体" panose="02010600030101010101" pitchFamily="2" charset="-122"/>
              </a:rPr>
              <a:t>p</a:t>
            </a:r>
            <a:r>
              <a:rPr kumimoji="0" lang="zh-CN" altLang="en-US" b="1">
                <a:latin typeface="Times New Roman" panose="02020603050405020304" pitchFamily="18" charset="0"/>
                <a:ea typeface="宋体" panose="02010600030101010101" pitchFamily="2" charset="-122"/>
              </a:rPr>
              <a:t>：我有时间。 </a:t>
            </a:r>
            <a:r>
              <a:rPr kumimoji="0" lang="en-US" altLang="zh-CN" b="1" i="1">
                <a:latin typeface="Times New Roman" panose="02020603050405020304" pitchFamily="18" charset="0"/>
                <a:ea typeface="宋体" panose="02010600030101010101" pitchFamily="2" charset="-122"/>
              </a:rPr>
              <a:t>q</a:t>
            </a:r>
            <a:r>
              <a:rPr kumimoji="0" lang="zh-CN" altLang="en-US" b="1">
                <a:latin typeface="Times New Roman" panose="02020603050405020304" pitchFamily="18" charset="0"/>
                <a:ea typeface="宋体" panose="02010600030101010101" pitchFamily="2" charset="-122"/>
              </a:rPr>
              <a:t>：我去上街。</a:t>
            </a:r>
            <a:r>
              <a:rPr kumimoji="0" lang="en-US" altLang="zh-CN" b="1" i="1">
                <a:latin typeface="Times New Roman" panose="02020603050405020304" pitchFamily="18" charset="0"/>
                <a:ea typeface="宋体" panose="02010600030101010101" pitchFamily="2" charset="-122"/>
              </a:rPr>
              <a:t>r</a:t>
            </a:r>
            <a:r>
              <a:rPr kumimoji="0" lang="zh-CN" altLang="en-US" b="1">
                <a:latin typeface="Times New Roman" panose="02020603050405020304" pitchFamily="18" charset="0"/>
                <a:ea typeface="宋体" panose="02010600030101010101" pitchFamily="2" charset="-122"/>
              </a:rPr>
              <a:t>：我去书店买书。根据题意，前提为：</a:t>
            </a:r>
            <a:r>
              <a:rPr kumimoji="0" lang="en-US" altLang="zh-CN" b="1" i="1">
                <a:latin typeface="Times New Roman" panose="02020603050405020304" pitchFamily="18" charset="0"/>
                <a:ea typeface="宋体" panose="02010600030101010101" pitchFamily="2" charset="-122"/>
              </a:rPr>
              <a:t>p→q</a:t>
            </a:r>
            <a:r>
              <a:rPr kumimoji="0" lang="zh-CN" altLang="en-US"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rPr>
              <a:t>q→r</a:t>
            </a:r>
            <a:r>
              <a:rPr kumimoji="0" lang="zh-CN" altLang="en-US"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rPr>
              <a:t>¬r</a:t>
            </a:r>
            <a:r>
              <a:rPr kumimoji="0" lang="zh-CN" altLang="en-US" b="1">
                <a:latin typeface="Times New Roman" panose="02020603050405020304" pitchFamily="18" charset="0"/>
                <a:ea typeface="宋体" panose="02010600030101010101" pitchFamily="2" charset="-122"/>
              </a:rPr>
              <a:t>；结论为：</a:t>
            </a:r>
            <a:r>
              <a:rPr kumimoji="0" lang="en-US" altLang="zh-CN"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rPr>
              <a:t>p</a:t>
            </a:r>
          </a:p>
        </p:txBody>
      </p:sp>
      <p:sp>
        <p:nvSpPr>
          <p:cNvPr id="117769" name="Rectangle 7">
            <a:extLst>
              <a:ext uri="{FF2B5EF4-FFF2-40B4-BE49-F238E27FC236}">
                <a16:creationId xmlns:a16="http://schemas.microsoft.com/office/drawing/2014/main" id="{D8EDC6B9-8B9B-46BA-B43F-5A552B53F849}"/>
              </a:ext>
            </a:extLst>
          </p:cNvPr>
          <p:cNvSpPr>
            <a:spLocks noChangeArrowheads="1"/>
          </p:cNvSpPr>
          <p:nvPr/>
        </p:nvSpPr>
        <p:spPr bwMode="auto">
          <a:xfrm>
            <a:off x="635000" y="4760913"/>
            <a:ext cx="8040688" cy="12747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zh-CN" altLang="en-US" b="1">
                <a:solidFill>
                  <a:srgbClr val="006600"/>
                </a:solidFill>
                <a:latin typeface="Times New Roman" panose="02020603050405020304" pitchFamily="18" charset="0"/>
                <a:ea typeface="宋体" panose="02010600030101010101" pitchFamily="2" charset="-122"/>
              </a:rPr>
              <a:t>     以下证明</a:t>
            </a:r>
            <a:r>
              <a:rPr kumimoji="0" lang="en-US" altLang="zh-CN" b="1">
                <a:solidFill>
                  <a:srgbClr val="006600"/>
                </a:solidFill>
                <a:latin typeface="Times New Roman" panose="02020603050405020304" pitchFamily="18" charset="0"/>
                <a:ea typeface="宋体" panose="02010600030101010101" pitchFamily="2" charset="-122"/>
              </a:rPr>
              <a:t>¬</a:t>
            </a:r>
            <a:r>
              <a:rPr kumimoji="0" lang="en-US" altLang="zh-CN" b="1" i="1">
                <a:solidFill>
                  <a:srgbClr val="006600"/>
                </a:solidFill>
                <a:latin typeface="Times New Roman" panose="02020603050405020304" pitchFamily="18" charset="0"/>
                <a:ea typeface="宋体" panose="02010600030101010101" pitchFamily="2" charset="-122"/>
              </a:rPr>
              <a:t>p</a:t>
            </a:r>
            <a:r>
              <a:rPr kumimoji="0" lang="zh-CN" altLang="en-US" b="1">
                <a:solidFill>
                  <a:srgbClr val="006600"/>
                </a:solidFill>
                <a:latin typeface="Times New Roman" panose="02020603050405020304" pitchFamily="18" charset="0"/>
                <a:ea typeface="宋体" panose="02010600030101010101" pitchFamily="2" charset="-122"/>
              </a:rPr>
              <a:t>是一组前提 </a:t>
            </a:r>
            <a:r>
              <a:rPr kumimoji="0" lang="en-US" altLang="zh-CN" b="1" i="1">
                <a:solidFill>
                  <a:srgbClr val="006600"/>
                </a:solidFill>
                <a:latin typeface="Times New Roman" panose="02020603050405020304" pitchFamily="18" charset="0"/>
                <a:ea typeface="宋体" panose="02010600030101010101" pitchFamily="2" charset="-122"/>
              </a:rPr>
              <a:t>p </a:t>
            </a:r>
            <a:r>
              <a:rPr kumimoji="0" lang="en-US" altLang="zh-CN" b="1">
                <a:solidFill>
                  <a:srgbClr val="006600"/>
                </a:solidFill>
                <a:latin typeface="Times New Roman" panose="02020603050405020304" pitchFamily="18" charset="0"/>
                <a:ea typeface="宋体" panose="02010600030101010101" pitchFamily="2" charset="-122"/>
              </a:rPr>
              <a:t>→</a:t>
            </a:r>
            <a:r>
              <a:rPr kumimoji="0" lang="en-US" altLang="zh-CN" b="1" i="1">
                <a:solidFill>
                  <a:srgbClr val="006600"/>
                </a:solidFill>
                <a:latin typeface="Times New Roman" panose="02020603050405020304" pitchFamily="18" charset="0"/>
                <a:ea typeface="宋体" panose="02010600030101010101" pitchFamily="2" charset="-122"/>
              </a:rPr>
              <a:t>q</a:t>
            </a:r>
            <a:r>
              <a:rPr kumimoji="0" lang="zh-CN" altLang="en-US" b="1">
                <a:solidFill>
                  <a:srgbClr val="006600"/>
                </a:solidFill>
                <a:latin typeface="Times New Roman" panose="02020603050405020304" pitchFamily="18" charset="0"/>
                <a:ea typeface="宋体" panose="02010600030101010101" pitchFamily="2" charset="-122"/>
              </a:rPr>
              <a:t>，</a:t>
            </a:r>
            <a:r>
              <a:rPr kumimoji="0" lang="en-US" altLang="zh-CN" b="1" i="1">
                <a:solidFill>
                  <a:srgbClr val="006600"/>
                </a:solidFill>
                <a:latin typeface="Times New Roman" panose="02020603050405020304" pitchFamily="18" charset="0"/>
                <a:ea typeface="宋体" panose="02010600030101010101" pitchFamily="2" charset="-122"/>
              </a:rPr>
              <a:t>q </a:t>
            </a:r>
            <a:r>
              <a:rPr kumimoji="0" lang="en-US" altLang="zh-CN" b="1">
                <a:solidFill>
                  <a:srgbClr val="006600"/>
                </a:solidFill>
                <a:latin typeface="Times New Roman" panose="02020603050405020304" pitchFamily="18" charset="0"/>
                <a:ea typeface="宋体" panose="02010600030101010101" pitchFamily="2" charset="-122"/>
              </a:rPr>
              <a:t>→ </a:t>
            </a:r>
            <a:r>
              <a:rPr kumimoji="0" lang="en-US" altLang="zh-CN" b="1" i="1">
                <a:solidFill>
                  <a:srgbClr val="006600"/>
                </a:solidFill>
                <a:latin typeface="Times New Roman" panose="02020603050405020304" pitchFamily="18" charset="0"/>
                <a:ea typeface="宋体" panose="02010600030101010101" pitchFamily="2" charset="-122"/>
              </a:rPr>
              <a:t>r</a:t>
            </a:r>
            <a:r>
              <a:rPr kumimoji="0" lang="zh-CN" altLang="en-US" b="1">
                <a:solidFill>
                  <a:srgbClr val="006600"/>
                </a:solidFill>
                <a:latin typeface="Times New Roman" panose="02020603050405020304" pitchFamily="18" charset="0"/>
                <a:ea typeface="宋体" panose="02010600030101010101" pitchFamily="2" charset="-122"/>
              </a:rPr>
              <a:t>，</a:t>
            </a:r>
            <a:r>
              <a:rPr kumimoji="0" lang="en-US" altLang="zh-CN" b="1">
                <a:solidFill>
                  <a:srgbClr val="006600"/>
                </a:solidFill>
                <a:latin typeface="Times New Roman" panose="02020603050405020304" pitchFamily="18" charset="0"/>
                <a:ea typeface="宋体" panose="02010600030101010101" pitchFamily="2" charset="-122"/>
              </a:rPr>
              <a:t>¬</a:t>
            </a:r>
            <a:r>
              <a:rPr kumimoji="0" lang="en-US" altLang="zh-CN" b="1" i="1">
                <a:solidFill>
                  <a:srgbClr val="006600"/>
                </a:solidFill>
                <a:latin typeface="Times New Roman" panose="02020603050405020304" pitchFamily="18" charset="0"/>
                <a:ea typeface="宋体" panose="02010600030101010101" pitchFamily="2" charset="-122"/>
              </a:rPr>
              <a:t>r</a:t>
            </a:r>
            <a:r>
              <a:rPr kumimoji="0" lang="zh-CN" altLang="en-US" b="1">
                <a:solidFill>
                  <a:srgbClr val="006600"/>
                </a:solidFill>
                <a:latin typeface="Times New Roman" panose="02020603050405020304" pitchFamily="18" charset="0"/>
                <a:ea typeface="宋体" panose="02010600030101010101" pitchFamily="2" charset="-122"/>
              </a:rPr>
              <a:t>的有效结论。即证明：</a:t>
            </a:r>
          </a:p>
          <a:p>
            <a:pPr algn="ctr" eaLnBrk="1" hangingPunct="1">
              <a:buFontTx/>
              <a:buNone/>
            </a:pPr>
            <a:r>
              <a:rPr kumimoji="0" lang="en-US" altLang="zh-CN" b="1">
                <a:solidFill>
                  <a:schemeClr val="accent2"/>
                </a:solidFill>
                <a:latin typeface="Times New Roman" panose="02020603050405020304" pitchFamily="18" charset="0"/>
                <a:ea typeface="宋体" panose="02010600030101010101" pitchFamily="2" charset="-122"/>
              </a:rPr>
              <a:t>( </a:t>
            </a:r>
            <a:r>
              <a:rPr kumimoji="0" lang="en-US" altLang="zh-CN" b="1" i="1">
                <a:solidFill>
                  <a:schemeClr val="accent2"/>
                </a:solidFill>
                <a:latin typeface="Times New Roman" panose="02020603050405020304" pitchFamily="18" charset="0"/>
                <a:ea typeface="宋体" panose="02010600030101010101" pitchFamily="2" charset="-122"/>
              </a:rPr>
              <a:t>p </a:t>
            </a:r>
            <a:r>
              <a:rPr kumimoji="0" lang="en-US" altLang="zh-CN" b="1">
                <a:solidFill>
                  <a:schemeClr val="accent2"/>
                </a:solidFill>
                <a:latin typeface="Times New Roman" panose="02020603050405020304" pitchFamily="18" charset="0"/>
                <a:ea typeface="宋体" panose="02010600030101010101" pitchFamily="2" charset="-122"/>
              </a:rPr>
              <a:t>→</a:t>
            </a:r>
            <a:r>
              <a:rPr kumimoji="0" lang="en-US" altLang="zh-CN" b="1" i="1">
                <a:solidFill>
                  <a:schemeClr val="accent2"/>
                </a:solidFill>
                <a:latin typeface="Times New Roman" panose="02020603050405020304" pitchFamily="18" charset="0"/>
                <a:ea typeface="宋体" panose="02010600030101010101" pitchFamily="2" charset="-122"/>
              </a:rPr>
              <a:t>q </a:t>
            </a:r>
            <a:r>
              <a:rPr kumimoji="0" lang="en-US" altLang="zh-CN" b="1">
                <a:solidFill>
                  <a:schemeClr val="accent2"/>
                </a:solidFill>
                <a:latin typeface="Times New Roman" panose="02020603050405020304" pitchFamily="18" charset="0"/>
                <a:ea typeface="宋体" panose="02010600030101010101" pitchFamily="2" charset="-122"/>
              </a:rPr>
              <a:t>)∧( </a:t>
            </a:r>
            <a:r>
              <a:rPr kumimoji="0" lang="en-US" altLang="zh-CN" b="1" i="1">
                <a:solidFill>
                  <a:schemeClr val="accent2"/>
                </a:solidFill>
                <a:latin typeface="Times New Roman" panose="02020603050405020304" pitchFamily="18" charset="0"/>
                <a:ea typeface="宋体" panose="02010600030101010101" pitchFamily="2" charset="-122"/>
              </a:rPr>
              <a:t>q </a:t>
            </a:r>
            <a:r>
              <a:rPr kumimoji="0" lang="en-US" altLang="zh-CN" b="1">
                <a:solidFill>
                  <a:schemeClr val="accent2"/>
                </a:solidFill>
                <a:latin typeface="Times New Roman" panose="02020603050405020304" pitchFamily="18" charset="0"/>
                <a:ea typeface="宋体" panose="02010600030101010101" pitchFamily="2" charset="-122"/>
              </a:rPr>
              <a:t>→ </a:t>
            </a:r>
            <a:r>
              <a:rPr kumimoji="0" lang="en-US" altLang="zh-CN" b="1" i="1">
                <a:solidFill>
                  <a:schemeClr val="accent2"/>
                </a:solidFill>
                <a:latin typeface="Times New Roman" panose="02020603050405020304" pitchFamily="18" charset="0"/>
                <a:ea typeface="宋体" panose="02010600030101010101" pitchFamily="2" charset="-122"/>
              </a:rPr>
              <a:t>r </a:t>
            </a:r>
            <a:r>
              <a:rPr kumimoji="0" lang="en-US" altLang="zh-CN" b="1">
                <a:solidFill>
                  <a:schemeClr val="accent2"/>
                </a:solidFill>
                <a:latin typeface="Times New Roman" panose="02020603050405020304" pitchFamily="18" charset="0"/>
                <a:ea typeface="宋体" panose="02010600030101010101" pitchFamily="2" charset="-122"/>
              </a:rPr>
              <a:t>)∧ ¬ </a:t>
            </a:r>
            <a:r>
              <a:rPr kumimoji="0" lang="en-US" altLang="zh-CN" b="1" i="1">
                <a:solidFill>
                  <a:schemeClr val="accent2"/>
                </a:solidFill>
                <a:latin typeface="Times New Roman" panose="02020603050405020304" pitchFamily="18" charset="0"/>
                <a:ea typeface="宋体" panose="02010600030101010101" pitchFamily="2" charset="-122"/>
              </a:rPr>
              <a:t>r </a:t>
            </a:r>
            <a:r>
              <a:rPr kumimoji="0" lang="en-US" altLang="zh-CN" b="1">
                <a:solidFill>
                  <a:schemeClr val="accent2"/>
                </a:solidFill>
                <a:latin typeface="Times New Roman" panose="02020603050405020304" pitchFamily="18" charset="0"/>
                <a:ea typeface="宋体" panose="02010600030101010101" pitchFamily="2" charset="-122"/>
                <a:sym typeface="Symbol" panose="05050102010706020507" pitchFamily="18" charset="2"/>
              </a:rPr>
              <a:t> </a:t>
            </a:r>
            <a:r>
              <a:rPr kumimoji="0" lang="en-US" altLang="zh-CN" b="1">
                <a:solidFill>
                  <a:schemeClr val="accent2"/>
                </a:solidFill>
                <a:latin typeface="Times New Roman" panose="02020603050405020304" pitchFamily="18" charset="0"/>
                <a:ea typeface="宋体" panose="02010600030101010101" pitchFamily="2" charset="-122"/>
              </a:rPr>
              <a:t>¬</a:t>
            </a:r>
            <a:r>
              <a:rPr kumimoji="0" lang="en-US" altLang="zh-CN" b="1" i="1">
                <a:solidFill>
                  <a:schemeClr val="accent2"/>
                </a:solidFill>
                <a:latin typeface="Times New Roman" panose="02020603050405020304" pitchFamily="18" charset="0"/>
                <a:ea typeface="宋体" panose="02010600030101010101" pitchFamily="2" charset="-122"/>
              </a:rPr>
              <a:t>p</a:t>
            </a:r>
            <a:r>
              <a:rPr kumimoji="0" lang="en-US" altLang="zh-CN">
                <a:latin typeface="Times New Roman" panose="02020603050405020304" pitchFamily="18" charset="0"/>
                <a:ea typeface="宋体" panose="02010600030101010101" pitchFamily="2" charset="-122"/>
              </a:rPr>
              <a:t>    </a:t>
            </a:r>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日期占位符 3">
            <a:extLst>
              <a:ext uri="{FF2B5EF4-FFF2-40B4-BE49-F238E27FC236}">
                <a16:creationId xmlns:a16="http://schemas.microsoft.com/office/drawing/2014/main" id="{6638997A-D7E0-4B75-82F2-8EA0F21E7B7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4B5A0EB-3750-4963-81DA-EE3D541FB69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8787" name="页脚占位符 4">
            <a:extLst>
              <a:ext uri="{FF2B5EF4-FFF2-40B4-BE49-F238E27FC236}">
                <a16:creationId xmlns:a16="http://schemas.microsoft.com/office/drawing/2014/main" id="{C5F48561-40A3-44B1-BB47-F8C26DEFBC4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8788" name="灯片编号占位符 5">
            <a:extLst>
              <a:ext uri="{FF2B5EF4-FFF2-40B4-BE49-F238E27FC236}">
                <a16:creationId xmlns:a16="http://schemas.microsoft.com/office/drawing/2014/main" id="{48BCC786-C565-4016-98A3-F68C0ADD1C2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6441B7D-0F3C-40E5-855A-F1A382DF6AF2}" type="slidenum">
              <a:rPr lang="en-US" altLang="zh-CN" sz="1400" smtClean="0">
                <a:latin typeface="Times New Roman" panose="02020603050405020304" pitchFamily="18" charset="0"/>
                <a:ea typeface="宋体" panose="02010600030101010101" pitchFamily="2" charset="-122"/>
              </a:rPr>
              <a:pPr>
                <a:spcBef>
                  <a:spcPct val="0"/>
                </a:spcBef>
                <a:buFontTx/>
                <a:buNone/>
              </a:pPr>
              <a:t>113</a:t>
            </a:fld>
            <a:endParaRPr lang="en-US" altLang="zh-CN" sz="1400">
              <a:latin typeface="Times New Roman" panose="02020603050405020304" pitchFamily="18" charset="0"/>
              <a:ea typeface="宋体" panose="02010600030101010101" pitchFamily="2" charset="-122"/>
            </a:endParaRPr>
          </a:p>
        </p:txBody>
      </p:sp>
      <p:sp>
        <p:nvSpPr>
          <p:cNvPr id="118789" name="Text Box 2">
            <a:extLst>
              <a:ext uri="{FF2B5EF4-FFF2-40B4-BE49-F238E27FC236}">
                <a16:creationId xmlns:a16="http://schemas.microsoft.com/office/drawing/2014/main" id="{C58E8BB4-146B-46CB-B36B-E7B35BE01003}"/>
              </a:ext>
            </a:extLst>
          </p:cNvPr>
          <p:cNvSpPr txBox="1">
            <a:spLocks noChangeArrowheads="1"/>
          </p:cNvSpPr>
          <p:nvPr/>
        </p:nvSpPr>
        <p:spPr bwMode="auto">
          <a:xfrm>
            <a:off x="1371600" y="69215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真值表证明法</a:t>
            </a:r>
          </a:p>
        </p:txBody>
      </p:sp>
      <p:pic>
        <p:nvPicPr>
          <p:cNvPr id="118790" name="Picture 6" descr="C:\Program Files\Microsoft Office\MEDIA\CAGCAT10\j0293844.wmf">
            <a:extLst>
              <a:ext uri="{FF2B5EF4-FFF2-40B4-BE49-F238E27FC236}">
                <a16:creationId xmlns:a16="http://schemas.microsoft.com/office/drawing/2014/main" id="{C1828A23-6A7D-4F0B-8E07-ABC82A9FFB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810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791" name="Rectangle 7">
            <a:extLst>
              <a:ext uri="{FF2B5EF4-FFF2-40B4-BE49-F238E27FC236}">
                <a16:creationId xmlns:a16="http://schemas.microsoft.com/office/drawing/2014/main" id="{492FC3B6-95BE-4965-851F-BBFFA9F543B9}"/>
              </a:ext>
            </a:extLst>
          </p:cNvPr>
          <p:cNvSpPr>
            <a:spLocks noChangeArrowheads="1"/>
          </p:cNvSpPr>
          <p:nvPr/>
        </p:nvSpPr>
        <p:spPr bwMode="auto">
          <a:xfrm>
            <a:off x="827088" y="1773238"/>
            <a:ext cx="6121400" cy="4619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zh-CN" altLang="en-US" b="1">
                <a:latin typeface="Times New Roman" panose="02020603050405020304" pitchFamily="18" charset="0"/>
                <a:ea typeface="宋体" panose="02010600030101010101" pitchFamily="2" charset="-122"/>
              </a:rPr>
              <a:t>建立公式</a:t>
            </a:r>
            <a:r>
              <a:rPr kumimoji="0" lang="en-US" altLang="zh-CN" b="1" i="1">
                <a:latin typeface="Times New Roman" panose="02020603050405020304" pitchFamily="18" charset="0"/>
                <a:ea typeface="宋体" panose="02010600030101010101" pitchFamily="2" charset="-122"/>
              </a:rPr>
              <a:t>p</a:t>
            </a:r>
            <a:r>
              <a:rPr kumimoji="0" lang="en-US" altLang="zh-CN"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rPr>
              <a:t>q</a:t>
            </a:r>
            <a:r>
              <a:rPr kumimoji="0" lang="zh-CN" altLang="en-US"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rPr>
              <a:t>q</a:t>
            </a:r>
            <a:r>
              <a:rPr kumimoji="0" lang="en-US" altLang="zh-CN"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rPr>
              <a:t>r</a:t>
            </a:r>
            <a:r>
              <a:rPr kumimoji="0" lang="zh-CN" altLang="en-US" b="1">
                <a:latin typeface="Times New Roman" panose="02020603050405020304" pitchFamily="18" charset="0"/>
                <a:ea typeface="宋体" panose="02010600030101010101" pitchFamily="2" charset="-122"/>
              </a:rPr>
              <a:t>，</a:t>
            </a:r>
            <a:r>
              <a:rPr kumimoji="0" lang="en-US" altLang="zh-CN"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rPr>
              <a:t>r</a:t>
            </a:r>
            <a:r>
              <a:rPr kumimoji="0" lang="zh-CN" altLang="en-US" b="1">
                <a:latin typeface="Times New Roman" panose="02020603050405020304" pitchFamily="18" charset="0"/>
                <a:ea typeface="宋体" panose="02010600030101010101" pitchFamily="2" charset="-122"/>
              </a:rPr>
              <a:t>，</a:t>
            </a:r>
            <a:r>
              <a:rPr kumimoji="0" lang="en-US" altLang="zh-CN"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rPr>
              <a:t>p</a:t>
            </a:r>
            <a:r>
              <a:rPr kumimoji="0" lang="zh-CN" altLang="en-US" b="1">
                <a:latin typeface="Times New Roman" panose="02020603050405020304" pitchFamily="18" charset="0"/>
                <a:ea typeface="宋体" panose="02010600030101010101" pitchFamily="2" charset="-122"/>
              </a:rPr>
              <a:t>的真值表：</a:t>
            </a:r>
          </a:p>
        </p:txBody>
      </p:sp>
      <p:grpSp>
        <p:nvGrpSpPr>
          <p:cNvPr id="118792" name="Group 8">
            <a:extLst>
              <a:ext uri="{FF2B5EF4-FFF2-40B4-BE49-F238E27FC236}">
                <a16:creationId xmlns:a16="http://schemas.microsoft.com/office/drawing/2014/main" id="{325E00A2-E22F-4BD6-9B0C-796482D484BD}"/>
              </a:ext>
            </a:extLst>
          </p:cNvPr>
          <p:cNvGrpSpPr>
            <a:grpSpLocks/>
          </p:cNvGrpSpPr>
          <p:nvPr/>
        </p:nvGrpSpPr>
        <p:grpSpPr bwMode="auto">
          <a:xfrm>
            <a:off x="1370013" y="2276475"/>
            <a:ext cx="7162800" cy="2808288"/>
            <a:chOff x="480" y="2040"/>
            <a:chExt cx="4512" cy="1944"/>
          </a:xfrm>
        </p:grpSpPr>
        <p:grpSp>
          <p:nvGrpSpPr>
            <p:cNvPr id="118794" name="Group 9">
              <a:extLst>
                <a:ext uri="{FF2B5EF4-FFF2-40B4-BE49-F238E27FC236}">
                  <a16:creationId xmlns:a16="http://schemas.microsoft.com/office/drawing/2014/main" id="{A10600D5-CD20-4399-AB1F-61E04114FB01}"/>
                </a:ext>
              </a:extLst>
            </p:cNvPr>
            <p:cNvGrpSpPr>
              <a:grpSpLocks/>
            </p:cNvGrpSpPr>
            <p:nvPr/>
          </p:nvGrpSpPr>
          <p:grpSpPr bwMode="auto">
            <a:xfrm>
              <a:off x="480" y="2040"/>
              <a:ext cx="560" cy="296"/>
              <a:chOff x="0" y="317"/>
              <a:chExt cx="156" cy="428"/>
            </a:xfrm>
          </p:grpSpPr>
          <p:sp>
            <p:nvSpPr>
              <p:cNvPr id="118979" name="Rectangle 10">
                <a:extLst>
                  <a:ext uri="{FF2B5EF4-FFF2-40B4-BE49-F238E27FC236}">
                    <a16:creationId xmlns:a16="http://schemas.microsoft.com/office/drawing/2014/main" id="{1CFCF402-00EB-436C-8B9E-B0136B4E3228}"/>
                  </a:ext>
                </a:extLst>
              </p:cNvPr>
              <p:cNvSpPr>
                <a:spLocks noChangeArrowheads="1"/>
              </p:cNvSpPr>
              <p:nvPr/>
            </p:nvSpPr>
            <p:spPr bwMode="auto">
              <a:xfrm>
                <a:off x="4" y="321"/>
                <a:ext cx="148" cy="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i="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i="1">
                    <a:latin typeface="Times New Roman" panose="02020603050405020304" pitchFamily="18" charset="0"/>
                    <a:ea typeface="宋体" panose="02010600030101010101" pitchFamily="2" charset="-122"/>
                    <a:cs typeface="Times New Roman" panose="02020603050405020304" pitchFamily="18" charset="0"/>
                  </a:rPr>
                  <a:t>p</a:t>
                </a: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80" name="Rectangle 11">
                <a:extLst>
                  <a:ext uri="{FF2B5EF4-FFF2-40B4-BE49-F238E27FC236}">
                    <a16:creationId xmlns:a16="http://schemas.microsoft.com/office/drawing/2014/main" id="{F43C4E82-DBCC-46ED-9E88-03BB2610924F}"/>
                  </a:ext>
                </a:extLst>
              </p:cNvPr>
              <p:cNvSpPr>
                <a:spLocks noChangeArrowheads="1"/>
              </p:cNvSpPr>
              <p:nvPr/>
            </p:nvSpPr>
            <p:spPr bwMode="auto">
              <a:xfrm>
                <a:off x="0" y="317"/>
                <a:ext cx="156" cy="42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795" name="Group 12">
              <a:extLst>
                <a:ext uri="{FF2B5EF4-FFF2-40B4-BE49-F238E27FC236}">
                  <a16:creationId xmlns:a16="http://schemas.microsoft.com/office/drawing/2014/main" id="{6CEA0E43-D01B-42D5-BB15-E5191947B2F0}"/>
                </a:ext>
              </a:extLst>
            </p:cNvPr>
            <p:cNvGrpSpPr>
              <a:grpSpLocks/>
            </p:cNvGrpSpPr>
            <p:nvPr/>
          </p:nvGrpSpPr>
          <p:grpSpPr bwMode="auto">
            <a:xfrm>
              <a:off x="1040" y="2040"/>
              <a:ext cx="560" cy="296"/>
              <a:chOff x="156" y="317"/>
              <a:chExt cx="156" cy="428"/>
            </a:xfrm>
          </p:grpSpPr>
          <p:sp>
            <p:nvSpPr>
              <p:cNvPr id="118977" name="Rectangle 13">
                <a:extLst>
                  <a:ext uri="{FF2B5EF4-FFF2-40B4-BE49-F238E27FC236}">
                    <a16:creationId xmlns:a16="http://schemas.microsoft.com/office/drawing/2014/main" id="{EEF10FA4-8EA8-47CE-8B09-13C2E5A16859}"/>
                  </a:ext>
                </a:extLst>
              </p:cNvPr>
              <p:cNvSpPr>
                <a:spLocks noChangeArrowheads="1"/>
              </p:cNvSpPr>
              <p:nvPr/>
            </p:nvSpPr>
            <p:spPr bwMode="auto">
              <a:xfrm>
                <a:off x="160" y="321"/>
                <a:ext cx="148" cy="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i="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i="1">
                    <a:latin typeface="Times New Roman" panose="02020603050405020304" pitchFamily="18" charset="0"/>
                    <a:ea typeface="宋体" panose="02010600030101010101" pitchFamily="2" charset="-122"/>
                    <a:cs typeface="Times New Roman" panose="02020603050405020304" pitchFamily="18" charset="0"/>
                  </a:rPr>
                  <a:t>q</a:t>
                </a: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78" name="Rectangle 14">
                <a:extLst>
                  <a:ext uri="{FF2B5EF4-FFF2-40B4-BE49-F238E27FC236}">
                    <a16:creationId xmlns:a16="http://schemas.microsoft.com/office/drawing/2014/main" id="{E7049534-C713-4903-A144-AC03A555F7C1}"/>
                  </a:ext>
                </a:extLst>
              </p:cNvPr>
              <p:cNvSpPr>
                <a:spLocks noChangeArrowheads="1"/>
              </p:cNvSpPr>
              <p:nvPr/>
            </p:nvSpPr>
            <p:spPr bwMode="auto">
              <a:xfrm>
                <a:off x="156" y="317"/>
                <a:ext cx="156" cy="42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796" name="Group 15">
              <a:extLst>
                <a:ext uri="{FF2B5EF4-FFF2-40B4-BE49-F238E27FC236}">
                  <a16:creationId xmlns:a16="http://schemas.microsoft.com/office/drawing/2014/main" id="{494FD9ED-2E58-4EF3-B98C-999EC8C2EA5B}"/>
                </a:ext>
              </a:extLst>
            </p:cNvPr>
            <p:cNvGrpSpPr>
              <a:grpSpLocks/>
            </p:cNvGrpSpPr>
            <p:nvPr/>
          </p:nvGrpSpPr>
          <p:grpSpPr bwMode="auto">
            <a:xfrm>
              <a:off x="1600" y="2040"/>
              <a:ext cx="560" cy="296"/>
              <a:chOff x="312" y="317"/>
              <a:chExt cx="156" cy="428"/>
            </a:xfrm>
          </p:grpSpPr>
          <p:sp>
            <p:nvSpPr>
              <p:cNvPr id="118975" name="Rectangle 16">
                <a:extLst>
                  <a:ext uri="{FF2B5EF4-FFF2-40B4-BE49-F238E27FC236}">
                    <a16:creationId xmlns:a16="http://schemas.microsoft.com/office/drawing/2014/main" id="{5CC15F1B-50C0-4AD9-BDE3-F2F1B6885ADA}"/>
                  </a:ext>
                </a:extLst>
              </p:cNvPr>
              <p:cNvSpPr>
                <a:spLocks noChangeArrowheads="1"/>
              </p:cNvSpPr>
              <p:nvPr/>
            </p:nvSpPr>
            <p:spPr bwMode="auto">
              <a:xfrm>
                <a:off x="316" y="321"/>
                <a:ext cx="148" cy="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i="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i="1">
                    <a:latin typeface="Times New Roman" panose="02020603050405020304" pitchFamily="18" charset="0"/>
                    <a:ea typeface="宋体" panose="02010600030101010101" pitchFamily="2" charset="-122"/>
                    <a:cs typeface="Times New Roman" panose="02020603050405020304" pitchFamily="18" charset="0"/>
                  </a:rPr>
                  <a:t>r</a:t>
                </a: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76" name="Rectangle 17">
                <a:extLst>
                  <a:ext uri="{FF2B5EF4-FFF2-40B4-BE49-F238E27FC236}">
                    <a16:creationId xmlns:a16="http://schemas.microsoft.com/office/drawing/2014/main" id="{AE223EE5-5758-47FA-949A-67A5579C93B5}"/>
                  </a:ext>
                </a:extLst>
              </p:cNvPr>
              <p:cNvSpPr>
                <a:spLocks noChangeArrowheads="1"/>
              </p:cNvSpPr>
              <p:nvPr/>
            </p:nvSpPr>
            <p:spPr bwMode="auto">
              <a:xfrm>
                <a:off x="312" y="317"/>
                <a:ext cx="156" cy="42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797" name="Group 18">
              <a:extLst>
                <a:ext uri="{FF2B5EF4-FFF2-40B4-BE49-F238E27FC236}">
                  <a16:creationId xmlns:a16="http://schemas.microsoft.com/office/drawing/2014/main" id="{E06FCED6-983D-40A0-B31B-E1E21038A8A7}"/>
                </a:ext>
              </a:extLst>
            </p:cNvPr>
            <p:cNvGrpSpPr>
              <a:grpSpLocks/>
            </p:cNvGrpSpPr>
            <p:nvPr/>
          </p:nvGrpSpPr>
          <p:grpSpPr bwMode="auto">
            <a:xfrm>
              <a:off x="2160" y="2040"/>
              <a:ext cx="707" cy="296"/>
              <a:chOff x="468" y="317"/>
              <a:chExt cx="197" cy="428"/>
            </a:xfrm>
          </p:grpSpPr>
          <p:sp>
            <p:nvSpPr>
              <p:cNvPr id="118973" name="Rectangle 19">
                <a:extLst>
                  <a:ext uri="{FF2B5EF4-FFF2-40B4-BE49-F238E27FC236}">
                    <a16:creationId xmlns:a16="http://schemas.microsoft.com/office/drawing/2014/main" id="{E4BA7C4F-0581-40D6-81CC-A20C54965B29}"/>
                  </a:ext>
                </a:extLst>
              </p:cNvPr>
              <p:cNvSpPr>
                <a:spLocks noChangeArrowheads="1"/>
              </p:cNvSpPr>
              <p:nvPr/>
            </p:nvSpPr>
            <p:spPr bwMode="auto">
              <a:xfrm>
                <a:off x="472" y="321"/>
                <a:ext cx="189" cy="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i="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i="1">
                    <a:latin typeface="Times New Roman" panose="02020603050405020304" pitchFamily="18" charset="0"/>
                    <a:ea typeface="宋体" panose="02010600030101010101" pitchFamily="2" charset="-122"/>
                    <a:cs typeface="Times New Roman" panose="02020603050405020304" pitchFamily="18" charset="0"/>
                  </a:rPr>
                  <a:t>p</a:t>
                </a:r>
                <a:r>
                  <a:rPr kumimoji="0" lang="en-US" altLang="zh-CN" sz="1800" b="1">
                    <a:latin typeface="宋体" panose="02010600030101010101" pitchFamily="2" charset="-122"/>
                    <a:ea typeface="宋体" panose="02010600030101010101" pitchFamily="2" charset="-122"/>
                    <a:cs typeface="Times New Roman" panose="02020603050405020304" pitchFamily="18" charset="0"/>
                  </a:rPr>
                  <a:t>→</a:t>
                </a:r>
                <a:r>
                  <a:rPr kumimoji="0" lang="en-US" altLang="zh-CN" sz="1800" b="1" i="1">
                    <a:latin typeface="Times New Roman" panose="02020603050405020304" pitchFamily="18" charset="0"/>
                    <a:ea typeface="宋体" panose="02010600030101010101" pitchFamily="2" charset="-122"/>
                    <a:cs typeface="Times New Roman" panose="02020603050405020304" pitchFamily="18" charset="0"/>
                  </a:rPr>
                  <a:t>q</a:t>
                </a: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74" name="Rectangle 20">
                <a:extLst>
                  <a:ext uri="{FF2B5EF4-FFF2-40B4-BE49-F238E27FC236}">
                    <a16:creationId xmlns:a16="http://schemas.microsoft.com/office/drawing/2014/main" id="{ACA27B4E-E6C7-41C3-A8D6-C8ABDDAB928F}"/>
                  </a:ext>
                </a:extLst>
              </p:cNvPr>
              <p:cNvSpPr>
                <a:spLocks noChangeArrowheads="1"/>
              </p:cNvSpPr>
              <p:nvPr/>
            </p:nvSpPr>
            <p:spPr bwMode="auto">
              <a:xfrm>
                <a:off x="468" y="317"/>
                <a:ext cx="197" cy="42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798" name="Group 21">
              <a:extLst>
                <a:ext uri="{FF2B5EF4-FFF2-40B4-BE49-F238E27FC236}">
                  <a16:creationId xmlns:a16="http://schemas.microsoft.com/office/drawing/2014/main" id="{70E13223-6F99-40D8-A88D-0E1CF72F729E}"/>
                </a:ext>
              </a:extLst>
            </p:cNvPr>
            <p:cNvGrpSpPr>
              <a:grpSpLocks/>
            </p:cNvGrpSpPr>
            <p:nvPr/>
          </p:nvGrpSpPr>
          <p:grpSpPr bwMode="auto">
            <a:xfrm>
              <a:off x="2867" y="2040"/>
              <a:ext cx="707" cy="296"/>
              <a:chOff x="665" y="317"/>
              <a:chExt cx="197" cy="428"/>
            </a:xfrm>
          </p:grpSpPr>
          <p:sp>
            <p:nvSpPr>
              <p:cNvPr id="118971" name="Rectangle 22">
                <a:extLst>
                  <a:ext uri="{FF2B5EF4-FFF2-40B4-BE49-F238E27FC236}">
                    <a16:creationId xmlns:a16="http://schemas.microsoft.com/office/drawing/2014/main" id="{A6565731-98CF-4DBA-A0D6-661015872C20}"/>
                  </a:ext>
                </a:extLst>
              </p:cNvPr>
              <p:cNvSpPr>
                <a:spLocks noChangeArrowheads="1"/>
              </p:cNvSpPr>
              <p:nvPr/>
            </p:nvSpPr>
            <p:spPr bwMode="auto">
              <a:xfrm>
                <a:off x="669" y="321"/>
                <a:ext cx="189" cy="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i="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i="1">
                    <a:latin typeface="Times New Roman" panose="02020603050405020304" pitchFamily="18" charset="0"/>
                    <a:ea typeface="宋体" panose="02010600030101010101" pitchFamily="2" charset="-122"/>
                    <a:cs typeface="Times New Roman" panose="02020603050405020304" pitchFamily="18" charset="0"/>
                  </a:rPr>
                  <a:t>q</a:t>
                </a:r>
                <a:r>
                  <a:rPr kumimoji="0" lang="en-US" altLang="zh-CN" sz="1800" b="1">
                    <a:latin typeface="宋体" panose="02010600030101010101" pitchFamily="2" charset="-122"/>
                    <a:ea typeface="宋体" panose="02010600030101010101" pitchFamily="2" charset="-122"/>
                    <a:cs typeface="Times New Roman" panose="02020603050405020304" pitchFamily="18" charset="0"/>
                  </a:rPr>
                  <a:t>→</a:t>
                </a:r>
                <a:r>
                  <a:rPr kumimoji="0" lang="en-US" altLang="zh-CN" sz="1800" b="1" i="1">
                    <a:latin typeface="Times New Roman" panose="02020603050405020304" pitchFamily="18" charset="0"/>
                    <a:ea typeface="宋体" panose="02010600030101010101" pitchFamily="2" charset="-122"/>
                    <a:cs typeface="Times New Roman" panose="02020603050405020304" pitchFamily="18" charset="0"/>
                  </a:rPr>
                  <a:t>r</a:t>
                </a: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72" name="Rectangle 23">
                <a:extLst>
                  <a:ext uri="{FF2B5EF4-FFF2-40B4-BE49-F238E27FC236}">
                    <a16:creationId xmlns:a16="http://schemas.microsoft.com/office/drawing/2014/main" id="{712DED3E-AB1C-4D83-930D-D4800F351E79}"/>
                  </a:ext>
                </a:extLst>
              </p:cNvPr>
              <p:cNvSpPr>
                <a:spLocks noChangeArrowheads="1"/>
              </p:cNvSpPr>
              <p:nvPr/>
            </p:nvSpPr>
            <p:spPr bwMode="auto">
              <a:xfrm>
                <a:off x="665" y="317"/>
                <a:ext cx="197" cy="42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799" name="Group 24">
              <a:extLst>
                <a:ext uri="{FF2B5EF4-FFF2-40B4-BE49-F238E27FC236}">
                  <a16:creationId xmlns:a16="http://schemas.microsoft.com/office/drawing/2014/main" id="{946CCB5E-1D69-4A5C-BEF4-678EB9F95D6A}"/>
                </a:ext>
              </a:extLst>
            </p:cNvPr>
            <p:cNvGrpSpPr>
              <a:grpSpLocks/>
            </p:cNvGrpSpPr>
            <p:nvPr/>
          </p:nvGrpSpPr>
          <p:grpSpPr bwMode="auto">
            <a:xfrm>
              <a:off x="3574" y="2040"/>
              <a:ext cx="707" cy="296"/>
              <a:chOff x="862" y="317"/>
              <a:chExt cx="197" cy="428"/>
            </a:xfrm>
          </p:grpSpPr>
          <p:sp>
            <p:nvSpPr>
              <p:cNvPr id="118969" name="Rectangle 25">
                <a:extLst>
                  <a:ext uri="{FF2B5EF4-FFF2-40B4-BE49-F238E27FC236}">
                    <a16:creationId xmlns:a16="http://schemas.microsoft.com/office/drawing/2014/main" id="{F62ED004-CCD7-46E9-8E79-D41A716A0425}"/>
                  </a:ext>
                </a:extLst>
              </p:cNvPr>
              <p:cNvSpPr>
                <a:spLocks noChangeArrowheads="1"/>
              </p:cNvSpPr>
              <p:nvPr/>
            </p:nvSpPr>
            <p:spPr bwMode="auto">
              <a:xfrm>
                <a:off x="866" y="321"/>
                <a:ext cx="189" cy="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宋体" panose="02010600030101010101" pitchFamily="2" charset="-122"/>
                  <a:ea typeface="宋体" panose="02010600030101010101" pitchFamily="2" charset="-122"/>
                </a:endParaRPr>
              </a:p>
              <a:p>
                <a:pPr algn="ctr" eaLnBrk="1" hangingPunct="1">
                  <a:spcBef>
                    <a:spcPct val="0"/>
                  </a:spcBef>
                  <a:buFontTx/>
                  <a:buNone/>
                </a:pPr>
                <a:r>
                  <a:rPr kumimoji="0" lang="en-US" altLang="zh-CN" sz="1800" b="1">
                    <a:latin typeface="Arial" panose="020B0604020202020204" pitchFamily="34" charset="0"/>
                    <a:ea typeface="宋体" panose="02010600030101010101" pitchFamily="2" charset="-122"/>
                  </a:rPr>
                  <a:t>¬</a:t>
                </a:r>
                <a:r>
                  <a:rPr kumimoji="0" lang="en-US" altLang="zh-CN" sz="1800" b="1" i="1">
                    <a:latin typeface="Times New Roman" panose="02020603050405020304" pitchFamily="18" charset="0"/>
                    <a:ea typeface="宋体" panose="02010600030101010101" pitchFamily="2" charset="-122"/>
                    <a:cs typeface="Times New Roman" panose="02020603050405020304" pitchFamily="18" charset="0"/>
                  </a:rPr>
                  <a:t>r</a:t>
                </a:r>
                <a:endParaRPr kumimoji="0" lang="en-US" altLang="zh-CN" sz="1800" b="1">
                  <a:latin typeface="Arial" panose="020B0604020202020204" pitchFamily="34" charset="0"/>
                  <a:ea typeface="宋体" panose="02010600030101010101" pitchFamily="2" charset="-122"/>
                </a:endParaRPr>
              </a:p>
              <a:p>
                <a:pPr algn="ctr">
                  <a:spcBef>
                    <a:spcPct val="0"/>
                  </a:spcBef>
                  <a:buFontTx/>
                  <a:buNone/>
                </a:pPr>
                <a:endParaRPr kumimoji="0" lang="en-US" altLang="zh-CN" sz="1800" b="1">
                  <a:latin typeface="Arial" panose="020B0604020202020204" pitchFamily="34" charset="0"/>
                  <a:ea typeface="宋体" panose="02010600030101010101" pitchFamily="2" charset="-122"/>
                </a:endParaRPr>
              </a:p>
            </p:txBody>
          </p:sp>
          <p:sp>
            <p:nvSpPr>
              <p:cNvPr id="118970" name="Rectangle 26">
                <a:extLst>
                  <a:ext uri="{FF2B5EF4-FFF2-40B4-BE49-F238E27FC236}">
                    <a16:creationId xmlns:a16="http://schemas.microsoft.com/office/drawing/2014/main" id="{1352FF70-57A5-4DDA-8EA4-1ED807DD0306}"/>
                  </a:ext>
                </a:extLst>
              </p:cNvPr>
              <p:cNvSpPr>
                <a:spLocks noChangeArrowheads="1"/>
              </p:cNvSpPr>
              <p:nvPr/>
            </p:nvSpPr>
            <p:spPr bwMode="auto">
              <a:xfrm>
                <a:off x="862" y="317"/>
                <a:ext cx="197" cy="42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00" name="Group 27">
              <a:extLst>
                <a:ext uri="{FF2B5EF4-FFF2-40B4-BE49-F238E27FC236}">
                  <a16:creationId xmlns:a16="http://schemas.microsoft.com/office/drawing/2014/main" id="{90F22C52-BA59-4721-BC82-BCCF1ABA6210}"/>
                </a:ext>
              </a:extLst>
            </p:cNvPr>
            <p:cNvGrpSpPr>
              <a:grpSpLocks/>
            </p:cNvGrpSpPr>
            <p:nvPr/>
          </p:nvGrpSpPr>
          <p:grpSpPr bwMode="auto">
            <a:xfrm>
              <a:off x="4281" y="2040"/>
              <a:ext cx="711" cy="296"/>
              <a:chOff x="1059" y="317"/>
              <a:chExt cx="198" cy="428"/>
            </a:xfrm>
          </p:grpSpPr>
          <p:sp>
            <p:nvSpPr>
              <p:cNvPr id="118967" name="Rectangle 28">
                <a:extLst>
                  <a:ext uri="{FF2B5EF4-FFF2-40B4-BE49-F238E27FC236}">
                    <a16:creationId xmlns:a16="http://schemas.microsoft.com/office/drawing/2014/main" id="{CB9A2379-D023-4B5F-83F7-08E2E5104F6C}"/>
                  </a:ext>
                </a:extLst>
              </p:cNvPr>
              <p:cNvSpPr>
                <a:spLocks noChangeArrowheads="1"/>
              </p:cNvSpPr>
              <p:nvPr/>
            </p:nvSpPr>
            <p:spPr bwMode="auto">
              <a:xfrm>
                <a:off x="1063" y="321"/>
                <a:ext cx="190" cy="4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宋体" panose="02010600030101010101" pitchFamily="2" charset="-122"/>
                  <a:ea typeface="宋体" panose="02010600030101010101" pitchFamily="2" charset="-122"/>
                </a:endParaRPr>
              </a:p>
              <a:p>
                <a:pPr algn="ctr" eaLnBrk="1" hangingPunct="1">
                  <a:spcBef>
                    <a:spcPct val="0"/>
                  </a:spcBef>
                  <a:buFontTx/>
                  <a:buNone/>
                </a:pPr>
                <a:r>
                  <a:rPr kumimoji="0" lang="en-US" altLang="zh-CN" sz="1800" b="1">
                    <a:latin typeface="Arial" panose="020B0604020202020204" pitchFamily="34" charset="0"/>
                    <a:ea typeface="宋体" panose="02010600030101010101" pitchFamily="2" charset="-122"/>
                  </a:rPr>
                  <a:t>¬</a:t>
                </a:r>
                <a:r>
                  <a:rPr kumimoji="0" lang="en-US" altLang="zh-CN" sz="1800" b="1" i="1">
                    <a:latin typeface="Times New Roman" panose="02020603050405020304" pitchFamily="18" charset="0"/>
                    <a:ea typeface="宋体" panose="02010600030101010101" pitchFamily="2" charset="-122"/>
                    <a:cs typeface="Times New Roman" panose="02020603050405020304" pitchFamily="18" charset="0"/>
                  </a:rPr>
                  <a:t>p</a:t>
                </a: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a:spcBef>
                    <a:spcPct val="0"/>
                  </a:spcBef>
                  <a:buFontTx/>
                  <a:buNone/>
                </a:pPr>
                <a:endParaRPr kumimoji="0" lang="en-US" altLang="zh-CN" sz="1800" b="1">
                  <a:latin typeface="Arial" panose="020B0604020202020204" pitchFamily="34" charset="0"/>
                  <a:ea typeface="宋体" panose="02010600030101010101" pitchFamily="2" charset="-122"/>
                </a:endParaRPr>
              </a:p>
            </p:txBody>
          </p:sp>
          <p:sp>
            <p:nvSpPr>
              <p:cNvPr id="118968" name="Rectangle 29">
                <a:extLst>
                  <a:ext uri="{FF2B5EF4-FFF2-40B4-BE49-F238E27FC236}">
                    <a16:creationId xmlns:a16="http://schemas.microsoft.com/office/drawing/2014/main" id="{BB6FA79F-063E-416A-B70F-8238D414645C}"/>
                  </a:ext>
                </a:extLst>
              </p:cNvPr>
              <p:cNvSpPr>
                <a:spLocks noChangeArrowheads="1"/>
              </p:cNvSpPr>
              <p:nvPr/>
            </p:nvSpPr>
            <p:spPr bwMode="auto">
              <a:xfrm>
                <a:off x="1059" y="317"/>
                <a:ext cx="198" cy="428"/>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01" name="Group 30">
              <a:extLst>
                <a:ext uri="{FF2B5EF4-FFF2-40B4-BE49-F238E27FC236}">
                  <a16:creationId xmlns:a16="http://schemas.microsoft.com/office/drawing/2014/main" id="{85B83848-965B-4F75-B9A2-9D843FB9C2BE}"/>
                </a:ext>
              </a:extLst>
            </p:cNvPr>
            <p:cNvGrpSpPr>
              <a:grpSpLocks/>
            </p:cNvGrpSpPr>
            <p:nvPr/>
          </p:nvGrpSpPr>
          <p:grpSpPr bwMode="auto">
            <a:xfrm>
              <a:off x="480" y="2339"/>
              <a:ext cx="560" cy="203"/>
              <a:chOff x="0" y="749"/>
              <a:chExt cx="156" cy="294"/>
            </a:xfrm>
          </p:grpSpPr>
          <p:sp>
            <p:nvSpPr>
              <p:cNvPr id="118965" name="Rectangle 31">
                <a:extLst>
                  <a:ext uri="{FF2B5EF4-FFF2-40B4-BE49-F238E27FC236}">
                    <a16:creationId xmlns:a16="http://schemas.microsoft.com/office/drawing/2014/main" id="{B4ED51F4-D8DF-4489-9397-1A5372460EFF}"/>
                  </a:ext>
                </a:extLst>
              </p:cNvPr>
              <p:cNvSpPr>
                <a:spLocks noChangeArrowheads="1"/>
              </p:cNvSpPr>
              <p:nvPr/>
            </p:nvSpPr>
            <p:spPr bwMode="auto">
              <a:xfrm>
                <a:off x="4" y="753"/>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66" name="Rectangle 32">
                <a:extLst>
                  <a:ext uri="{FF2B5EF4-FFF2-40B4-BE49-F238E27FC236}">
                    <a16:creationId xmlns:a16="http://schemas.microsoft.com/office/drawing/2014/main" id="{D28BC87E-4021-465C-8391-5BC443DD7311}"/>
                  </a:ext>
                </a:extLst>
              </p:cNvPr>
              <p:cNvSpPr>
                <a:spLocks noChangeArrowheads="1"/>
              </p:cNvSpPr>
              <p:nvPr/>
            </p:nvSpPr>
            <p:spPr bwMode="auto">
              <a:xfrm>
                <a:off x="0" y="749"/>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02" name="Group 33">
              <a:extLst>
                <a:ext uri="{FF2B5EF4-FFF2-40B4-BE49-F238E27FC236}">
                  <a16:creationId xmlns:a16="http://schemas.microsoft.com/office/drawing/2014/main" id="{21C78DEE-5FC5-489F-BD55-4E582B5AA9A5}"/>
                </a:ext>
              </a:extLst>
            </p:cNvPr>
            <p:cNvGrpSpPr>
              <a:grpSpLocks/>
            </p:cNvGrpSpPr>
            <p:nvPr/>
          </p:nvGrpSpPr>
          <p:grpSpPr bwMode="auto">
            <a:xfrm>
              <a:off x="1040" y="2339"/>
              <a:ext cx="560" cy="203"/>
              <a:chOff x="156" y="749"/>
              <a:chExt cx="156" cy="294"/>
            </a:xfrm>
          </p:grpSpPr>
          <p:sp>
            <p:nvSpPr>
              <p:cNvPr id="118963" name="Rectangle 34">
                <a:extLst>
                  <a:ext uri="{FF2B5EF4-FFF2-40B4-BE49-F238E27FC236}">
                    <a16:creationId xmlns:a16="http://schemas.microsoft.com/office/drawing/2014/main" id="{0CD3DBDC-2FDB-4B47-B458-CB09F4EA8830}"/>
                  </a:ext>
                </a:extLst>
              </p:cNvPr>
              <p:cNvSpPr>
                <a:spLocks noChangeArrowheads="1"/>
              </p:cNvSpPr>
              <p:nvPr/>
            </p:nvSpPr>
            <p:spPr bwMode="auto">
              <a:xfrm>
                <a:off x="160" y="753"/>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64" name="Rectangle 35">
                <a:extLst>
                  <a:ext uri="{FF2B5EF4-FFF2-40B4-BE49-F238E27FC236}">
                    <a16:creationId xmlns:a16="http://schemas.microsoft.com/office/drawing/2014/main" id="{7A818FC1-D907-4F98-841F-70CDA5A1E20C}"/>
                  </a:ext>
                </a:extLst>
              </p:cNvPr>
              <p:cNvSpPr>
                <a:spLocks noChangeArrowheads="1"/>
              </p:cNvSpPr>
              <p:nvPr/>
            </p:nvSpPr>
            <p:spPr bwMode="auto">
              <a:xfrm>
                <a:off x="156" y="749"/>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03" name="Group 36">
              <a:extLst>
                <a:ext uri="{FF2B5EF4-FFF2-40B4-BE49-F238E27FC236}">
                  <a16:creationId xmlns:a16="http://schemas.microsoft.com/office/drawing/2014/main" id="{0FF8F02E-D617-45C1-A849-C2344B6765F0}"/>
                </a:ext>
              </a:extLst>
            </p:cNvPr>
            <p:cNvGrpSpPr>
              <a:grpSpLocks/>
            </p:cNvGrpSpPr>
            <p:nvPr/>
          </p:nvGrpSpPr>
          <p:grpSpPr bwMode="auto">
            <a:xfrm>
              <a:off x="1600" y="2339"/>
              <a:ext cx="560" cy="203"/>
              <a:chOff x="312" y="749"/>
              <a:chExt cx="156" cy="294"/>
            </a:xfrm>
          </p:grpSpPr>
          <p:sp>
            <p:nvSpPr>
              <p:cNvPr id="118961" name="Rectangle 37">
                <a:extLst>
                  <a:ext uri="{FF2B5EF4-FFF2-40B4-BE49-F238E27FC236}">
                    <a16:creationId xmlns:a16="http://schemas.microsoft.com/office/drawing/2014/main" id="{C2B71673-4224-480D-9A75-8E061CB5C5C4}"/>
                  </a:ext>
                </a:extLst>
              </p:cNvPr>
              <p:cNvSpPr>
                <a:spLocks noChangeArrowheads="1"/>
              </p:cNvSpPr>
              <p:nvPr/>
            </p:nvSpPr>
            <p:spPr bwMode="auto">
              <a:xfrm>
                <a:off x="316" y="753"/>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62" name="Rectangle 38">
                <a:extLst>
                  <a:ext uri="{FF2B5EF4-FFF2-40B4-BE49-F238E27FC236}">
                    <a16:creationId xmlns:a16="http://schemas.microsoft.com/office/drawing/2014/main" id="{3F6297B8-24C1-4B88-A02B-64AE7E4B2801}"/>
                  </a:ext>
                </a:extLst>
              </p:cNvPr>
              <p:cNvSpPr>
                <a:spLocks noChangeArrowheads="1"/>
              </p:cNvSpPr>
              <p:nvPr/>
            </p:nvSpPr>
            <p:spPr bwMode="auto">
              <a:xfrm>
                <a:off x="312" y="749"/>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04" name="Group 39">
              <a:extLst>
                <a:ext uri="{FF2B5EF4-FFF2-40B4-BE49-F238E27FC236}">
                  <a16:creationId xmlns:a16="http://schemas.microsoft.com/office/drawing/2014/main" id="{D9E18120-ABAD-44ED-9545-C3B27145CCA6}"/>
                </a:ext>
              </a:extLst>
            </p:cNvPr>
            <p:cNvGrpSpPr>
              <a:grpSpLocks/>
            </p:cNvGrpSpPr>
            <p:nvPr/>
          </p:nvGrpSpPr>
          <p:grpSpPr bwMode="auto">
            <a:xfrm>
              <a:off x="2160" y="2339"/>
              <a:ext cx="707" cy="203"/>
              <a:chOff x="468" y="749"/>
              <a:chExt cx="197" cy="294"/>
            </a:xfrm>
          </p:grpSpPr>
          <p:sp>
            <p:nvSpPr>
              <p:cNvPr id="118959" name="Rectangle 40">
                <a:extLst>
                  <a:ext uri="{FF2B5EF4-FFF2-40B4-BE49-F238E27FC236}">
                    <a16:creationId xmlns:a16="http://schemas.microsoft.com/office/drawing/2014/main" id="{6AA6EF55-62CB-4326-9484-E7B9FB267A41}"/>
                  </a:ext>
                </a:extLst>
              </p:cNvPr>
              <p:cNvSpPr>
                <a:spLocks noChangeArrowheads="1"/>
              </p:cNvSpPr>
              <p:nvPr/>
            </p:nvSpPr>
            <p:spPr bwMode="auto">
              <a:xfrm>
                <a:off x="472" y="753"/>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60" name="Rectangle 41">
                <a:extLst>
                  <a:ext uri="{FF2B5EF4-FFF2-40B4-BE49-F238E27FC236}">
                    <a16:creationId xmlns:a16="http://schemas.microsoft.com/office/drawing/2014/main" id="{5320477E-F9D4-4494-A6D1-D02B1D2A0106}"/>
                  </a:ext>
                </a:extLst>
              </p:cNvPr>
              <p:cNvSpPr>
                <a:spLocks noChangeArrowheads="1"/>
              </p:cNvSpPr>
              <p:nvPr/>
            </p:nvSpPr>
            <p:spPr bwMode="auto">
              <a:xfrm>
                <a:off x="468" y="749"/>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05" name="Group 42">
              <a:extLst>
                <a:ext uri="{FF2B5EF4-FFF2-40B4-BE49-F238E27FC236}">
                  <a16:creationId xmlns:a16="http://schemas.microsoft.com/office/drawing/2014/main" id="{2A10E32C-8BFF-449F-8239-64C368536112}"/>
                </a:ext>
              </a:extLst>
            </p:cNvPr>
            <p:cNvGrpSpPr>
              <a:grpSpLocks/>
            </p:cNvGrpSpPr>
            <p:nvPr/>
          </p:nvGrpSpPr>
          <p:grpSpPr bwMode="auto">
            <a:xfrm>
              <a:off x="2867" y="2339"/>
              <a:ext cx="707" cy="203"/>
              <a:chOff x="665" y="749"/>
              <a:chExt cx="197" cy="294"/>
            </a:xfrm>
          </p:grpSpPr>
          <p:sp>
            <p:nvSpPr>
              <p:cNvPr id="118957" name="Rectangle 43">
                <a:extLst>
                  <a:ext uri="{FF2B5EF4-FFF2-40B4-BE49-F238E27FC236}">
                    <a16:creationId xmlns:a16="http://schemas.microsoft.com/office/drawing/2014/main" id="{90EE1469-D888-4ED3-88A8-821CD4337A58}"/>
                  </a:ext>
                </a:extLst>
              </p:cNvPr>
              <p:cNvSpPr>
                <a:spLocks noChangeArrowheads="1"/>
              </p:cNvSpPr>
              <p:nvPr/>
            </p:nvSpPr>
            <p:spPr bwMode="auto">
              <a:xfrm>
                <a:off x="669" y="753"/>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58" name="Rectangle 44">
                <a:extLst>
                  <a:ext uri="{FF2B5EF4-FFF2-40B4-BE49-F238E27FC236}">
                    <a16:creationId xmlns:a16="http://schemas.microsoft.com/office/drawing/2014/main" id="{95BA09F8-724C-4462-A924-219E2B818280}"/>
                  </a:ext>
                </a:extLst>
              </p:cNvPr>
              <p:cNvSpPr>
                <a:spLocks noChangeArrowheads="1"/>
              </p:cNvSpPr>
              <p:nvPr/>
            </p:nvSpPr>
            <p:spPr bwMode="auto">
              <a:xfrm>
                <a:off x="665" y="749"/>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06" name="Group 45">
              <a:extLst>
                <a:ext uri="{FF2B5EF4-FFF2-40B4-BE49-F238E27FC236}">
                  <a16:creationId xmlns:a16="http://schemas.microsoft.com/office/drawing/2014/main" id="{2BC4102A-DF89-4B6A-920C-99FFE2CD51EC}"/>
                </a:ext>
              </a:extLst>
            </p:cNvPr>
            <p:cNvGrpSpPr>
              <a:grpSpLocks/>
            </p:cNvGrpSpPr>
            <p:nvPr/>
          </p:nvGrpSpPr>
          <p:grpSpPr bwMode="auto">
            <a:xfrm>
              <a:off x="3574" y="2339"/>
              <a:ext cx="707" cy="203"/>
              <a:chOff x="862" y="749"/>
              <a:chExt cx="197" cy="294"/>
            </a:xfrm>
          </p:grpSpPr>
          <p:sp>
            <p:nvSpPr>
              <p:cNvPr id="118955" name="Rectangle 46">
                <a:extLst>
                  <a:ext uri="{FF2B5EF4-FFF2-40B4-BE49-F238E27FC236}">
                    <a16:creationId xmlns:a16="http://schemas.microsoft.com/office/drawing/2014/main" id="{E2F2CE1A-A5D8-4C12-B366-F248DB6B3C53}"/>
                  </a:ext>
                </a:extLst>
              </p:cNvPr>
              <p:cNvSpPr>
                <a:spLocks noChangeArrowheads="1"/>
              </p:cNvSpPr>
              <p:nvPr/>
            </p:nvSpPr>
            <p:spPr bwMode="auto">
              <a:xfrm>
                <a:off x="866" y="753"/>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56" name="Rectangle 47">
                <a:extLst>
                  <a:ext uri="{FF2B5EF4-FFF2-40B4-BE49-F238E27FC236}">
                    <a16:creationId xmlns:a16="http://schemas.microsoft.com/office/drawing/2014/main" id="{642D9E9F-5FC7-4B09-9EBC-F8BC4A527F7A}"/>
                  </a:ext>
                </a:extLst>
              </p:cNvPr>
              <p:cNvSpPr>
                <a:spLocks noChangeArrowheads="1"/>
              </p:cNvSpPr>
              <p:nvPr/>
            </p:nvSpPr>
            <p:spPr bwMode="auto">
              <a:xfrm>
                <a:off x="862" y="749"/>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07" name="Group 48">
              <a:extLst>
                <a:ext uri="{FF2B5EF4-FFF2-40B4-BE49-F238E27FC236}">
                  <a16:creationId xmlns:a16="http://schemas.microsoft.com/office/drawing/2014/main" id="{65C1C822-8D64-448D-B947-B3EB9E4BE890}"/>
                </a:ext>
              </a:extLst>
            </p:cNvPr>
            <p:cNvGrpSpPr>
              <a:grpSpLocks/>
            </p:cNvGrpSpPr>
            <p:nvPr/>
          </p:nvGrpSpPr>
          <p:grpSpPr bwMode="auto">
            <a:xfrm>
              <a:off x="4281" y="2339"/>
              <a:ext cx="711" cy="203"/>
              <a:chOff x="1059" y="749"/>
              <a:chExt cx="198" cy="294"/>
            </a:xfrm>
          </p:grpSpPr>
          <p:sp>
            <p:nvSpPr>
              <p:cNvPr id="118953" name="Rectangle 49">
                <a:extLst>
                  <a:ext uri="{FF2B5EF4-FFF2-40B4-BE49-F238E27FC236}">
                    <a16:creationId xmlns:a16="http://schemas.microsoft.com/office/drawing/2014/main" id="{E6E100B0-335C-4466-A442-D144EE0D972B}"/>
                  </a:ext>
                </a:extLst>
              </p:cNvPr>
              <p:cNvSpPr>
                <a:spLocks noChangeArrowheads="1"/>
              </p:cNvSpPr>
              <p:nvPr/>
            </p:nvSpPr>
            <p:spPr bwMode="auto">
              <a:xfrm>
                <a:off x="1063" y="753"/>
                <a:ext cx="19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54" name="Rectangle 50">
                <a:extLst>
                  <a:ext uri="{FF2B5EF4-FFF2-40B4-BE49-F238E27FC236}">
                    <a16:creationId xmlns:a16="http://schemas.microsoft.com/office/drawing/2014/main" id="{E1878252-B9D8-4850-9191-04C580121A03}"/>
                  </a:ext>
                </a:extLst>
              </p:cNvPr>
              <p:cNvSpPr>
                <a:spLocks noChangeArrowheads="1"/>
              </p:cNvSpPr>
              <p:nvPr/>
            </p:nvSpPr>
            <p:spPr bwMode="auto">
              <a:xfrm>
                <a:off x="1059" y="749"/>
                <a:ext cx="198"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08" name="Group 51">
              <a:extLst>
                <a:ext uri="{FF2B5EF4-FFF2-40B4-BE49-F238E27FC236}">
                  <a16:creationId xmlns:a16="http://schemas.microsoft.com/office/drawing/2014/main" id="{06D77811-E72D-4AD1-AAF9-A08366F9A6D2}"/>
                </a:ext>
              </a:extLst>
            </p:cNvPr>
            <p:cNvGrpSpPr>
              <a:grpSpLocks/>
            </p:cNvGrpSpPr>
            <p:nvPr/>
          </p:nvGrpSpPr>
          <p:grpSpPr bwMode="auto">
            <a:xfrm>
              <a:off x="480" y="2545"/>
              <a:ext cx="560" cy="203"/>
              <a:chOff x="0" y="1047"/>
              <a:chExt cx="156" cy="294"/>
            </a:xfrm>
          </p:grpSpPr>
          <p:sp>
            <p:nvSpPr>
              <p:cNvPr id="118951" name="Rectangle 52">
                <a:extLst>
                  <a:ext uri="{FF2B5EF4-FFF2-40B4-BE49-F238E27FC236}">
                    <a16:creationId xmlns:a16="http://schemas.microsoft.com/office/drawing/2014/main" id="{5D4A04D5-4A88-43EE-A015-0A2A0E07CC3A}"/>
                  </a:ext>
                </a:extLst>
              </p:cNvPr>
              <p:cNvSpPr>
                <a:spLocks noChangeArrowheads="1"/>
              </p:cNvSpPr>
              <p:nvPr/>
            </p:nvSpPr>
            <p:spPr bwMode="auto">
              <a:xfrm>
                <a:off x="4" y="1051"/>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52" name="Rectangle 53">
                <a:extLst>
                  <a:ext uri="{FF2B5EF4-FFF2-40B4-BE49-F238E27FC236}">
                    <a16:creationId xmlns:a16="http://schemas.microsoft.com/office/drawing/2014/main" id="{61846B89-588C-4EAC-8143-B781E2B2471C}"/>
                  </a:ext>
                </a:extLst>
              </p:cNvPr>
              <p:cNvSpPr>
                <a:spLocks noChangeArrowheads="1"/>
              </p:cNvSpPr>
              <p:nvPr/>
            </p:nvSpPr>
            <p:spPr bwMode="auto">
              <a:xfrm>
                <a:off x="0" y="1047"/>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09" name="Group 54">
              <a:extLst>
                <a:ext uri="{FF2B5EF4-FFF2-40B4-BE49-F238E27FC236}">
                  <a16:creationId xmlns:a16="http://schemas.microsoft.com/office/drawing/2014/main" id="{070AFFBD-6B9E-4085-A783-81679187858B}"/>
                </a:ext>
              </a:extLst>
            </p:cNvPr>
            <p:cNvGrpSpPr>
              <a:grpSpLocks/>
            </p:cNvGrpSpPr>
            <p:nvPr/>
          </p:nvGrpSpPr>
          <p:grpSpPr bwMode="auto">
            <a:xfrm>
              <a:off x="1040" y="2545"/>
              <a:ext cx="560" cy="203"/>
              <a:chOff x="156" y="1047"/>
              <a:chExt cx="156" cy="294"/>
            </a:xfrm>
          </p:grpSpPr>
          <p:sp>
            <p:nvSpPr>
              <p:cNvPr id="118949" name="Rectangle 55">
                <a:extLst>
                  <a:ext uri="{FF2B5EF4-FFF2-40B4-BE49-F238E27FC236}">
                    <a16:creationId xmlns:a16="http://schemas.microsoft.com/office/drawing/2014/main" id="{9B3EA69E-064F-436B-9F34-548A1A1E162F}"/>
                  </a:ext>
                </a:extLst>
              </p:cNvPr>
              <p:cNvSpPr>
                <a:spLocks noChangeArrowheads="1"/>
              </p:cNvSpPr>
              <p:nvPr/>
            </p:nvSpPr>
            <p:spPr bwMode="auto">
              <a:xfrm>
                <a:off x="160" y="1051"/>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50" name="Rectangle 56">
                <a:extLst>
                  <a:ext uri="{FF2B5EF4-FFF2-40B4-BE49-F238E27FC236}">
                    <a16:creationId xmlns:a16="http://schemas.microsoft.com/office/drawing/2014/main" id="{ECF15416-6A8E-4967-831C-9BEBB5A7AE5F}"/>
                  </a:ext>
                </a:extLst>
              </p:cNvPr>
              <p:cNvSpPr>
                <a:spLocks noChangeArrowheads="1"/>
              </p:cNvSpPr>
              <p:nvPr/>
            </p:nvSpPr>
            <p:spPr bwMode="auto">
              <a:xfrm>
                <a:off x="156" y="1047"/>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10" name="Group 57">
              <a:extLst>
                <a:ext uri="{FF2B5EF4-FFF2-40B4-BE49-F238E27FC236}">
                  <a16:creationId xmlns:a16="http://schemas.microsoft.com/office/drawing/2014/main" id="{BDF91CBF-4505-4233-ABD6-21C3533CB31E}"/>
                </a:ext>
              </a:extLst>
            </p:cNvPr>
            <p:cNvGrpSpPr>
              <a:grpSpLocks/>
            </p:cNvGrpSpPr>
            <p:nvPr/>
          </p:nvGrpSpPr>
          <p:grpSpPr bwMode="auto">
            <a:xfrm>
              <a:off x="1600" y="2545"/>
              <a:ext cx="560" cy="203"/>
              <a:chOff x="312" y="1047"/>
              <a:chExt cx="156" cy="294"/>
            </a:xfrm>
          </p:grpSpPr>
          <p:sp>
            <p:nvSpPr>
              <p:cNvPr id="118947" name="Rectangle 58">
                <a:extLst>
                  <a:ext uri="{FF2B5EF4-FFF2-40B4-BE49-F238E27FC236}">
                    <a16:creationId xmlns:a16="http://schemas.microsoft.com/office/drawing/2014/main" id="{B4BD5534-A633-4014-A5B0-CAAAC89FE44C}"/>
                  </a:ext>
                </a:extLst>
              </p:cNvPr>
              <p:cNvSpPr>
                <a:spLocks noChangeArrowheads="1"/>
              </p:cNvSpPr>
              <p:nvPr/>
            </p:nvSpPr>
            <p:spPr bwMode="auto">
              <a:xfrm>
                <a:off x="316" y="1051"/>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48" name="Rectangle 59">
                <a:extLst>
                  <a:ext uri="{FF2B5EF4-FFF2-40B4-BE49-F238E27FC236}">
                    <a16:creationId xmlns:a16="http://schemas.microsoft.com/office/drawing/2014/main" id="{9932A435-F7C1-4582-8F82-B1BC4CA4C01B}"/>
                  </a:ext>
                </a:extLst>
              </p:cNvPr>
              <p:cNvSpPr>
                <a:spLocks noChangeArrowheads="1"/>
              </p:cNvSpPr>
              <p:nvPr/>
            </p:nvSpPr>
            <p:spPr bwMode="auto">
              <a:xfrm>
                <a:off x="312" y="1047"/>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11" name="Group 60">
              <a:extLst>
                <a:ext uri="{FF2B5EF4-FFF2-40B4-BE49-F238E27FC236}">
                  <a16:creationId xmlns:a16="http://schemas.microsoft.com/office/drawing/2014/main" id="{CFB389E4-69B2-4E3B-A6CD-04CC34EA5FEA}"/>
                </a:ext>
              </a:extLst>
            </p:cNvPr>
            <p:cNvGrpSpPr>
              <a:grpSpLocks/>
            </p:cNvGrpSpPr>
            <p:nvPr/>
          </p:nvGrpSpPr>
          <p:grpSpPr bwMode="auto">
            <a:xfrm>
              <a:off x="2160" y="2545"/>
              <a:ext cx="707" cy="203"/>
              <a:chOff x="468" y="1047"/>
              <a:chExt cx="197" cy="294"/>
            </a:xfrm>
          </p:grpSpPr>
          <p:sp>
            <p:nvSpPr>
              <p:cNvPr id="118945" name="Rectangle 61">
                <a:extLst>
                  <a:ext uri="{FF2B5EF4-FFF2-40B4-BE49-F238E27FC236}">
                    <a16:creationId xmlns:a16="http://schemas.microsoft.com/office/drawing/2014/main" id="{E22F790D-9D43-4AA7-B296-1F772C9E2B29}"/>
                  </a:ext>
                </a:extLst>
              </p:cNvPr>
              <p:cNvSpPr>
                <a:spLocks noChangeArrowheads="1"/>
              </p:cNvSpPr>
              <p:nvPr/>
            </p:nvSpPr>
            <p:spPr bwMode="auto">
              <a:xfrm>
                <a:off x="472" y="1051"/>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46" name="Rectangle 62">
                <a:extLst>
                  <a:ext uri="{FF2B5EF4-FFF2-40B4-BE49-F238E27FC236}">
                    <a16:creationId xmlns:a16="http://schemas.microsoft.com/office/drawing/2014/main" id="{FF2FFC31-83B5-4387-AC78-6D2108A0E1D0}"/>
                  </a:ext>
                </a:extLst>
              </p:cNvPr>
              <p:cNvSpPr>
                <a:spLocks noChangeArrowheads="1"/>
              </p:cNvSpPr>
              <p:nvPr/>
            </p:nvSpPr>
            <p:spPr bwMode="auto">
              <a:xfrm>
                <a:off x="468" y="1047"/>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12" name="Group 63">
              <a:extLst>
                <a:ext uri="{FF2B5EF4-FFF2-40B4-BE49-F238E27FC236}">
                  <a16:creationId xmlns:a16="http://schemas.microsoft.com/office/drawing/2014/main" id="{1CD94CDD-6FE0-4956-AAA8-4A337DE9B194}"/>
                </a:ext>
              </a:extLst>
            </p:cNvPr>
            <p:cNvGrpSpPr>
              <a:grpSpLocks/>
            </p:cNvGrpSpPr>
            <p:nvPr/>
          </p:nvGrpSpPr>
          <p:grpSpPr bwMode="auto">
            <a:xfrm>
              <a:off x="2867" y="2545"/>
              <a:ext cx="707" cy="203"/>
              <a:chOff x="665" y="1047"/>
              <a:chExt cx="197" cy="294"/>
            </a:xfrm>
          </p:grpSpPr>
          <p:sp>
            <p:nvSpPr>
              <p:cNvPr id="118943" name="Rectangle 64">
                <a:extLst>
                  <a:ext uri="{FF2B5EF4-FFF2-40B4-BE49-F238E27FC236}">
                    <a16:creationId xmlns:a16="http://schemas.microsoft.com/office/drawing/2014/main" id="{58C12DF3-69E3-411B-8897-91E841DFE92A}"/>
                  </a:ext>
                </a:extLst>
              </p:cNvPr>
              <p:cNvSpPr>
                <a:spLocks noChangeArrowheads="1"/>
              </p:cNvSpPr>
              <p:nvPr/>
            </p:nvSpPr>
            <p:spPr bwMode="auto">
              <a:xfrm>
                <a:off x="669" y="1051"/>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44" name="Rectangle 65">
                <a:extLst>
                  <a:ext uri="{FF2B5EF4-FFF2-40B4-BE49-F238E27FC236}">
                    <a16:creationId xmlns:a16="http://schemas.microsoft.com/office/drawing/2014/main" id="{3390885B-E68E-4FF0-96D5-4931D5208006}"/>
                  </a:ext>
                </a:extLst>
              </p:cNvPr>
              <p:cNvSpPr>
                <a:spLocks noChangeArrowheads="1"/>
              </p:cNvSpPr>
              <p:nvPr/>
            </p:nvSpPr>
            <p:spPr bwMode="auto">
              <a:xfrm>
                <a:off x="665" y="1047"/>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13" name="Group 66">
              <a:extLst>
                <a:ext uri="{FF2B5EF4-FFF2-40B4-BE49-F238E27FC236}">
                  <a16:creationId xmlns:a16="http://schemas.microsoft.com/office/drawing/2014/main" id="{831FFE15-0549-415B-B622-3C03D36839C5}"/>
                </a:ext>
              </a:extLst>
            </p:cNvPr>
            <p:cNvGrpSpPr>
              <a:grpSpLocks/>
            </p:cNvGrpSpPr>
            <p:nvPr/>
          </p:nvGrpSpPr>
          <p:grpSpPr bwMode="auto">
            <a:xfrm>
              <a:off x="3574" y="2545"/>
              <a:ext cx="707" cy="203"/>
              <a:chOff x="862" y="1047"/>
              <a:chExt cx="197" cy="294"/>
            </a:xfrm>
          </p:grpSpPr>
          <p:sp>
            <p:nvSpPr>
              <p:cNvPr id="118941" name="Rectangle 67">
                <a:extLst>
                  <a:ext uri="{FF2B5EF4-FFF2-40B4-BE49-F238E27FC236}">
                    <a16:creationId xmlns:a16="http://schemas.microsoft.com/office/drawing/2014/main" id="{2E81D87E-26C2-46FA-B73D-EB3EE73E611E}"/>
                  </a:ext>
                </a:extLst>
              </p:cNvPr>
              <p:cNvSpPr>
                <a:spLocks noChangeArrowheads="1"/>
              </p:cNvSpPr>
              <p:nvPr/>
            </p:nvSpPr>
            <p:spPr bwMode="auto">
              <a:xfrm>
                <a:off x="866" y="1051"/>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42" name="Rectangle 68">
                <a:extLst>
                  <a:ext uri="{FF2B5EF4-FFF2-40B4-BE49-F238E27FC236}">
                    <a16:creationId xmlns:a16="http://schemas.microsoft.com/office/drawing/2014/main" id="{41AD158B-073D-42C4-BFCA-AE73677516EE}"/>
                  </a:ext>
                </a:extLst>
              </p:cNvPr>
              <p:cNvSpPr>
                <a:spLocks noChangeArrowheads="1"/>
              </p:cNvSpPr>
              <p:nvPr/>
            </p:nvSpPr>
            <p:spPr bwMode="auto">
              <a:xfrm>
                <a:off x="862" y="1047"/>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14" name="Group 69">
              <a:extLst>
                <a:ext uri="{FF2B5EF4-FFF2-40B4-BE49-F238E27FC236}">
                  <a16:creationId xmlns:a16="http://schemas.microsoft.com/office/drawing/2014/main" id="{EC5944C4-5C60-4C8A-BD97-342B27E39A15}"/>
                </a:ext>
              </a:extLst>
            </p:cNvPr>
            <p:cNvGrpSpPr>
              <a:grpSpLocks/>
            </p:cNvGrpSpPr>
            <p:nvPr/>
          </p:nvGrpSpPr>
          <p:grpSpPr bwMode="auto">
            <a:xfrm>
              <a:off x="4281" y="2545"/>
              <a:ext cx="711" cy="203"/>
              <a:chOff x="1059" y="1047"/>
              <a:chExt cx="198" cy="294"/>
            </a:xfrm>
          </p:grpSpPr>
          <p:sp>
            <p:nvSpPr>
              <p:cNvPr id="118939" name="Rectangle 70">
                <a:extLst>
                  <a:ext uri="{FF2B5EF4-FFF2-40B4-BE49-F238E27FC236}">
                    <a16:creationId xmlns:a16="http://schemas.microsoft.com/office/drawing/2014/main" id="{944D6F82-0B93-449E-A755-F0B1D628F868}"/>
                  </a:ext>
                </a:extLst>
              </p:cNvPr>
              <p:cNvSpPr>
                <a:spLocks noChangeArrowheads="1"/>
              </p:cNvSpPr>
              <p:nvPr/>
            </p:nvSpPr>
            <p:spPr bwMode="auto">
              <a:xfrm>
                <a:off x="1063" y="1051"/>
                <a:ext cx="19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40" name="Rectangle 71">
                <a:extLst>
                  <a:ext uri="{FF2B5EF4-FFF2-40B4-BE49-F238E27FC236}">
                    <a16:creationId xmlns:a16="http://schemas.microsoft.com/office/drawing/2014/main" id="{BEBD5256-7E7C-4D48-B8FA-8D0B93BCEFE9}"/>
                  </a:ext>
                </a:extLst>
              </p:cNvPr>
              <p:cNvSpPr>
                <a:spLocks noChangeArrowheads="1"/>
              </p:cNvSpPr>
              <p:nvPr/>
            </p:nvSpPr>
            <p:spPr bwMode="auto">
              <a:xfrm>
                <a:off x="1059" y="1047"/>
                <a:ext cx="198"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sp>
          <p:nvSpPr>
            <p:cNvPr id="118815" name="Rectangle 73">
              <a:extLst>
                <a:ext uri="{FF2B5EF4-FFF2-40B4-BE49-F238E27FC236}">
                  <a16:creationId xmlns:a16="http://schemas.microsoft.com/office/drawing/2014/main" id="{8E5705FB-0685-422E-9B90-F680D46521B7}"/>
                </a:ext>
              </a:extLst>
            </p:cNvPr>
            <p:cNvSpPr>
              <a:spLocks noChangeArrowheads="1"/>
            </p:cNvSpPr>
            <p:nvPr/>
          </p:nvSpPr>
          <p:spPr bwMode="auto">
            <a:xfrm>
              <a:off x="494" y="2753"/>
              <a:ext cx="531" cy="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grpSp>
          <p:nvGrpSpPr>
            <p:cNvPr id="118816" name="Group 75">
              <a:extLst>
                <a:ext uri="{FF2B5EF4-FFF2-40B4-BE49-F238E27FC236}">
                  <a16:creationId xmlns:a16="http://schemas.microsoft.com/office/drawing/2014/main" id="{417A1A2D-AD95-4626-AA09-6B63FBB199B3}"/>
                </a:ext>
              </a:extLst>
            </p:cNvPr>
            <p:cNvGrpSpPr>
              <a:grpSpLocks/>
            </p:cNvGrpSpPr>
            <p:nvPr/>
          </p:nvGrpSpPr>
          <p:grpSpPr bwMode="auto">
            <a:xfrm>
              <a:off x="1040" y="2751"/>
              <a:ext cx="560" cy="203"/>
              <a:chOff x="156" y="1345"/>
              <a:chExt cx="156" cy="294"/>
            </a:xfrm>
          </p:grpSpPr>
          <p:sp>
            <p:nvSpPr>
              <p:cNvPr id="118937" name="Rectangle 76">
                <a:extLst>
                  <a:ext uri="{FF2B5EF4-FFF2-40B4-BE49-F238E27FC236}">
                    <a16:creationId xmlns:a16="http://schemas.microsoft.com/office/drawing/2014/main" id="{3B7C5D34-46CA-4E27-9D50-F68D4204AFD4}"/>
                  </a:ext>
                </a:extLst>
              </p:cNvPr>
              <p:cNvSpPr>
                <a:spLocks noChangeArrowheads="1"/>
              </p:cNvSpPr>
              <p:nvPr/>
            </p:nvSpPr>
            <p:spPr bwMode="auto">
              <a:xfrm>
                <a:off x="160" y="1349"/>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38" name="Rectangle 77">
                <a:extLst>
                  <a:ext uri="{FF2B5EF4-FFF2-40B4-BE49-F238E27FC236}">
                    <a16:creationId xmlns:a16="http://schemas.microsoft.com/office/drawing/2014/main" id="{B0775FB4-5C88-4078-B0C9-D8253D1807ED}"/>
                  </a:ext>
                </a:extLst>
              </p:cNvPr>
              <p:cNvSpPr>
                <a:spLocks noChangeArrowheads="1"/>
              </p:cNvSpPr>
              <p:nvPr/>
            </p:nvSpPr>
            <p:spPr bwMode="auto">
              <a:xfrm>
                <a:off x="156" y="1345"/>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17" name="Group 78">
              <a:extLst>
                <a:ext uri="{FF2B5EF4-FFF2-40B4-BE49-F238E27FC236}">
                  <a16:creationId xmlns:a16="http://schemas.microsoft.com/office/drawing/2014/main" id="{D0FF409A-943E-47CE-8EBB-A14CF3E24D69}"/>
                </a:ext>
              </a:extLst>
            </p:cNvPr>
            <p:cNvGrpSpPr>
              <a:grpSpLocks/>
            </p:cNvGrpSpPr>
            <p:nvPr/>
          </p:nvGrpSpPr>
          <p:grpSpPr bwMode="auto">
            <a:xfrm>
              <a:off x="1600" y="2751"/>
              <a:ext cx="560" cy="203"/>
              <a:chOff x="312" y="1345"/>
              <a:chExt cx="156" cy="294"/>
            </a:xfrm>
          </p:grpSpPr>
          <p:sp>
            <p:nvSpPr>
              <p:cNvPr id="118935" name="Rectangle 79">
                <a:extLst>
                  <a:ext uri="{FF2B5EF4-FFF2-40B4-BE49-F238E27FC236}">
                    <a16:creationId xmlns:a16="http://schemas.microsoft.com/office/drawing/2014/main" id="{FCA247F2-22B3-4893-ABC7-6598FC62C70F}"/>
                  </a:ext>
                </a:extLst>
              </p:cNvPr>
              <p:cNvSpPr>
                <a:spLocks noChangeArrowheads="1"/>
              </p:cNvSpPr>
              <p:nvPr/>
            </p:nvSpPr>
            <p:spPr bwMode="auto">
              <a:xfrm>
                <a:off x="316" y="1349"/>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36" name="Rectangle 80">
                <a:extLst>
                  <a:ext uri="{FF2B5EF4-FFF2-40B4-BE49-F238E27FC236}">
                    <a16:creationId xmlns:a16="http://schemas.microsoft.com/office/drawing/2014/main" id="{D17CAEDF-BAD9-4407-A646-B77074E81057}"/>
                  </a:ext>
                </a:extLst>
              </p:cNvPr>
              <p:cNvSpPr>
                <a:spLocks noChangeArrowheads="1"/>
              </p:cNvSpPr>
              <p:nvPr/>
            </p:nvSpPr>
            <p:spPr bwMode="auto">
              <a:xfrm>
                <a:off x="312" y="1345"/>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18" name="Group 81">
              <a:extLst>
                <a:ext uri="{FF2B5EF4-FFF2-40B4-BE49-F238E27FC236}">
                  <a16:creationId xmlns:a16="http://schemas.microsoft.com/office/drawing/2014/main" id="{96FBBA9D-3862-4AD3-B39E-8D2A1F3F961D}"/>
                </a:ext>
              </a:extLst>
            </p:cNvPr>
            <p:cNvGrpSpPr>
              <a:grpSpLocks/>
            </p:cNvGrpSpPr>
            <p:nvPr/>
          </p:nvGrpSpPr>
          <p:grpSpPr bwMode="auto">
            <a:xfrm>
              <a:off x="2160" y="2751"/>
              <a:ext cx="707" cy="203"/>
              <a:chOff x="468" y="1345"/>
              <a:chExt cx="197" cy="294"/>
            </a:xfrm>
          </p:grpSpPr>
          <p:sp>
            <p:nvSpPr>
              <p:cNvPr id="118933" name="Rectangle 82">
                <a:extLst>
                  <a:ext uri="{FF2B5EF4-FFF2-40B4-BE49-F238E27FC236}">
                    <a16:creationId xmlns:a16="http://schemas.microsoft.com/office/drawing/2014/main" id="{3954258F-D10E-49D1-94BB-AFDC8D14B7A9}"/>
                  </a:ext>
                </a:extLst>
              </p:cNvPr>
              <p:cNvSpPr>
                <a:spLocks noChangeArrowheads="1"/>
              </p:cNvSpPr>
              <p:nvPr/>
            </p:nvSpPr>
            <p:spPr bwMode="auto">
              <a:xfrm>
                <a:off x="472" y="1349"/>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34" name="Rectangle 83">
                <a:extLst>
                  <a:ext uri="{FF2B5EF4-FFF2-40B4-BE49-F238E27FC236}">
                    <a16:creationId xmlns:a16="http://schemas.microsoft.com/office/drawing/2014/main" id="{A04636D3-BFE3-4756-9E9D-728B21D6D78B}"/>
                  </a:ext>
                </a:extLst>
              </p:cNvPr>
              <p:cNvSpPr>
                <a:spLocks noChangeArrowheads="1"/>
              </p:cNvSpPr>
              <p:nvPr/>
            </p:nvSpPr>
            <p:spPr bwMode="auto">
              <a:xfrm>
                <a:off x="468" y="1345"/>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19" name="Group 84">
              <a:extLst>
                <a:ext uri="{FF2B5EF4-FFF2-40B4-BE49-F238E27FC236}">
                  <a16:creationId xmlns:a16="http://schemas.microsoft.com/office/drawing/2014/main" id="{DEDDD1DA-F1D4-4372-8458-144D6C3F8B9F}"/>
                </a:ext>
              </a:extLst>
            </p:cNvPr>
            <p:cNvGrpSpPr>
              <a:grpSpLocks/>
            </p:cNvGrpSpPr>
            <p:nvPr/>
          </p:nvGrpSpPr>
          <p:grpSpPr bwMode="auto">
            <a:xfrm>
              <a:off x="2867" y="2751"/>
              <a:ext cx="707" cy="203"/>
              <a:chOff x="665" y="1345"/>
              <a:chExt cx="197" cy="294"/>
            </a:xfrm>
          </p:grpSpPr>
          <p:sp>
            <p:nvSpPr>
              <p:cNvPr id="118931" name="Rectangle 85">
                <a:extLst>
                  <a:ext uri="{FF2B5EF4-FFF2-40B4-BE49-F238E27FC236}">
                    <a16:creationId xmlns:a16="http://schemas.microsoft.com/office/drawing/2014/main" id="{439C720A-F7AB-4ECD-81E1-9AA57275414B}"/>
                  </a:ext>
                </a:extLst>
              </p:cNvPr>
              <p:cNvSpPr>
                <a:spLocks noChangeArrowheads="1"/>
              </p:cNvSpPr>
              <p:nvPr/>
            </p:nvSpPr>
            <p:spPr bwMode="auto">
              <a:xfrm>
                <a:off x="669" y="1349"/>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32" name="Rectangle 86">
                <a:extLst>
                  <a:ext uri="{FF2B5EF4-FFF2-40B4-BE49-F238E27FC236}">
                    <a16:creationId xmlns:a16="http://schemas.microsoft.com/office/drawing/2014/main" id="{2AE625F7-4DA8-4829-A6BA-F6BD6DFF176A}"/>
                  </a:ext>
                </a:extLst>
              </p:cNvPr>
              <p:cNvSpPr>
                <a:spLocks noChangeArrowheads="1"/>
              </p:cNvSpPr>
              <p:nvPr/>
            </p:nvSpPr>
            <p:spPr bwMode="auto">
              <a:xfrm>
                <a:off x="665" y="1345"/>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20" name="Group 87">
              <a:extLst>
                <a:ext uri="{FF2B5EF4-FFF2-40B4-BE49-F238E27FC236}">
                  <a16:creationId xmlns:a16="http://schemas.microsoft.com/office/drawing/2014/main" id="{3207AC9F-B0A6-4C97-85B4-0E5E14E83D92}"/>
                </a:ext>
              </a:extLst>
            </p:cNvPr>
            <p:cNvGrpSpPr>
              <a:grpSpLocks/>
            </p:cNvGrpSpPr>
            <p:nvPr/>
          </p:nvGrpSpPr>
          <p:grpSpPr bwMode="auto">
            <a:xfrm>
              <a:off x="3574" y="2751"/>
              <a:ext cx="707" cy="203"/>
              <a:chOff x="862" y="1345"/>
              <a:chExt cx="197" cy="294"/>
            </a:xfrm>
          </p:grpSpPr>
          <p:sp>
            <p:nvSpPr>
              <p:cNvPr id="118929" name="Rectangle 88">
                <a:extLst>
                  <a:ext uri="{FF2B5EF4-FFF2-40B4-BE49-F238E27FC236}">
                    <a16:creationId xmlns:a16="http://schemas.microsoft.com/office/drawing/2014/main" id="{2499CE0F-CEAA-49F0-B4BC-1D51A8C09BB8}"/>
                  </a:ext>
                </a:extLst>
              </p:cNvPr>
              <p:cNvSpPr>
                <a:spLocks noChangeArrowheads="1"/>
              </p:cNvSpPr>
              <p:nvPr/>
            </p:nvSpPr>
            <p:spPr bwMode="auto">
              <a:xfrm>
                <a:off x="866" y="1349"/>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30" name="Rectangle 89">
                <a:extLst>
                  <a:ext uri="{FF2B5EF4-FFF2-40B4-BE49-F238E27FC236}">
                    <a16:creationId xmlns:a16="http://schemas.microsoft.com/office/drawing/2014/main" id="{C76D9AD1-D0B3-498B-BBA8-36405D023BB3}"/>
                  </a:ext>
                </a:extLst>
              </p:cNvPr>
              <p:cNvSpPr>
                <a:spLocks noChangeArrowheads="1"/>
              </p:cNvSpPr>
              <p:nvPr/>
            </p:nvSpPr>
            <p:spPr bwMode="auto">
              <a:xfrm>
                <a:off x="862" y="1345"/>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21" name="Group 90">
              <a:extLst>
                <a:ext uri="{FF2B5EF4-FFF2-40B4-BE49-F238E27FC236}">
                  <a16:creationId xmlns:a16="http://schemas.microsoft.com/office/drawing/2014/main" id="{E1A55E44-4D47-43DD-9D4E-499BC3408BA3}"/>
                </a:ext>
              </a:extLst>
            </p:cNvPr>
            <p:cNvGrpSpPr>
              <a:grpSpLocks/>
            </p:cNvGrpSpPr>
            <p:nvPr/>
          </p:nvGrpSpPr>
          <p:grpSpPr bwMode="auto">
            <a:xfrm>
              <a:off x="4281" y="2751"/>
              <a:ext cx="711" cy="203"/>
              <a:chOff x="1059" y="1345"/>
              <a:chExt cx="198" cy="294"/>
            </a:xfrm>
          </p:grpSpPr>
          <p:sp>
            <p:nvSpPr>
              <p:cNvPr id="118927" name="Rectangle 91">
                <a:extLst>
                  <a:ext uri="{FF2B5EF4-FFF2-40B4-BE49-F238E27FC236}">
                    <a16:creationId xmlns:a16="http://schemas.microsoft.com/office/drawing/2014/main" id="{FC2A8E70-68DB-4394-9D60-F4CE5F9194C7}"/>
                  </a:ext>
                </a:extLst>
              </p:cNvPr>
              <p:cNvSpPr>
                <a:spLocks noChangeArrowheads="1"/>
              </p:cNvSpPr>
              <p:nvPr/>
            </p:nvSpPr>
            <p:spPr bwMode="auto">
              <a:xfrm>
                <a:off x="1063" y="1349"/>
                <a:ext cx="19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28" name="Rectangle 92">
                <a:extLst>
                  <a:ext uri="{FF2B5EF4-FFF2-40B4-BE49-F238E27FC236}">
                    <a16:creationId xmlns:a16="http://schemas.microsoft.com/office/drawing/2014/main" id="{16E5AAA1-2EA6-4DBB-A5F4-95B2245A3AB2}"/>
                  </a:ext>
                </a:extLst>
              </p:cNvPr>
              <p:cNvSpPr>
                <a:spLocks noChangeArrowheads="1"/>
              </p:cNvSpPr>
              <p:nvPr/>
            </p:nvSpPr>
            <p:spPr bwMode="auto">
              <a:xfrm>
                <a:off x="1059" y="1345"/>
                <a:ext cx="198"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22" name="Group 93">
              <a:extLst>
                <a:ext uri="{FF2B5EF4-FFF2-40B4-BE49-F238E27FC236}">
                  <a16:creationId xmlns:a16="http://schemas.microsoft.com/office/drawing/2014/main" id="{8D445080-3B3F-4E8B-95AD-7A119B7B85C3}"/>
                </a:ext>
              </a:extLst>
            </p:cNvPr>
            <p:cNvGrpSpPr>
              <a:grpSpLocks/>
            </p:cNvGrpSpPr>
            <p:nvPr/>
          </p:nvGrpSpPr>
          <p:grpSpPr bwMode="auto">
            <a:xfrm>
              <a:off x="480" y="2957"/>
              <a:ext cx="560" cy="203"/>
              <a:chOff x="0" y="1643"/>
              <a:chExt cx="156" cy="294"/>
            </a:xfrm>
          </p:grpSpPr>
          <p:sp>
            <p:nvSpPr>
              <p:cNvPr id="118925" name="Rectangle 94">
                <a:extLst>
                  <a:ext uri="{FF2B5EF4-FFF2-40B4-BE49-F238E27FC236}">
                    <a16:creationId xmlns:a16="http://schemas.microsoft.com/office/drawing/2014/main" id="{A3ED630B-9093-4122-B23B-E975F1D9E9B5}"/>
                  </a:ext>
                </a:extLst>
              </p:cNvPr>
              <p:cNvSpPr>
                <a:spLocks noChangeArrowheads="1"/>
              </p:cNvSpPr>
              <p:nvPr/>
            </p:nvSpPr>
            <p:spPr bwMode="auto">
              <a:xfrm>
                <a:off x="4" y="1647"/>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26" name="Rectangle 95">
                <a:extLst>
                  <a:ext uri="{FF2B5EF4-FFF2-40B4-BE49-F238E27FC236}">
                    <a16:creationId xmlns:a16="http://schemas.microsoft.com/office/drawing/2014/main" id="{D7B625DD-127C-443E-AEEC-4669D7A01364}"/>
                  </a:ext>
                </a:extLst>
              </p:cNvPr>
              <p:cNvSpPr>
                <a:spLocks noChangeArrowheads="1"/>
              </p:cNvSpPr>
              <p:nvPr/>
            </p:nvSpPr>
            <p:spPr bwMode="auto">
              <a:xfrm>
                <a:off x="0" y="1643"/>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23" name="Group 96">
              <a:extLst>
                <a:ext uri="{FF2B5EF4-FFF2-40B4-BE49-F238E27FC236}">
                  <a16:creationId xmlns:a16="http://schemas.microsoft.com/office/drawing/2014/main" id="{D82840F8-5A88-4157-A901-D5D398CEE1F3}"/>
                </a:ext>
              </a:extLst>
            </p:cNvPr>
            <p:cNvGrpSpPr>
              <a:grpSpLocks/>
            </p:cNvGrpSpPr>
            <p:nvPr/>
          </p:nvGrpSpPr>
          <p:grpSpPr bwMode="auto">
            <a:xfrm>
              <a:off x="1040" y="2957"/>
              <a:ext cx="560" cy="203"/>
              <a:chOff x="156" y="1643"/>
              <a:chExt cx="156" cy="294"/>
            </a:xfrm>
          </p:grpSpPr>
          <p:sp>
            <p:nvSpPr>
              <p:cNvPr id="118923" name="Rectangle 97">
                <a:extLst>
                  <a:ext uri="{FF2B5EF4-FFF2-40B4-BE49-F238E27FC236}">
                    <a16:creationId xmlns:a16="http://schemas.microsoft.com/office/drawing/2014/main" id="{FDA05173-79CB-47A8-8B4D-5CCEEC496B36}"/>
                  </a:ext>
                </a:extLst>
              </p:cNvPr>
              <p:cNvSpPr>
                <a:spLocks noChangeArrowheads="1"/>
              </p:cNvSpPr>
              <p:nvPr/>
            </p:nvSpPr>
            <p:spPr bwMode="auto">
              <a:xfrm>
                <a:off x="160" y="1647"/>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24" name="Rectangle 98">
                <a:extLst>
                  <a:ext uri="{FF2B5EF4-FFF2-40B4-BE49-F238E27FC236}">
                    <a16:creationId xmlns:a16="http://schemas.microsoft.com/office/drawing/2014/main" id="{6C82E4CF-82FB-4ED2-949D-292CDC20B52C}"/>
                  </a:ext>
                </a:extLst>
              </p:cNvPr>
              <p:cNvSpPr>
                <a:spLocks noChangeArrowheads="1"/>
              </p:cNvSpPr>
              <p:nvPr/>
            </p:nvSpPr>
            <p:spPr bwMode="auto">
              <a:xfrm>
                <a:off x="156" y="1643"/>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24" name="Group 99">
              <a:extLst>
                <a:ext uri="{FF2B5EF4-FFF2-40B4-BE49-F238E27FC236}">
                  <a16:creationId xmlns:a16="http://schemas.microsoft.com/office/drawing/2014/main" id="{879BA984-F34B-40DD-99A9-075E685C4567}"/>
                </a:ext>
              </a:extLst>
            </p:cNvPr>
            <p:cNvGrpSpPr>
              <a:grpSpLocks/>
            </p:cNvGrpSpPr>
            <p:nvPr/>
          </p:nvGrpSpPr>
          <p:grpSpPr bwMode="auto">
            <a:xfrm>
              <a:off x="1600" y="2957"/>
              <a:ext cx="560" cy="203"/>
              <a:chOff x="312" y="1643"/>
              <a:chExt cx="156" cy="294"/>
            </a:xfrm>
          </p:grpSpPr>
          <p:sp>
            <p:nvSpPr>
              <p:cNvPr id="118921" name="Rectangle 100">
                <a:extLst>
                  <a:ext uri="{FF2B5EF4-FFF2-40B4-BE49-F238E27FC236}">
                    <a16:creationId xmlns:a16="http://schemas.microsoft.com/office/drawing/2014/main" id="{B2A1E93F-01C2-4FED-BF93-61078101CFDD}"/>
                  </a:ext>
                </a:extLst>
              </p:cNvPr>
              <p:cNvSpPr>
                <a:spLocks noChangeArrowheads="1"/>
              </p:cNvSpPr>
              <p:nvPr/>
            </p:nvSpPr>
            <p:spPr bwMode="auto">
              <a:xfrm>
                <a:off x="316" y="1647"/>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22" name="Rectangle 101">
                <a:extLst>
                  <a:ext uri="{FF2B5EF4-FFF2-40B4-BE49-F238E27FC236}">
                    <a16:creationId xmlns:a16="http://schemas.microsoft.com/office/drawing/2014/main" id="{C6815A84-4A90-4B71-8179-071D7879EEB1}"/>
                  </a:ext>
                </a:extLst>
              </p:cNvPr>
              <p:cNvSpPr>
                <a:spLocks noChangeArrowheads="1"/>
              </p:cNvSpPr>
              <p:nvPr/>
            </p:nvSpPr>
            <p:spPr bwMode="auto">
              <a:xfrm>
                <a:off x="312" y="1643"/>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25" name="Group 102">
              <a:extLst>
                <a:ext uri="{FF2B5EF4-FFF2-40B4-BE49-F238E27FC236}">
                  <a16:creationId xmlns:a16="http://schemas.microsoft.com/office/drawing/2014/main" id="{70ADAE31-114B-4285-AA3B-D60333A578C0}"/>
                </a:ext>
              </a:extLst>
            </p:cNvPr>
            <p:cNvGrpSpPr>
              <a:grpSpLocks/>
            </p:cNvGrpSpPr>
            <p:nvPr/>
          </p:nvGrpSpPr>
          <p:grpSpPr bwMode="auto">
            <a:xfrm>
              <a:off x="2160" y="2957"/>
              <a:ext cx="707" cy="203"/>
              <a:chOff x="468" y="1643"/>
              <a:chExt cx="197" cy="294"/>
            </a:xfrm>
          </p:grpSpPr>
          <p:sp>
            <p:nvSpPr>
              <p:cNvPr id="118919" name="Rectangle 103">
                <a:extLst>
                  <a:ext uri="{FF2B5EF4-FFF2-40B4-BE49-F238E27FC236}">
                    <a16:creationId xmlns:a16="http://schemas.microsoft.com/office/drawing/2014/main" id="{B3FC05D5-B1BC-4D38-B94F-60DAFC141CE4}"/>
                  </a:ext>
                </a:extLst>
              </p:cNvPr>
              <p:cNvSpPr>
                <a:spLocks noChangeArrowheads="1"/>
              </p:cNvSpPr>
              <p:nvPr/>
            </p:nvSpPr>
            <p:spPr bwMode="auto">
              <a:xfrm>
                <a:off x="472" y="1647"/>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20" name="Rectangle 104">
                <a:extLst>
                  <a:ext uri="{FF2B5EF4-FFF2-40B4-BE49-F238E27FC236}">
                    <a16:creationId xmlns:a16="http://schemas.microsoft.com/office/drawing/2014/main" id="{39F187EB-8D79-4493-8774-E22B98B86D58}"/>
                  </a:ext>
                </a:extLst>
              </p:cNvPr>
              <p:cNvSpPr>
                <a:spLocks noChangeArrowheads="1"/>
              </p:cNvSpPr>
              <p:nvPr/>
            </p:nvSpPr>
            <p:spPr bwMode="auto">
              <a:xfrm>
                <a:off x="468" y="1643"/>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26" name="Group 105">
              <a:extLst>
                <a:ext uri="{FF2B5EF4-FFF2-40B4-BE49-F238E27FC236}">
                  <a16:creationId xmlns:a16="http://schemas.microsoft.com/office/drawing/2014/main" id="{EC108095-E158-42B3-8A72-05300CF3F883}"/>
                </a:ext>
              </a:extLst>
            </p:cNvPr>
            <p:cNvGrpSpPr>
              <a:grpSpLocks/>
            </p:cNvGrpSpPr>
            <p:nvPr/>
          </p:nvGrpSpPr>
          <p:grpSpPr bwMode="auto">
            <a:xfrm>
              <a:off x="2867" y="2957"/>
              <a:ext cx="707" cy="203"/>
              <a:chOff x="665" y="1643"/>
              <a:chExt cx="197" cy="294"/>
            </a:xfrm>
          </p:grpSpPr>
          <p:sp>
            <p:nvSpPr>
              <p:cNvPr id="118917" name="Rectangle 106">
                <a:extLst>
                  <a:ext uri="{FF2B5EF4-FFF2-40B4-BE49-F238E27FC236}">
                    <a16:creationId xmlns:a16="http://schemas.microsoft.com/office/drawing/2014/main" id="{2FCEB2BA-1394-4896-BC06-855F31969802}"/>
                  </a:ext>
                </a:extLst>
              </p:cNvPr>
              <p:cNvSpPr>
                <a:spLocks noChangeArrowheads="1"/>
              </p:cNvSpPr>
              <p:nvPr/>
            </p:nvSpPr>
            <p:spPr bwMode="auto">
              <a:xfrm>
                <a:off x="669" y="1647"/>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18" name="Rectangle 107">
                <a:extLst>
                  <a:ext uri="{FF2B5EF4-FFF2-40B4-BE49-F238E27FC236}">
                    <a16:creationId xmlns:a16="http://schemas.microsoft.com/office/drawing/2014/main" id="{526FF9D5-E8FE-4E81-9AFB-2EAB3591A746}"/>
                  </a:ext>
                </a:extLst>
              </p:cNvPr>
              <p:cNvSpPr>
                <a:spLocks noChangeArrowheads="1"/>
              </p:cNvSpPr>
              <p:nvPr/>
            </p:nvSpPr>
            <p:spPr bwMode="auto">
              <a:xfrm>
                <a:off x="665" y="1643"/>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27" name="Group 108">
              <a:extLst>
                <a:ext uri="{FF2B5EF4-FFF2-40B4-BE49-F238E27FC236}">
                  <a16:creationId xmlns:a16="http://schemas.microsoft.com/office/drawing/2014/main" id="{D06F4943-AF45-4B2F-873A-88104087007E}"/>
                </a:ext>
              </a:extLst>
            </p:cNvPr>
            <p:cNvGrpSpPr>
              <a:grpSpLocks/>
            </p:cNvGrpSpPr>
            <p:nvPr/>
          </p:nvGrpSpPr>
          <p:grpSpPr bwMode="auto">
            <a:xfrm>
              <a:off x="3574" y="2957"/>
              <a:ext cx="707" cy="203"/>
              <a:chOff x="862" y="1643"/>
              <a:chExt cx="197" cy="294"/>
            </a:xfrm>
          </p:grpSpPr>
          <p:sp>
            <p:nvSpPr>
              <p:cNvPr id="118915" name="Rectangle 109">
                <a:extLst>
                  <a:ext uri="{FF2B5EF4-FFF2-40B4-BE49-F238E27FC236}">
                    <a16:creationId xmlns:a16="http://schemas.microsoft.com/office/drawing/2014/main" id="{10DD9B09-A598-4233-B79C-CA956F598138}"/>
                  </a:ext>
                </a:extLst>
              </p:cNvPr>
              <p:cNvSpPr>
                <a:spLocks noChangeArrowheads="1"/>
              </p:cNvSpPr>
              <p:nvPr/>
            </p:nvSpPr>
            <p:spPr bwMode="auto">
              <a:xfrm>
                <a:off x="866" y="1647"/>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16" name="Rectangle 110">
                <a:extLst>
                  <a:ext uri="{FF2B5EF4-FFF2-40B4-BE49-F238E27FC236}">
                    <a16:creationId xmlns:a16="http://schemas.microsoft.com/office/drawing/2014/main" id="{80D469F1-2A11-49C7-B348-5BCA58041D33}"/>
                  </a:ext>
                </a:extLst>
              </p:cNvPr>
              <p:cNvSpPr>
                <a:spLocks noChangeArrowheads="1"/>
              </p:cNvSpPr>
              <p:nvPr/>
            </p:nvSpPr>
            <p:spPr bwMode="auto">
              <a:xfrm>
                <a:off x="862" y="1643"/>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28" name="Group 111">
              <a:extLst>
                <a:ext uri="{FF2B5EF4-FFF2-40B4-BE49-F238E27FC236}">
                  <a16:creationId xmlns:a16="http://schemas.microsoft.com/office/drawing/2014/main" id="{7FB4B160-CA54-43C9-9E6F-D73A4C4B1C55}"/>
                </a:ext>
              </a:extLst>
            </p:cNvPr>
            <p:cNvGrpSpPr>
              <a:grpSpLocks/>
            </p:cNvGrpSpPr>
            <p:nvPr/>
          </p:nvGrpSpPr>
          <p:grpSpPr bwMode="auto">
            <a:xfrm>
              <a:off x="4281" y="2957"/>
              <a:ext cx="711" cy="203"/>
              <a:chOff x="1059" y="1643"/>
              <a:chExt cx="198" cy="294"/>
            </a:xfrm>
          </p:grpSpPr>
          <p:sp>
            <p:nvSpPr>
              <p:cNvPr id="118913" name="Rectangle 112">
                <a:extLst>
                  <a:ext uri="{FF2B5EF4-FFF2-40B4-BE49-F238E27FC236}">
                    <a16:creationId xmlns:a16="http://schemas.microsoft.com/office/drawing/2014/main" id="{8507B4E8-82D1-4BED-A2E1-CBE8EDC1416C}"/>
                  </a:ext>
                </a:extLst>
              </p:cNvPr>
              <p:cNvSpPr>
                <a:spLocks noChangeArrowheads="1"/>
              </p:cNvSpPr>
              <p:nvPr/>
            </p:nvSpPr>
            <p:spPr bwMode="auto">
              <a:xfrm>
                <a:off x="1063" y="1647"/>
                <a:ext cx="19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14" name="Rectangle 113">
                <a:extLst>
                  <a:ext uri="{FF2B5EF4-FFF2-40B4-BE49-F238E27FC236}">
                    <a16:creationId xmlns:a16="http://schemas.microsoft.com/office/drawing/2014/main" id="{EDD63F41-478B-42A5-8D91-3879C5DE081C}"/>
                  </a:ext>
                </a:extLst>
              </p:cNvPr>
              <p:cNvSpPr>
                <a:spLocks noChangeArrowheads="1"/>
              </p:cNvSpPr>
              <p:nvPr/>
            </p:nvSpPr>
            <p:spPr bwMode="auto">
              <a:xfrm>
                <a:off x="1059" y="1643"/>
                <a:ext cx="198"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29" name="Group 114">
              <a:extLst>
                <a:ext uri="{FF2B5EF4-FFF2-40B4-BE49-F238E27FC236}">
                  <a16:creationId xmlns:a16="http://schemas.microsoft.com/office/drawing/2014/main" id="{5EB6708E-92CE-44CE-B0A4-8405F6D0622D}"/>
                </a:ext>
              </a:extLst>
            </p:cNvPr>
            <p:cNvGrpSpPr>
              <a:grpSpLocks/>
            </p:cNvGrpSpPr>
            <p:nvPr/>
          </p:nvGrpSpPr>
          <p:grpSpPr bwMode="auto">
            <a:xfrm>
              <a:off x="480" y="3163"/>
              <a:ext cx="560" cy="203"/>
              <a:chOff x="0" y="1941"/>
              <a:chExt cx="156" cy="294"/>
            </a:xfrm>
          </p:grpSpPr>
          <p:sp>
            <p:nvSpPr>
              <p:cNvPr id="118911" name="Rectangle 115">
                <a:extLst>
                  <a:ext uri="{FF2B5EF4-FFF2-40B4-BE49-F238E27FC236}">
                    <a16:creationId xmlns:a16="http://schemas.microsoft.com/office/drawing/2014/main" id="{163419D1-2BAE-427E-B143-F239877761A6}"/>
                  </a:ext>
                </a:extLst>
              </p:cNvPr>
              <p:cNvSpPr>
                <a:spLocks noChangeArrowheads="1"/>
              </p:cNvSpPr>
              <p:nvPr/>
            </p:nvSpPr>
            <p:spPr bwMode="auto">
              <a:xfrm>
                <a:off x="4" y="1945"/>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12" name="Rectangle 116">
                <a:extLst>
                  <a:ext uri="{FF2B5EF4-FFF2-40B4-BE49-F238E27FC236}">
                    <a16:creationId xmlns:a16="http://schemas.microsoft.com/office/drawing/2014/main" id="{3796E64A-0264-4470-9B14-B8294BB2A78F}"/>
                  </a:ext>
                </a:extLst>
              </p:cNvPr>
              <p:cNvSpPr>
                <a:spLocks noChangeArrowheads="1"/>
              </p:cNvSpPr>
              <p:nvPr/>
            </p:nvSpPr>
            <p:spPr bwMode="auto">
              <a:xfrm>
                <a:off x="0" y="1941"/>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30" name="Group 117">
              <a:extLst>
                <a:ext uri="{FF2B5EF4-FFF2-40B4-BE49-F238E27FC236}">
                  <a16:creationId xmlns:a16="http://schemas.microsoft.com/office/drawing/2014/main" id="{00D8BD1F-3DAB-432C-A3D4-8DC4A3723E41}"/>
                </a:ext>
              </a:extLst>
            </p:cNvPr>
            <p:cNvGrpSpPr>
              <a:grpSpLocks/>
            </p:cNvGrpSpPr>
            <p:nvPr/>
          </p:nvGrpSpPr>
          <p:grpSpPr bwMode="auto">
            <a:xfrm>
              <a:off x="1040" y="3163"/>
              <a:ext cx="560" cy="203"/>
              <a:chOff x="156" y="1941"/>
              <a:chExt cx="156" cy="294"/>
            </a:xfrm>
          </p:grpSpPr>
          <p:sp>
            <p:nvSpPr>
              <p:cNvPr id="118909" name="Rectangle 118">
                <a:extLst>
                  <a:ext uri="{FF2B5EF4-FFF2-40B4-BE49-F238E27FC236}">
                    <a16:creationId xmlns:a16="http://schemas.microsoft.com/office/drawing/2014/main" id="{D605D7AD-C464-4F41-A2E7-21ABC93CD82F}"/>
                  </a:ext>
                </a:extLst>
              </p:cNvPr>
              <p:cNvSpPr>
                <a:spLocks noChangeArrowheads="1"/>
              </p:cNvSpPr>
              <p:nvPr/>
            </p:nvSpPr>
            <p:spPr bwMode="auto">
              <a:xfrm>
                <a:off x="160" y="1945"/>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10" name="Rectangle 119">
                <a:extLst>
                  <a:ext uri="{FF2B5EF4-FFF2-40B4-BE49-F238E27FC236}">
                    <a16:creationId xmlns:a16="http://schemas.microsoft.com/office/drawing/2014/main" id="{5E9BB852-2C1F-436A-9BBB-F356456A00EB}"/>
                  </a:ext>
                </a:extLst>
              </p:cNvPr>
              <p:cNvSpPr>
                <a:spLocks noChangeArrowheads="1"/>
              </p:cNvSpPr>
              <p:nvPr/>
            </p:nvSpPr>
            <p:spPr bwMode="auto">
              <a:xfrm>
                <a:off x="156" y="1941"/>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31" name="Group 120">
              <a:extLst>
                <a:ext uri="{FF2B5EF4-FFF2-40B4-BE49-F238E27FC236}">
                  <a16:creationId xmlns:a16="http://schemas.microsoft.com/office/drawing/2014/main" id="{60B6513D-1F89-457E-868D-18CE943A8D71}"/>
                </a:ext>
              </a:extLst>
            </p:cNvPr>
            <p:cNvGrpSpPr>
              <a:grpSpLocks/>
            </p:cNvGrpSpPr>
            <p:nvPr/>
          </p:nvGrpSpPr>
          <p:grpSpPr bwMode="auto">
            <a:xfrm>
              <a:off x="1600" y="3163"/>
              <a:ext cx="560" cy="203"/>
              <a:chOff x="312" y="1941"/>
              <a:chExt cx="156" cy="294"/>
            </a:xfrm>
          </p:grpSpPr>
          <p:sp>
            <p:nvSpPr>
              <p:cNvPr id="118907" name="Rectangle 121">
                <a:extLst>
                  <a:ext uri="{FF2B5EF4-FFF2-40B4-BE49-F238E27FC236}">
                    <a16:creationId xmlns:a16="http://schemas.microsoft.com/office/drawing/2014/main" id="{99A90259-CC09-4605-BAE1-95B509274120}"/>
                  </a:ext>
                </a:extLst>
              </p:cNvPr>
              <p:cNvSpPr>
                <a:spLocks noChangeArrowheads="1"/>
              </p:cNvSpPr>
              <p:nvPr/>
            </p:nvSpPr>
            <p:spPr bwMode="auto">
              <a:xfrm>
                <a:off x="316" y="1945"/>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08" name="Rectangle 122">
                <a:extLst>
                  <a:ext uri="{FF2B5EF4-FFF2-40B4-BE49-F238E27FC236}">
                    <a16:creationId xmlns:a16="http://schemas.microsoft.com/office/drawing/2014/main" id="{AC3F8772-2B94-4598-8725-0E21400AC920}"/>
                  </a:ext>
                </a:extLst>
              </p:cNvPr>
              <p:cNvSpPr>
                <a:spLocks noChangeArrowheads="1"/>
              </p:cNvSpPr>
              <p:nvPr/>
            </p:nvSpPr>
            <p:spPr bwMode="auto">
              <a:xfrm>
                <a:off x="312" y="1941"/>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32" name="Group 123">
              <a:extLst>
                <a:ext uri="{FF2B5EF4-FFF2-40B4-BE49-F238E27FC236}">
                  <a16:creationId xmlns:a16="http://schemas.microsoft.com/office/drawing/2014/main" id="{3862A87C-7D5E-49B2-B1BE-FFCF4092135E}"/>
                </a:ext>
              </a:extLst>
            </p:cNvPr>
            <p:cNvGrpSpPr>
              <a:grpSpLocks/>
            </p:cNvGrpSpPr>
            <p:nvPr/>
          </p:nvGrpSpPr>
          <p:grpSpPr bwMode="auto">
            <a:xfrm>
              <a:off x="2160" y="3163"/>
              <a:ext cx="707" cy="203"/>
              <a:chOff x="468" y="1941"/>
              <a:chExt cx="197" cy="294"/>
            </a:xfrm>
          </p:grpSpPr>
          <p:sp>
            <p:nvSpPr>
              <p:cNvPr id="118905" name="Rectangle 124">
                <a:extLst>
                  <a:ext uri="{FF2B5EF4-FFF2-40B4-BE49-F238E27FC236}">
                    <a16:creationId xmlns:a16="http://schemas.microsoft.com/office/drawing/2014/main" id="{36A7F0B1-8911-43DE-AD9A-600FD7E56062}"/>
                  </a:ext>
                </a:extLst>
              </p:cNvPr>
              <p:cNvSpPr>
                <a:spLocks noChangeArrowheads="1"/>
              </p:cNvSpPr>
              <p:nvPr/>
            </p:nvSpPr>
            <p:spPr bwMode="auto">
              <a:xfrm>
                <a:off x="472" y="1945"/>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06" name="Rectangle 125">
                <a:extLst>
                  <a:ext uri="{FF2B5EF4-FFF2-40B4-BE49-F238E27FC236}">
                    <a16:creationId xmlns:a16="http://schemas.microsoft.com/office/drawing/2014/main" id="{2EB052E8-539C-453C-8408-B4704AA5394E}"/>
                  </a:ext>
                </a:extLst>
              </p:cNvPr>
              <p:cNvSpPr>
                <a:spLocks noChangeArrowheads="1"/>
              </p:cNvSpPr>
              <p:nvPr/>
            </p:nvSpPr>
            <p:spPr bwMode="auto">
              <a:xfrm>
                <a:off x="468" y="1941"/>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33" name="Group 126">
              <a:extLst>
                <a:ext uri="{FF2B5EF4-FFF2-40B4-BE49-F238E27FC236}">
                  <a16:creationId xmlns:a16="http://schemas.microsoft.com/office/drawing/2014/main" id="{745F43FD-5038-4EA4-A0BE-B7C3D12954D5}"/>
                </a:ext>
              </a:extLst>
            </p:cNvPr>
            <p:cNvGrpSpPr>
              <a:grpSpLocks/>
            </p:cNvGrpSpPr>
            <p:nvPr/>
          </p:nvGrpSpPr>
          <p:grpSpPr bwMode="auto">
            <a:xfrm>
              <a:off x="2867" y="3163"/>
              <a:ext cx="707" cy="203"/>
              <a:chOff x="665" y="1941"/>
              <a:chExt cx="197" cy="294"/>
            </a:xfrm>
          </p:grpSpPr>
          <p:sp>
            <p:nvSpPr>
              <p:cNvPr id="118903" name="Rectangle 127">
                <a:extLst>
                  <a:ext uri="{FF2B5EF4-FFF2-40B4-BE49-F238E27FC236}">
                    <a16:creationId xmlns:a16="http://schemas.microsoft.com/office/drawing/2014/main" id="{E2A546E7-56B8-4621-9160-EBAD3EE7BFBD}"/>
                  </a:ext>
                </a:extLst>
              </p:cNvPr>
              <p:cNvSpPr>
                <a:spLocks noChangeArrowheads="1"/>
              </p:cNvSpPr>
              <p:nvPr/>
            </p:nvSpPr>
            <p:spPr bwMode="auto">
              <a:xfrm>
                <a:off x="669" y="1945"/>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04" name="Rectangle 128">
                <a:extLst>
                  <a:ext uri="{FF2B5EF4-FFF2-40B4-BE49-F238E27FC236}">
                    <a16:creationId xmlns:a16="http://schemas.microsoft.com/office/drawing/2014/main" id="{90B71A06-C96A-4F50-8696-9212D50A22C7}"/>
                  </a:ext>
                </a:extLst>
              </p:cNvPr>
              <p:cNvSpPr>
                <a:spLocks noChangeArrowheads="1"/>
              </p:cNvSpPr>
              <p:nvPr/>
            </p:nvSpPr>
            <p:spPr bwMode="auto">
              <a:xfrm>
                <a:off x="665" y="1941"/>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34" name="Group 129">
              <a:extLst>
                <a:ext uri="{FF2B5EF4-FFF2-40B4-BE49-F238E27FC236}">
                  <a16:creationId xmlns:a16="http://schemas.microsoft.com/office/drawing/2014/main" id="{53EC7A5C-719D-44B3-B3B5-B0F56B6164B7}"/>
                </a:ext>
              </a:extLst>
            </p:cNvPr>
            <p:cNvGrpSpPr>
              <a:grpSpLocks/>
            </p:cNvGrpSpPr>
            <p:nvPr/>
          </p:nvGrpSpPr>
          <p:grpSpPr bwMode="auto">
            <a:xfrm>
              <a:off x="3574" y="3163"/>
              <a:ext cx="707" cy="203"/>
              <a:chOff x="862" y="1941"/>
              <a:chExt cx="197" cy="294"/>
            </a:xfrm>
          </p:grpSpPr>
          <p:sp>
            <p:nvSpPr>
              <p:cNvPr id="118901" name="Rectangle 130">
                <a:extLst>
                  <a:ext uri="{FF2B5EF4-FFF2-40B4-BE49-F238E27FC236}">
                    <a16:creationId xmlns:a16="http://schemas.microsoft.com/office/drawing/2014/main" id="{24163E74-705A-47D4-BB55-CE97C3EF8F2E}"/>
                  </a:ext>
                </a:extLst>
              </p:cNvPr>
              <p:cNvSpPr>
                <a:spLocks noChangeArrowheads="1"/>
              </p:cNvSpPr>
              <p:nvPr/>
            </p:nvSpPr>
            <p:spPr bwMode="auto">
              <a:xfrm>
                <a:off x="866" y="1945"/>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02" name="Rectangle 131">
                <a:extLst>
                  <a:ext uri="{FF2B5EF4-FFF2-40B4-BE49-F238E27FC236}">
                    <a16:creationId xmlns:a16="http://schemas.microsoft.com/office/drawing/2014/main" id="{C88D7E3E-16EC-4F53-B657-1E1FE38A1A09}"/>
                  </a:ext>
                </a:extLst>
              </p:cNvPr>
              <p:cNvSpPr>
                <a:spLocks noChangeArrowheads="1"/>
              </p:cNvSpPr>
              <p:nvPr/>
            </p:nvSpPr>
            <p:spPr bwMode="auto">
              <a:xfrm>
                <a:off x="862" y="1941"/>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35" name="Group 132">
              <a:extLst>
                <a:ext uri="{FF2B5EF4-FFF2-40B4-BE49-F238E27FC236}">
                  <a16:creationId xmlns:a16="http://schemas.microsoft.com/office/drawing/2014/main" id="{26E5B2AE-7A27-413F-BDCA-BB8E127FADF5}"/>
                </a:ext>
              </a:extLst>
            </p:cNvPr>
            <p:cNvGrpSpPr>
              <a:grpSpLocks/>
            </p:cNvGrpSpPr>
            <p:nvPr/>
          </p:nvGrpSpPr>
          <p:grpSpPr bwMode="auto">
            <a:xfrm>
              <a:off x="4281" y="3163"/>
              <a:ext cx="711" cy="203"/>
              <a:chOff x="1059" y="1941"/>
              <a:chExt cx="198" cy="294"/>
            </a:xfrm>
          </p:grpSpPr>
          <p:sp>
            <p:nvSpPr>
              <p:cNvPr id="118899" name="Rectangle 133">
                <a:extLst>
                  <a:ext uri="{FF2B5EF4-FFF2-40B4-BE49-F238E27FC236}">
                    <a16:creationId xmlns:a16="http://schemas.microsoft.com/office/drawing/2014/main" id="{B2BE32D4-C738-45CB-A4C9-EBA388335887}"/>
                  </a:ext>
                </a:extLst>
              </p:cNvPr>
              <p:cNvSpPr>
                <a:spLocks noChangeArrowheads="1"/>
              </p:cNvSpPr>
              <p:nvPr/>
            </p:nvSpPr>
            <p:spPr bwMode="auto">
              <a:xfrm>
                <a:off x="1063" y="1945"/>
                <a:ext cx="19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900" name="Rectangle 134">
                <a:extLst>
                  <a:ext uri="{FF2B5EF4-FFF2-40B4-BE49-F238E27FC236}">
                    <a16:creationId xmlns:a16="http://schemas.microsoft.com/office/drawing/2014/main" id="{E810DCE8-A778-45E8-AC30-2C4B025FA217}"/>
                  </a:ext>
                </a:extLst>
              </p:cNvPr>
              <p:cNvSpPr>
                <a:spLocks noChangeArrowheads="1"/>
              </p:cNvSpPr>
              <p:nvPr/>
            </p:nvSpPr>
            <p:spPr bwMode="auto">
              <a:xfrm>
                <a:off x="1059" y="1941"/>
                <a:ext cx="198"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36" name="Group 135">
              <a:extLst>
                <a:ext uri="{FF2B5EF4-FFF2-40B4-BE49-F238E27FC236}">
                  <a16:creationId xmlns:a16="http://schemas.microsoft.com/office/drawing/2014/main" id="{DD52CC85-63C4-482C-B990-F3EE4A548E3B}"/>
                </a:ext>
              </a:extLst>
            </p:cNvPr>
            <p:cNvGrpSpPr>
              <a:grpSpLocks/>
            </p:cNvGrpSpPr>
            <p:nvPr/>
          </p:nvGrpSpPr>
          <p:grpSpPr bwMode="auto">
            <a:xfrm>
              <a:off x="480" y="3369"/>
              <a:ext cx="560" cy="203"/>
              <a:chOff x="0" y="2239"/>
              <a:chExt cx="156" cy="294"/>
            </a:xfrm>
          </p:grpSpPr>
          <p:sp>
            <p:nvSpPr>
              <p:cNvPr id="118897" name="Rectangle 136">
                <a:extLst>
                  <a:ext uri="{FF2B5EF4-FFF2-40B4-BE49-F238E27FC236}">
                    <a16:creationId xmlns:a16="http://schemas.microsoft.com/office/drawing/2014/main" id="{5AA03FEF-786E-415D-89D2-3A22E96C4BCA}"/>
                  </a:ext>
                </a:extLst>
              </p:cNvPr>
              <p:cNvSpPr>
                <a:spLocks noChangeArrowheads="1"/>
              </p:cNvSpPr>
              <p:nvPr/>
            </p:nvSpPr>
            <p:spPr bwMode="auto">
              <a:xfrm>
                <a:off x="4" y="2243"/>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98" name="Rectangle 137">
                <a:extLst>
                  <a:ext uri="{FF2B5EF4-FFF2-40B4-BE49-F238E27FC236}">
                    <a16:creationId xmlns:a16="http://schemas.microsoft.com/office/drawing/2014/main" id="{C8383325-1953-4934-A49B-3BEABCBB520C}"/>
                  </a:ext>
                </a:extLst>
              </p:cNvPr>
              <p:cNvSpPr>
                <a:spLocks noChangeArrowheads="1"/>
              </p:cNvSpPr>
              <p:nvPr/>
            </p:nvSpPr>
            <p:spPr bwMode="auto">
              <a:xfrm>
                <a:off x="0" y="2239"/>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37" name="Group 138">
              <a:extLst>
                <a:ext uri="{FF2B5EF4-FFF2-40B4-BE49-F238E27FC236}">
                  <a16:creationId xmlns:a16="http://schemas.microsoft.com/office/drawing/2014/main" id="{9CDC58C0-9451-497C-89DA-D3C222628C83}"/>
                </a:ext>
              </a:extLst>
            </p:cNvPr>
            <p:cNvGrpSpPr>
              <a:grpSpLocks/>
            </p:cNvGrpSpPr>
            <p:nvPr/>
          </p:nvGrpSpPr>
          <p:grpSpPr bwMode="auto">
            <a:xfrm>
              <a:off x="1040" y="3369"/>
              <a:ext cx="560" cy="203"/>
              <a:chOff x="156" y="2239"/>
              <a:chExt cx="156" cy="294"/>
            </a:xfrm>
          </p:grpSpPr>
          <p:sp>
            <p:nvSpPr>
              <p:cNvPr id="118895" name="Rectangle 139">
                <a:extLst>
                  <a:ext uri="{FF2B5EF4-FFF2-40B4-BE49-F238E27FC236}">
                    <a16:creationId xmlns:a16="http://schemas.microsoft.com/office/drawing/2014/main" id="{E815FA82-F813-4A52-AFA1-9D339E7CE48E}"/>
                  </a:ext>
                </a:extLst>
              </p:cNvPr>
              <p:cNvSpPr>
                <a:spLocks noChangeArrowheads="1"/>
              </p:cNvSpPr>
              <p:nvPr/>
            </p:nvSpPr>
            <p:spPr bwMode="auto">
              <a:xfrm>
                <a:off x="160" y="2243"/>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96" name="Rectangle 140">
                <a:extLst>
                  <a:ext uri="{FF2B5EF4-FFF2-40B4-BE49-F238E27FC236}">
                    <a16:creationId xmlns:a16="http://schemas.microsoft.com/office/drawing/2014/main" id="{CC38351F-F42E-4A30-B614-1B73B657414C}"/>
                  </a:ext>
                </a:extLst>
              </p:cNvPr>
              <p:cNvSpPr>
                <a:spLocks noChangeArrowheads="1"/>
              </p:cNvSpPr>
              <p:nvPr/>
            </p:nvSpPr>
            <p:spPr bwMode="auto">
              <a:xfrm>
                <a:off x="156" y="2239"/>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38" name="Group 141">
              <a:extLst>
                <a:ext uri="{FF2B5EF4-FFF2-40B4-BE49-F238E27FC236}">
                  <a16:creationId xmlns:a16="http://schemas.microsoft.com/office/drawing/2014/main" id="{2489E1CA-F4BB-4F47-A0A7-110E1754FB10}"/>
                </a:ext>
              </a:extLst>
            </p:cNvPr>
            <p:cNvGrpSpPr>
              <a:grpSpLocks/>
            </p:cNvGrpSpPr>
            <p:nvPr/>
          </p:nvGrpSpPr>
          <p:grpSpPr bwMode="auto">
            <a:xfrm>
              <a:off x="1600" y="3369"/>
              <a:ext cx="560" cy="203"/>
              <a:chOff x="312" y="2239"/>
              <a:chExt cx="156" cy="294"/>
            </a:xfrm>
          </p:grpSpPr>
          <p:sp>
            <p:nvSpPr>
              <p:cNvPr id="118893" name="Rectangle 142">
                <a:extLst>
                  <a:ext uri="{FF2B5EF4-FFF2-40B4-BE49-F238E27FC236}">
                    <a16:creationId xmlns:a16="http://schemas.microsoft.com/office/drawing/2014/main" id="{CFBC4DB2-0405-41C3-BF5D-AC3313039AC6}"/>
                  </a:ext>
                </a:extLst>
              </p:cNvPr>
              <p:cNvSpPr>
                <a:spLocks noChangeArrowheads="1"/>
              </p:cNvSpPr>
              <p:nvPr/>
            </p:nvSpPr>
            <p:spPr bwMode="auto">
              <a:xfrm>
                <a:off x="316" y="2243"/>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94" name="Rectangle 143">
                <a:extLst>
                  <a:ext uri="{FF2B5EF4-FFF2-40B4-BE49-F238E27FC236}">
                    <a16:creationId xmlns:a16="http://schemas.microsoft.com/office/drawing/2014/main" id="{BC2A4208-4D56-4458-8ADB-56FEB3D5758F}"/>
                  </a:ext>
                </a:extLst>
              </p:cNvPr>
              <p:cNvSpPr>
                <a:spLocks noChangeArrowheads="1"/>
              </p:cNvSpPr>
              <p:nvPr/>
            </p:nvSpPr>
            <p:spPr bwMode="auto">
              <a:xfrm>
                <a:off x="312" y="2239"/>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39" name="Group 144">
              <a:extLst>
                <a:ext uri="{FF2B5EF4-FFF2-40B4-BE49-F238E27FC236}">
                  <a16:creationId xmlns:a16="http://schemas.microsoft.com/office/drawing/2014/main" id="{B814C7B3-9C31-4A0C-A4BE-66DB9FFEF4D4}"/>
                </a:ext>
              </a:extLst>
            </p:cNvPr>
            <p:cNvGrpSpPr>
              <a:grpSpLocks/>
            </p:cNvGrpSpPr>
            <p:nvPr/>
          </p:nvGrpSpPr>
          <p:grpSpPr bwMode="auto">
            <a:xfrm>
              <a:off x="2160" y="3369"/>
              <a:ext cx="707" cy="203"/>
              <a:chOff x="468" y="2239"/>
              <a:chExt cx="197" cy="294"/>
            </a:xfrm>
          </p:grpSpPr>
          <p:sp>
            <p:nvSpPr>
              <p:cNvPr id="118891" name="Rectangle 145">
                <a:extLst>
                  <a:ext uri="{FF2B5EF4-FFF2-40B4-BE49-F238E27FC236}">
                    <a16:creationId xmlns:a16="http://schemas.microsoft.com/office/drawing/2014/main" id="{6A7BA56F-E60D-4071-BE56-75E860540532}"/>
                  </a:ext>
                </a:extLst>
              </p:cNvPr>
              <p:cNvSpPr>
                <a:spLocks noChangeArrowheads="1"/>
              </p:cNvSpPr>
              <p:nvPr/>
            </p:nvSpPr>
            <p:spPr bwMode="auto">
              <a:xfrm>
                <a:off x="472" y="2243"/>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92" name="Rectangle 146">
                <a:extLst>
                  <a:ext uri="{FF2B5EF4-FFF2-40B4-BE49-F238E27FC236}">
                    <a16:creationId xmlns:a16="http://schemas.microsoft.com/office/drawing/2014/main" id="{2CC3F6D6-D14B-4F43-A70A-093203FBA8FC}"/>
                  </a:ext>
                </a:extLst>
              </p:cNvPr>
              <p:cNvSpPr>
                <a:spLocks noChangeArrowheads="1"/>
              </p:cNvSpPr>
              <p:nvPr/>
            </p:nvSpPr>
            <p:spPr bwMode="auto">
              <a:xfrm>
                <a:off x="468" y="2239"/>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40" name="Group 147">
              <a:extLst>
                <a:ext uri="{FF2B5EF4-FFF2-40B4-BE49-F238E27FC236}">
                  <a16:creationId xmlns:a16="http://schemas.microsoft.com/office/drawing/2014/main" id="{215E0CF8-AD25-4752-B85D-3FA4153D1C86}"/>
                </a:ext>
              </a:extLst>
            </p:cNvPr>
            <p:cNvGrpSpPr>
              <a:grpSpLocks/>
            </p:cNvGrpSpPr>
            <p:nvPr/>
          </p:nvGrpSpPr>
          <p:grpSpPr bwMode="auto">
            <a:xfrm>
              <a:off x="2867" y="3369"/>
              <a:ext cx="707" cy="203"/>
              <a:chOff x="665" y="2239"/>
              <a:chExt cx="197" cy="294"/>
            </a:xfrm>
          </p:grpSpPr>
          <p:sp>
            <p:nvSpPr>
              <p:cNvPr id="118889" name="Rectangle 148">
                <a:extLst>
                  <a:ext uri="{FF2B5EF4-FFF2-40B4-BE49-F238E27FC236}">
                    <a16:creationId xmlns:a16="http://schemas.microsoft.com/office/drawing/2014/main" id="{5773441A-3F70-489A-AC46-2E100B6E1B2A}"/>
                  </a:ext>
                </a:extLst>
              </p:cNvPr>
              <p:cNvSpPr>
                <a:spLocks noChangeArrowheads="1"/>
              </p:cNvSpPr>
              <p:nvPr/>
            </p:nvSpPr>
            <p:spPr bwMode="auto">
              <a:xfrm>
                <a:off x="669" y="2243"/>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90" name="Rectangle 149">
                <a:extLst>
                  <a:ext uri="{FF2B5EF4-FFF2-40B4-BE49-F238E27FC236}">
                    <a16:creationId xmlns:a16="http://schemas.microsoft.com/office/drawing/2014/main" id="{475989D4-7203-4340-BD9D-3756B896D7F1}"/>
                  </a:ext>
                </a:extLst>
              </p:cNvPr>
              <p:cNvSpPr>
                <a:spLocks noChangeArrowheads="1"/>
              </p:cNvSpPr>
              <p:nvPr/>
            </p:nvSpPr>
            <p:spPr bwMode="auto">
              <a:xfrm>
                <a:off x="665" y="2239"/>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41" name="Group 150">
              <a:extLst>
                <a:ext uri="{FF2B5EF4-FFF2-40B4-BE49-F238E27FC236}">
                  <a16:creationId xmlns:a16="http://schemas.microsoft.com/office/drawing/2014/main" id="{3AA252F3-6464-471E-A8C3-82FC2F9AD563}"/>
                </a:ext>
              </a:extLst>
            </p:cNvPr>
            <p:cNvGrpSpPr>
              <a:grpSpLocks/>
            </p:cNvGrpSpPr>
            <p:nvPr/>
          </p:nvGrpSpPr>
          <p:grpSpPr bwMode="auto">
            <a:xfrm>
              <a:off x="3574" y="3369"/>
              <a:ext cx="707" cy="203"/>
              <a:chOff x="862" y="2239"/>
              <a:chExt cx="197" cy="294"/>
            </a:xfrm>
          </p:grpSpPr>
          <p:sp>
            <p:nvSpPr>
              <p:cNvPr id="118887" name="Rectangle 151">
                <a:extLst>
                  <a:ext uri="{FF2B5EF4-FFF2-40B4-BE49-F238E27FC236}">
                    <a16:creationId xmlns:a16="http://schemas.microsoft.com/office/drawing/2014/main" id="{95B9EF4E-40FB-4DC2-AD91-6ED4BA40C444}"/>
                  </a:ext>
                </a:extLst>
              </p:cNvPr>
              <p:cNvSpPr>
                <a:spLocks noChangeArrowheads="1"/>
              </p:cNvSpPr>
              <p:nvPr/>
            </p:nvSpPr>
            <p:spPr bwMode="auto">
              <a:xfrm>
                <a:off x="866" y="2243"/>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88" name="Rectangle 152">
                <a:extLst>
                  <a:ext uri="{FF2B5EF4-FFF2-40B4-BE49-F238E27FC236}">
                    <a16:creationId xmlns:a16="http://schemas.microsoft.com/office/drawing/2014/main" id="{CA112C72-C5D1-4D0E-9D11-CDB694AC9B0D}"/>
                  </a:ext>
                </a:extLst>
              </p:cNvPr>
              <p:cNvSpPr>
                <a:spLocks noChangeArrowheads="1"/>
              </p:cNvSpPr>
              <p:nvPr/>
            </p:nvSpPr>
            <p:spPr bwMode="auto">
              <a:xfrm>
                <a:off x="862" y="2239"/>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42" name="Group 153">
              <a:extLst>
                <a:ext uri="{FF2B5EF4-FFF2-40B4-BE49-F238E27FC236}">
                  <a16:creationId xmlns:a16="http://schemas.microsoft.com/office/drawing/2014/main" id="{4EF30B6E-F0B2-4CF8-90D6-C9A6E9F5ECAA}"/>
                </a:ext>
              </a:extLst>
            </p:cNvPr>
            <p:cNvGrpSpPr>
              <a:grpSpLocks/>
            </p:cNvGrpSpPr>
            <p:nvPr/>
          </p:nvGrpSpPr>
          <p:grpSpPr bwMode="auto">
            <a:xfrm>
              <a:off x="4281" y="3369"/>
              <a:ext cx="711" cy="203"/>
              <a:chOff x="1059" y="2239"/>
              <a:chExt cx="198" cy="294"/>
            </a:xfrm>
          </p:grpSpPr>
          <p:sp>
            <p:nvSpPr>
              <p:cNvPr id="118885" name="Rectangle 154">
                <a:extLst>
                  <a:ext uri="{FF2B5EF4-FFF2-40B4-BE49-F238E27FC236}">
                    <a16:creationId xmlns:a16="http://schemas.microsoft.com/office/drawing/2014/main" id="{EA9027C9-5984-47C7-A19C-97DC0F2D755F}"/>
                  </a:ext>
                </a:extLst>
              </p:cNvPr>
              <p:cNvSpPr>
                <a:spLocks noChangeArrowheads="1"/>
              </p:cNvSpPr>
              <p:nvPr/>
            </p:nvSpPr>
            <p:spPr bwMode="auto">
              <a:xfrm>
                <a:off x="1063" y="2243"/>
                <a:ext cx="19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86" name="Rectangle 155">
                <a:extLst>
                  <a:ext uri="{FF2B5EF4-FFF2-40B4-BE49-F238E27FC236}">
                    <a16:creationId xmlns:a16="http://schemas.microsoft.com/office/drawing/2014/main" id="{0FDDC188-DF61-484F-83C5-721CDD3FF108}"/>
                  </a:ext>
                </a:extLst>
              </p:cNvPr>
              <p:cNvSpPr>
                <a:spLocks noChangeArrowheads="1"/>
              </p:cNvSpPr>
              <p:nvPr/>
            </p:nvSpPr>
            <p:spPr bwMode="auto">
              <a:xfrm>
                <a:off x="1059" y="2239"/>
                <a:ext cx="198"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43" name="Group 156">
              <a:extLst>
                <a:ext uri="{FF2B5EF4-FFF2-40B4-BE49-F238E27FC236}">
                  <a16:creationId xmlns:a16="http://schemas.microsoft.com/office/drawing/2014/main" id="{7A19368B-02F7-42C1-A824-7ACF9B8090CC}"/>
                </a:ext>
              </a:extLst>
            </p:cNvPr>
            <p:cNvGrpSpPr>
              <a:grpSpLocks/>
            </p:cNvGrpSpPr>
            <p:nvPr/>
          </p:nvGrpSpPr>
          <p:grpSpPr bwMode="auto">
            <a:xfrm>
              <a:off x="480" y="3575"/>
              <a:ext cx="560" cy="203"/>
              <a:chOff x="0" y="2537"/>
              <a:chExt cx="156" cy="294"/>
            </a:xfrm>
          </p:grpSpPr>
          <p:sp>
            <p:nvSpPr>
              <p:cNvPr id="118883" name="Rectangle 157">
                <a:extLst>
                  <a:ext uri="{FF2B5EF4-FFF2-40B4-BE49-F238E27FC236}">
                    <a16:creationId xmlns:a16="http://schemas.microsoft.com/office/drawing/2014/main" id="{A437692A-258C-42F8-ACB1-BAB99264AB43}"/>
                  </a:ext>
                </a:extLst>
              </p:cNvPr>
              <p:cNvSpPr>
                <a:spLocks noChangeArrowheads="1"/>
              </p:cNvSpPr>
              <p:nvPr/>
            </p:nvSpPr>
            <p:spPr bwMode="auto">
              <a:xfrm>
                <a:off x="4" y="2541"/>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84" name="Rectangle 158">
                <a:extLst>
                  <a:ext uri="{FF2B5EF4-FFF2-40B4-BE49-F238E27FC236}">
                    <a16:creationId xmlns:a16="http://schemas.microsoft.com/office/drawing/2014/main" id="{C13BBA97-F3F5-412C-86F4-73F5966448AF}"/>
                  </a:ext>
                </a:extLst>
              </p:cNvPr>
              <p:cNvSpPr>
                <a:spLocks noChangeArrowheads="1"/>
              </p:cNvSpPr>
              <p:nvPr/>
            </p:nvSpPr>
            <p:spPr bwMode="auto">
              <a:xfrm>
                <a:off x="0" y="2537"/>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44" name="Group 159">
              <a:extLst>
                <a:ext uri="{FF2B5EF4-FFF2-40B4-BE49-F238E27FC236}">
                  <a16:creationId xmlns:a16="http://schemas.microsoft.com/office/drawing/2014/main" id="{02059B48-68E5-4411-8B6B-CC7F5B80D53F}"/>
                </a:ext>
              </a:extLst>
            </p:cNvPr>
            <p:cNvGrpSpPr>
              <a:grpSpLocks/>
            </p:cNvGrpSpPr>
            <p:nvPr/>
          </p:nvGrpSpPr>
          <p:grpSpPr bwMode="auto">
            <a:xfrm>
              <a:off x="1040" y="3575"/>
              <a:ext cx="560" cy="203"/>
              <a:chOff x="156" y="2537"/>
              <a:chExt cx="156" cy="294"/>
            </a:xfrm>
          </p:grpSpPr>
          <p:sp>
            <p:nvSpPr>
              <p:cNvPr id="118881" name="Rectangle 160">
                <a:extLst>
                  <a:ext uri="{FF2B5EF4-FFF2-40B4-BE49-F238E27FC236}">
                    <a16:creationId xmlns:a16="http://schemas.microsoft.com/office/drawing/2014/main" id="{7BAC8E5D-EF23-4B45-9E36-C8784E5E0069}"/>
                  </a:ext>
                </a:extLst>
              </p:cNvPr>
              <p:cNvSpPr>
                <a:spLocks noChangeArrowheads="1"/>
              </p:cNvSpPr>
              <p:nvPr/>
            </p:nvSpPr>
            <p:spPr bwMode="auto">
              <a:xfrm>
                <a:off x="160" y="2541"/>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82" name="Rectangle 161">
                <a:extLst>
                  <a:ext uri="{FF2B5EF4-FFF2-40B4-BE49-F238E27FC236}">
                    <a16:creationId xmlns:a16="http://schemas.microsoft.com/office/drawing/2014/main" id="{0A83F989-F32B-4B83-9627-DD1FB9D3073A}"/>
                  </a:ext>
                </a:extLst>
              </p:cNvPr>
              <p:cNvSpPr>
                <a:spLocks noChangeArrowheads="1"/>
              </p:cNvSpPr>
              <p:nvPr/>
            </p:nvSpPr>
            <p:spPr bwMode="auto">
              <a:xfrm>
                <a:off x="156" y="2537"/>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45" name="Group 162">
              <a:extLst>
                <a:ext uri="{FF2B5EF4-FFF2-40B4-BE49-F238E27FC236}">
                  <a16:creationId xmlns:a16="http://schemas.microsoft.com/office/drawing/2014/main" id="{8E41EA6D-83C7-47BB-AA66-9D967C9BBC66}"/>
                </a:ext>
              </a:extLst>
            </p:cNvPr>
            <p:cNvGrpSpPr>
              <a:grpSpLocks/>
            </p:cNvGrpSpPr>
            <p:nvPr/>
          </p:nvGrpSpPr>
          <p:grpSpPr bwMode="auto">
            <a:xfrm>
              <a:off x="1600" y="3575"/>
              <a:ext cx="560" cy="203"/>
              <a:chOff x="312" y="2537"/>
              <a:chExt cx="156" cy="294"/>
            </a:xfrm>
          </p:grpSpPr>
          <p:sp>
            <p:nvSpPr>
              <p:cNvPr id="118879" name="Rectangle 163">
                <a:extLst>
                  <a:ext uri="{FF2B5EF4-FFF2-40B4-BE49-F238E27FC236}">
                    <a16:creationId xmlns:a16="http://schemas.microsoft.com/office/drawing/2014/main" id="{02FC766C-5C35-4CBD-8AD4-242D9DCFD7DC}"/>
                  </a:ext>
                </a:extLst>
              </p:cNvPr>
              <p:cNvSpPr>
                <a:spLocks noChangeArrowheads="1"/>
              </p:cNvSpPr>
              <p:nvPr/>
            </p:nvSpPr>
            <p:spPr bwMode="auto">
              <a:xfrm>
                <a:off x="316" y="2541"/>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80" name="Rectangle 164">
                <a:extLst>
                  <a:ext uri="{FF2B5EF4-FFF2-40B4-BE49-F238E27FC236}">
                    <a16:creationId xmlns:a16="http://schemas.microsoft.com/office/drawing/2014/main" id="{914F0C98-028C-42D0-ADC6-6A972BE5632B}"/>
                  </a:ext>
                </a:extLst>
              </p:cNvPr>
              <p:cNvSpPr>
                <a:spLocks noChangeArrowheads="1"/>
              </p:cNvSpPr>
              <p:nvPr/>
            </p:nvSpPr>
            <p:spPr bwMode="auto">
              <a:xfrm>
                <a:off x="312" y="2537"/>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46" name="Group 165">
              <a:extLst>
                <a:ext uri="{FF2B5EF4-FFF2-40B4-BE49-F238E27FC236}">
                  <a16:creationId xmlns:a16="http://schemas.microsoft.com/office/drawing/2014/main" id="{75CFEC59-5AE9-49A2-9C9A-4D4B6A5294D9}"/>
                </a:ext>
              </a:extLst>
            </p:cNvPr>
            <p:cNvGrpSpPr>
              <a:grpSpLocks/>
            </p:cNvGrpSpPr>
            <p:nvPr/>
          </p:nvGrpSpPr>
          <p:grpSpPr bwMode="auto">
            <a:xfrm>
              <a:off x="2160" y="3575"/>
              <a:ext cx="707" cy="203"/>
              <a:chOff x="468" y="2537"/>
              <a:chExt cx="197" cy="294"/>
            </a:xfrm>
          </p:grpSpPr>
          <p:sp>
            <p:nvSpPr>
              <p:cNvPr id="118877" name="Rectangle 166">
                <a:extLst>
                  <a:ext uri="{FF2B5EF4-FFF2-40B4-BE49-F238E27FC236}">
                    <a16:creationId xmlns:a16="http://schemas.microsoft.com/office/drawing/2014/main" id="{9E25B359-C9E9-40D0-94D2-67274BC77B71}"/>
                  </a:ext>
                </a:extLst>
              </p:cNvPr>
              <p:cNvSpPr>
                <a:spLocks noChangeArrowheads="1"/>
              </p:cNvSpPr>
              <p:nvPr/>
            </p:nvSpPr>
            <p:spPr bwMode="auto">
              <a:xfrm>
                <a:off x="472" y="2541"/>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78" name="Rectangle 167">
                <a:extLst>
                  <a:ext uri="{FF2B5EF4-FFF2-40B4-BE49-F238E27FC236}">
                    <a16:creationId xmlns:a16="http://schemas.microsoft.com/office/drawing/2014/main" id="{2F8C0E76-D66F-4110-9685-2F31948DAB6A}"/>
                  </a:ext>
                </a:extLst>
              </p:cNvPr>
              <p:cNvSpPr>
                <a:spLocks noChangeArrowheads="1"/>
              </p:cNvSpPr>
              <p:nvPr/>
            </p:nvSpPr>
            <p:spPr bwMode="auto">
              <a:xfrm>
                <a:off x="468" y="2537"/>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47" name="Group 168">
              <a:extLst>
                <a:ext uri="{FF2B5EF4-FFF2-40B4-BE49-F238E27FC236}">
                  <a16:creationId xmlns:a16="http://schemas.microsoft.com/office/drawing/2014/main" id="{57B7941E-324B-4E31-B977-138A6D21E973}"/>
                </a:ext>
              </a:extLst>
            </p:cNvPr>
            <p:cNvGrpSpPr>
              <a:grpSpLocks/>
            </p:cNvGrpSpPr>
            <p:nvPr/>
          </p:nvGrpSpPr>
          <p:grpSpPr bwMode="auto">
            <a:xfrm>
              <a:off x="2867" y="3575"/>
              <a:ext cx="707" cy="203"/>
              <a:chOff x="665" y="2537"/>
              <a:chExt cx="197" cy="294"/>
            </a:xfrm>
          </p:grpSpPr>
          <p:sp>
            <p:nvSpPr>
              <p:cNvPr id="118875" name="Rectangle 169">
                <a:extLst>
                  <a:ext uri="{FF2B5EF4-FFF2-40B4-BE49-F238E27FC236}">
                    <a16:creationId xmlns:a16="http://schemas.microsoft.com/office/drawing/2014/main" id="{5D71B91B-E472-4F3C-B853-74F33037553F}"/>
                  </a:ext>
                </a:extLst>
              </p:cNvPr>
              <p:cNvSpPr>
                <a:spLocks noChangeArrowheads="1"/>
              </p:cNvSpPr>
              <p:nvPr/>
            </p:nvSpPr>
            <p:spPr bwMode="auto">
              <a:xfrm>
                <a:off x="669" y="2541"/>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76" name="Rectangle 170">
                <a:extLst>
                  <a:ext uri="{FF2B5EF4-FFF2-40B4-BE49-F238E27FC236}">
                    <a16:creationId xmlns:a16="http://schemas.microsoft.com/office/drawing/2014/main" id="{322715DD-6AF2-4D53-95F2-27281E3B9100}"/>
                  </a:ext>
                </a:extLst>
              </p:cNvPr>
              <p:cNvSpPr>
                <a:spLocks noChangeArrowheads="1"/>
              </p:cNvSpPr>
              <p:nvPr/>
            </p:nvSpPr>
            <p:spPr bwMode="auto">
              <a:xfrm>
                <a:off x="665" y="2537"/>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48" name="Group 171">
              <a:extLst>
                <a:ext uri="{FF2B5EF4-FFF2-40B4-BE49-F238E27FC236}">
                  <a16:creationId xmlns:a16="http://schemas.microsoft.com/office/drawing/2014/main" id="{FC198812-DC61-4E98-89B1-A439CD4C632C}"/>
                </a:ext>
              </a:extLst>
            </p:cNvPr>
            <p:cNvGrpSpPr>
              <a:grpSpLocks/>
            </p:cNvGrpSpPr>
            <p:nvPr/>
          </p:nvGrpSpPr>
          <p:grpSpPr bwMode="auto">
            <a:xfrm>
              <a:off x="3574" y="3575"/>
              <a:ext cx="707" cy="203"/>
              <a:chOff x="862" y="2537"/>
              <a:chExt cx="197" cy="294"/>
            </a:xfrm>
          </p:grpSpPr>
          <p:sp>
            <p:nvSpPr>
              <p:cNvPr id="118873" name="Rectangle 172">
                <a:extLst>
                  <a:ext uri="{FF2B5EF4-FFF2-40B4-BE49-F238E27FC236}">
                    <a16:creationId xmlns:a16="http://schemas.microsoft.com/office/drawing/2014/main" id="{25BCD1DD-10B7-422F-9BB2-E477B1742F11}"/>
                  </a:ext>
                </a:extLst>
              </p:cNvPr>
              <p:cNvSpPr>
                <a:spLocks noChangeArrowheads="1"/>
              </p:cNvSpPr>
              <p:nvPr/>
            </p:nvSpPr>
            <p:spPr bwMode="auto">
              <a:xfrm>
                <a:off x="866" y="2541"/>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74" name="Rectangle 173">
                <a:extLst>
                  <a:ext uri="{FF2B5EF4-FFF2-40B4-BE49-F238E27FC236}">
                    <a16:creationId xmlns:a16="http://schemas.microsoft.com/office/drawing/2014/main" id="{A4E8BC06-0C16-4270-9867-EEEC2BB92830}"/>
                  </a:ext>
                </a:extLst>
              </p:cNvPr>
              <p:cNvSpPr>
                <a:spLocks noChangeArrowheads="1"/>
              </p:cNvSpPr>
              <p:nvPr/>
            </p:nvSpPr>
            <p:spPr bwMode="auto">
              <a:xfrm>
                <a:off x="862" y="2537"/>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49" name="Group 174">
              <a:extLst>
                <a:ext uri="{FF2B5EF4-FFF2-40B4-BE49-F238E27FC236}">
                  <a16:creationId xmlns:a16="http://schemas.microsoft.com/office/drawing/2014/main" id="{78181DA1-C8E2-446E-B72A-D0DA67D1B264}"/>
                </a:ext>
              </a:extLst>
            </p:cNvPr>
            <p:cNvGrpSpPr>
              <a:grpSpLocks/>
            </p:cNvGrpSpPr>
            <p:nvPr/>
          </p:nvGrpSpPr>
          <p:grpSpPr bwMode="auto">
            <a:xfrm>
              <a:off x="4281" y="3575"/>
              <a:ext cx="711" cy="203"/>
              <a:chOff x="1059" y="2537"/>
              <a:chExt cx="198" cy="294"/>
            </a:xfrm>
          </p:grpSpPr>
          <p:sp>
            <p:nvSpPr>
              <p:cNvPr id="118871" name="Rectangle 175">
                <a:extLst>
                  <a:ext uri="{FF2B5EF4-FFF2-40B4-BE49-F238E27FC236}">
                    <a16:creationId xmlns:a16="http://schemas.microsoft.com/office/drawing/2014/main" id="{CA8F943F-1EF7-4BF4-AA93-A120F1495081}"/>
                  </a:ext>
                </a:extLst>
              </p:cNvPr>
              <p:cNvSpPr>
                <a:spLocks noChangeArrowheads="1"/>
              </p:cNvSpPr>
              <p:nvPr/>
            </p:nvSpPr>
            <p:spPr bwMode="auto">
              <a:xfrm>
                <a:off x="1063" y="2541"/>
                <a:ext cx="19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72" name="Rectangle 176">
                <a:extLst>
                  <a:ext uri="{FF2B5EF4-FFF2-40B4-BE49-F238E27FC236}">
                    <a16:creationId xmlns:a16="http://schemas.microsoft.com/office/drawing/2014/main" id="{71D62A41-E04E-4A12-825A-772F51150B26}"/>
                  </a:ext>
                </a:extLst>
              </p:cNvPr>
              <p:cNvSpPr>
                <a:spLocks noChangeArrowheads="1"/>
              </p:cNvSpPr>
              <p:nvPr/>
            </p:nvSpPr>
            <p:spPr bwMode="auto">
              <a:xfrm>
                <a:off x="1059" y="2537"/>
                <a:ext cx="198"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50" name="Group 177">
              <a:extLst>
                <a:ext uri="{FF2B5EF4-FFF2-40B4-BE49-F238E27FC236}">
                  <a16:creationId xmlns:a16="http://schemas.microsoft.com/office/drawing/2014/main" id="{7E196585-737B-43C2-B76C-C6A11A29F9FA}"/>
                </a:ext>
              </a:extLst>
            </p:cNvPr>
            <p:cNvGrpSpPr>
              <a:grpSpLocks/>
            </p:cNvGrpSpPr>
            <p:nvPr/>
          </p:nvGrpSpPr>
          <p:grpSpPr bwMode="auto">
            <a:xfrm>
              <a:off x="480" y="3781"/>
              <a:ext cx="560" cy="203"/>
              <a:chOff x="0" y="2835"/>
              <a:chExt cx="156" cy="294"/>
            </a:xfrm>
          </p:grpSpPr>
          <p:sp>
            <p:nvSpPr>
              <p:cNvPr id="118869" name="Rectangle 178">
                <a:extLst>
                  <a:ext uri="{FF2B5EF4-FFF2-40B4-BE49-F238E27FC236}">
                    <a16:creationId xmlns:a16="http://schemas.microsoft.com/office/drawing/2014/main" id="{0CE024EC-6F73-4FD4-8AD6-93568C80136F}"/>
                  </a:ext>
                </a:extLst>
              </p:cNvPr>
              <p:cNvSpPr>
                <a:spLocks noChangeArrowheads="1"/>
              </p:cNvSpPr>
              <p:nvPr/>
            </p:nvSpPr>
            <p:spPr bwMode="auto">
              <a:xfrm>
                <a:off x="4" y="2839"/>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70" name="Rectangle 179">
                <a:extLst>
                  <a:ext uri="{FF2B5EF4-FFF2-40B4-BE49-F238E27FC236}">
                    <a16:creationId xmlns:a16="http://schemas.microsoft.com/office/drawing/2014/main" id="{1975E09F-E0A6-4927-8280-AEC2CAE68C29}"/>
                  </a:ext>
                </a:extLst>
              </p:cNvPr>
              <p:cNvSpPr>
                <a:spLocks noChangeArrowheads="1"/>
              </p:cNvSpPr>
              <p:nvPr/>
            </p:nvSpPr>
            <p:spPr bwMode="auto">
              <a:xfrm>
                <a:off x="0" y="2835"/>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51" name="Group 180">
              <a:extLst>
                <a:ext uri="{FF2B5EF4-FFF2-40B4-BE49-F238E27FC236}">
                  <a16:creationId xmlns:a16="http://schemas.microsoft.com/office/drawing/2014/main" id="{8152FBCB-7A3F-4CF6-BF02-1C3133881E34}"/>
                </a:ext>
              </a:extLst>
            </p:cNvPr>
            <p:cNvGrpSpPr>
              <a:grpSpLocks/>
            </p:cNvGrpSpPr>
            <p:nvPr/>
          </p:nvGrpSpPr>
          <p:grpSpPr bwMode="auto">
            <a:xfrm>
              <a:off x="1040" y="3781"/>
              <a:ext cx="560" cy="203"/>
              <a:chOff x="156" y="2835"/>
              <a:chExt cx="156" cy="294"/>
            </a:xfrm>
          </p:grpSpPr>
          <p:sp>
            <p:nvSpPr>
              <p:cNvPr id="118867" name="Rectangle 181">
                <a:extLst>
                  <a:ext uri="{FF2B5EF4-FFF2-40B4-BE49-F238E27FC236}">
                    <a16:creationId xmlns:a16="http://schemas.microsoft.com/office/drawing/2014/main" id="{743AB8AF-D037-4C03-A636-2574DC542CF3}"/>
                  </a:ext>
                </a:extLst>
              </p:cNvPr>
              <p:cNvSpPr>
                <a:spLocks noChangeArrowheads="1"/>
              </p:cNvSpPr>
              <p:nvPr/>
            </p:nvSpPr>
            <p:spPr bwMode="auto">
              <a:xfrm>
                <a:off x="160" y="2839"/>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68" name="Rectangle 182">
                <a:extLst>
                  <a:ext uri="{FF2B5EF4-FFF2-40B4-BE49-F238E27FC236}">
                    <a16:creationId xmlns:a16="http://schemas.microsoft.com/office/drawing/2014/main" id="{3FB58F58-BCAC-477D-BB9F-51C973BE1963}"/>
                  </a:ext>
                </a:extLst>
              </p:cNvPr>
              <p:cNvSpPr>
                <a:spLocks noChangeArrowheads="1"/>
              </p:cNvSpPr>
              <p:nvPr/>
            </p:nvSpPr>
            <p:spPr bwMode="auto">
              <a:xfrm>
                <a:off x="156" y="2835"/>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52" name="Group 183">
              <a:extLst>
                <a:ext uri="{FF2B5EF4-FFF2-40B4-BE49-F238E27FC236}">
                  <a16:creationId xmlns:a16="http://schemas.microsoft.com/office/drawing/2014/main" id="{6706D5C9-87E6-48E0-B35E-9743C9BC9DC7}"/>
                </a:ext>
              </a:extLst>
            </p:cNvPr>
            <p:cNvGrpSpPr>
              <a:grpSpLocks/>
            </p:cNvGrpSpPr>
            <p:nvPr/>
          </p:nvGrpSpPr>
          <p:grpSpPr bwMode="auto">
            <a:xfrm>
              <a:off x="1600" y="3781"/>
              <a:ext cx="560" cy="203"/>
              <a:chOff x="312" y="2835"/>
              <a:chExt cx="156" cy="294"/>
            </a:xfrm>
          </p:grpSpPr>
          <p:sp>
            <p:nvSpPr>
              <p:cNvPr id="118865" name="Rectangle 184">
                <a:extLst>
                  <a:ext uri="{FF2B5EF4-FFF2-40B4-BE49-F238E27FC236}">
                    <a16:creationId xmlns:a16="http://schemas.microsoft.com/office/drawing/2014/main" id="{AAC3810E-3681-49FE-9E3A-27092E06D554}"/>
                  </a:ext>
                </a:extLst>
              </p:cNvPr>
              <p:cNvSpPr>
                <a:spLocks noChangeArrowheads="1"/>
              </p:cNvSpPr>
              <p:nvPr/>
            </p:nvSpPr>
            <p:spPr bwMode="auto">
              <a:xfrm>
                <a:off x="316" y="2839"/>
                <a:ext cx="14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66" name="Rectangle 185">
                <a:extLst>
                  <a:ext uri="{FF2B5EF4-FFF2-40B4-BE49-F238E27FC236}">
                    <a16:creationId xmlns:a16="http://schemas.microsoft.com/office/drawing/2014/main" id="{8F77A8EA-9A1B-4850-BF2E-910F830817B1}"/>
                  </a:ext>
                </a:extLst>
              </p:cNvPr>
              <p:cNvSpPr>
                <a:spLocks noChangeArrowheads="1"/>
              </p:cNvSpPr>
              <p:nvPr/>
            </p:nvSpPr>
            <p:spPr bwMode="auto">
              <a:xfrm>
                <a:off x="312" y="2835"/>
                <a:ext cx="156"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53" name="Group 186">
              <a:extLst>
                <a:ext uri="{FF2B5EF4-FFF2-40B4-BE49-F238E27FC236}">
                  <a16:creationId xmlns:a16="http://schemas.microsoft.com/office/drawing/2014/main" id="{F84D2FEF-64FF-4954-BC9E-7509D60AF9A7}"/>
                </a:ext>
              </a:extLst>
            </p:cNvPr>
            <p:cNvGrpSpPr>
              <a:grpSpLocks/>
            </p:cNvGrpSpPr>
            <p:nvPr/>
          </p:nvGrpSpPr>
          <p:grpSpPr bwMode="auto">
            <a:xfrm>
              <a:off x="2160" y="3781"/>
              <a:ext cx="707" cy="203"/>
              <a:chOff x="468" y="2835"/>
              <a:chExt cx="197" cy="294"/>
            </a:xfrm>
          </p:grpSpPr>
          <p:sp>
            <p:nvSpPr>
              <p:cNvPr id="118863" name="Rectangle 187">
                <a:extLst>
                  <a:ext uri="{FF2B5EF4-FFF2-40B4-BE49-F238E27FC236}">
                    <a16:creationId xmlns:a16="http://schemas.microsoft.com/office/drawing/2014/main" id="{ED9A2C8F-2E4E-46C6-B76F-DFFE01ADC356}"/>
                  </a:ext>
                </a:extLst>
              </p:cNvPr>
              <p:cNvSpPr>
                <a:spLocks noChangeArrowheads="1"/>
              </p:cNvSpPr>
              <p:nvPr/>
            </p:nvSpPr>
            <p:spPr bwMode="auto">
              <a:xfrm>
                <a:off x="472" y="2839"/>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64" name="Rectangle 188">
                <a:extLst>
                  <a:ext uri="{FF2B5EF4-FFF2-40B4-BE49-F238E27FC236}">
                    <a16:creationId xmlns:a16="http://schemas.microsoft.com/office/drawing/2014/main" id="{DF142573-1B6F-4E8F-B090-C78C29F3C346}"/>
                  </a:ext>
                </a:extLst>
              </p:cNvPr>
              <p:cNvSpPr>
                <a:spLocks noChangeArrowheads="1"/>
              </p:cNvSpPr>
              <p:nvPr/>
            </p:nvSpPr>
            <p:spPr bwMode="auto">
              <a:xfrm>
                <a:off x="468" y="2835"/>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54" name="Group 189">
              <a:extLst>
                <a:ext uri="{FF2B5EF4-FFF2-40B4-BE49-F238E27FC236}">
                  <a16:creationId xmlns:a16="http://schemas.microsoft.com/office/drawing/2014/main" id="{5C78A9BA-C86F-40A0-B34D-C7BC258EB3F8}"/>
                </a:ext>
              </a:extLst>
            </p:cNvPr>
            <p:cNvGrpSpPr>
              <a:grpSpLocks/>
            </p:cNvGrpSpPr>
            <p:nvPr/>
          </p:nvGrpSpPr>
          <p:grpSpPr bwMode="auto">
            <a:xfrm>
              <a:off x="2867" y="3781"/>
              <a:ext cx="707" cy="203"/>
              <a:chOff x="665" y="2835"/>
              <a:chExt cx="197" cy="294"/>
            </a:xfrm>
          </p:grpSpPr>
          <p:sp>
            <p:nvSpPr>
              <p:cNvPr id="118861" name="Rectangle 190">
                <a:extLst>
                  <a:ext uri="{FF2B5EF4-FFF2-40B4-BE49-F238E27FC236}">
                    <a16:creationId xmlns:a16="http://schemas.microsoft.com/office/drawing/2014/main" id="{3CC1ED4F-D4C7-4B45-AA52-39D10CB6951E}"/>
                  </a:ext>
                </a:extLst>
              </p:cNvPr>
              <p:cNvSpPr>
                <a:spLocks noChangeArrowheads="1"/>
              </p:cNvSpPr>
              <p:nvPr/>
            </p:nvSpPr>
            <p:spPr bwMode="auto">
              <a:xfrm>
                <a:off x="669" y="2839"/>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1</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62" name="Rectangle 191">
                <a:extLst>
                  <a:ext uri="{FF2B5EF4-FFF2-40B4-BE49-F238E27FC236}">
                    <a16:creationId xmlns:a16="http://schemas.microsoft.com/office/drawing/2014/main" id="{53678641-FA5B-44FE-BAB5-168071D7E679}"/>
                  </a:ext>
                </a:extLst>
              </p:cNvPr>
              <p:cNvSpPr>
                <a:spLocks noChangeArrowheads="1"/>
              </p:cNvSpPr>
              <p:nvPr/>
            </p:nvSpPr>
            <p:spPr bwMode="auto">
              <a:xfrm>
                <a:off x="665" y="2835"/>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55" name="Group 192">
              <a:extLst>
                <a:ext uri="{FF2B5EF4-FFF2-40B4-BE49-F238E27FC236}">
                  <a16:creationId xmlns:a16="http://schemas.microsoft.com/office/drawing/2014/main" id="{7E5CB64A-E69E-43BE-9593-E02CFBBE60A5}"/>
                </a:ext>
              </a:extLst>
            </p:cNvPr>
            <p:cNvGrpSpPr>
              <a:grpSpLocks/>
            </p:cNvGrpSpPr>
            <p:nvPr/>
          </p:nvGrpSpPr>
          <p:grpSpPr bwMode="auto">
            <a:xfrm>
              <a:off x="3574" y="3781"/>
              <a:ext cx="707" cy="203"/>
              <a:chOff x="862" y="2835"/>
              <a:chExt cx="197" cy="294"/>
            </a:xfrm>
          </p:grpSpPr>
          <p:sp>
            <p:nvSpPr>
              <p:cNvPr id="118859" name="Rectangle 193">
                <a:extLst>
                  <a:ext uri="{FF2B5EF4-FFF2-40B4-BE49-F238E27FC236}">
                    <a16:creationId xmlns:a16="http://schemas.microsoft.com/office/drawing/2014/main" id="{846B5478-C291-42CF-8794-4223AA4F018B}"/>
                  </a:ext>
                </a:extLst>
              </p:cNvPr>
              <p:cNvSpPr>
                <a:spLocks noChangeArrowheads="1"/>
              </p:cNvSpPr>
              <p:nvPr/>
            </p:nvSpPr>
            <p:spPr bwMode="auto">
              <a:xfrm>
                <a:off x="866" y="2839"/>
                <a:ext cx="18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60" name="Rectangle 194">
                <a:extLst>
                  <a:ext uri="{FF2B5EF4-FFF2-40B4-BE49-F238E27FC236}">
                    <a16:creationId xmlns:a16="http://schemas.microsoft.com/office/drawing/2014/main" id="{7C10D23D-76F0-4C9E-B74E-ED3ADAA8BA17}"/>
                  </a:ext>
                </a:extLst>
              </p:cNvPr>
              <p:cNvSpPr>
                <a:spLocks noChangeArrowheads="1"/>
              </p:cNvSpPr>
              <p:nvPr/>
            </p:nvSpPr>
            <p:spPr bwMode="auto">
              <a:xfrm>
                <a:off x="862" y="2835"/>
                <a:ext cx="197"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nvGrpSpPr>
            <p:cNvPr id="118856" name="Group 195">
              <a:extLst>
                <a:ext uri="{FF2B5EF4-FFF2-40B4-BE49-F238E27FC236}">
                  <a16:creationId xmlns:a16="http://schemas.microsoft.com/office/drawing/2014/main" id="{78F22F65-3E70-4DFF-B1F6-E8A436EF7F3C}"/>
                </a:ext>
              </a:extLst>
            </p:cNvPr>
            <p:cNvGrpSpPr>
              <a:grpSpLocks/>
            </p:cNvGrpSpPr>
            <p:nvPr/>
          </p:nvGrpSpPr>
          <p:grpSpPr bwMode="auto">
            <a:xfrm>
              <a:off x="4281" y="3781"/>
              <a:ext cx="711" cy="203"/>
              <a:chOff x="1059" y="2835"/>
              <a:chExt cx="198" cy="294"/>
            </a:xfrm>
          </p:grpSpPr>
          <p:sp>
            <p:nvSpPr>
              <p:cNvPr id="118857" name="Rectangle 196">
                <a:extLst>
                  <a:ext uri="{FF2B5EF4-FFF2-40B4-BE49-F238E27FC236}">
                    <a16:creationId xmlns:a16="http://schemas.microsoft.com/office/drawing/2014/main" id="{47947F41-8246-4363-8FA6-C0A2E0661558}"/>
                  </a:ext>
                </a:extLst>
              </p:cNvPr>
              <p:cNvSpPr>
                <a:spLocks noChangeArrowheads="1"/>
              </p:cNvSpPr>
              <p:nvPr/>
            </p:nvSpPr>
            <p:spPr bwMode="auto">
              <a:xfrm>
                <a:off x="1063" y="2839"/>
                <a:ext cx="190"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FontTx/>
                  <a:buNone/>
                </a:pPr>
                <a:endParaRPr kumimoji="0" lang="en-US" altLang="zh-CN" sz="1800" b="1">
                  <a:latin typeface="Times New Roman" panose="02020603050405020304" pitchFamily="18" charset="0"/>
                  <a:ea typeface="宋体" panose="02010600030101010101" pitchFamily="2" charset="-122"/>
                  <a:cs typeface="Times New Roman" panose="02020603050405020304" pitchFamily="18" charset="0"/>
                </a:endParaRPr>
              </a:p>
              <a:p>
                <a:pPr algn="ctr" eaLnBrk="1" hangingPunct="1">
                  <a:spcBef>
                    <a:spcPct val="0"/>
                  </a:spcBef>
                  <a:buFontTx/>
                  <a:buNone/>
                </a:pPr>
                <a:r>
                  <a:rPr kumimoji="0" lang="en-US" altLang="zh-CN" sz="1800" b="1">
                    <a:latin typeface="Times New Roman" panose="02020603050405020304" pitchFamily="18" charset="0"/>
                    <a:ea typeface="宋体" panose="02010600030101010101" pitchFamily="2" charset="-122"/>
                    <a:cs typeface="Times New Roman" panose="02020603050405020304" pitchFamily="18" charset="0"/>
                  </a:rPr>
                  <a:t>0</a:t>
                </a:r>
              </a:p>
              <a:p>
                <a:pPr algn="ctr">
                  <a:spcBef>
                    <a:spcPct val="0"/>
                  </a:spcBef>
                  <a:buFontTx/>
                  <a:buNone/>
                </a:pPr>
                <a:endParaRPr kumimoji="0" lang="en-US" altLang="zh-CN" sz="1800" b="1">
                  <a:latin typeface="Arial" panose="020B0604020202020204" pitchFamily="34" charset="0"/>
                  <a:ea typeface="宋体" panose="02010600030101010101" pitchFamily="2" charset="-122"/>
                  <a:cs typeface="Times New Roman" panose="02020603050405020304" pitchFamily="18" charset="0"/>
                </a:endParaRPr>
              </a:p>
            </p:txBody>
          </p:sp>
          <p:sp>
            <p:nvSpPr>
              <p:cNvPr id="118858" name="Rectangle 197">
                <a:extLst>
                  <a:ext uri="{FF2B5EF4-FFF2-40B4-BE49-F238E27FC236}">
                    <a16:creationId xmlns:a16="http://schemas.microsoft.com/office/drawing/2014/main" id="{EAA2EE84-6EE1-4D4B-8887-FE1CD25F113F}"/>
                  </a:ext>
                </a:extLst>
              </p:cNvPr>
              <p:cNvSpPr>
                <a:spLocks noChangeArrowheads="1"/>
              </p:cNvSpPr>
              <p:nvPr/>
            </p:nvSpPr>
            <p:spPr bwMode="auto">
              <a:xfrm>
                <a:off x="1059" y="2835"/>
                <a:ext cx="198" cy="294"/>
              </a:xfrm>
              <a:prstGeom prst="rect">
                <a:avLst/>
              </a:prstGeom>
              <a:noFill/>
              <a:ln w="7">
                <a:solidFill>
                  <a:srgbClr val="A0A0A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endParaRPr lang="zh-CN" altLang="en-US" sz="2800">
                  <a:latin typeface="Times New Roman" panose="02020603050405020304" pitchFamily="18" charset="0"/>
                  <a:ea typeface="宋体" panose="02010600030101010101" pitchFamily="2" charset="-122"/>
                </a:endParaRPr>
              </a:p>
            </p:txBody>
          </p:sp>
        </p:grpSp>
      </p:grpSp>
      <p:sp>
        <p:nvSpPr>
          <p:cNvPr id="118793" name="Rectangle 198">
            <a:extLst>
              <a:ext uri="{FF2B5EF4-FFF2-40B4-BE49-F238E27FC236}">
                <a16:creationId xmlns:a16="http://schemas.microsoft.com/office/drawing/2014/main" id="{DCF48D7C-54C5-45CD-B355-17C930F64F09}"/>
              </a:ext>
            </a:extLst>
          </p:cNvPr>
          <p:cNvSpPr>
            <a:spLocks noChangeArrowheads="1"/>
          </p:cNvSpPr>
          <p:nvPr/>
        </p:nvSpPr>
        <p:spPr bwMode="auto">
          <a:xfrm>
            <a:off x="900113" y="5270500"/>
            <a:ext cx="7559675" cy="895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zh-CN" altLang="en-US" b="1">
                <a:latin typeface="Times New Roman" panose="02020603050405020304" pitchFamily="18" charset="0"/>
                <a:ea typeface="宋体" panose="02010600030101010101" pitchFamily="2" charset="-122"/>
              </a:rPr>
              <a:t>从表中可以看出：</a:t>
            </a:r>
          </a:p>
          <a:p>
            <a:pPr eaLnBrk="1" hangingPunct="1">
              <a:buFontTx/>
              <a:buNone/>
            </a:pPr>
            <a:r>
              <a:rPr kumimoji="0" lang="zh-CN" altLang="en-US" b="1">
                <a:latin typeface="Times New Roman" panose="02020603050405020304" pitchFamily="18" charset="0"/>
                <a:ea typeface="宋体" panose="02010600030101010101" pitchFamily="2" charset="-122"/>
              </a:rPr>
              <a:t>  </a:t>
            </a:r>
            <a:r>
              <a:rPr kumimoji="0" lang="en-US" altLang="zh-CN" b="1" i="1">
                <a:latin typeface="Times New Roman" panose="02020603050405020304" pitchFamily="18" charset="0"/>
                <a:ea typeface="宋体" panose="02010600030101010101" pitchFamily="2" charset="-122"/>
              </a:rPr>
              <a:t>p</a:t>
            </a:r>
            <a:r>
              <a:rPr kumimoji="0" lang="en-US" altLang="zh-CN"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rPr>
              <a:t>q</a:t>
            </a:r>
            <a:r>
              <a:rPr kumimoji="0" lang="zh-CN" altLang="en-US"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rPr>
              <a:t>q</a:t>
            </a:r>
            <a:r>
              <a:rPr kumimoji="0" lang="en-US" altLang="zh-CN"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rPr>
              <a:t>r</a:t>
            </a:r>
            <a:r>
              <a:rPr kumimoji="0" lang="zh-CN" altLang="en-US" b="1">
                <a:latin typeface="Times New Roman" panose="02020603050405020304" pitchFamily="18" charset="0"/>
                <a:ea typeface="宋体" panose="02010600030101010101" pitchFamily="2" charset="-122"/>
              </a:rPr>
              <a:t>，</a:t>
            </a:r>
            <a:r>
              <a:rPr kumimoji="0" lang="en-US" altLang="zh-CN"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rPr>
              <a:t>r</a:t>
            </a:r>
            <a:r>
              <a:rPr kumimoji="0" lang="zh-CN" altLang="en-US" b="1">
                <a:latin typeface="Times New Roman" panose="02020603050405020304" pitchFamily="18" charset="0"/>
                <a:ea typeface="宋体" panose="02010600030101010101" pitchFamily="2" charset="-122"/>
              </a:rPr>
              <a:t>都为</a:t>
            </a:r>
            <a:r>
              <a:rPr kumimoji="0" lang="en-US" altLang="zh-CN" b="1">
                <a:latin typeface="Times New Roman" panose="02020603050405020304" pitchFamily="18" charset="0"/>
                <a:ea typeface="宋体" panose="02010600030101010101" pitchFamily="2" charset="-122"/>
              </a:rPr>
              <a:t>1</a:t>
            </a:r>
            <a:r>
              <a:rPr kumimoji="0" lang="zh-CN" altLang="en-US" b="1">
                <a:latin typeface="Times New Roman" panose="02020603050405020304" pitchFamily="18" charset="0"/>
                <a:ea typeface="宋体" panose="02010600030101010101" pitchFamily="2" charset="-122"/>
              </a:rPr>
              <a:t>的行</a:t>
            </a:r>
            <a:r>
              <a:rPr kumimoji="0" lang="en-US" altLang="zh-CN" b="1">
                <a:latin typeface="Times New Roman" panose="02020603050405020304" pitchFamily="18" charset="0"/>
                <a:ea typeface="宋体" panose="02010600030101010101" pitchFamily="2" charset="-122"/>
              </a:rPr>
              <a:t>(</a:t>
            </a:r>
            <a:r>
              <a:rPr kumimoji="0" lang="zh-CN" altLang="en-US" b="1">
                <a:latin typeface="Times New Roman" panose="02020603050405020304" pitchFamily="18" charset="0"/>
                <a:ea typeface="宋体" panose="02010600030101010101" pitchFamily="2" charset="-122"/>
              </a:rPr>
              <a:t>赋值</a:t>
            </a:r>
            <a:r>
              <a:rPr kumimoji="0" lang="en-US" altLang="zh-CN" b="1">
                <a:latin typeface="Times New Roman" panose="02020603050405020304" pitchFamily="18" charset="0"/>
                <a:ea typeface="宋体" panose="02010600030101010101" pitchFamily="2" charset="-122"/>
              </a:rPr>
              <a:t>000</a:t>
            </a:r>
            <a:r>
              <a:rPr kumimoji="0" lang="zh-CN" altLang="en-US" b="1">
                <a:latin typeface="Times New Roman" panose="02020603050405020304" pitchFamily="18" charset="0"/>
                <a:ea typeface="宋体" panose="02010600030101010101" pitchFamily="2" charset="-122"/>
              </a:rPr>
              <a:t>的行</a:t>
            </a:r>
            <a:r>
              <a:rPr kumimoji="0" lang="en-US" altLang="zh-CN" b="1">
                <a:latin typeface="Times New Roman" panose="02020603050405020304" pitchFamily="18" charset="0"/>
                <a:ea typeface="宋体" panose="02010600030101010101" pitchFamily="2" charset="-122"/>
              </a:rPr>
              <a:t>)</a:t>
            </a:r>
            <a:r>
              <a:rPr kumimoji="0" lang="zh-CN" altLang="en-US" b="1">
                <a:latin typeface="Times New Roman" panose="02020603050405020304" pitchFamily="18" charset="0"/>
                <a:ea typeface="宋体" panose="02010600030101010101" pitchFamily="2" charset="-122"/>
              </a:rPr>
              <a:t>，</a:t>
            </a:r>
            <a:r>
              <a:rPr kumimoji="0" lang="en-US" altLang="zh-CN" b="1">
                <a:latin typeface="Times New Roman" panose="02020603050405020304" pitchFamily="18" charset="0"/>
                <a:ea typeface="宋体" panose="02010600030101010101" pitchFamily="2" charset="-122"/>
              </a:rPr>
              <a:t>¬</a:t>
            </a:r>
            <a:r>
              <a:rPr kumimoji="0" lang="en-US" altLang="zh-CN" b="1" i="1">
                <a:latin typeface="Times New Roman" panose="02020603050405020304" pitchFamily="18" charset="0"/>
                <a:ea typeface="宋体" panose="02010600030101010101" pitchFamily="2" charset="-122"/>
              </a:rPr>
              <a:t>p</a:t>
            </a:r>
            <a:r>
              <a:rPr kumimoji="0" lang="zh-CN" altLang="en-US" b="1">
                <a:latin typeface="Times New Roman" panose="02020603050405020304" pitchFamily="18" charset="0"/>
                <a:ea typeface="宋体" panose="02010600030101010101" pitchFamily="2" charset="-122"/>
              </a:rPr>
              <a:t>也为</a:t>
            </a:r>
            <a:r>
              <a:rPr kumimoji="0" lang="en-US" altLang="zh-CN" b="1">
                <a:latin typeface="Times New Roman" panose="02020603050405020304" pitchFamily="18" charset="0"/>
                <a:ea typeface="宋体" panose="02010600030101010101" pitchFamily="2" charset="-122"/>
              </a:rPr>
              <a:t>1</a:t>
            </a:r>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日期占位符 3">
            <a:extLst>
              <a:ext uri="{FF2B5EF4-FFF2-40B4-BE49-F238E27FC236}">
                <a16:creationId xmlns:a16="http://schemas.microsoft.com/office/drawing/2014/main" id="{16F0E51C-6671-4A46-A38E-59E87C89F82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23B0754-2F01-455B-AE2C-979C3F318D09}"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19811" name="页脚占位符 4">
            <a:extLst>
              <a:ext uri="{FF2B5EF4-FFF2-40B4-BE49-F238E27FC236}">
                <a16:creationId xmlns:a16="http://schemas.microsoft.com/office/drawing/2014/main" id="{6F2DF34A-519F-4AC5-AE90-397453D335F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19812" name="灯片编号占位符 5">
            <a:extLst>
              <a:ext uri="{FF2B5EF4-FFF2-40B4-BE49-F238E27FC236}">
                <a16:creationId xmlns:a16="http://schemas.microsoft.com/office/drawing/2014/main" id="{F91DFE93-FB98-4B48-BDE6-2E7F7999BA9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C59D221-779D-45CA-9F06-E34FA7AB9374}" type="slidenum">
              <a:rPr lang="en-US" altLang="zh-CN" sz="1400" smtClean="0">
                <a:latin typeface="Times New Roman" panose="02020603050405020304" pitchFamily="18" charset="0"/>
                <a:ea typeface="宋体" panose="02010600030101010101" pitchFamily="2" charset="-122"/>
              </a:rPr>
              <a:pPr>
                <a:spcBef>
                  <a:spcPct val="0"/>
                </a:spcBef>
                <a:buFontTx/>
                <a:buNone/>
              </a:pPr>
              <a:t>114</a:t>
            </a:fld>
            <a:endParaRPr lang="en-US" altLang="zh-CN" sz="1400">
              <a:latin typeface="Times New Roman" panose="02020603050405020304" pitchFamily="18" charset="0"/>
              <a:ea typeface="宋体" panose="02010600030101010101" pitchFamily="2" charset="-122"/>
            </a:endParaRPr>
          </a:p>
        </p:txBody>
      </p:sp>
      <p:sp>
        <p:nvSpPr>
          <p:cNvPr id="119813" name="Text Box 2">
            <a:extLst>
              <a:ext uri="{FF2B5EF4-FFF2-40B4-BE49-F238E27FC236}">
                <a16:creationId xmlns:a16="http://schemas.microsoft.com/office/drawing/2014/main" id="{E6F1CE9E-4116-4FE5-B5C6-75D97C0F8C0C}"/>
              </a:ext>
            </a:extLst>
          </p:cNvPr>
          <p:cNvSpPr txBox="1">
            <a:spLocks noChangeArrowheads="1"/>
          </p:cNvSpPr>
          <p:nvPr/>
        </p:nvSpPr>
        <p:spPr bwMode="auto">
          <a:xfrm>
            <a:off x="1371600" y="69215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真值表证明法</a:t>
            </a:r>
          </a:p>
        </p:txBody>
      </p:sp>
      <p:pic>
        <p:nvPicPr>
          <p:cNvPr id="119814" name="Picture 6" descr="C:\Program Files\Microsoft Office\MEDIA\CAGCAT10\j0293844.wmf">
            <a:extLst>
              <a:ext uri="{FF2B5EF4-FFF2-40B4-BE49-F238E27FC236}">
                <a16:creationId xmlns:a16="http://schemas.microsoft.com/office/drawing/2014/main" id="{411035F1-7CDF-4357-8C53-498D560DCA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810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3" name="Rectangle 196">
            <a:extLst>
              <a:ext uri="{FF2B5EF4-FFF2-40B4-BE49-F238E27FC236}">
                <a16:creationId xmlns:a16="http://schemas.microsoft.com/office/drawing/2014/main" id="{69D1A6A0-CD94-4280-A32C-CDAE4B2AC99D}"/>
              </a:ext>
            </a:extLst>
          </p:cNvPr>
          <p:cNvSpPr>
            <a:spLocks noChangeArrowheads="1"/>
          </p:cNvSpPr>
          <p:nvPr/>
        </p:nvSpPr>
        <p:spPr bwMode="auto">
          <a:xfrm>
            <a:off x="900113" y="1760538"/>
            <a:ext cx="7415212" cy="1570037"/>
          </a:xfrm>
          <a:prstGeom prst="rect">
            <a:avLst/>
          </a:prstGeom>
          <a:solidFill>
            <a:schemeClr val="accent1">
              <a:lumMod val="20000"/>
              <a:lumOff val="80000"/>
            </a:schemeClr>
          </a:solidFill>
          <a:ln>
            <a:noFill/>
          </a:ln>
          <a:effec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defRPr/>
            </a:pPr>
            <a:r>
              <a:rPr kumimoji="0" lang="en-US" altLang="zh-CN" b="1" dirty="0">
                <a:solidFill>
                  <a:srgbClr val="051AB3"/>
                </a:solidFill>
                <a:latin typeface="Times New Roman" panose="02020603050405020304" pitchFamily="18" charset="0"/>
                <a:ea typeface="宋体" panose="02010600030101010101" pitchFamily="2" charset="-122"/>
              </a:rPr>
              <a:t>【</a:t>
            </a:r>
            <a:r>
              <a:rPr kumimoji="0" lang="zh-CN" altLang="en-US" b="1" dirty="0">
                <a:solidFill>
                  <a:srgbClr val="051AB3"/>
                </a:solidFill>
                <a:latin typeface="Times New Roman" panose="02020603050405020304" pitchFamily="18" charset="0"/>
                <a:ea typeface="宋体" panose="02010600030101010101" pitchFamily="2" charset="-122"/>
              </a:rPr>
              <a:t>例</a:t>
            </a:r>
            <a:r>
              <a:rPr kumimoji="0" lang="en-US" altLang="zh-CN" b="1" dirty="0">
                <a:solidFill>
                  <a:srgbClr val="051AB3"/>
                </a:solidFill>
                <a:latin typeface="Times New Roman" panose="02020603050405020304" pitchFamily="18" charset="0"/>
                <a:ea typeface="宋体" panose="02010600030101010101" pitchFamily="2" charset="-122"/>
              </a:rPr>
              <a:t>】</a:t>
            </a:r>
            <a:r>
              <a:rPr kumimoji="0" lang="en-US" altLang="zh-CN" b="1" dirty="0">
                <a:latin typeface="Times New Roman" panose="02020603050405020304" pitchFamily="18" charset="0"/>
                <a:ea typeface="宋体" panose="02010600030101010101" pitchFamily="2" charset="-122"/>
              </a:rPr>
              <a:t>“</a:t>
            </a:r>
            <a:r>
              <a:rPr kumimoji="0" lang="zh-CN" altLang="en-US" b="1" dirty="0">
                <a:latin typeface="Times New Roman" panose="02020603050405020304" pitchFamily="18" charset="0"/>
                <a:ea typeface="宋体" panose="02010600030101010101" pitchFamily="2" charset="-122"/>
              </a:rPr>
              <a:t>甲乙两队进行乒乓球比赛，小张上场则小李上场，小李上场则甲队取胜，小张或小李上场了，所以甲队取胜。”  试指出这个推理前提和结论，并证明结论是前提的有效结论。</a:t>
            </a:r>
          </a:p>
        </p:txBody>
      </p:sp>
      <p:sp>
        <p:nvSpPr>
          <p:cNvPr id="119816" name="Rectangle 197">
            <a:extLst>
              <a:ext uri="{FF2B5EF4-FFF2-40B4-BE49-F238E27FC236}">
                <a16:creationId xmlns:a16="http://schemas.microsoft.com/office/drawing/2014/main" id="{911C0EDF-856F-4EF5-936E-6AAD5EB331E7}"/>
              </a:ext>
            </a:extLst>
          </p:cNvPr>
          <p:cNvSpPr>
            <a:spLocks noChangeArrowheads="1"/>
          </p:cNvSpPr>
          <p:nvPr/>
        </p:nvSpPr>
        <p:spPr bwMode="auto">
          <a:xfrm>
            <a:off x="900113" y="3429000"/>
            <a:ext cx="7542212" cy="2647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en-US" altLang="zh-CN" b="1">
                <a:solidFill>
                  <a:schemeClr val="hlink"/>
                </a:solidFill>
                <a:latin typeface="Times New Roman" panose="02020603050405020304" pitchFamily="18" charset="0"/>
                <a:ea typeface="宋体" panose="02010600030101010101" pitchFamily="2" charset="-122"/>
              </a:rPr>
              <a:t>【</a:t>
            </a:r>
            <a:r>
              <a:rPr kumimoji="0" lang="zh-CN" altLang="en-US" b="1">
                <a:solidFill>
                  <a:schemeClr val="hlink"/>
                </a:solidFill>
                <a:latin typeface="Times New Roman" panose="02020603050405020304" pitchFamily="18" charset="0"/>
                <a:ea typeface="宋体" panose="02010600030101010101" pitchFamily="2" charset="-122"/>
              </a:rPr>
              <a:t>解</a:t>
            </a:r>
            <a:r>
              <a:rPr kumimoji="0" lang="en-US" altLang="zh-CN" b="1">
                <a:solidFill>
                  <a:schemeClr val="hlink"/>
                </a:solidFill>
                <a:latin typeface="Times New Roman" panose="02020603050405020304" pitchFamily="18" charset="0"/>
                <a:ea typeface="宋体" panose="02010600030101010101" pitchFamily="2" charset="-122"/>
              </a:rPr>
              <a:t>】</a:t>
            </a:r>
          </a:p>
          <a:p>
            <a:pPr eaLnBrk="1" hangingPunct="1">
              <a:buFontTx/>
              <a:buNone/>
            </a:pPr>
            <a:r>
              <a:rPr kumimoji="0" lang="en-US" altLang="zh-CN" b="1">
                <a:latin typeface="Times New Roman" panose="02020603050405020304" pitchFamily="18" charset="0"/>
                <a:ea typeface="宋体" panose="02010600030101010101" pitchFamily="2" charset="-122"/>
              </a:rPr>
              <a:t>   </a:t>
            </a:r>
            <a:r>
              <a:rPr lang="en-US" altLang="zh-CN" b="1">
                <a:latin typeface="Times New Roman" panose="02020603050405020304" pitchFamily="18" charset="0"/>
                <a:ea typeface="宋体" panose="02010600030101010101" pitchFamily="2" charset="-122"/>
              </a:rPr>
              <a:t>(1)</a:t>
            </a:r>
            <a:r>
              <a:rPr lang="zh-CN" altLang="en-US" b="1">
                <a:latin typeface="Times New Roman" panose="02020603050405020304" pitchFamily="18" charset="0"/>
                <a:ea typeface="宋体" panose="02010600030101010101" pitchFamily="2" charset="-122"/>
              </a:rPr>
              <a:t>命题符号化</a:t>
            </a:r>
          </a:p>
          <a:p>
            <a:pPr eaLnBrk="1" hangingPunct="1">
              <a:buFontTx/>
              <a:buNone/>
            </a:pPr>
            <a:r>
              <a:rPr lang="zh-CN" altLang="en-US" b="1">
                <a:latin typeface="Times New Roman" panose="02020603050405020304" pitchFamily="18" charset="0"/>
                <a:ea typeface="宋体" panose="02010600030101010101" pitchFamily="2" charset="-122"/>
              </a:rPr>
              <a:t>          令 </a:t>
            </a:r>
            <a:r>
              <a:rPr lang="en-US" altLang="zh-CN" b="1">
                <a:latin typeface="Times New Roman" panose="02020603050405020304" pitchFamily="18" charset="0"/>
                <a:ea typeface="宋体" panose="02010600030101010101" pitchFamily="2" charset="-122"/>
              </a:rPr>
              <a:t>P:</a:t>
            </a:r>
            <a:r>
              <a:rPr lang="zh-CN" altLang="en-US" b="1">
                <a:latin typeface="Times New Roman" panose="02020603050405020304" pitchFamily="18" charset="0"/>
                <a:ea typeface="宋体" panose="02010600030101010101" pitchFamily="2" charset="-122"/>
              </a:rPr>
              <a:t>小张上场；</a:t>
            </a:r>
            <a:r>
              <a:rPr lang="en-US" altLang="zh-CN" b="1">
                <a:latin typeface="Times New Roman" panose="02020603050405020304" pitchFamily="18" charset="0"/>
                <a:ea typeface="宋体" panose="02010600030101010101" pitchFamily="2" charset="-122"/>
              </a:rPr>
              <a:t>Q:</a:t>
            </a:r>
            <a:r>
              <a:rPr lang="zh-CN" altLang="en-US" b="1">
                <a:latin typeface="Times New Roman" panose="02020603050405020304" pitchFamily="18" charset="0"/>
                <a:ea typeface="宋体" panose="02010600030101010101" pitchFamily="2" charset="-122"/>
              </a:rPr>
              <a:t>小李上场；</a:t>
            </a:r>
            <a:r>
              <a:rPr lang="en-US" altLang="zh-CN" b="1">
                <a:latin typeface="Times New Roman" panose="02020603050405020304" pitchFamily="18" charset="0"/>
                <a:ea typeface="宋体" panose="02010600030101010101" pitchFamily="2" charset="-122"/>
              </a:rPr>
              <a:t>R:</a:t>
            </a:r>
            <a:r>
              <a:rPr lang="zh-CN" altLang="en-US" b="1">
                <a:latin typeface="Times New Roman" panose="02020603050405020304" pitchFamily="18" charset="0"/>
                <a:ea typeface="宋体" panose="02010600030101010101" pitchFamily="2" charset="-122"/>
              </a:rPr>
              <a:t>甲队取胜</a:t>
            </a:r>
          </a:p>
          <a:p>
            <a:pPr eaLnBrk="1" hangingPunct="1">
              <a:buFontTx/>
              <a:buNone/>
            </a:pPr>
            <a:r>
              <a:rPr lang="zh-CN" altLang="en-US" b="1">
                <a:latin typeface="Times New Roman" panose="02020603050405020304" pitchFamily="18" charset="0"/>
                <a:ea typeface="宋体" panose="02010600030101010101" pitchFamily="2" charset="-122"/>
              </a:rPr>
              <a:t>          本例符号化为</a:t>
            </a:r>
            <a:r>
              <a:rPr lang="en-US" altLang="zh-CN" b="1">
                <a:latin typeface="Times New Roman" panose="02020603050405020304" pitchFamily="18" charset="0"/>
                <a:ea typeface="宋体" panose="02010600030101010101" pitchFamily="2" charset="-122"/>
              </a:rPr>
              <a:t>:</a:t>
            </a:r>
          </a:p>
          <a:p>
            <a:pPr eaLnBrk="1" hangingPunct="1">
              <a:buFontTx/>
              <a:buNone/>
            </a:pPr>
            <a:r>
              <a:rPr lang="en-US" altLang="zh-CN" b="1">
                <a:latin typeface="Times New Roman" panose="02020603050405020304" pitchFamily="18" charset="0"/>
                <a:ea typeface="宋体" panose="02010600030101010101" pitchFamily="2" charset="-122"/>
              </a:rPr>
              <a:t>                           </a:t>
            </a:r>
            <a:r>
              <a:rPr lang="en-US" altLang="zh-CN" b="1">
                <a:solidFill>
                  <a:srgbClr val="A50021"/>
                </a:solidFill>
                <a:latin typeface="Times New Roman" panose="02020603050405020304" pitchFamily="18" charset="0"/>
                <a:ea typeface="宋体" panose="02010600030101010101" pitchFamily="2" charset="-122"/>
              </a:rPr>
              <a:t>(P→Q)∧(Q→R) ∧(P∨Q)</a:t>
            </a:r>
            <a:r>
              <a:rPr lang="en-US" altLang="zh-CN" b="1">
                <a:solidFill>
                  <a:srgbClr val="A50021"/>
                </a:solidFill>
                <a:latin typeface="Times New Roman" panose="02020603050405020304" pitchFamily="18" charset="0"/>
                <a:ea typeface="宋体" panose="02010600030101010101" pitchFamily="2" charset="-122"/>
                <a:sym typeface="Symbol" panose="05050102010706020507" pitchFamily="18" charset="2"/>
              </a:rPr>
              <a:t></a:t>
            </a:r>
            <a:r>
              <a:rPr lang="en-US" altLang="zh-CN" b="1">
                <a:solidFill>
                  <a:srgbClr val="A50021"/>
                </a:solidFill>
                <a:latin typeface="Times New Roman" panose="02020603050405020304" pitchFamily="18" charset="0"/>
                <a:ea typeface="宋体" panose="02010600030101010101" pitchFamily="2" charset="-122"/>
              </a:rPr>
              <a:t>R  </a:t>
            </a:r>
          </a:p>
          <a:p>
            <a:pPr eaLnBrk="1" hangingPunct="1">
              <a:buFontTx/>
              <a:buNone/>
            </a:pPr>
            <a:r>
              <a:rPr lang="en-US" altLang="zh-CN" b="1">
                <a:latin typeface="Times New Roman" panose="02020603050405020304" pitchFamily="18" charset="0"/>
                <a:ea typeface="宋体" panose="02010600030101010101" pitchFamily="2" charset="-122"/>
              </a:rPr>
              <a:t>   (2)</a:t>
            </a:r>
            <a:r>
              <a:rPr lang="zh-CN" altLang="en-US" b="1">
                <a:latin typeface="Times New Roman" panose="02020603050405020304" pitchFamily="18" charset="0"/>
                <a:ea typeface="宋体" panose="02010600030101010101" pitchFamily="2" charset="-122"/>
              </a:rPr>
              <a:t>列真值表（见后页）</a:t>
            </a: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日期占位符 3">
            <a:extLst>
              <a:ext uri="{FF2B5EF4-FFF2-40B4-BE49-F238E27FC236}">
                <a16:creationId xmlns:a16="http://schemas.microsoft.com/office/drawing/2014/main" id="{736954C1-12C3-4FA4-9068-5C4A003F5F5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932FF46-5CDB-4221-955A-923F28A590A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0835" name="页脚占位符 4">
            <a:extLst>
              <a:ext uri="{FF2B5EF4-FFF2-40B4-BE49-F238E27FC236}">
                <a16:creationId xmlns:a16="http://schemas.microsoft.com/office/drawing/2014/main" id="{616E29AD-2415-4477-827A-5786D410748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0836" name="灯片编号占位符 5">
            <a:extLst>
              <a:ext uri="{FF2B5EF4-FFF2-40B4-BE49-F238E27FC236}">
                <a16:creationId xmlns:a16="http://schemas.microsoft.com/office/drawing/2014/main" id="{4435BF71-A02F-48E0-B7DD-2F6D619ED4E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085E536-F2E0-4674-B70A-B4B43C73E5F1}" type="slidenum">
              <a:rPr lang="en-US" altLang="zh-CN" sz="1400" smtClean="0">
                <a:latin typeface="Times New Roman" panose="02020603050405020304" pitchFamily="18" charset="0"/>
                <a:ea typeface="宋体" panose="02010600030101010101" pitchFamily="2" charset="-122"/>
              </a:rPr>
              <a:pPr>
                <a:spcBef>
                  <a:spcPct val="0"/>
                </a:spcBef>
                <a:buFontTx/>
                <a:buNone/>
              </a:pPr>
              <a:t>115</a:t>
            </a:fld>
            <a:endParaRPr lang="en-US" altLang="zh-CN" sz="1400">
              <a:latin typeface="Times New Roman" panose="02020603050405020304" pitchFamily="18" charset="0"/>
              <a:ea typeface="宋体" panose="02010600030101010101" pitchFamily="2" charset="-122"/>
            </a:endParaRPr>
          </a:p>
        </p:txBody>
      </p:sp>
      <p:sp>
        <p:nvSpPr>
          <p:cNvPr id="120837" name="Text Box 2">
            <a:extLst>
              <a:ext uri="{FF2B5EF4-FFF2-40B4-BE49-F238E27FC236}">
                <a16:creationId xmlns:a16="http://schemas.microsoft.com/office/drawing/2014/main" id="{807E87AB-1792-45B6-B068-B46139120ED8}"/>
              </a:ext>
            </a:extLst>
          </p:cNvPr>
          <p:cNvSpPr txBox="1">
            <a:spLocks noChangeArrowheads="1"/>
          </p:cNvSpPr>
          <p:nvPr/>
        </p:nvSpPr>
        <p:spPr bwMode="auto">
          <a:xfrm>
            <a:off x="1371600" y="69215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真值表证明法</a:t>
            </a:r>
          </a:p>
        </p:txBody>
      </p:sp>
      <p:pic>
        <p:nvPicPr>
          <p:cNvPr id="120838" name="Picture 6" descr="C:\Program Files\Microsoft Office\MEDIA\CAGCAT10\j0293844.wmf">
            <a:extLst>
              <a:ext uri="{FF2B5EF4-FFF2-40B4-BE49-F238E27FC236}">
                <a16:creationId xmlns:a16="http://schemas.microsoft.com/office/drawing/2014/main" id="{73CEBA5E-47EA-4A1F-B521-B56AFEB40D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81000"/>
            <a:ext cx="1401763"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9" name="Rectangle 79">
            <a:extLst>
              <a:ext uri="{FF2B5EF4-FFF2-40B4-BE49-F238E27FC236}">
                <a16:creationId xmlns:a16="http://schemas.microsoft.com/office/drawing/2014/main" id="{B08F7FF4-1E44-406A-A3FE-9AADC0481597}"/>
              </a:ext>
            </a:extLst>
          </p:cNvPr>
          <p:cNvSpPr>
            <a:spLocks noChangeArrowheads="1"/>
          </p:cNvSpPr>
          <p:nvPr/>
        </p:nvSpPr>
        <p:spPr bwMode="auto">
          <a:xfrm>
            <a:off x="1042988" y="4941888"/>
            <a:ext cx="7416800" cy="12747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zh-CN" altLang="en-US" b="1">
                <a:latin typeface="Times New Roman" panose="02020603050405020304" pitchFamily="18" charset="0"/>
                <a:ea typeface="宋体" panose="02010600030101010101" pitchFamily="2" charset="-122"/>
              </a:rPr>
              <a:t>（</a:t>
            </a:r>
            <a:r>
              <a:rPr lang="en-US" altLang="zh-CN" b="1">
                <a:latin typeface="Times New Roman" panose="02020603050405020304" pitchFamily="18" charset="0"/>
                <a:ea typeface="宋体" panose="02010600030101010101" pitchFamily="2" charset="-122"/>
              </a:rPr>
              <a:t>3</a:t>
            </a:r>
            <a:r>
              <a:rPr lang="zh-CN" altLang="en-US" b="1">
                <a:latin typeface="Times New Roman" panose="02020603050405020304" pitchFamily="18" charset="0"/>
                <a:ea typeface="宋体" panose="02010600030101010101" pitchFamily="2" charset="-122"/>
              </a:rPr>
              <a:t>）分析结论的有效性</a:t>
            </a:r>
          </a:p>
          <a:p>
            <a:pPr eaLnBrk="1" hangingPunct="1">
              <a:buFontTx/>
              <a:buNone/>
            </a:pPr>
            <a:r>
              <a:rPr lang="zh-CN" altLang="en-US" b="1">
                <a:latin typeface="Times New Roman" panose="02020603050405020304" pitchFamily="18" charset="0"/>
                <a:ea typeface="宋体" panose="02010600030101010101" pitchFamily="2" charset="-122"/>
              </a:rPr>
              <a:t>         由第四行、第八行可知，当前件为真时，结论为真，所以蕴含式成立，结论有效。</a:t>
            </a:r>
          </a:p>
        </p:txBody>
      </p:sp>
      <p:pic>
        <p:nvPicPr>
          <p:cNvPr id="120840" name="Picture 80" descr="QQ截图20140128152421">
            <a:extLst>
              <a:ext uri="{FF2B5EF4-FFF2-40B4-BE49-F238E27FC236}">
                <a16:creationId xmlns:a16="http://schemas.microsoft.com/office/drawing/2014/main" id="{66E468F5-F523-4865-B304-192EB63B77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700213"/>
            <a:ext cx="7127875" cy="309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日期占位符 3">
            <a:extLst>
              <a:ext uri="{FF2B5EF4-FFF2-40B4-BE49-F238E27FC236}">
                <a16:creationId xmlns:a16="http://schemas.microsoft.com/office/drawing/2014/main" id="{1752E1C3-080C-4AFF-BA42-2CE02DD1DF3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63898FA-1702-40B5-BFAF-14437F59A97E}"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1859" name="页脚占位符 4">
            <a:extLst>
              <a:ext uri="{FF2B5EF4-FFF2-40B4-BE49-F238E27FC236}">
                <a16:creationId xmlns:a16="http://schemas.microsoft.com/office/drawing/2014/main" id="{33383997-7D00-4074-8306-0526BA01B70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1860" name="灯片编号占位符 5">
            <a:extLst>
              <a:ext uri="{FF2B5EF4-FFF2-40B4-BE49-F238E27FC236}">
                <a16:creationId xmlns:a16="http://schemas.microsoft.com/office/drawing/2014/main" id="{7C8F5342-0541-49C1-AFAC-C57347DF792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846D17E-ACC1-4683-9948-AE2A7C047D50}" type="slidenum">
              <a:rPr lang="en-US" altLang="zh-CN" sz="1400" smtClean="0">
                <a:latin typeface="Times New Roman" panose="02020603050405020304" pitchFamily="18" charset="0"/>
                <a:ea typeface="宋体" panose="02010600030101010101" pitchFamily="2" charset="-122"/>
              </a:rPr>
              <a:pPr>
                <a:spcBef>
                  <a:spcPct val="0"/>
                </a:spcBef>
                <a:buFontTx/>
                <a:buNone/>
              </a:pPr>
              <a:t>116</a:t>
            </a:fld>
            <a:endParaRPr lang="en-US" altLang="zh-CN" sz="1400">
              <a:latin typeface="Times New Roman" panose="02020603050405020304" pitchFamily="18" charset="0"/>
              <a:ea typeface="宋体" panose="02010600030101010101" pitchFamily="2" charset="-122"/>
            </a:endParaRPr>
          </a:p>
        </p:txBody>
      </p:sp>
      <p:sp>
        <p:nvSpPr>
          <p:cNvPr id="121861" name="Text Box 2">
            <a:extLst>
              <a:ext uri="{FF2B5EF4-FFF2-40B4-BE49-F238E27FC236}">
                <a16:creationId xmlns:a16="http://schemas.microsoft.com/office/drawing/2014/main" id="{505AF3B3-177D-4460-B375-C5C862A2C4C3}"/>
              </a:ext>
            </a:extLst>
          </p:cNvPr>
          <p:cNvSpPr txBox="1">
            <a:spLocks noChangeArrowheads="1"/>
          </p:cNvSpPr>
          <p:nvPr/>
        </p:nvSpPr>
        <p:spPr bwMode="auto">
          <a:xfrm>
            <a:off x="1371600" y="69215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直接证明法</a:t>
            </a:r>
          </a:p>
        </p:txBody>
      </p:sp>
      <p:pic>
        <p:nvPicPr>
          <p:cNvPr id="121862" name="Picture 6" descr="C:\Program Files\Microsoft Office\MEDIA\CAGCAT10\j0293844.wmf">
            <a:extLst>
              <a:ext uri="{FF2B5EF4-FFF2-40B4-BE49-F238E27FC236}">
                <a16:creationId xmlns:a16="http://schemas.microsoft.com/office/drawing/2014/main" id="{8ED333DA-3139-4FD7-B110-21160FAAB6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2888" y="477838"/>
            <a:ext cx="1173162" cy="123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1022" name="Text Box 30">
            <a:extLst>
              <a:ext uri="{FF2B5EF4-FFF2-40B4-BE49-F238E27FC236}">
                <a16:creationId xmlns:a16="http://schemas.microsoft.com/office/drawing/2014/main" id="{EDBCDDE3-04E2-4FF9-8497-93331DF358E1}"/>
              </a:ext>
            </a:extLst>
          </p:cNvPr>
          <p:cNvSpPr txBox="1">
            <a:spLocks noChangeArrowheads="1"/>
          </p:cNvSpPr>
          <p:nvPr/>
        </p:nvSpPr>
        <p:spPr bwMode="auto">
          <a:xfrm>
            <a:off x="611188" y="1916113"/>
            <a:ext cx="7848600" cy="1117600"/>
          </a:xfrm>
          <a:prstGeom prst="rect">
            <a:avLst/>
          </a:prstGeom>
          <a:solidFill>
            <a:schemeClr val="bg1"/>
          </a:solidFill>
          <a:ln>
            <a:noFill/>
          </a:ln>
          <a:effectLst/>
        </p:spPr>
        <p:txBody>
          <a:bodyPr>
            <a:spAutoFit/>
            <a:flatTx/>
          </a:bodyPr>
          <a:lstStyle>
            <a:lvl1pPr marL="400050" indent="-400050">
              <a:spcBef>
                <a:spcPct val="0"/>
              </a:spcBef>
              <a:defRPr>
                <a:solidFill>
                  <a:schemeClr val="tx1"/>
                </a:solidFill>
                <a:latin typeface="Arial" panose="020B0604020202020204" pitchFamily="34" charset="0"/>
                <a:ea typeface="宋体" panose="02010600030101010101" pitchFamily="2" charset="-122"/>
              </a:defRPr>
            </a:lvl1pPr>
            <a:lvl2pPr>
              <a:spcBef>
                <a:spcPct val="0"/>
              </a:spcBef>
              <a:defRPr>
                <a:solidFill>
                  <a:schemeClr val="tx1"/>
                </a:solidFill>
                <a:latin typeface="Arial" panose="020B0604020202020204" pitchFamily="34" charset="0"/>
                <a:ea typeface="宋体" panose="02010600030101010101" pitchFamily="2" charset="-122"/>
              </a:defRPr>
            </a:lvl2pPr>
            <a:lvl3pPr>
              <a:spcBef>
                <a:spcPct val="0"/>
              </a:spcBef>
              <a:defRPr>
                <a:solidFill>
                  <a:schemeClr val="tx1"/>
                </a:solidFill>
                <a:latin typeface="Arial" panose="020B0604020202020204" pitchFamily="34" charset="0"/>
                <a:ea typeface="宋体" panose="02010600030101010101" pitchFamily="2" charset="-122"/>
              </a:defRPr>
            </a:lvl3pPr>
            <a:lvl4pPr>
              <a:spcBef>
                <a:spcPct val="0"/>
              </a:spcBef>
              <a:defRPr>
                <a:solidFill>
                  <a:schemeClr val="tx1"/>
                </a:solidFill>
                <a:latin typeface="Arial" panose="020B0604020202020204" pitchFamily="34" charset="0"/>
                <a:ea typeface="宋体" panose="02010600030101010101" pitchFamily="2" charset="-122"/>
              </a:defRPr>
            </a:lvl4pPr>
            <a:lvl5pPr>
              <a:spcBef>
                <a:spcPct val="0"/>
              </a:spcBef>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15000"/>
              </a:spcBef>
              <a:spcAft>
                <a:spcPct val="5000"/>
              </a:spcAft>
              <a:buClr>
                <a:srgbClr val="228A88"/>
              </a:buClr>
              <a:buFont typeface="Wingdings 2" panose="05020102010507070707" pitchFamily="18" charset="2"/>
              <a:buNone/>
              <a:defRPr/>
            </a:pPr>
            <a:r>
              <a:rPr kumimoji="0" lang="en-US" altLang="zh-CN" sz="2400" b="1" dirty="0">
                <a:effectLst>
                  <a:outerShdw blurRad="38100" dist="38100" dir="2700000" algn="tl">
                    <a:srgbClr val="C0C0C0"/>
                  </a:outerShdw>
                </a:effectLst>
                <a:cs typeface="Arial" panose="020B0604020202020204" pitchFamily="34" charset="0"/>
              </a:rPr>
              <a:t>     </a:t>
            </a:r>
            <a:r>
              <a:rPr kumimoji="0" lang="zh-CN" altLang="en-US" b="1" dirty="0">
                <a:solidFill>
                  <a:schemeClr val="accent2"/>
                </a:solidFill>
                <a:cs typeface="Arial" panose="020B0604020202020204" pitchFamily="34" charset="0"/>
              </a:rPr>
              <a:t>直接证明法</a:t>
            </a:r>
            <a:r>
              <a:rPr kumimoji="0" lang="zh-CN" altLang="en-US" b="1" dirty="0">
                <a:cs typeface="Arial" panose="020B0604020202020204" pitchFamily="34" charset="0"/>
              </a:rPr>
              <a:t>就是由一组前提，利用一些公认的</a:t>
            </a:r>
            <a:r>
              <a:rPr kumimoji="0" lang="zh-CN" altLang="en-US" b="1" dirty="0">
                <a:solidFill>
                  <a:srgbClr val="FF3300"/>
                </a:solidFill>
                <a:cs typeface="Arial" panose="020B0604020202020204" pitchFamily="34" charset="0"/>
              </a:rPr>
              <a:t>推理规则</a:t>
            </a:r>
            <a:r>
              <a:rPr kumimoji="0" lang="zh-CN" altLang="en-US" b="1" dirty="0">
                <a:cs typeface="Arial" panose="020B0604020202020204" pitchFamily="34" charset="0"/>
              </a:rPr>
              <a:t>和</a:t>
            </a:r>
            <a:r>
              <a:rPr kumimoji="0" lang="zh-CN" altLang="en-US" b="1" dirty="0">
                <a:solidFill>
                  <a:srgbClr val="FF3300"/>
                </a:solidFill>
                <a:cs typeface="Arial" panose="020B0604020202020204" pitchFamily="34" charset="0"/>
              </a:rPr>
              <a:t>推理定律</a:t>
            </a:r>
            <a:r>
              <a:rPr kumimoji="0" lang="zh-CN" altLang="en-US" b="1" dirty="0">
                <a:cs typeface="Arial" panose="020B0604020202020204" pitchFamily="34" charset="0"/>
              </a:rPr>
              <a:t>，推演得到有效的结论</a:t>
            </a:r>
            <a:r>
              <a:rPr kumimoji="0" lang="zh-CN" altLang="en-US" dirty="0">
                <a:cs typeface="Arial" panose="020B0604020202020204" pitchFamily="34" charset="0"/>
              </a:rPr>
              <a:t>。</a:t>
            </a:r>
          </a:p>
        </p:txBody>
      </p:sp>
      <p:pic>
        <p:nvPicPr>
          <p:cNvPr id="121864" name="图片 1">
            <a:extLst>
              <a:ext uri="{FF2B5EF4-FFF2-40B4-BE49-F238E27FC236}">
                <a16:creationId xmlns:a16="http://schemas.microsoft.com/office/drawing/2014/main" id="{532F4BA6-6467-4E68-8279-EC066BBC86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3363913"/>
            <a:ext cx="6840538" cy="254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日期占位符 3">
            <a:extLst>
              <a:ext uri="{FF2B5EF4-FFF2-40B4-BE49-F238E27FC236}">
                <a16:creationId xmlns:a16="http://schemas.microsoft.com/office/drawing/2014/main" id="{59295061-0AB1-4F9D-B126-DD538EEFAFA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1573302-55B6-4787-AFDD-AC434F4215D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2883" name="页脚占位符 4">
            <a:extLst>
              <a:ext uri="{FF2B5EF4-FFF2-40B4-BE49-F238E27FC236}">
                <a16:creationId xmlns:a16="http://schemas.microsoft.com/office/drawing/2014/main" id="{1281BC11-6CC7-4113-BF0A-49E722534A0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2884" name="灯片编号占位符 5">
            <a:extLst>
              <a:ext uri="{FF2B5EF4-FFF2-40B4-BE49-F238E27FC236}">
                <a16:creationId xmlns:a16="http://schemas.microsoft.com/office/drawing/2014/main" id="{C9F09CA2-1043-4276-8C08-5711EB0D0BF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9BE2316-60E7-4A04-90AF-24116DA841A7}" type="slidenum">
              <a:rPr lang="en-US" altLang="zh-CN" sz="1400" smtClean="0">
                <a:latin typeface="Times New Roman" panose="02020603050405020304" pitchFamily="18" charset="0"/>
                <a:ea typeface="宋体" panose="02010600030101010101" pitchFamily="2" charset="-122"/>
              </a:rPr>
              <a:pPr>
                <a:spcBef>
                  <a:spcPct val="0"/>
                </a:spcBef>
                <a:buFontTx/>
                <a:buNone/>
              </a:pPr>
              <a:t>117</a:t>
            </a:fld>
            <a:endParaRPr lang="en-US" altLang="zh-CN" sz="1400">
              <a:latin typeface="Times New Roman" panose="02020603050405020304" pitchFamily="18" charset="0"/>
              <a:ea typeface="宋体" panose="02010600030101010101" pitchFamily="2" charset="-122"/>
            </a:endParaRPr>
          </a:p>
        </p:txBody>
      </p:sp>
      <p:sp>
        <p:nvSpPr>
          <p:cNvPr id="122885" name="Text Box 2">
            <a:extLst>
              <a:ext uri="{FF2B5EF4-FFF2-40B4-BE49-F238E27FC236}">
                <a16:creationId xmlns:a16="http://schemas.microsoft.com/office/drawing/2014/main" id="{17D09A9C-C56C-4F7B-8A6E-EBB606A07BBB}"/>
              </a:ext>
            </a:extLst>
          </p:cNvPr>
          <p:cNvSpPr txBox="1">
            <a:spLocks noChangeArrowheads="1"/>
          </p:cNvSpPr>
          <p:nvPr/>
        </p:nvSpPr>
        <p:spPr bwMode="auto">
          <a:xfrm>
            <a:off x="1258888" y="584200"/>
            <a:ext cx="6480175" cy="823913"/>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推理定律（等值式）</a:t>
            </a:r>
          </a:p>
        </p:txBody>
      </p:sp>
      <p:pic>
        <p:nvPicPr>
          <p:cNvPr id="122886" name="Picture 6" descr="C:\Program Files\Microsoft Office\MEDIA\CAGCAT10\j0293844.wmf">
            <a:extLst>
              <a:ext uri="{FF2B5EF4-FFF2-40B4-BE49-F238E27FC236}">
                <a16:creationId xmlns:a16="http://schemas.microsoft.com/office/drawing/2014/main" id="{97CBCF85-2721-4B86-B8BA-F822A730D9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0525" y="381000"/>
            <a:ext cx="1169988"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2887" name="Group 51">
            <a:extLst>
              <a:ext uri="{FF2B5EF4-FFF2-40B4-BE49-F238E27FC236}">
                <a16:creationId xmlns:a16="http://schemas.microsoft.com/office/drawing/2014/main" id="{5830CD27-6979-4BC5-9F77-B285C8C984E4}"/>
              </a:ext>
            </a:extLst>
          </p:cNvPr>
          <p:cNvGrpSpPr>
            <a:grpSpLocks/>
          </p:cNvGrpSpPr>
          <p:nvPr/>
        </p:nvGrpSpPr>
        <p:grpSpPr bwMode="auto">
          <a:xfrm>
            <a:off x="900113" y="1660525"/>
            <a:ext cx="7777162" cy="4737100"/>
            <a:chOff x="576" y="672"/>
            <a:chExt cx="5040" cy="3165"/>
          </a:xfrm>
        </p:grpSpPr>
        <p:sp>
          <p:nvSpPr>
            <p:cNvPr id="122888" name="Rectangle 52">
              <a:extLst>
                <a:ext uri="{FF2B5EF4-FFF2-40B4-BE49-F238E27FC236}">
                  <a16:creationId xmlns:a16="http://schemas.microsoft.com/office/drawing/2014/main" id="{CFAEF78B-7D45-4DFD-BC9A-1A1BDE4C0602}"/>
                </a:ext>
              </a:extLst>
            </p:cNvPr>
            <p:cNvSpPr>
              <a:spLocks noChangeArrowheads="1"/>
            </p:cNvSpPr>
            <p:nvPr/>
          </p:nvSpPr>
          <p:spPr bwMode="auto">
            <a:xfrm>
              <a:off x="3360" y="3550"/>
              <a:ext cx="2256"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rPr>
                <a:t>(P↔Q ) </a:t>
              </a:r>
              <a:r>
                <a:rPr lang="en-US" altLang="zh-CN" sz="1800" b="1">
                  <a:solidFill>
                    <a:srgbClr val="800000"/>
                  </a:solidFill>
                  <a:latin typeface="华文新魏" panose="02010800040101010101" pitchFamily="2" charset="-122"/>
                  <a:ea typeface="华文新魏" panose="02010800040101010101" pitchFamily="2" charset="-122"/>
                  <a:sym typeface="Symbol" panose="05050102010706020507" pitchFamily="18" charset="2"/>
                </a:rPr>
                <a:t> </a:t>
              </a:r>
              <a:r>
                <a:rPr lang="en-US" altLang="zh-CN" sz="1800" b="1">
                  <a:solidFill>
                    <a:srgbClr val="800000"/>
                  </a:solidFill>
                  <a:latin typeface="华文新魏" panose="02010800040101010101" pitchFamily="2" charset="-122"/>
                  <a:ea typeface="华文新魏" panose="02010800040101010101" pitchFamily="2" charset="-122"/>
                </a:rPr>
                <a:t>P↔</a:t>
              </a: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rPr>
                <a:t>Q </a:t>
              </a:r>
            </a:p>
          </p:txBody>
        </p:sp>
        <p:sp>
          <p:nvSpPr>
            <p:cNvPr id="122889" name="Rectangle 53">
              <a:extLst>
                <a:ext uri="{FF2B5EF4-FFF2-40B4-BE49-F238E27FC236}">
                  <a16:creationId xmlns:a16="http://schemas.microsoft.com/office/drawing/2014/main" id="{A6C5ADE8-810C-48AA-B2AA-7B971FB1A6C1}"/>
                </a:ext>
              </a:extLst>
            </p:cNvPr>
            <p:cNvSpPr>
              <a:spLocks noChangeArrowheads="1"/>
            </p:cNvSpPr>
            <p:nvPr/>
          </p:nvSpPr>
          <p:spPr bwMode="auto">
            <a:xfrm>
              <a:off x="3024" y="3550"/>
              <a:ext cx="336"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22</a:t>
              </a:r>
            </a:p>
          </p:txBody>
        </p:sp>
        <p:sp>
          <p:nvSpPr>
            <p:cNvPr id="122890" name="Rectangle 54">
              <a:extLst>
                <a:ext uri="{FF2B5EF4-FFF2-40B4-BE49-F238E27FC236}">
                  <a16:creationId xmlns:a16="http://schemas.microsoft.com/office/drawing/2014/main" id="{C921BA23-9B4A-4A37-9134-A1DEB56690F5}"/>
                </a:ext>
              </a:extLst>
            </p:cNvPr>
            <p:cNvSpPr>
              <a:spLocks noChangeArrowheads="1"/>
            </p:cNvSpPr>
            <p:nvPr/>
          </p:nvSpPr>
          <p:spPr bwMode="auto">
            <a:xfrm>
              <a:off x="889" y="3550"/>
              <a:ext cx="2135"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A50021"/>
                  </a:solidFill>
                  <a:latin typeface="华文新魏" panose="02010800040101010101" pitchFamily="2" charset="-122"/>
                  <a:ea typeface="华文新魏" panose="02010800040101010101" pitchFamily="2" charset="-122"/>
                </a:rPr>
                <a:t>P </a:t>
              </a:r>
              <a:r>
                <a:rPr lang="en-US" altLang="zh-CN" sz="1800" b="1">
                  <a:solidFill>
                    <a:srgbClr val="A50021"/>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A50021"/>
                  </a:solidFill>
                  <a:latin typeface="华文新魏" panose="02010800040101010101" pitchFamily="2" charset="-122"/>
                  <a:ea typeface="华文新魏" panose="02010800040101010101" pitchFamily="2" charset="-122"/>
                </a:rPr>
                <a:t>P </a:t>
              </a:r>
              <a:r>
                <a:rPr lang="en-US" altLang="zh-CN" sz="1800" b="1">
                  <a:solidFill>
                    <a:srgbClr val="A50021"/>
                  </a:solidFill>
                  <a:latin typeface="华文新魏" panose="02010800040101010101" pitchFamily="2" charset="-122"/>
                  <a:ea typeface="华文新魏" panose="02010800040101010101" pitchFamily="2" charset="-122"/>
                  <a:sym typeface="Symbol" panose="05050102010706020507" pitchFamily="18" charset="2"/>
                </a:rPr>
                <a:t>P</a:t>
              </a:r>
            </a:p>
          </p:txBody>
        </p:sp>
        <p:sp>
          <p:nvSpPr>
            <p:cNvPr id="122891" name="Rectangle 55">
              <a:extLst>
                <a:ext uri="{FF2B5EF4-FFF2-40B4-BE49-F238E27FC236}">
                  <a16:creationId xmlns:a16="http://schemas.microsoft.com/office/drawing/2014/main" id="{CA5CB60D-1CE6-4E6D-AB6F-E43FB5087548}"/>
                </a:ext>
              </a:extLst>
            </p:cNvPr>
            <p:cNvSpPr>
              <a:spLocks noChangeArrowheads="1"/>
            </p:cNvSpPr>
            <p:nvPr/>
          </p:nvSpPr>
          <p:spPr bwMode="auto">
            <a:xfrm>
              <a:off x="576" y="3550"/>
              <a:ext cx="313"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11</a:t>
              </a:r>
            </a:p>
          </p:txBody>
        </p:sp>
        <p:sp>
          <p:nvSpPr>
            <p:cNvPr id="122892" name="Rectangle 56">
              <a:extLst>
                <a:ext uri="{FF2B5EF4-FFF2-40B4-BE49-F238E27FC236}">
                  <a16:creationId xmlns:a16="http://schemas.microsoft.com/office/drawing/2014/main" id="{83C88414-C13B-478E-A832-24E09D15FC60}"/>
                </a:ext>
              </a:extLst>
            </p:cNvPr>
            <p:cNvSpPr>
              <a:spLocks noChangeArrowheads="1"/>
            </p:cNvSpPr>
            <p:nvPr/>
          </p:nvSpPr>
          <p:spPr bwMode="auto">
            <a:xfrm>
              <a:off x="3360" y="3263"/>
              <a:ext cx="2256"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800000"/>
                  </a:solidFill>
                  <a:latin typeface="华文新魏" panose="02010800040101010101" pitchFamily="2" charset="-122"/>
                  <a:ea typeface="华文新魏" panose="02010800040101010101" pitchFamily="2" charset="-122"/>
                </a:rPr>
                <a:t>P↔Q </a:t>
              </a:r>
              <a:r>
                <a:rPr lang="en-US" altLang="zh-CN" sz="1800" b="1">
                  <a:solidFill>
                    <a:srgbClr val="800000"/>
                  </a:solidFill>
                  <a:latin typeface="华文新魏" panose="02010800040101010101" pitchFamily="2" charset="-122"/>
                  <a:ea typeface="华文新魏" panose="02010800040101010101" pitchFamily="2" charset="-122"/>
                  <a:sym typeface="Symbol" panose="05050102010706020507" pitchFamily="18" charset="2"/>
                </a:rPr>
                <a:t> </a:t>
              </a:r>
              <a:r>
                <a:rPr lang="en-US" altLang="zh-CN" sz="1800" b="1">
                  <a:solidFill>
                    <a:srgbClr val="800000"/>
                  </a:solidFill>
                  <a:latin typeface="华文新魏" panose="02010800040101010101" pitchFamily="2" charset="-122"/>
                  <a:ea typeface="华文新魏" panose="02010800040101010101" pitchFamily="2" charset="-122"/>
                </a:rPr>
                <a:t>(P</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华文新魏" panose="02010800040101010101" pitchFamily="2" charset="-122"/>
                  <a:ea typeface="华文新魏" panose="02010800040101010101" pitchFamily="2" charset="-122"/>
                </a:rPr>
                <a:t>Q )</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rPr>
                <a:t>P</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 </a:t>
              </a:r>
              <a:r>
                <a:rPr lang="en-US" altLang="zh-CN" sz="1800" b="1">
                  <a:solidFill>
                    <a:srgbClr val="800000"/>
                  </a:solidFill>
                  <a:latin typeface="华文新魏" panose="02010800040101010101" pitchFamily="2" charset="-122"/>
                  <a:ea typeface="华文新魏" panose="02010800040101010101" pitchFamily="2" charset="-122"/>
                </a:rPr>
                <a:t>Q</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p>
          </p:txBody>
        </p:sp>
        <p:sp>
          <p:nvSpPr>
            <p:cNvPr id="122893" name="Rectangle 57">
              <a:extLst>
                <a:ext uri="{FF2B5EF4-FFF2-40B4-BE49-F238E27FC236}">
                  <a16:creationId xmlns:a16="http://schemas.microsoft.com/office/drawing/2014/main" id="{C2ACEB43-13F9-4AF0-9E96-ED916AA4370B}"/>
                </a:ext>
              </a:extLst>
            </p:cNvPr>
            <p:cNvSpPr>
              <a:spLocks noChangeArrowheads="1"/>
            </p:cNvSpPr>
            <p:nvPr/>
          </p:nvSpPr>
          <p:spPr bwMode="auto">
            <a:xfrm>
              <a:off x="3024" y="3263"/>
              <a:ext cx="336"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21</a:t>
              </a:r>
            </a:p>
          </p:txBody>
        </p:sp>
        <p:sp>
          <p:nvSpPr>
            <p:cNvPr id="122894" name="Rectangle 58">
              <a:extLst>
                <a:ext uri="{FF2B5EF4-FFF2-40B4-BE49-F238E27FC236}">
                  <a16:creationId xmlns:a16="http://schemas.microsoft.com/office/drawing/2014/main" id="{F8B0131B-612C-44C8-8E11-84B5B6AEED57}"/>
                </a:ext>
              </a:extLst>
            </p:cNvPr>
            <p:cNvSpPr>
              <a:spLocks noChangeArrowheads="1"/>
            </p:cNvSpPr>
            <p:nvPr/>
          </p:nvSpPr>
          <p:spPr bwMode="auto">
            <a:xfrm>
              <a:off x="889" y="3263"/>
              <a:ext cx="2135"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A50021"/>
                  </a:solidFill>
                  <a:latin typeface="华文新魏" panose="02010800040101010101" pitchFamily="2" charset="-122"/>
                  <a:ea typeface="华文新魏" panose="02010800040101010101" pitchFamily="2" charset="-122"/>
                </a:rPr>
                <a:t>P</a:t>
              </a:r>
              <a:r>
                <a:rPr lang="en-US" altLang="zh-CN" sz="1800" b="1">
                  <a:solidFill>
                    <a:srgbClr val="A50021"/>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A50021"/>
                  </a:solidFill>
                  <a:latin typeface="华文新魏" panose="02010800040101010101" pitchFamily="2" charset="-122"/>
                  <a:ea typeface="华文新魏" panose="02010800040101010101" pitchFamily="2" charset="-122"/>
                </a:rPr>
                <a:t>P</a:t>
              </a:r>
              <a:r>
                <a:rPr lang="en-US" altLang="zh-CN" sz="1800" b="1">
                  <a:solidFill>
                    <a:srgbClr val="A50021"/>
                  </a:solidFill>
                  <a:latin typeface="华文新魏" panose="02010800040101010101" pitchFamily="2" charset="-122"/>
                  <a:ea typeface="华文新魏" panose="02010800040101010101" pitchFamily="2" charset="-122"/>
                  <a:sym typeface="Symbol" panose="05050102010706020507" pitchFamily="18" charset="2"/>
                </a:rPr>
                <a:t>P</a:t>
              </a:r>
            </a:p>
          </p:txBody>
        </p:sp>
        <p:sp>
          <p:nvSpPr>
            <p:cNvPr id="122895" name="Rectangle 59">
              <a:extLst>
                <a:ext uri="{FF2B5EF4-FFF2-40B4-BE49-F238E27FC236}">
                  <a16:creationId xmlns:a16="http://schemas.microsoft.com/office/drawing/2014/main" id="{290A94FD-45A8-4023-823E-4DCA03CB3258}"/>
                </a:ext>
              </a:extLst>
            </p:cNvPr>
            <p:cNvSpPr>
              <a:spLocks noChangeArrowheads="1"/>
            </p:cNvSpPr>
            <p:nvPr/>
          </p:nvSpPr>
          <p:spPr bwMode="auto">
            <a:xfrm>
              <a:off x="576" y="3263"/>
              <a:ext cx="313"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10</a:t>
              </a:r>
            </a:p>
          </p:txBody>
        </p:sp>
        <p:sp>
          <p:nvSpPr>
            <p:cNvPr id="122896" name="Rectangle 60">
              <a:extLst>
                <a:ext uri="{FF2B5EF4-FFF2-40B4-BE49-F238E27FC236}">
                  <a16:creationId xmlns:a16="http://schemas.microsoft.com/office/drawing/2014/main" id="{3D50E9ED-3BD8-4113-9D6C-399556E819E6}"/>
                </a:ext>
              </a:extLst>
            </p:cNvPr>
            <p:cNvSpPr>
              <a:spLocks noChangeArrowheads="1"/>
            </p:cNvSpPr>
            <p:nvPr/>
          </p:nvSpPr>
          <p:spPr bwMode="auto">
            <a:xfrm>
              <a:off x="3360" y="2975"/>
              <a:ext cx="2256" cy="288"/>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800000"/>
                  </a:solidFill>
                  <a:latin typeface="华文新魏" panose="02010800040101010101" pitchFamily="2" charset="-122"/>
                  <a:ea typeface="华文新魏" panose="02010800040101010101" pitchFamily="2" charset="-122"/>
                </a:rPr>
                <a:t>P↔Q </a:t>
              </a:r>
              <a:r>
                <a:rPr lang="en-US" altLang="zh-CN" sz="1800" b="1">
                  <a:solidFill>
                    <a:srgbClr val="800000"/>
                  </a:solidFill>
                  <a:latin typeface="华文新魏" panose="02010800040101010101" pitchFamily="2" charset="-122"/>
                  <a:ea typeface="华文新魏" panose="02010800040101010101" pitchFamily="2" charset="-122"/>
                  <a:sym typeface="Symbol" panose="05050102010706020507" pitchFamily="18" charset="2"/>
                </a:rPr>
                <a:t> </a:t>
              </a:r>
              <a:r>
                <a:rPr lang="en-US" altLang="zh-CN" sz="1800" b="1">
                  <a:solidFill>
                    <a:srgbClr val="800000"/>
                  </a:solidFill>
                  <a:latin typeface="华文新魏" panose="02010800040101010101" pitchFamily="2" charset="-122"/>
                  <a:ea typeface="华文新魏" panose="02010800040101010101" pitchFamily="2" charset="-122"/>
                </a:rPr>
                <a:t>(P→Q )</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华文新魏" panose="02010800040101010101" pitchFamily="2" charset="-122"/>
                  <a:ea typeface="华文新魏" panose="02010800040101010101" pitchFamily="2" charset="-122"/>
                </a:rPr>
                <a:t>(Q→P )</a:t>
              </a:r>
              <a:endParaRPr lang="en-US" altLang="zh-CN" sz="1800" b="1">
                <a:latin typeface="华文新魏" panose="02010800040101010101" pitchFamily="2" charset="-122"/>
                <a:ea typeface="华文新魏" panose="02010800040101010101" pitchFamily="2" charset="-122"/>
              </a:endParaRPr>
            </a:p>
          </p:txBody>
        </p:sp>
        <p:sp>
          <p:nvSpPr>
            <p:cNvPr id="122897" name="Rectangle 61">
              <a:extLst>
                <a:ext uri="{FF2B5EF4-FFF2-40B4-BE49-F238E27FC236}">
                  <a16:creationId xmlns:a16="http://schemas.microsoft.com/office/drawing/2014/main" id="{4091E4F9-7146-4D24-A5A3-DA116AD8EA10}"/>
                </a:ext>
              </a:extLst>
            </p:cNvPr>
            <p:cNvSpPr>
              <a:spLocks noChangeArrowheads="1"/>
            </p:cNvSpPr>
            <p:nvPr/>
          </p:nvSpPr>
          <p:spPr bwMode="auto">
            <a:xfrm>
              <a:off x="3024" y="2975"/>
              <a:ext cx="336" cy="288"/>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20</a:t>
              </a:r>
            </a:p>
          </p:txBody>
        </p:sp>
        <p:sp>
          <p:nvSpPr>
            <p:cNvPr id="122898" name="Rectangle 62">
              <a:extLst>
                <a:ext uri="{FF2B5EF4-FFF2-40B4-BE49-F238E27FC236}">
                  <a16:creationId xmlns:a16="http://schemas.microsoft.com/office/drawing/2014/main" id="{9EB5FE94-901D-4EC6-8F80-31DF371239CE}"/>
                </a:ext>
              </a:extLst>
            </p:cNvPr>
            <p:cNvSpPr>
              <a:spLocks noChangeArrowheads="1"/>
            </p:cNvSpPr>
            <p:nvPr/>
          </p:nvSpPr>
          <p:spPr bwMode="auto">
            <a:xfrm>
              <a:off x="889" y="2975"/>
              <a:ext cx="2135" cy="288"/>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rPr>
                <a:t>(P</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华文新魏" panose="02010800040101010101" pitchFamily="2" charset="-122"/>
                  <a:ea typeface="华文新魏" panose="02010800040101010101" pitchFamily="2" charset="-122"/>
                </a:rPr>
                <a:t>Q)</a:t>
              </a:r>
              <a:r>
                <a:rPr lang="en-US" altLang="zh-CN" sz="1800" b="1">
                  <a:solidFill>
                    <a:srgbClr val="800000"/>
                  </a:solidFill>
                  <a:latin typeface="华文新魏" panose="02010800040101010101" pitchFamily="2" charset="-122"/>
                  <a:ea typeface="华文新魏" panose="02010800040101010101" pitchFamily="2" charset="-122"/>
                  <a:sym typeface="Symbol" panose="05050102010706020507" pitchFamily="18" charset="2"/>
                </a:rPr>
                <a:t></a:t>
              </a: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rPr>
                <a:t>P</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 </a:t>
              </a:r>
              <a:r>
                <a:rPr lang="en-US" altLang="zh-CN" sz="1800" b="1">
                  <a:solidFill>
                    <a:srgbClr val="800000"/>
                  </a:solidFill>
                  <a:latin typeface="华文新魏" panose="02010800040101010101" pitchFamily="2" charset="-122"/>
                  <a:ea typeface="华文新魏" panose="02010800040101010101" pitchFamily="2" charset="-122"/>
                </a:rPr>
                <a:t>Q </a:t>
              </a:r>
            </a:p>
          </p:txBody>
        </p:sp>
        <p:sp>
          <p:nvSpPr>
            <p:cNvPr id="122899" name="Rectangle 63">
              <a:extLst>
                <a:ext uri="{FF2B5EF4-FFF2-40B4-BE49-F238E27FC236}">
                  <a16:creationId xmlns:a16="http://schemas.microsoft.com/office/drawing/2014/main" id="{2262C626-026A-4EBE-A83C-216B709AA967}"/>
                </a:ext>
              </a:extLst>
            </p:cNvPr>
            <p:cNvSpPr>
              <a:spLocks noChangeArrowheads="1"/>
            </p:cNvSpPr>
            <p:nvPr/>
          </p:nvSpPr>
          <p:spPr bwMode="auto">
            <a:xfrm>
              <a:off x="576" y="2975"/>
              <a:ext cx="313" cy="288"/>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9</a:t>
              </a:r>
            </a:p>
          </p:txBody>
        </p:sp>
        <p:sp>
          <p:nvSpPr>
            <p:cNvPr id="122900" name="Rectangle 64">
              <a:extLst>
                <a:ext uri="{FF2B5EF4-FFF2-40B4-BE49-F238E27FC236}">
                  <a16:creationId xmlns:a16="http://schemas.microsoft.com/office/drawing/2014/main" id="{E0DE3F3F-F732-4717-856E-8AFC90F00A36}"/>
                </a:ext>
              </a:extLst>
            </p:cNvPr>
            <p:cNvSpPr>
              <a:spLocks noChangeArrowheads="1"/>
            </p:cNvSpPr>
            <p:nvPr/>
          </p:nvSpPr>
          <p:spPr bwMode="auto">
            <a:xfrm>
              <a:off x="3360" y="2688"/>
              <a:ext cx="2256"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800000"/>
                  </a:solidFill>
                  <a:latin typeface="华文新魏" panose="02010800040101010101" pitchFamily="2" charset="-122"/>
                  <a:ea typeface="华文新魏" panose="02010800040101010101" pitchFamily="2" charset="-122"/>
                </a:rPr>
                <a:t>P→(Q→R)</a:t>
              </a:r>
              <a:r>
                <a:rPr lang="en-US" altLang="zh-CN" sz="1800" b="1">
                  <a:solidFill>
                    <a:srgbClr val="800000"/>
                  </a:solidFill>
                  <a:latin typeface="华文新魏" panose="02010800040101010101" pitchFamily="2" charset="-122"/>
                  <a:ea typeface="华文新魏" panose="02010800040101010101" pitchFamily="2" charset="-122"/>
                  <a:sym typeface="Symbol" panose="05050102010706020507" pitchFamily="18" charset="2"/>
                </a:rPr>
                <a:t></a:t>
              </a:r>
              <a:r>
                <a:rPr lang="en-US" altLang="zh-CN" sz="1800" b="1">
                  <a:solidFill>
                    <a:srgbClr val="800000"/>
                  </a:solidFill>
                  <a:latin typeface="华文新魏" panose="02010800040101010101" pitchFamily="2" charset="-122"/>
                  <a:ea typeface="华文新魏" panose="02010800040101010101" pitchFamily="2" charset="-122"/>
                </a:rPr>
                <a:t>(P</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华文新魏" panose="02010800040101010101" pitchFamily="2" charset="-122"/>
                  <a:ea typeface="华文新魏" panose="02010800040101010101" pitchFamily="2" charset="-122"/>
                </a:rPr>
                <a:t>Q)→R</a:t>
              </a:r>
            </a:p>
          </p:txBody>
        </p:sp>
        <p:sp>
          <p:nvSpPr>
            <p:cNvPr id="122901" name="Rectangle 65">
              <a:extLst>
                <a:ext uri="{FF2B5EF4-FFF2-40B4-BE49-F238E27FC236}">
                  <a16:creationId xmlns:a16="http://schemas.microsoft.com/office/drawing/2014/main" id="{23192762-881B-46B3-AC70-5F06501F4ED4}"/>
                </a:ext>
              </a:extLst>
            </p:cNvPr>
            <p:cNvSpPr>
              <a:spLocks noChangeArrowheads="1"/>
            </p:cNvSpPr>
            <p:nvPr/>
          </p:nvSpPr>
          <p:spPr bwMode="auto">
            <a:xfrm>
              <a:off x="3024" y="2688"/>
              <a:ext cx="336"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19</a:t>
              </a:r>
            </a:p>
          </p:txBody>
        </p:sp>
        <p:sp>
          <p:nvSpPr>
            <p:cNvPr id="122902" name="Rectangle 66">
              <a:extLst>
                <a:ext uri="{FF2B5EF4-FFF2-40B4-BE49-F238E27FC236}">
                  <a16:creationId xmlns:a16="http://schemas.microsoft.com/office/drawing/2014/main" id="{26447659-43AC-4DBC-A86B-4BC23E8CFE20}"/>
                </a:ext>
              </a:extLst>
            </p:cNvPr>
            <p:cNvSpPr>
              <a:spLocks noChangeArrowheads="1"/>
            </p:cNvSpPr>
            <p:nvPr/>
          </p:nvSpPr>
          <p:spPr bwMode="auto">
            <a:xfrm>
              <a:off x="889" y="2688"/>
              <a:ext cx="2135"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rPr>
                <a:t>(P</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华文新魏" panose="02010800040101010101" pitchFamily="2" charset="-122"/>
                  <a:ea typeface="华文新魏" panose="02010800040101010101" pitchFamily="2" charset="-122"/>
                </a:rPr>
                <a:t>Q )</a:t>
              </a:r>
              <a:r>
                <a:rPr lang="en-US" altLang="zh-CN" sz="1800" b="1">
                  <a:solidFill>
                    <a:srgbClr val="800000"/>
                  </a:solidFill>
                  <a:latin typeface="华文新魏" panose="02010800040101010101" pitchFamily="2" charset="-122"/>
                  <a:ea typeface="华文新魏" panose="02010800040101010101" pitchFamily="2" charset="-122"/>
                  <a:sym typeface="Symbol" panose="05050102010706020507" pitchFamily="18" charset="2"/>
                </a:rPr>
                <a:t> </a:t>
              </a: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rPr>
                <a:t>P</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 </a:t>
              </a:r>
              <a:r>
                <a:rPr lang="en-US" altLang="zh-CN" sz="1800" b="1">
                  <a:solidFill>
                    <a:srgbClr val="800000"/>
                  </a:solidFill>
                  <a:latin typeface="华文新魏" panose="02010800040101010101" pitchFamily="2" charset="-122"/>
                  <a:ea typeface="华文新魏" panose="02010800040101010101" pitchFamily="2" charset="-122"/>
                </a:rPr>
                <a:t>Q </a:t>
              </a:r>
            </a:p>
          </p:txBody>
        </p:sp>
        <p:sp>
          <p:nvSpPr>
            <p:cNvPr id="122903" name="Rectangle 67">
              <a:extLst>
                <a:ext uri="{FF2B5EF4-FFF2-40B4-BE49-F238E27FC236}">
                  <a16:creationId xmlns:a16="http://schemas.microsoft.com/office/drawing/2014/main" id="{BA00923D-3BD0-4DD7-B836-7BF2DD5E28B0}"/>
                </a:ext>
              </a:extLst>
            </p:cNvPr>
            <p:cNvSpPr>
              <a:spLocks noChangeArrowheads="1"/>
            </p:cNvSpPr>
            <p:nvPr/>
          </p:nvSpPr>
          <p:spPr bwMode="auto">
            <a:xfrm>
              <a:off x="576" y="2688"/>
              <a:ext cx="313"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8</a:t>
              </a:r>
            </a:p>
          </p:txBody>
        </p:sp>
        <p:sp>
          <p:nvSpPr>
            <p:cNvPr id="122904" name="Rectangle 68">
              <a:extLst>
                <a:ext uri="{FF2B5EF4-FFF2-40B4-BE49-F238E27FC236}">
                  <a16:creationId xmlns:a16="http://schemas.microsoft.com/office/drawing/2014/main" id="{BBEB74AC-49C6-469D-9C6D-8727B988A474}"/>
                </a:ext>
              </a:extLst>
            </p:cNvPr>
            <p:cNvSpPr>
              <a:spLocks noChangeArrowheads="1"/>
            </p:cNvSpPr>
            <p:nvPr/>
          </p:nvSpPr>
          <p:spPr bwMode="auto">
            <a:xfrm>
              <a:off x="3360" y="2397"/>
              <a:ext cx="2256" cy="291"/>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800000"/>
                  </a:solidFill>
                  <a:latin typeface="华文新魏" panose="02010800040101010101" pitchFamily="2" charset="-122"/>
                  <a:ea typeface="华文新魏" panose="02010800040101010101" pitchFamily="2" charset="-122"/>
                </a:rPr>
                <a:t>P→Q </a:t>
              </a:r>
              <a:r>
                <a:rPr lang="en-US" altLang="zh-CN" sz="1800" b="1">
                  <a:solidFill>
                    <a:srgbClr val="800000"/>
                  </a:solidFill>
                  <a:latin typeface="华文新魏" panose="02010800040101010101" pitchFamily="2" charset="-122"/>
                  <a:ea typeface="华文新魏" panose="02010800040101010101" pitchFamily="2" charset="-122"/>
                  <a:sym typeface="Symbol" panose="05050102010706020507" pitchFamily="18" charset="2"/>
                </a:rPr>
                <a:t></a:t>
              </a: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 </a:t>
              </a:r>
              <a:r>
                <a:rPr lang="en-US" altLang="zh-CN" sz="1800" b="1">
                  <a:solidFill>
                    <a:srgbClr val="800000"/>
                  </a:solidFill>
                  <a:latin typeface="华文新魏" panose="02010800040101010101" pitchFamily="2" charset="-122"/>
                  <a:ea typeface="华文新魏" panose="02010800040101010101" pitchFamily="2" charset="-122"/>
                </a:rPr>
                <a:t>Q→</a:t>
              </a: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rPr>
                <a:t> P</a:t>
              </a:r>
            </a:p>
          </p:txBody>
        </p:sp>
        <p:sp>
          <p:nvSpPr>
            <p:cNvPr id="122905" name="Rectangle 69">
              <a:extLst>
                <a:ext uri="{FF2B5EF4-FFF2-40B4-BE49-F238E27FC236}">
                  <a16:creationId xmlns:a16="http://schemas.microsoft.com/office/drawing/2014/main" id="{D3D788CA-1BAD-4D38-BDD2-68DAE2084403}"/>
                </a:ext>
              </a:extLst>
            </p:cNvPr>
            <p:cNvSpPr>
              <a:spLocks noChangeArrowheads="1"/>
            </p:cNvSpPr>
            <p:nvPr/>
          </p:nvSpPr>
          <p:spPr bwMode="auto">
            <a:xfrm>
              <a:off x="3024" y="2397"/>
              <a:ext cx="336" cy="291"/>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18</a:t>
              </a:r>
            </a:p>
          </p:txBody>
        </p:sp>
        <p:sp>
          <p:nvSpPr>
            <p:cNvPr id="122906" name="Rectangle 70">
              <a:extLst>
                <a:ext uri="{FF2B5EF4-FFF2-40B4-BE49-F238E27FC236}">
                  <a16:creationId xmlns:a16="http://schemas.microsoft.com/office/drawing/2014/main" id="{321BD502-7DE4-42B0-82E0-A734ED9333C1}"/>
                </a:ext>
              </a:extLst>
            </p:cNvPr>
            <p:cNvSpPr>
              <a:spLocks noChangeArrowheads="1"/>
            </p:cNvSpPr>
            <p:nvPr/>
          </p:nvSpPr>
          <p:spPr bwMode="auto">
            <a:xfrm>
              <a:off x="889" y="2397"/>
              <a:ext cx="2135" cy="291"/>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A50021"/>
                  </a:solidFill>
                  <a:latin typeface="华文新魏" panose="02010800040101010101" pitchFamily="2" charset="-122"/>
                  <a:ea typeface="华文新魏" panose="02010800040101010101" pitchFamily="2" charset="-122"/>
                  <a:sym typeface="Symbol" panose="05050102010706020507" pitchFamily="18" charset="2"/>
                </a:rPr>
                <a:t>P</a:t>
              </a:r>
              <a:r>
                <a:rPr lang="en-US" altLang="zh-CN" sz="1800" b="1">
                  <a:solidFill>
                    <a:srgbClr val="A50021"/>
                  </a:solidFill>
                  <a:latin typeface="华文新魏" panose="02010800040101010101" pitchFamily="2" charset="-122"/>
                  <a:ea typeface="华文新魏" panose="02010800040101010101" pitchFamily="2" charset="-122"/>
                  <a:sym typeface="Kingsoft Phonetic Plain" pitchFamily="2" charset="2"/>
                </a:rPr>
                <a:t>∨(Q∧R)</a:t>
              </a:r>
              <a:r>
                <a:rPr lang="en-US" altLang="zh-CN" sz="1800" b="1">
                  <a:solidFill>
                    <a:srgbClr val="A50021"/>
                  </a:solidFill>
                  <a:latin typeface="华文新魏" panose="02010800040101010101" pitchFamily="2" charset="-122"/>
                  <a:ea typeface="华文新魏" panose="02010800040101010101" pitchFamily="2" charset="-122"/>
                  <a:sym typeface="Symbol" panose="05050102010706020507" pitchFamily="18" charset="2"/>
                </a:rPr>
                <a:t>(P</a:t>
              </a:r>
              <a:r>
                <a:rPr lang="en-US" altLang="zh-CN" sz="1800" b="1">
                  <a:solidFill>
                    <a:srgbClr val="A50021"/>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A50021"/>
                  </a:solidFill>
                  <a:latin typeface="华文新魏" panose="02010800040101010101" pitchFamily="2" charset="-122"/>
                  <a:ea typeface="华文新魏" panose="02010800040101010101" pitchFamily="2" charset="-122"/>
                  <a:sym typeface="Symbol" panose="05050102010706020507" pitchFamily="18" charset="2"/>
                </a:rPr>
                <a:t>Q)</a:t>
              </a:r>
              <a:r>
                <a:rPr lang="en-US" altLang="zh-CN" sz="1800" b="1">
                  <a:solidFill>
                    <a:srgbClr val="A50021"/>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A50021"/>
                  </a:solidFill>
                  <a:latin typeface="华文新魏" panose="02010800040101010101" pitchFamily="2" charset="-122"/>
                  <a:ea typeface="华文新魏" panose="02010800040101010101" pitchFamily="2" charset="-122"/>
                  <a:sym typeface="Symbol" panose="05050102010706020507" pitchFamily="18" charset="2"/>
                </a:rPr>
                <a:t>(P</a:t>
              </a:r>
              <a:r>
                <a:rPr lang="en-US" altLang="zh-CN" sz="1800" b="1">
                  <a:solidFill>
                    <a:srgbClr val="A50021"/>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A50021"/>
                  </a:solidFill>
                  <a:latin typeface="华文新魏" panose="02010800040101010101" pitchFamily="2" charset="-122"/>
                  <a:ea typeface="华文新魏" panose="02010800040101010101" pitchFamily="2" charset="-122"/>
                  <a:sym typeface="Symbol" panose="05050102010706020507" pitchFamily="18" charset="2"/>
                </a:rPr>
                <a:t>R)</a:t>
              </a:r>
            </a:p>
          </p:txBody>
        </p:sp>
        <p:sp>
          <p:nvSpPr>
            <p:cNvPr id="122907" name="Rectangle 71">
              <a:extLst>
                <a:ext uri="{FF2B5EF4-FFF2-40B4-BE49-F238E27FC236}">
                  <a16:creationId xmlns:a16="http://schemas.microsoft.com/office/drawing/2014/main" id="{A938A5BF-8C45-4B8F-AF16-3DE174D4AE6D}"/>
                </a:ext>
              </a:extLst>
            </p:cNvPr>
            <p:cNvSpPr>
              <a:spLocks noChangeArrowheads="1"/>
            </p:cNvSpPr>
            <p:nvPr/>
          </p:nvSpPr>
          <p:spPr bwMode="auto">
            <a:xfrm>
              <a:off x="576" y="2397"/>
              <a:ext cx="313" cy="291"/>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7</a:t>
              </a:r>
            </a:p>
          </p:txBody>
        </p:sp>
        <p:sp>
          <p:nvSpPr>
            <p:cNvPr id="122908" name="Rectangle 72">
              <a:extLst>
                <a:ext uri="{FF2B5EF4-FFF2-40B4-BE49-F238E27FC236}">
                  <a16:creationId xmlns:a16="http://schemas.microsoft.com/office/drawing/2014/main" id="{E86C6EF7-78B2-465E-B27E-1489257AA2FF}"/>
                </a:ext>
              </a:extLst>
            </p:cNvPr>
            <p:cNvSpPr>
              <a:spLocks noChangeArrowheads="1"/>
            </p:cNvSpPr>
            <p:nvPr/>
          </p:nvSpPr>
          <p:spPr bwMode="auto">
            <a:xfrm>
              <a:off x="3360" y="2110"/>
              <a:ext cx="2256"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rPr>
                <a:t>(P→Q)</a:t>
              </a:r>
              <a:r>
                <a:rPr lang="en-US" altLang="zh-CN" sz="1800" b="1">
                  <a:solidFill>
                    <a:srgbClr val="800000"/>
                  </a:solidFill>
                  <a:latin typeface="华文新魏" panose="02010800040101010101" pitchFamily="2" charset="-122"/>
                  <a:ea typeface="华文新魏" panose="02010800040101010101" pitchFamily="2" charset="-122"/>
                  <a:sym typeface="Symbol" panose="05050102010706020507" pitchFamily="18" charset="2"/>
                </a:rPr>
                <a:t></a:t>
              </a:r>
              <a:r>
                <a:rPr lang="en-US" altLang="zh-CN" sz="1800" b="1">
                  <a:solidFill>
                    <a:srgbClr val="800000"/>
                  </a:solidFill>
                  <a:latin typeface="华文新魏" panose="02010800040101010101" pitchFamily="2" charset="-122"/>
                  <a:ea typeface="华文新魏" panose="02010800040101010101" pitchFamily="2" charset="-122"/>
                </a:rPr>
                <a:t>P</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 </a:t>
              </a:r>
              <a:r>
                <a:rPr lang="en-US" altLang="zh-CN" sz="1800" b="1">
                  <a:solidFill>
                    <a:srgbClr val="800000"/>
                  </a:solidFill>
                  <a:latin typeface="华文新魏" panose="02010800040101010101" pitchFamily="2" charset="-122"/>
                  <a:ea typeface="华文新魏" panose="02010800040101010101" pitchFamily="2" charset="-122"/>
                </a:rPr>
                <a:t>Q </a:t>
              </a:r>
            </a:p>
          </p:txBody>
        </p:sp>
        <p:sp>
          <p:nvSpPr>
            <p:cNvPr id="122909" name="Rectangle 73">
              <a:extLst>
                <a:ext uri="{FF2B5EF4-FFF2-40B4-BE49-F238E27FC236}">
                  <a16:creationId xmlns:a16="http://schemas.microsoft.com/office/drawing/2014/main" id="{829C140A-543A-4EC3-8E57-DCD4CDDA10E4}"/>
                </a:ext>
              </a:extLst>
            </p:cNvPr>
            <p:cNvSpPr>
              <a:spLocks noChangeArrowheads="1"/>
            </p:cNvSpPr>
            <p:nvPr/>
          </p:nvSpPr>
          <p:spPr bwMode="auto">
            <a:xfrm>
              <a:off x="3024" y="2110"/>
              <a:ext cx="336"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17</a:t>
              </a:r>
            </a:p>
          </p:txBody>
        </p:sp>
        <p:sp>
          <p:nvSpPr>
            <p:cNvPr id="122910" name="Rectangle 74">
              <a:extLst>
                <a:ext uri="{FF2B5EF4-FFF2-40B4-BE49-F238E27FC236}">
                  <a16:creationId xmlns:a16="http://schemas.microsoft.com/office/drawing/2014/main" id="{E6EE8B06-5B64-4C31-9199-11BF8260D0A1}"/>
                </a:ext>
              </a:extLst>
            </p:cNvPr>
            <p:cNvSpPr>
              <a:spLocks noChangeArrowheads="1"/>
            </p:cNvSpPr>
            <p:nvPr/>
          </p:nvSpPr>
          <p:spPr bwMode="auto">
            <a:xfrm>
              <a:off x="889" y="2110"/>
              <a:ext cx="2135"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A50021"/>
                  </a:solidFill>
                  <a:latin typeface="华文新魏" panose="02010800040101010101" pitchFamily="2" charset="-122"/>
                  <a:ea typeface="华文新魏" panose="02010800040101010101" pitchFamily="2" charset="-122"/>
                  <a:sym typeface="Symbol" panose="05050102010706020507" pitchFamily="18" charset="2"/>
                </a:rPr>
                <a:t>P</a:t>
              </a:r>
              <a:r>
                <a:rPr lang="en-US" altLang="zh-CN" sz="1800" b="1">
                  <a:solidFill>
                    <a:srgbClr val="A50021"/>
                  </a:solidFill>
                  <a:latin typeface="华文新魏" panose="02010800040101010101" pitchFamily="2" charset="-122"/>
                  <a:ea typeface="华文新魏" panose="02010800040101010101" pitchFamily="2" charset="-122"/>
                  <a:sym typeface="Kingsoft Phonetic Plain" pitchFamily="2" charset="2"/>
                </a:rPr>
                <a:t>∧(Q∨R)</a:t>
              </a:r>
              <a:r>
                <a:rPr lang="en-US" altLang="zh-CN" sz="1800" b="1">
                  <a:solidFill>
                    <a:srgbClr val="A50021"/>
                  </a:solidFill>
                  <a:latin typeface="华文新魏" panose="02010800040101010101" pitchFamily="2" charset="-122"/>
                  <a:ea typeface="华文新魏" panose="02010800040101010101" pitchFamily="2" charset="-122"/>
                  <a:sym typeface="Symbol" panose="05050102010706020507" pitchFamily="18" charset="2"/>
                </a:rPr>
                <a:t>(P</a:t>
              </a:r>
              <a:r>
                <a:rPr lang="en-US" altLang="zh-CN" sz="1800" b="1">
                  <a:solidFill>
                    <a:srgbClr val="A50021"/>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A50021"/>
                  </a:solidFill>
                  <a:latin typeface="华文新魏" panose="02010800040101010101" pitchFamily="2" charset="-122"/>
                  <a:ea typeface="华文新魏" panose="02010800040101010101" pitchFamily="2" charset="-122"/>
                  <a:sym typeface="Symbol" panose="05050102010706020507" pitchFamily="18" charset="2"/>
                </a:rPr>
                <a:t>Q)</a:t>
              </a:r>
              <a:r>
                <a:rPr lang="en-US" altLang="zh-CN" sz="1800" b="1">
                  <a:solidFill>
                    <a:srgbClr val="A50021"/>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A50021"/>
                  </a:solidFill>
                  <a:latin typeface="华文新魏" panose="02010800040101010101" pitchFamily="2" charset="-122"/>
                  <a:ea typeface="华文新魏" panose="02010800040101010101" pitchFamily="2" charset="-122"/>
                  <a:sym typeface="Symbol" panose="05050102010706020507" pitchFamily="18" charset="2"/>
                </a:rPr>
                <a:t>(P</a:t>
              </a:r>
              <a:r>
                <a:rPr lang="en-US" altLang="zh-CN" sz="1800" b="1">
                  <a:solidFill>
                    <a:srgbClr val="A50021"/>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A50021"/>
                  </a:solidFill>
                  <a:latin typeface="华文新魏" panose="02010800040101010101" pitchFamily="2" charset="-122"/>
                  <a:ea typeface="华文新魏" panose="02010800040101010101" pitchFamily="2" charset="-122"/>
                  <a:sym typeface="Symbol" panose="05050102010706020507" pitchFamily="18" charset="2"/>
                </a:rPr>
                <a:t>R)</a:t>
              </a:r>
              <a:endParaRPr lang="en-US" altLang="zh-CN" sz="1800" b="1">
                <a:latin typeface="华文新魏" panose="02010800040101010101" pitchFamily="2" charset="-122"/>
                <a:ea typeface="华文新魏" panose="02010800040101010101" pitchFamily="2" charset="-122"/>
              </a:endParaRPr>
            </a:p>
          </p:txBody>
        </p:sp>
        <p:sp>
          <p:nvSpPr>
            <p:cNvPr id="122911" name="Rectangle 75">
              <a:extLst>
                <a:ext uri="{FF2B5EF4-FFF2-40B4-BE49-F238E27FC236}">
                  <a16:creationId xmlns:a16="http://schemas.microsoft.com/office/drawing/2014/main" id="{3CB0E61F-6C79-4E1F-B9B9-BC414748B7F3}"/>
                </a:ext>
              </a:extLst>
            </p:cNvPr>
            <p:cNvSpPr>
              <a:spLocks noChangeArrowheads="1"/>
            </p:cNvSpPr>
            <p:nvPr/>
          </p:nvSpPr>
          <p:spPr bwMode="auto">
            <a:xfrm>
              <a:off x="576" y="2110"/>
              <a:ext cx="313"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6</a:t>
              </a:r>
            </a:p>
          </p:txBody>
        </p:sp>
        <p:sp>
          <p:nvSpPr>
            <p:cNvPr id="122912" name="Rectangle 76">
              <a:extLst>
                <a:ext uri="{FF2B5EF4-FFF2-40B4-BE49-F238E27FC236}">
                  <a16:creationId xmlns:a16="http://schemas.microsoft.com/office/drawing/2014/main" id="{413A5E59-89E0-4C34-BF7A-B630FECA8620}"/>
                </a:ext>
              </a:extLst>
            </p:cNvPr>
            <p:cNvSpPr>
              <a:spLocks noChangeArrowheads="1"/>
            </p:cNvSpPr>
            <p:nvPr/>
          </p:nvSpPr>
          <p:spPr bwMode="auto">
            <a:xfrm>
              <a:off x="3360" y="1822"/>
              <a:ext cx="2256" cy="288"/>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800000"/>
                  </a:solidFill>
                  <a:latin typeface="华文新魏" panose="02010800040101010101" pitchFamily="2" charset="-122"/>
                  <a:ea typeface="华文新魏" panose="02010800040101010101" pitchFamily="2" charset="-122"/>
                </a:rPr>
                <a:t>P → Q </a:t>
              </a:r>
              <a:r>
                <a:rPr lang="en-US" altLang="zh-CN" sz="1800" b="1">
                  <a:solidFill>
                    <a:srgbClr val="800000"/>
                  </a:solidFill>
                  <a:latin typeface="华文新魏" panose="02010800040101010101" pitchFamily="2" charset="-122"/>
                  <a:ea typeface="华文新魏" panose="02010800040101010101" pitchFamily="2" charset="-122"/>
                  <a:sym typeface="Symbol" panose="05050102010706020507" pitchFamily="18" charset="2"/>
                </a:rPr>
                <a:t> </a:t>
              </a: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rPr>
                <a:t> P</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华文新魏" panose="02010800040101010101" pitchFamily="2" charset="-122"/>
                  <a:ea typeface="华文新魏" panose="02010800040101010101" pitchFamily="2" charset="-122"/>
                </a:rPr>
                <a:t>Q </a:t>
              </a:r>
            </a:p>
          </p:txBody>
        </p:sp>
        <p:sp>
          <p:nvSpPr>
            <p:cNvPr id="122913" name="Rectangle 77">
              <a:extLst>
                <a:ext uri="{FF2B5EF4-FFF2-40B4-BE49-F238E27FC236}">
                  <a16:creationId xmlns:a16="http://schemas.microsoft.com/office/drawing/2014/main" id="{0CFB7227-852A-457E-B214-343313A33CC5}"/>
                </a:ext>
              </a:extLst>
            </p:cNvPr>
            <p:cNvSpPr>
              <a:spLocks noChangeArrowheads="1"/>
            </p:cNvSpPr>
            <p:nvPr/>
          </p:nvSpPr>
          <p:spPr bwMode="auto">
            <a:xfrm>
              <a:off x="3024" y="1822"/>
              <a:ext cx="336" cy="288"/>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16</a:t>
              </a:r>
            </a:p>
          </p:txBody>
        </p:sp>
        <p:sp>
          <p:nvSpPr>
            <p:cNvPr id="122914" name="Rectangle 78">
              <a:extLst>
                <a:ext uri="{FF2B5EF4-FFF2-40B4-BE49-F238E27FC236}">
                  <a16:creationId xmlns:a16="http://schemas.microsoft.com/office/drawing/2014/main" id="{064604BB-FD5F-4A63-9B5E-E2F8CB364E91}"/>
                </a:ext>
              </a:extLst>
            </p:cNvPr>
            <p:cNvSpPr>
              <a:spLocks noChangeArrowheads="1"/>
            </p:cNvSpPr>
            <p:nvPr/>
          </p:nvSpPr>
          <p:spPr bwMode="auto">
            <a:xfrm>
              <a:off x="889" y="1822"/>
              <a:ext cx="2135" cy="288"/>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800000"/>
                  </a:solidFill>
                  <a:latin typeface="华文新魏" panose="02010800040101010101" pitchFamily="2" charset="-122"/>
                  <a:ea typeface="华文新魏" panose="02010800040101010101" pitchFamily="2" charset="-122"/>
                </a:rPr>
                <a:t>(P</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华文新魏" panose="02010800040101010101" pitchFamily="2" charset="-122"/>
                  <a:ea typeface="华文新魏" panose="02010800040101010101" pitchFamily="2" charset="-122"/>
                </a:rPr>
                <a:t>Q )</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 R </a:t>
              </a:r>
              <a:r>
                <a:rPr lang="en-US" altLang="zh-CN" sz="1800" b="1">
                  <a:solidFill>
                    <a:srgbClr val="800000"/>
                  </a:solidFill>
                  <a:latin typeface="华文新魏" panose="02010800040101010101" pitchFamily="2" charset="-122"/>
                  <a:ea typeface="华文新魏" panose="02010800040101010101" pitchFamily="2" charset="-122"/>
                  <a:sym typeface="Symbol" panose="05050102010706020507" pitchFamily="18" charset="2"/>
                </a:rPr>
                <a:t>P</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∨(Q∨ R)</a:t>
              </a:r>
            </a:p>
          </p:txBody>
        </p:sp>
        <p:sp>
          <p:nvSpPr>
            <p:cNvPr id="122915" name="Rectangle 79">
              <a:extLst>
                <a:ext uri="{FF2B5EF4-FFF2-40B4-BE49-F238E27FC236}">
                  <a16:creationId xmlns:a16="http://schemas.microsoft.com/office/drawing/2014/main" id="{CB1B092B-53EB-40C2-A781-26383A693C10}"/>
                </a:ext>
              </a:extLst>
            </p:cNvPr>
            <p:cNvSpPr>
              <a:spLocks noChangeArrowheads="1"/>
            </p:cNvSpPr>
            <p:nvPr/>
          </p:nvSpPr>
          <p:spPr bwMode="auto">
            <a:xfrm>
              <a:off x="576" y="1822"/>
              <a:ext cx="313" cy="288"/>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5</a:t>
              </a:r>
            </a:p>
          </p:txBody>
        </p:sp>
        <p:sp>
          <p:nvSpPr>
            <p:cNvPr id="122916" name="Rectangle 80">
              <a:extLst>
                <a:ext uri="{FF2B5EF4-FFF2-40B4-BE49-F238E27FC236}">
                  <a16:creationId xmlns:a16="http://schemas.microsoft.com/office/drawing/2014/main" id="{2974CEF2-8D01-450C-89AD-E28534965ABD}"/>
                </a:ext>
              </a:extLst>
            </p:cNvPr>
            <p:cNvSpPr>
              <a:spLocks noChangeArrowheads="1"/>
            </p:cNvSpPr>
            <p:nvPr/>
          </p:nvSpPr>
          <p:spPr bwMode="auto">
            <a:xfrm>
              <a:off x="3360" y="1535"/>
              <a:ext cx="2256"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800000"/>
                  </a:solidFill>
                  <a:latin typeface="华文新魏" panose="02010800040101010101" pitchFamily="2" charset="-122"/>
                  <a:ea typeface="华文新魏" panose="02010800040101010101" pitchFamily="2" charset="-122"/>
                </a:rPr>
                <a:t>R </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华文新魏" panose="02010800040101010101" pitchFamily="2" charset="-122"/>
                  <a:ea typeface="华文新魏" panose="02010800040101010101" pitchFamily="2" charset="-122"/>
                </a:rPr>
                <a:t> (P </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华文新魏" panose="02010800040101010101" pitchFamily="2" charset="-122"/>
                  <a:ea typeface="华文新魏" panose="02010800040101010101" pitchFamily="2" charset="-122"/>
                </a:rPr>
                <a:t> </a:t>
              </a: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rPr>
                <a:t> P) </a:t>
              </a:r>
              <a:r>
                <a:rPr lang="en-US" altLang="zh-CN" sz="1800" b="1">
                  <a:solidFill>
                    <a:srgbClr val="800000"/>
                  </a:solidFill>
                  <a:latin typeface="华文新魏" panose="02010800040101010101" pitchFamily="2" charset="-122"/>
                  <a:ea typeface="华文新魏" panose="02010800040101010101" pitchFamily="2" charset="-122"/>
                  <a:sym typeface="Symbol" panose="05050102010706020507" pitchFamily="18" charset="2"/>
                </a:rPr>
                <a:t>F</a:t>
              </a:r>
            </a:p>
          </p:txBody>
        </p:sp>
        <p:sp>
          <p:nvSpPr>
            <p:cNvPr id="122917" name="Rectangle 81">
              <a:extLst>
                <a:ext uri="{FF2B5EF4-FFF2-40B4-BE49-F238E27FC236}">
                  <a16:creationId xmlns:a16="http://schemas.microsoft.com/office/drawing/2014/main" id="{D6E1C38B-B8AE-4594-9BC2-8C836644D75C}"/>
                </a:ext>
              </a:extLst>
            </p:cNvPr>
            <p:cNvSpPr>
              <a:spLocks noChangeArrowheads="1"/>
            </p:cNvSpPr>
            <p:nvPr/>
          </p:nvSpPr>
          <p:spPr bwMode="auto">
            <a:xfrm>
              <a:off x="3024" y="1535"/>
              <a:ext cx="336"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15</a:t>
              </a:r>
            </a:p>
          </p:txBody>
        </p:sp>
        <p:sp>
          <p:nvSpPr>
            <p:cNvPr id="122918" name="Rectangle 82">
              <a:extLst>
                <a:ext uri="{FF2B5EF4-FFF2-40B4-BE49-F238E27FC236}">
                  <a16:creationId xmlns:a16="http://schemas.microsoft.com/office/drawing/2014/main" id="{C2571447-5514-43A7-B69F-D11250DC55DE}"/>
                </a:ext>
              </a:extLst>
            </p:cNvPr>
            <p:cNvSpPr>
              <a:spLocks noChangeArrowheads="1"/>
            </p:cNvSpPr>
            <p:nvPr/>
          </p:nvSpPr>
          <p:spPr bwMode="auto">
            <a:xfrm>
              <a:off x="889" y="1535"/>
              <a:ext cx="2135"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800000"/>
                  </a:solidFill>
                  <a:latin typeface="华文新魏" panose="02010800040101010101" pitchFamily="2" charset="-122"/>
                  <a:ea typeface="华文新魏" panose="02010800040101010101" pitchFamily="2" charset="-122"/>
                </a:rPr>
                <a:t>(P</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华文新魏" panose="02010800040101010101" pitchFamily="2" charset="-122"/>
                  <a:ea typeface="华文新魏" panose="02010800040101010101" pitchFamily="2" charset="-122"/>
                </a:rPr>
                <a:t>Q )</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∧R</a:t>
              </a:r>
              <a:r>
                <a:rPr lang="en-US" altLang="zh-CN" sz="1800" b="1">
                  <a:solidFill>
                    <a:srgbClr val="800000"/>
                  </a:solidFill>
                  <a:latin typeface="华文新魏" panose="02010800040101010101" pitchFamily="2" charset="-122"/>
                  <a:ea typeface="华文新魏" panose="02010800040101010101" pitchFamily="2" charset="-122"/>
                  <a:sym typeface="Symbol" panose="05050102010706020507" pitchFamily="18" charset="2"/>
                </a:rPr>
                <a:t>P</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∧(Q∧R)</a:t>
              </a:r>
            </a:p>
          </p:txBody>
        </p:sp>
        <p:sp>
          <p:nvSpPr>
            <p:cNvPr id="122919" name="Rectangle 83">
              <a:extLst>
                <a:ext uri="{FF2B5EF4-FFF2-40B4-BE49-F238E27FC236}">
                  <a16:creationId xmlns:a16="http://schemas.microsoft.com/office/drawing/2014/main" id="{E5EA4068-F163-4738-A4CF-D6F2CBEC05A2}"/>
                </a:ext>
              </a:extLst>
            </p:cNvPr>
            <p:cNvSpPr>
              <a:spLocks noChangeArrowheads="1"/>
            </p:cNvSpPr>
            <p:nvPr/>
          </p:nvSpPr>
          <p:spPr bwMode="auto">
            <a:xfrm>
              <a:off x="576" y="1535"/>
              <a:ext cx="313"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4</a:t>
              </a:r>
            </a:p>
          </p:txBody>
        </p:sp>
        <p:sp>
          <p:nvSpPr>
            <p:cNvPr id="122920" name="Rectangle 84">
              <a:extLst>
                <a:ext uri="{FF2B5EF4-FFF2-40B4-BE49-F238E27FC236}">
                  <a16:creationId xmlns:a16="http://schemas.microsoft.com/office/drawing/2014/main" id="{FB3A885A-72C7-4671-836A-2DFE7BC507DF}"/>
                </a:ext>
              </a:extLst>
            </p:cNvPr>
            <p:cNvSpPr>
              <a:spLocks noChangeArrowheads="1"/>
            </p:cNvSpPr>
            <p:nvPr/>
          </p:nvSpPr>
          <p:spPr bwMode="auto">
            <a:xfrm>
              <a:off x="3360" y="1247"/>
              <a:ext cx="2256" cy="288"/>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800000"/>
                  </a:solidFill>
                  <a:latin typeface="华文新魏" panose="02010800040101010101" pitchFamily="2" charset="-122"/>
                  <a:ea typeface="华文新魏" panose="02010800040101010101" pitchFamily="2" charset="-122"/>
                </a:rPr>
                <a:t>R </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华文新魏" panose="02010800040101010101" pitchFamily="2" charset="-122"/>
                  <a:ea typeface="华文新魏" panose="02010800040101010101" pitchFamily="2" charset="-122"/>
                </a:rPr>
                <a:t> (P </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华文新魏" panose="02010800040101010101" pitchFamily="2" charset="-122"/>
                  <a:ea typeface="华文新魏" panose="02010800040101010101" pitchFamily="2" charset="-122"/>
                </a:rPr>
                <a:t> </a:t>
              </a: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rPr>
                <a:t> P) </a:t>
              </a:r>
              <a:r>
                <a:rPr lang="en-US" altLang="zh-CN" sz="1800" b="1">
                  <a:solidFill>
                    <a:srgbClr val="800000"/>
                  </a:solidFill>
                  <a:latin typeface="华文新魏" panose="02010800040101010101" pitchFamily="2" charset="-122"/>
                  <a:ea typeface="华文新魏" panose="02010800040101010101" pitchFamily="2" charset="-122"/>
                  <a:sym typeface="Symbol" panose="05050102010706020507" pitchFamily="18" charset="2"/>
                </a:rPr>
                <a:t>T</a:t>
              </a:r>
            </a:p>
          </p:txBody>
        </p:sp>
        <p:sp>
          <p:nvSpPr>
            <p:cNvPr id="122921" name="Rectangle 85">
              <a:extLst>
                <a:ext uri="{FF2B5EF4-FFF2-40B4-BE49-F238E27FC236}">
                  <a16:creationId xmlns:a16="http://schemas.microsoft.com/office/drawing/2014/main" id="{DEFBFA61-C671-4066-B8BE-AC6F1398507C}"/>
                </a:ext>
              </a:extLst>
            </p:cNvPr>
            <p:cNvSpPr>
              <a:spLocks noChangeArrowheads="1"/>
            </p:cNvSpPr>
            <p:nvPr/>
          </p:nvSpPr>
          <p:spPr bwMode="auto">
            <a:xfrm>
              <a:off x="3024" y="1247"/>
              <a:ext cx="336" cy="288"/>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14</a:t>
              </a:r>
            </a:p>
          </p:txBody>
        </p:sp>
        <p:sp>
          <p:nvSpPr>
            <p:cNvPr id="122922" name="Rectangle 86">
              <a:extLst>
                <a:ext uri="{FF2B5EF4-FFF2-40B4-BE49-F238E27FC236}">
                  <a16:creationId xmlns:a16="http://schemas.microsoft.com/office/drawing/2014/main" id="{890F1A14-F954-47EB-9D12-5451C4A87FDE}"/>
                </a:ext>
              </a:extLst>
            </p:cNvPr>
            <p:cNvSpPr>
              <a:spLocks noChangeArrowheads="1"/>
            </p:cNvSpPr>
            <p:nvPr/>
          </p:nvSpPr>
          <p:spPr bwMode="auto">
            <a:xfrm>
              <a:off x="889" y="1247"/>
              <a:ext cx="2135" cy="288"/>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A50021"/>
                  </a:solidFill>
                  <a:latin typeface="华文新魏" panose="02010800040101010101" pitchFamily="2" charset="-122"/>
                  <a:ea typeface="华文新魏" panose="02010800040101010101" pitchFamily="2" charset="-122"/>
                </a:rPr>
                <a:t>P</a:t>
              </a:r>
              <a:r>
                <a:rPr lang="en-US" altLang="zh-CN" sz="1800" b="1">
                  <a:solidFill>
                    <a:srgbClr val="A50021"/>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A50021"/>
                  </a:solidFill>
                  <a:latin typeface="华文新魏" panose="02010800040101010101" pitchFamily="2" charset="-122"/>
                  <a:ea typeface="华文新魏" panose="02010800040101010101" pitchFamily="2" charset="-122"/>
                </a:rPr>
                <a:t>Q</a:t>
              </a:r>
              <a:r>
                <a:rPr lang="en-US" altLang="zh-CN" sz="1800" b="1">
                  <a:solidFill>
                    <a:srgbClr val="A50021"/>
                  </a:solidFill>
                  <a:latin typeface="华文新魏" panose="02010800040101010101" pitchFamily="2" charset="-122"/>
                  <a:ea typeface="华文新魏" panose="02010800040101010101" pitchFamily="2" charset="-122"/>
                  <a:sym typeface="Symbol" panose="05050102010706020507" pitchFamily="18" charset="2"/>
                </a:rPr>
                <a:t></a:t>
              </a:r>
              <a:r>
                <a:rPr lang="en-US" altLang="zh-CN" sz="1800" b="1">
                  <a:solidFill>
                    <a:srgbClr val="A50021"/>
                  </a:solidFill>
                  <a:latin typeface="华文新魏" panose="02010800040101010101" pitchFamily="2" charset="-122"/>
                  <a:ea typeface="华文新魏" panose="02010800040101010101" pitchFamily="2" charset="-122"/>
                </a:rPr>
                <a:t>Q</a:t>
              </a:r>
              <a:r>
                <a:rPr lang="en-US" altLang="zh-CN" sz="1800" b="1">
                  <a:solidFill>
                    <a:srgbClr val="A50021"/>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A50021"/>
                  </a:solidFill>
                  <a:latin typeface="华文新魏" panose="02010800040101010101" pitchFamily="2" charset="-122"/>
                  <a:ea typeface="华文新魏" panose="02010800040101010101" pitchFamily="2" charset="-122"/>
                </a:rPr>
                <a:t>P</a:t>
              </a:r>
            </a:p>
          </p:txBody>
        </p:sp>
        <p:sp>
          <p:nvSpPr>
            <p:cNvPr id="122923" name="Rectangle 87">
              <a:extLst>
                <a:ext uri="{FF2B5EF4-FFF2-40B4-BE49-F238E27FC236}">
                  <a16:creationId xmlns:a16="http://schemas.microsoft.com/office/drawing/2014/main" id="{77669DA6-1BC7-47A7-9504-FD2D35C8FF09}"/>
                </a:ext>
              </a:extLst>
            </p:cNvPr>
            <p:cNvSpPr>
              <a:spLocks noChangeArrowheads="1"/>
            </p:cNvSpPr>
            <p:nvPr/>
          </p:nvSpPr>
          <p:spPr bwMode="auto">
            <a:xfrm>
              <a:off x="576" y="1247"/>
              <a:ext cx="313" cy="288"/>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3</a:t>
              </a:r>
            </a:p>
          </p:txBody>
        </p:sp>
        <p:sp>
          <p:nvSpPr>
            <p:cNvPr id="122924" name="Rectangle 88">
              <a:extLst>
                <a:ext uri="{FF2B5EF4-FFF2-40B4-BE49-F238E27FC236}">
                  <a16:creationId xmlns:a16="http://schemas.microsoft.com/office/drawing/2014/main" id="{AEA8EB3E-FAA4-43DC-A339-BE46F1CA14DC}"/>
                </a:ext>
              </a:extLst>
            </p:cNvPr>
            <p:cNvSpPr>
              <a:spLocks noChangeArrowheads="1"/>
            </p:cNvSpPr>
            <p:nvPr/>
          </p:nvSpPr>
          <p:spPr bwMode="auto">
            <a:xfrm>
              <a:off x="3360" y="960"/>
              <a:ext cx="2256"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800000"/>
                  </a:solidFill>
                  <a:latin typeface="华文新魏" panose="02010800040101010101" pitchFamily="2" charset="-122"/>
                  <a:ea typeface="华文新魏" panose="02010800040101010101" pitchFamily="2" charset="-122"/>
                </a:rPr>
                <a:t>R </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华文新魏" panose="02010800040101010101" pitchFamily="2" charset="-122"/>
                  <a:ea typeface="华文新魏" panose="02010800040101010101" pitchFamily="2" charset="-122"/>
                </a:rPr>
                <a:t> (P </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华文新魏" panose="02010800040101010101" pitchFamily="2" charset="-122"/>
                  <a:ea typeface="华文新魏" panose="02010800040101010101" pitchFamily="2" charset="-122"/>
                </a:rPr>
                <a:t> </a:t>
              </a: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rPr>
                <a:t> P) </a:t>
              </a:r>
              <a:r>
                <a:rPr lang="en-US" altLang="zh-CN" sz="1800" b="1">
                  <a:solidFill>
                    <a:srgbClr val="800000"/>
                  </a:solidFill>
                  <a:latin typeface="华文新魏" panose="02010800040101010101" pitchFamily="2" charset="-122"/>
                  <a:ea typeface="华文新魏" panose="02010800040101010101" pitchFamily="2" charset="-122"/>
                  <a:sym typeface="Symbol" panose="05050102010706020507" pitchFamily="18" charset="2"/>
                </a:rPr>
                <a:t>R</a:t>
              </a:r>
            </a:p>
          </p:txBody>
        </p:sp>
        <p:sp>
          <p:nvSpPr>
            <p:cNvPr id="122925" name="Rectangle 89">
              <a:extLst>
                <a:ext uri="{FF2B5EF4-FFF2-40B4-BE49-F238E27FC236}">
                  <a16:creationId xmlns:a16="http://schemas.microsoft.com/office/drawing/2014/main" id="{CF68D738-04BC-405B-AFB3-E40A95350773}"/>
                </a:ext>
              </a:extLst>
            </p:cNvPr>
            <p:cNvSpPr>
              <a:spLocks noChangeArrowheads="1"/>
            </p:cNvSpPr>
            <p:nvPr/>
          </p:nvSpPr>
          <p:spPr bwMode="auto">
            <a:xfrm>
              <a:off x="3024" y="960"/>
              <a:ext cx="336"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13</a:t>
              </a:r>
            </a:p>
          </p:txBody>
        </p:sp>
        <p:sp>
          <p:nvSpPr>
            <p:cNvPr id="122926" name="Rectangle 90">
              <a:extLst>
                <a:ext uri="{FF2B5EF4-FFF2-40B4-BE49-F238E27FC236}">
                  <a16:creationId xmlns:a16="http://schemas.microsoft.com/office/drawing/2014/main" id="{45E0AD92-18D5-4618-8F42-43460961381B}"/>
                </a:ext>
              </a:extLst>
            </p:cNvPr>
            <p:cNvSpPr>
              <a:spLocks noChangeArrowheads="1"/>
            </p:cNvSpPr>
            <p:nvPr/>
          </p:nvSpPr>
          <p:spPr bwMode="auto">
            <a:xfrm>
              <a:off x="889" y="960"/>
              <a:ext cx="2135"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A50021"/>
                  </a:solidFill>
                  <a:latin typeface="华文新魏" panose="02010800040101010101" pitchFamily="2" charset="-122"/>
                  <a:ea typeface="华文新魏" panose="02010800040101010101" pitchFamily="2" charset="-122"/>
                </a:rPr>
                <a:t>P</a:t>
              </a:r>
              <a:r>
                <a:rPr lang="en-US" altLang="zh-CN" sz="1800" b="1">
                  <a:solidFill>
                    <a:srgbClr val="A50021"/>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A50021"/>
                  </a:solidFill>
                  <a:latin typeface="华文新魏" panose="02010800040101010101" pitchFamily="2" charset="-122"/>
                  <a:ea typeface="华文新魏" panose="02010800040101010101" pitchFamily="2" charset="-122"/>
                </a:rPr>
                <a:t>Q </a:t>
              </a:r>
              <a:r>
                <a:rPr lang="en-US" altLang="zh-CN" sz="1800" b="1">
                  <a:solidFill>
                    <a:srgbClr val="A50021"/>
                  </a:solidFill>
                  <a:latin typeface="华文新魏" panose="02010800040101010101" pitchFamily="2" charset="-122"/>
                  <a:ea typeface="华文新魏" panose="02010800040101010101" pitchFamily="2" charset="-122"/>
                  <a:sym typeface="Symbol" panose="05050102010706020507" pitchFamily="18" charset="2"/>
                </a:rPr>
                <a:t> </a:t>
              </a:r>
              <a:r>
                <a:rPr lang="en-US" altLang="zh-CN" sz="1800" b="1">
                  <a:solidFill>
                    <a:srgbClr val="A50021"/>
                  </a:solidFill>
                  <a:latin typeface="华文新魏" panose="02010800040101010101" pitchFamily="2" charset="-122"/>
                  <a:ea typeface="华文新魏" panose="02010800040101010101" pitchFamily="2" charset="-122"/>
                </a:rPr>
                <a:t>Q</a:t>
              </a:r>
              <a:r>
                <a:rPr lang="en-US" altLang="zh-CN" sz="1800" b="1">
                  <a:solidFill>
                    <a:srgbClr val="A50021"/>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A50021"/>
                  </a:solidFill>
                  <a:latin typeface="华文新魏" panose="02010800040101010101" pitchFamily="2" charset="-122"/>
                  <a:ea typeface="华文新魏" panose="02010800040101010101" pitchFamily="2" charset="-122"/>
                </a:rPr>
                <a:t>P</a:t>
              </a:r>
            </a:p>
          </p:txBody>
        </p:sp>
        <p:sp>
          <p:nvSpPr>
            <p:cNvPr id="122927" name="Rectangle 91">
              <a:extLst>
                <a:ext uri="{FF2B5EF4-FFF2-40B4-BE49-F238E27FC236}">
                  <a16:creationId xmlns:a16="http://schemas.microsoft.com/office/drawing/2014/main" id="{D7BF5A2C-EB9C-4791-8FDF-C2493E1C5E6D}"/>
                </a:ext>
              </a:extLst>
            </p:cNvPr>
            <p:cNvSpPr>
              <a:spLocks noChangeArrowheads="1"/>
            </p:cNvSpPr>
            <p:nvPr/>
          </p:nvSpPr>
          <p:spPr bwMode="auto">
            <a:xfrm>
              <a:off x="576" y="960"/>
              <a:ext cx="313" cy="287"/>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2</a:t>
              </a:r>
            </a:p>
          </p:txBody>
        </p:sp>
        <p:sp>
          <p:nvSpPr>
            <p:cNvPr id="122928" name="Rectangle 92">
              <a:extLst>
                <a:ext uri="{FF2B5EF4-FFF2-40B4-BE49-F238E27FC236}">
                  <a16:creationId xmlns:a16="http://schemas.microsoft.com/office/drawing/2014/main" id="{4EBFBF99-CC4F-43C5-B8BB-EBAFFF121BCF}"/>
                </a:ext>
              </a:extLst>
            </p:cNvPr>
            <p:cNvSpPr>
              <a:spLocks noChangeArrowheads="1"/>
            </p:cNvSpPr>
            <p:nvPr/>
          </p:nvSpPr>
          <p:spPr bwMode="auto">
            <a:xfrm>
              <a:off x="3360" y="672"/>
              <a:ext cx="2256" cy="288"/>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800000"/>
                  </a:solidFill>
                  <a:latin typeface="华文新魏" panose="02010800040101010101" pitchFamily="2" charset="-122"/>
                  <a:ea typeface="华文新魏" panose="02010800040101010101" pitchFamily="2" charset="-122"/>
                </a:rPr>
                <a:t>R </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华文新魏" panose="02010800040101010101" pitchFamily="2" charset="-122"/>
                  <a:ea typeface="华文新魏" panose="02010800040101010101" pitchFamily="2" charset="-122"/>
                </a:rPr>
                <a:t> (P </a:t>
              </a:r>
              <a:r>
                <a:rPr lang="en-US" altLang="zh-CN" sz="1800" b="1">
                  <a:solidFill>
                    <a:srgbClr val="800000"/>
                  </a:solidFill>
                  <a:latin typeface="华文新魏" panose="02010800040101010101" pitchFamily="2" charset="-122"/>
                  <a:ea typeface="华文新魏" panose="02010800040101010101" pitchFamily="2" charset="-122"/>
                  <a:sym typeface="Kingsoft Phonetic Plain" pitchFamily="2" charset="2"/>
                </a:rPr>
                <a:t>∧</a:t>
              </a:r>
              <a:r>
                <a:rPr lang="en-US" altLang="zh-CN" sz="1800" b="1">
                  <a:solidFill>
                    <a:srgbClr val="800000"/>
                  </a:solidFill>
                  <a:latin typeface="华文新魏" panose="02010800040101010101" pitchFamily="2" charset="-122"/>
                  <a:ea typeface="华文新魏" panose="02010800040101010101" pitchFamily="2" charset="-122"/>
                </a:rPr>
                <a:t> </a:t>
              </a: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rPr>
                <a:t> P) </a:t>
              </a:r>
              <a:r>
                <a:rPr lang="en-US" altLang="zh-CN" sz="1800" b="1">
                  <a:solidFill>
                    <a:srgbClr val="800000"/>
                  </a:solidFill>
                  <a:latin typeface="华文新魏" panose="02010800040101010101" pitchFamily="2" charset="-122"/>
                  <a:ea typeface="华文新魏" panose="02010800040101010101" pitchFamily="2" charset="-122"/>
                  <a:sym typeface="Symbol" panose="05050102010706020507" pitchFamily="18" charset="2"/>
                </a:rPr>
                <a:t>R</a:t>
              </a:r>
              <a:endParaRPr lang="en-US" altLang="zh-CN" sz="1800" b="1">
                <a:solidFill>
                  <a:srgbClr val="800000"/>
                </a:solidFill>
                <a:latin typeface="华文新魏" panose="02010800040101010101" pitchFamily="2" charset="-122"/>
                <a:ea typeface="华文新魏" panose="02010800040101010101" pitchFamily="2" charset="-122"/>
              </a:endParaRPr>
            </a:p>
          </p:txBody>
        </p:sp>
        <p:sp>
          <p:nvSpPr>
            <p:cNvPr id="122929" name="Rectangle 93">
              <a:extLst>
                <a:ext uri="{FF2B5EF4-FFF2-40B4-BE49-F238E27FC236}">
                  <a16:creationId xmlns:a16="http://schemas.microsoft.com/office/drawing/2014/main" id="{A4225415-A339-42E9-98A1-1CEFCCA48DFB}"/>
                </a:ext>
              </a:extLst>
            </p:cNvPr>
            <p:cNvSpPr>
              <a:spLocks noChangeArrowheads="1"/>
            </p:cNvSpPr>
            <p:nvPr/>
          </p:nvSpPr>
          <p:spPr bwMode="auto">
            <a:xfrm>
              <a:off x="3024" y="672"/>
              <a:ext cx="336" cy="288"/>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12</a:t>
              </a:r>
            </a:p>
          </p:txBody>
        </p:sp>
        <p:sp>
          <p:nvSpPr>
            <p:cNvPr id="122930" name="Rectangle 94">
              <a:extLst>
                <a:ext uri="{FF2B5EF4-FFF2-40B4-BE49-F238E27FC236}">
                  <a16:creationId xmlns:a16="http://schemas.microsoft.com/office/drawing/2014/main" id="{FCDDBA21-EE8F-40FB-A98A-11F7205FD94C}"/>
                </a:ext>
              </a:extLst>
            </p:cNvPr>
            <p:cNvSpPr>
              <a:spLocks noChangeArrowheads="1"/>
            </p:cNvSpPr>
            <p:nvPr/>
          </p:nvSpPr>
          <p:spPr bwMode="auto">
            <a:xfrm>
              <a:off x="889" y="672"/>
              <a:ext cx="2135" cy="288"/>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solidFill>
                    <a:srgbClr val="800000"/>
                  </a:solidFill>
                  <a:latin typeface="Times New Roman" panose="02020603050405020304" pitchFamily="18" charset="0"/>
                  <a:ea typeface="华文新魏" panose="02010800040101010101" pitchFamily="2" charset="-122"/>
                </a:rPr>
                <a:t>¬¬</a:t>
              </a:r>
              <a:r>
                <a:rPr lang="en-US" altLang="zh-CN" sz="1800" b="1">
                  <a:solidFill>
                    <a:srgbClr val="800000"/>
                  </a:solidFill>
                  <a:latin typeface="华文新魏" panose="02010800040101010101" pitchFamily="2" charset="-122"/>
                  <a:ea typeface="华文新魏" panose="02010800040101010101" pitchFamily="2" charset="-122"/>
                </a:rPr>
                <a:t>P </a:t>
              </a:r>
              <a:r>
                <a:rPr lang="en-US" altLang="zh-CN" sz="1800" b="1">
                  <a:solidFill>
                    <a:srgbClr val="800000"/>
                  </a:solidFill>
                  <a:latin typeface="华文新魏" panose="02010800040101010101" pitchFamily="2" charset="-122"/>
                  <a:ea typeface="华文新魏" panose="02010800040101010101" pitchFamily="2" charset="-122"/>
                  <a:sym typeface="Symbol" panose="05050102010706020507" pitchFamily="18" charset="2"/>
                </a:rPr>
                <a:t>P</a:t>
              </a:r>
            </a:p>
          </p:txBody>
        </p:sp>
        <p:sp>
          <p:nvSpPr>
            <p:cNvPr id="122931" name="Rectangle 95">
              <a:extLst>
                <a:ext uri="{FF2B5EF4-FFF2-40B4-BE49-F238E27FC236}">
                  <a16:creationId xmlns:a16="http://schemas.microsoft.com/office/drawing/2014/main" id="{7EDC97D1-A245-43AB-8C17-CE0EFEC4D907}"/>
                </a:ext>
              </a:extLst>
            </p:cNvPr>
            <p:cNvSpPr>
              <a:spLocks noChangeArrowheads="1"/>
            </p:cNvSpPr>
            <p:nvPr/>
          </p:nvSpPr>
          <p:spPr bwMode="auto">
            <a:xfrm>
              <a:off x="576" y="672"/>
              <a:ext cx="313" cy="288"/>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lang="en-US" altLang="zh-CN" sz="1800" b="1">
                  <a:latin typeface="华文新魏" panose="02010800040101010101" pitchFamily="2" charset="-122"/>
                  <a:ea typeface="华文新魏" panose="02010800040101010101" pitchFamily="2" charset="-122"/>
                </a:rPr>
                <a:t>E</a:t>
              </a:r>
              <a:r>
                <a:rPr lang="en-US" altLang="zh-CN" sz="1800" b="1" baseline="-25000">
                  <a:latin typeface="华文新魏" panose="02010800040101010101" pitchFamily="2" charset="-122"/>
                  <a:ea typeface="华文新魏" panose="02010800040101010101" pitchFamily="2" charset="-122"/>
                </a:rPr>
                <a:t>1</a:t>
              </a:r>
            </a:p>
          </p:txBody>
        </p:sp>
        <p:sp>
          <p:nvSpPr>
            <p:cNvPr id="122932" name="Line 96">
              <a:extLst>
                <a:ext uri="{FF2B5EF4-FFF2-40B4-BE49-F238E27FC236}">
                  <a16:creationId xmlns:a16="http://schemas.microsoft.com/office/drawing/2014/main" id="{84B52AA1-E73D-4BD7-9A2F-2D5A7875EF11}"/>
                </a:ext>
              </a:extLst>
            </p:cNvPr>
            <p:cNvSpPr>
              <a:spLocks noChangeShapeType="1"/>
            </p:cNvSpPr>
            <p:nvPr/>
          </p:nvSpPr>
          <p:spPr bwMode="auto">
            <a:xfrm>
              <a:off x="576" y="672"/>
              <a:ext cx="504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2933" name="Line 97">
              <a:extLst>
                <a:ext uri="{FF2B5EF4-FFF2-40B4-BE49-F238E27FC236}">
                  <a16:creationId xmlns:a16="http://schemas.microsoft.com/office/drawing/2014/main" id="{E25EBE0E-DFA4-466E-BD07-D52EFD5DD60F}"/>
                </a:ext>
              </a:extLst>
            </p:cNvPr>
            <p:cNvSpPr>
              <a:spLocks noChangeShapeType="1"/>
            </p:cNvSpPr>
            <p:nvPr/>
          </p:nvSpPr>
          <p:spPr bwMode="auto">
            <a:xfrm>
              <a:off x="576" y="960"/>
              <a:ext cx="50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2934" name="Line 98">
              <a:extLst>
                <a:ext uri="{FF2B5EF4-FFF2-40B4-BE49-F238E27FC236}">
                  <a16:creationId xmlns:a16="http://schemas.microsoft.com/office/drawing/2014/main" id="{8D2AD550-F216-42C0-B139-4EBF399663B1}"/>
                </a:ext>
              </a:extLst>
            </p:cNvPr>
            <p:cNvSpPr>
              <a:spLocks noChangeShapeType="1"/>
            </p:cNvSpPr>
            <p:nvPr/>
          </p:nvSpPr>
          <p:spPr bwMode="auto">
            <a:xfrm>
              <a:off x="576" y="1247"/>
              <a:ext cx="50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2935" name="Line 99">
              <a:extLst>
                <a:ext uri="{FF2B5EF4-FFF2-40B4-BE49-F238E27FC236}">
                  <a16:creationId xmlns:a16="http://schemas.microsoft.com/office/drawing/2014/main" id="{350967EE-806C-4F08-BD78-40B352BADD07}"/>
                </a:ext>
              </a:extLst>
            </p:cNvPr>
            <p:cNvSpPr>
              <a:spLocks noChangeShapeType="1"/>
            </p:cNvSpPr>
            <p:nvPr/>
          </p:nvSpPr>
          <p:spPr bwMode="auto">
            <a:xfrm>
              <a:off x="576" y="1535"/>
              <a:ext cx="50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2936" name="Line 100">
              <a:extLst>
                <a:ext uri="{FF2B5EF4-FFF2-40B4-BE49-F238E27FC236}">
                  <a16:creationId xmlns:a16="http://schemas.microsoft.com/office/drawing/2014/main" id="{0655DA62-8A49-4937-B97E-135EC8F8125C}"/>
                </a:ext>
              </a:extLst>
            </p:cNvPr>
            <p:cNvSpPr>
              <a:spLocks noChangeShapeType="1"/>
            </p:cNvSpPr>
            <p:nvPr/>
          </p:nvSpPr>
          <p:spPr bwMode="auto">
            <a:xfrm>
              <a:off x="576" y="1822"/>
              <a:ext cx="50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2937" name="Line 101">
              <a:extLst>
                <a:ext uri="{FF2B5EF4-FFF2-40B4-BE49-F238E27FC236}">
                  <a16:creationId xmlns:a16="http://schemas.microsoft.com/office/drawing/2014/main" id="{8DEDC8AC-D02A-4262-9709-99385140F2DB}"/>
                </a:ext>
              </a:extLst>
            </p:cNvPr>
            <p:cNvSpPr>
              <a:spLocks noChangeShapeType="1"/>
            </p:cNvSpPr>
            <p:nvPr/>
          </p:nvSpPr>
          <p:spPr bwMode="auto">
            <a:xfrm>
              <a:off x="576" y="2110"/>
              <a:ext cx="50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2938" name="Line 102">
              <a:extLst>
                <a:ext uri="{FF2B5EF4-FFF2-40B4-BE49-F238E27FC236}">
                  <a16:creationId xmlns:a16="http://schemas.microsoft.com/office/drawing/2014/main" id="{64446094-E597-4B0F-8742-ED026F0A6ABE}"/>
                </a:ext>
              </a:extLst>
            </p:cNvPr>
            <p:cNvSpPr>
              <a:spLocks noChangeShapeType="1"/>
            </p:cNvSpPr>
            <p:nvPr/>
          </p:nvSpPr>
          <p:spPr bwMode="auto">
            <a:xfrm>
              <a:off x="576" y="2397"/>
              <a:ext cx="50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2939" name="Line 103">
              <a:extLst>
                <a:ext uri="{FF2B5EF4-FFF2-40B4-BE49-F238E27FC236}">
                  <a16:creationId xmlns:a16="http://schemas.microsoft.com/office/drawing/2014/main" id="{D2E74381-8684-48BD-B378-FF4DAA9AE416}"/>
                </a:ext>
              </a:extLst>
            </p:cNvPr>
            <p:cNvSpPr>
              <a:spLocks noChangeShapeType="1"/>
            </p:cNvSpPr>
            <p:nvPr/>
          </p:nvSpPr>
          <p:spPr bwMode="auto">
            <a:xfrm>
              <a:off x="576" y="2688"/>
              <a:ext cx="50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2940" name="Line 104">
              <a:extLst>
                <a:ext uri="{FF2B5EF4-FFF2-40B4-BE49-F238E27FC236}">
                  <a16:creationId xmlns:a16="http://schemas.microsoft.com/office/drawing/2014/main" id="{8D4081CD-8B28-4274-8A72-E272C5E96B4B}"/>
                </a:ext>
              </a:extLst>
            </p:cNvPr>
            <p:cNvSpPr>
              <a:spLocks noChangeShapeType="1"/>
            </p:cNvSpPr>
            <p:nvPr/>
          </p:nvSpPr>
          <p:spPr bwMode="auto">
            <a:xfrm>
              <a:off x="576" y="2975"/>
              <a:ext cx="50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2941" name="Line 105">
              <a:extLst>
                <a:ext uri="{FF2B5EF4-FFF2-40B4-BE49-F238E27FC236}">
                  <a16:creationId xmlns:a16="http://schemas.microsoft.com/office/drawing/2014/main" id="{414EFA99-C879-40E7-ACC8-25D1BD1B9CAA}"/>
                </a:ext>
              </a:extLst>
            </p:cNvPr>
            <p:cNvSpPr>
              <a:spLocks noChangeShapeType="1"/>
            </p:cNvSpPr>
            <p:nvPr/>
          </p:nvSpPr>
          <p:spPr bwMode="auto">
            <a:xfrm>
              <a:off x="576" y="3263"/>
              <a:ext cx="50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2942" name="Line 106">
              <a:extLst>
                <a:ext uri="{FF2B5EF4-FFF2-40B4-BE49-F238E27FC236}">
                  <a16:creationId xmlns:a16="http://schemas.microsoft.com/office/drawing/2014/main" id="{3210DE2B-1483-4F6D-B5F1-286822C53B5C}"/>
                </a:ext>
              </a:extLst>
            </p:cNvPr>
            <p:cNvSpPr>
              <a:spLocks noChangeShapeType="1"/>
            </p:cNvSpPr>
            <p:nvPr/>
          </p:nvSpPr>
          <p:spPr bwMode="auto">
            <a:xfrm>
              <a:off x="576" y="3550"/>
              <a:ext cx="504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2943" name="Line 107">
              <a:extLst>
                <a:ext uri="{FF2B5EF4-FFF2-40B4-BE49-F238E27FC236}">
                  <a16:creationId xmlns:a16="http://schemas.microsoft.com/office/drawing/2014/main" id="{7EED0670-2472-43D0-8EEB-D86F93FE7201}"/>
                </a:ext>
              </a:extLst>
            </p:cNvPr>
            <p:cNvSpPr>
              <a:spLocks noChangeShapeType="1"/>
            </p:cNvSpPr>
            <p:nvPr/>
          </p:nvSpPr>
          <p:spPr bwMode="auto">
            <a:xfrm>
              <a:off x="576" y="3837"/>
              <a:ext cx="504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2944" name="Line 108">
              <a:extLst>
                <a:ext uri="{FF2B5EF4-FFF2-40B4-BE49-F238E27FC236}">
                  <a16:creationId xmlns:a16="http://schemas.microsoft.com/office/drawing/2014/main" id="{DD82879D-5354-4CA5-9255-1F98F08CE3F6}"/>
                </a:ext>
              </a:extLst>
            </p:cNvPr>
            <p:cNvSpPr>
              <a:spLocks noChangeShapeType="1"/>
            </p:cNvSpPr>
            <p:nvPr/>
          </p:nvSpPr>
          <p:spPr bwMode="auto">
            <a:xfrm>
              <a:off x="576" y="672"/>
              <a:ext cx="0" cy="3165"/>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2945" name="Line 109">
              <a:extLst>
                <a:ext uri="{FF2B5EF4-FFF2-40B4-BE49-F238E27FC236}">
                  <a16:creationId xmlns:a16="http://schemas.microsoft.com/office/drawing/2014/main" id="{A3FDE117-CD34-4FC7-AF63-BC8960BA2EC7}"/>
                </a:ext>
              </a:extLst>
            </p:cNvPr>
            <p:cNvSpPr>
              <a:spLocks noChangeShapeType="1"/>
            </p:cNvSpPr>
            <p:nvPr/>
          </p:nvSpPr>
          <p:spPr bwMode="auto">
            <a:xfrm>
              <a:off x="889" y="672"/>
              <a:ext cx="0" cy="31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2946" name="Line 110">
              <a:extLst>
                <a:ext uri="{FF2B5EF4-FFF2-40B4-BE49-F238E27FC236}">
                  <a16:creationId xmlns:a16="http://schemas.microsoft.com/office/drawing/2014/main" id="{EA889443-3F69-4B3A-AE8E-F6399049C0B5}"/>
                </a:ext>
              </a:extLst>
            </p:cNvPr>
            <p:cNvSpPr>
              <a:spLocks noChangeShapeType="1"/>
            </p:cNvSpPr>
            <p:nvPr/>
          </p:nvSpPr>
          <p:spPr bwMode="auto">
            <a:xfrm>
              <a:off x="3024" y="672"/>
              <a:ext cx="0" cy="31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2947" name="Line 111">
              <a:extLst>
                <a:ext uri="{FF2B5EF4-FFF2-40B4-BE49-F238E27FC236}">
                  <a16:creationId xmlns:a16="http://schemas.microsoft.com/office/drawing/2014/main" id="{D330C536-199A-414E-BBEF-A91A13A7ADD9}"/>
                </a:ext>
              </a:extLst>
            </p:cNvPr>
            <p:cNvSpPr>
              <a:spLocks noChangeShapeType="1"/>
            </p:cNvSpPr>
            <p:nvPr/>
          </p:nvSpPr>
          <p:spPr bwMode="auto">
            <a:xfrm>
              <a:off x="3360" y="672"/>
              <a:ext cx="0" cy="31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2948" name="Line 112">
              <a:extLst>
                <a:ext uri="{FF2B5EF4-FFF2-40B4-BE49-F238E27FC236}">
                  <a16:creationId xmlns:a16="http://schemas.microsoft.com/office/drawing/2014/main" id="{875E7B4F-D0A7-46B9-9E09-9A5615AE15B3}"/>
                </a:ext>
              </a:extLst>
            </p:cNvPr>
            <p:cNvSpPr>
              <a:spLocks noChangeShapeType="1"/>
            </p:cNvSpPr>
            <p:nvPr/>
          </p:nvSpPr>
          <p:spPr bwMode="auto">
            <a:xfrm>
              <a:off x="5616" y="672"/>
              <a:ext cx="0" cy="3165"/>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gr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日期占位符 3">
            <a:extLst>
              <a:ext uri="{FF2B5EF4-FFF2-40B4-BE49-F238E27FC236}">
                <a16:creationId xmlns:a16="http://schemas.microsoft.com/office/drawing/2014/main" id="{6DDEC900-5757-4550-8058-649C77A1DEE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CA3E617-9FE1-4C05-884D-40C86EFC3EF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3907" name="页脚占位符 4">
            <a:extLst>
              <a:ext uri="{FF2B5EF4-FFF2-40B4-BE49-F238E27FC236}">
                <a16:creationId xmlns:a16="http://schemas.microsoft.com/office/drawing/2014/main" id="{A9D381BD-2031-4DB2-8751-3129BFB6D935}"/>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3908" name="灯片编号占位符 5">
            <a:extLst>
              <a:ext uri="{FF2B5EF4-FFF2-40B4-BE49-F238E27FC236}">
                <a16:creationId xmlns:a16="http://schemas.microsoft.com/office/drawing/2014/main" id="{3D2ED479-FECE-405C-A693-68D2762659B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43B7F1B-53E8-4EF2-8A7D-EF126179F98E}" type="slidenum">
              <a:rPr lang="en-US" altLang="zh-CN" sz="1400" smtClean="0">
                <a:latin typeface="Times New Roman" panose="02020603050405020304" pitchFamily="18" charset="0"/>
                <a:ea typeface="宋体" panose="02010600030101010101" pitchFamily="2" charset="-122"/>
              </a:rPr>
              <a:pPr>
                <a:spcBef>
                  <a:spcPct val="0"/>
                </a:spcBef>
                <a:buFontTx/>
                <a:buNone/>
              </a:pPr>
              <a:t>118</a:t>
            </a:fld>
            <a:endParaRPr lang="en-US" altLang="zh-CN" sz="1400">
              <a:latin typeface="Times New Roman" panose="02020603050405020304" pitchFamily="18" charset="0"/>
              <a:ea typeface="宋体" panose="02010600030101010101" pitchFamily="2" charset="-122"/>
            </a:endParaRPr>
          </a:p>
        </p:txBody>
      </p:sp>
      <p:sp>
        <p:nvSpPr>
          <p:cNvPr id="123909" name="Text Box 2">
            <a:extLst>
              <a:ext uri="{FF2B5EF4-FFF2-40B4-BE49-F238E27FC236}">
                <a16:creationId xmlns:a16="http://schemas.microsoft.com/office/drawing/2014/main" id="{D97B256C-01BE-4381-A5F6-6E7598F49EE5}"/>
              </a:ext>
            </a:extLst>
          </p:cNvPr>
          <p:cNvSpPr txBox="1">
            <a:spLocks noChangeArrowheads="1"/>
          </p:cNvSpPr>
          <p:nvPr/>
        </p:nvSpPr>
        <p:spPr bwMode="auto">
          <a:xfrm>
            <a:off x="1258888" y="747713"/>
            <a:ext cx="6551612" cy="82391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推理定律（蕴含式）</a:t>
            </a:r>
          </a:p>
        </p:txBody>
      </p:sp>
      <p:pic>
        <p:nvPicPr>
          <p:cNvPr id="123910" name="Picture 6" descr="C:\Program Files\Microsoft Office\MEDIA\CAGCAT10\j0293844.wmf">
            <a:extLst>
              <a:ext uri="{FF2B5EF4-FFF2-40B4-BE49-F238E27FC236}">
                <a16:creationId xmlns:a16="http://schemas.microsoft.com/office/drawing/2014/main" id="{9CC561AD-63FD-4175-9DAF-7102ACF68A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0188" y="38100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3911" name="Group 7">
            <a:extLst>
              <a:ext uri="{FF2B5EF4-FFF2-40B4-BE49-F238E27FC236}">
                <a16:creationId xmlns:a16="http://schemas.microsoft.com/office/drawing/2014/main" id="{41D2E3E3-1AFF-49B7-9D51-70EB0C320AAC}"/>
              </a:ext>
            </a:extLst>
          </p:cNvPr>
          <p:cNvGrpSpPr>
            <a:grpSpLocks/>
          </p:cNvGrpSpPr>
          <p:nvPr/>
        </p:nvGrpSpPr>
        <p:grpSpPr bwMode="auto">
          <a:xfrm>
            <a:off x="590550" y="1909763"/>
            <a:ext cx="8229600" cy="4256087"/>
            <a:chOff x="288" y="1019"/>
            <a:chExt cx="5184" cy="2681"/>
          </a:xfrm>
        </p:grpSpPr>
        <p:sp>
          <p:nvSpPr>
            <p:cNvPr id="123912" name="Rectangle 8">
              <a:extLst>
                <a:ext uri="{FF2B5EF4-FFF2-40B4-BE49-F238E27FC236}">
                  <a16:creationId xmlns:a16="http://schemas.microsoft.com/office/drawing/2014/main" id="{073DBD4E-9574-4989-9349-899574EDE084}"/>
                </a:ext>
              </a:extLst>
            </p:cNvPr>
            <p:cNvSpPr>
              <a:spLocks noChangeArrowheads="1"/>
            </p:cNvSpPr>
            <p:nvPr/>
          </p:nvSpPr>
          <p:spPr bwMode="auto">
            <a:xfrm>
              <a:off x="3085" y="1019"/>
              <a:ext cx="2387" cy="336"/>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latin typeface="Times New Roman" panose="02020603050405020304" pitchFamily="18" charset="0"/>
                  <a:ea typeface="华文新魏" panose="02010800040101010101" pitchFamily="2" charset="-122"/>
                </a:rPr>
                <a:t>P, Q </a:t>
              </a:r>
              <a:r>
                <a:rPr lang="en-US" altLang="zh-CN" b="1">
                  <a:latin typeface="Times New Roman" panose="02020603050405020304" pitchFamily="18" charset="0"/>
                  <a:ea typeface="华文新魏" panose="02010800040101010101" pitchFamily="2" charset="-122"/>
                  <a:sym typeface="Symbol" panose="05050102010706020507" pitchFamily="18" charset="2"/>
                </a:rPr>
                <a:t> </a:t>
              </a:r>
              <a:r>
                <a:rPr lang="en-US" altLang="zh-CN" b="1">
                  <a:latin typeface="Times New Roman" panose="02020603050405020304" pitchFamily="18" charset="0"/>
                  <a:ea typeface="华文新魏" panose="02010800040101010101" pitchFamily="2" charset="-122"/>
                </a:rPr>
                <a:t>P ∧ Q </a:t>
              </a:r>
            </a:p>
          </p:txBody>
        </p:sp>
        <p:sp>
          <p:nvSpPr>
            <p:cNvPr id="123913" name="Rectangle 9">
              <a:extLst>
                <a:ext uri="{FF2B5EF4-FFF2-40B4-BE49-F238E27FC236}">
                  <a16:creationId xmlns:a16="http://schemas.microsoft.com/office/drawing/2014/main" id="{AB74E228-DF33-4382-84C8-03D3EFDE616A}"/>
                </a:ext>
              </a:extLst>
            </p:cNvPr>
            <p:cNvSpPr>
              <a:spLocks noChangeArrowheads="1"/>
            </p:cNvSpPr>
            <p:nvPr/>
          </p:nvSpPr>
          <p:spPr bwMode="auto">
            <a:xfrm>
              <a:off x="2672" y="1019"/>
              <a:ext cx="413" cy="336"/>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solidFill>
                    <a:schemeClr val="hlink"/>
                  </a:solidFill>
                  <a:latin typeface="Times New Roman" panose="02020603050405020304" pitchFamily="18" charset="0"/>
                  <a:ea typeface="华文新魏" panose="02010800040101010101" pitchFamily="2" charset="-122"/>
                </a:rPr>
                <a:t>I</a:t>
              </a:r>
              <a:r>
                <a:rPr lang="en-US" altLang="zh-CN" b="1" baseline="-25000">
                  <a:solidFill>
                    <a:schemeClr val="hlink"/>
                  </a:solidFill>
                  <a:latin typeface="Times New Roman" panose="02020603050405020304" pitchFamily="18" charset="0"/>
                  <a:ea typeface="华文新魏" panose="02010800040101010101" pitchFamily="2" charset="-122"/>
                </a:rPr>
                <a:t>9</a:t>
              </a:r>
            </a:p>
          </p:txBody>
        </p:sp>
        <p:sp>
          <p:nvSpPr>
            <p:cNvPr id="123914" name="Rectangle 10">
              <a:extLst>
                <a:ext uri="{FF2B5EF4-FFF2-40B4-BE49-F238E27FC236}">
                  <a16:creationId xmlns:a16="http://schemas.microsoft.com/office/drawing/2014/main" id="{CB054CC5-A220-4867-9255-6A6864DC9753}"/>
                </a:ext>
              </a:extLst>
            </p:cNvPr>
            <p:cNvSpPr>
              <a:spLocks noChangeArrowheads="1"/>
            </p:cNvSpPr>
            <p:nvPr/>
          </p:nvSpPr>
          <p:spPr bwMode="auto">
            <a:xfrm>
              <a:off x="816" y="1019"/>
              <a:ext cx="1856" cy="336"/>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latin typeface="Times New Roman" panose="02020603050405020304" pitchFamily="18" charset="0"/>
                  <a:ea typeface="华文新魏" panose="02010800040101010101" pitchFamily="2" charset="-122"/>
                </a:rPr>
                <a:t>P ∧ Q </a:t>
              </a:r>
              <a:r>
                <a:rPr lang="en-US" altLang="zh-CN" b="1">
                  <a:latin typeface="Times New Roman" panose="02020603050405020304" pitchFamily="18" charset="0"/>
                  <a:ea typeface="华文新魏" panose="02010800040101010101" pitchFamily="2" charset="-122"/>
                  <a:sym typeface="Symbol" panose="05050102010706020507" pitchFamily="18" charset="2"/>
                </a:rPr>
                <a:t> </a:t>
              </a:r>
              <a:r>
                <a:rPr lang="en-US" altLang="zh-CN" b="1">
                  <a:latin typeface="Times New Roman" panose="02020603050405020304" pitchFamily="18" charset="0"/>
                  <a:ea typeface="华文新魏" panose="02010800040101010101" pitchFamily="2" charset="-122"/>
                </a:rPr>
                <a:t>P</a:t>
              </a:r>
            </a:p>
          </p:txBody>
        </p:sp>
        <p:sp>
          <p:nvSpPr>
            <p:cNvPr id="123915" name="Rectangle 11">
              <a:extLst>
                <a:ext uri="{FF2B5EF4-FFF2-40B4-BE49-F238E27FC236}">
                  <a16:creationId xmlns:a16="http://schemas.microsoft.com/office/drawing/2014/main" id="{D5C46A6E-2604-4591-BC5E-430FA63F274D}"/>
                </a:ext>
              </a:extLst>
            </p:cNvPr>
            <p:cNvSpPr>
              <a:spLocks noChangeArrowheads="1"/>
            </p:cNvSpPr>
            <p:nvPr/>
          </p:nvSpPr>
          <p:spPr bwMode="auto">
            <a:xfrm>
              <a:off x="288" y="1019"/>
              <a:ext cx="528" cy="336"/>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solidFill>
                    <a:schemeClr val="hlink"/>
                  </a:solidFill>
                  <a:latin typeface="Times New Roman" panose="02020603050405020304" pitchFamily="18" charset="0"/>
                  <a:ea typeface="华文新魏" panose="02010800040101010101" pitchFamily="2" charset="-122"/>
                </a:rPr>
                <a:t>I</a:t>
              </a:r>
              <a:r>
                <a:rPr lang="en-US" altLang="zh-CN" b="1" baseline="-25000">
                  <a:solidFill>
                    <a:schemeClr val="hlink"/>
                  </a:solidFill>
                  <a:latin typeface="Times New Roman" panose="02020603050405020304" pitchFamily="18" charset="0"/>
                  <a:ea typeface="华文新魏" panose="02010800040101010101" pitchFamily="2" charset="-122"/>
                </a:rPr>
                <a:t>1</a:t>
              </a:r>
            </a:p>
          </p:txBody>
        </p:sp>
        <p:sp>
          <p:nvSpPr>
            <p:cNvPr id="123916" name="Rectangle 12">
              <a:extLst>
                <a:ext uri="{FF2B5EF4-FFF2-40B4-BE49-F238E27FC236}">
                  <a16:creationId xmlns:a16="http://schemas.microsoft.com/office/drawing/2014/main" id="{0D20DB01-DA4F-4AE5-9AE8-C25960A6BB49}"/>
                </a:ext>
              </a:extLst>
            </p:cNvPr>
            <p:cNvSpPr>
              <a:spLocks noChangeArrowheads="1"/>
            </p:cNvSpPr>
            <p:nvPr/>
          </p:nvSpPr>
          <p:spPr bwMode="auto">
            <a:xfrm>
              <a:off x="3085" y="1355"/>
              <a:ext cx="2387" cy="325"/>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latin typeface="Times New Roman" panose="02020603050405020304" pitchFamily="18" charset="0"/>
                  <a:ea typeface="华文新魏" panose="02010800040101010101" pitchFamily="2" charset="-122"/>
                </a:rPr>
                <a:t>¬P, P ∨ Q </a:t>
              </a:r>
              <a:r>
                <a:rPr lang="en-US" altLang="zh-CN" b="1">
                  <a:latin typeface="Times New Roman" panose="02020603050405020304" pitchFamily="18" charset="0"/>
                  <a:ea typeface="华文新魏" panose="02010800040101010101" pitchFamily="2" charset="-122"/>
                  <a:sym typeface="Symbol" panose="05050102010706020507" pitchFamily="18" charset="2"/>
                </a:rPr>
                <a:t> </a:t>
              </a:r>
              <a:r>
                <a:rPr lang="en-US" altLang="zh-CN" b="1">
                  <a:latin typeface="Times New Roman" panose="02020603050405020304" pitchFamily="18" charset="0"/>
                  <a:ea typeface="华文新魏" panose="02010800040101010101" pitchFamily="2" charset="-122"/>
                </a:rPr>
                <a:t>Q</a:t>
              </a:r>
            </a:p>
          </p:txBody>
        </p:sp>
        <p:sp>
          <p:nvSpPr>
            <p:cNvPr id="123917" name="Rectangle 13">
              <a:extLst>
                <a:ext uri="{FF2B5EF4-FFF2-40B4-BE49-F238E27FC236}">
                  <a16:creationId xmlns:a16="http://schemas.microsoft.com/office/drawing/2014/main" id="{0C226C7F-BECC-417D-BE69-1B387956989C}"/>
                </a:ext>
              </a:extLst>
            </p:cNvPr>
            <p:cNvSpPr>
              <a:spLocks noChangeArrowheads="1"/>
            </p:cNvSpPr>
            <p:nvPr/>
          </p:nvSpPr>
          <p:spPr bwMode="auto">
            <a:xfrm>
              <a:off x="2672" y="1355"/>
              <a:ext cx="413" cy="325"/>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solidFill>
                    <a:schemeClr val="hlink"/>
                  </a:solidFill>
                  <a:latin typeface="Times New Roman" panose="02020603050405020304" pitchFamily="18" charset="0"/>
                  <a:ea typeface="华文新魏" panose="02010800040101010101" pitchFamily="2" charset="-122"/>
                </a:rPr>
                <a:t>I</a:t>
              </a:r>
              <a:r>
                <a:rPr lang="en-US" altLang="zh-CN" b="1" baseline="-25000">
                  <a:solidFill>
                    <a:schemeClr val="hlink"/>
                  </a:solidFill>
                  <a:latin typeface="Times New Roman" panose="02020603050405020304" pitchFamily="18" charset="0"/>
                  <a:ea typeface="华文新魏" panose="02010800040101010101" pitchFamily="2" charset="-122"/>
                </a:rPr>
                <a:t>10</a:t>
              </a:r>
            </a:p>
          </p:txBody>
        </p:sp>
        <p:sp>
          <p:nvSpPr>
            <p:cNvPr id="123918" name="Rectangle 14">
              <a:extLst>
                <a:ext uri="{FF2B5EF4-FFF2-40B4-BE49-F238E27FC236}">
                  <a16:creationId xmlns:a16="http://schemas.microsoft.com/office/drawing/2014/main" id="{F149148F-0392-4A07-9349-584CEE7CDB8C}"/>
                </a:ext>
              </a:extLst>
            </p:cNvPr>
            <p:cNvSpPr>
              <a:spLocks noChangeArrowheads="1"/>
            </p:cNvSpPr>
            <p:nvPr/>
          </p:nvSpPr>
          <p:spPr bwMode="auto">
            <a:xfrm>
              <a:off x="816" y="1355"/>
              <a:ext cx="1856" cy="325"/>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latin typeface="Times New Roman" panose="02020603050405020304" pitchFamily="18" charset="0"/>
                  <a:ea typeface="华文新魏" panose="02010800040101010101" pitchFamily="2" charset="-122"/>
                </a:rPr>
                <a:t>P ∧ Q </a:t>
              </a:r>
              <a:r>
                <a:rPr lang="en-US" altLang="zh-CN" b="1">
                  <a:latin typeface="Times New Roman" panose="02020603050405020304" pitchFamily="18" charset="0"/>
                  <a:ea typeface="华文新魏" panose="02010800040101010101" pitchFamily="2" charset="-122"/>
                  <a:sym typeface="Symbol" panose="05050102010706020507" pitchFamily="18" charset="2"/>
                </a:rPr>
                <a:t> </a:t>
              </a:r>
              <a:r>
                <a:rPr lang="en-US" altLang="zh-CN" b="1">
                  <a:latin typeface="Times New Roman" panose="02020603050405020304" pitchFamily="18" charset="0"/>
                  <a:ea typeface="华文新魏" panose="02010800040101010101" pitchFamily="2" charset="-122"/>
                </a:rPr>
                <a:t>Q</a:t>
              </a:r>
            </a:p>
          </p:txBody>
        </p:sp>
        <p:sp>
          <p:nvSpPr>
            <p:cNvPr id="123919" name="Rectangle 15">
              <a:extLst>
                <a:ext uri="{FF2B5EF4-FFF2-40B4-BE49-F238E27FC236}">
                  <a16:creationId xmlns:a16="http://schemas.microsoft.com/office/drawing/2014/main" id="{1531FBB7-8763-4B0A-9CFC-A7CFA580A009}"/>
                </a:ext>
              </a:extLst>
            </p:cNvPr>
            <p:cNvSpPr>
              <a:spLocks noChangeArrowheads="1"/>
            </p:cNvSpPr>
            <p:nvPr/>
          </p:nvSpPr>
          <p:spPr bwMode="auto">
            <a:xfrm>
              <a:off x="288" y="1355"/>
              <a:ext cx="528" cy="325"/>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solidFill>
                    <a:schemeClr val="hlink"/>
                  </a:solidFill>
                  <a:latin typeface="Times New Roman" panose="02020603050405020304" pitchFamily="18" charset="0"/>
                  <a:ea typeface="华文新魏" panose="02010800040101010101" pitchFamily="2" charset="-122"/>
                </a:rPr>
                <a:t>I</a:t>
              </a:r>
              <a:r>
                <a:rPr lang="en-US" altLang="zh-CN" b="1" baseline="-25000">
                  <a:solidFill>
                    <a:schemeClr val="hlink"/>
                  </a:solidFill>
                  <a:latin typeface="Times New Roman" panose="02020603050405020304" pitchFamily="18" charset="0"/>
                  <a:ea typeface="华文新魏" panose="02010800040101010101" pitchFamily="2" charset="-122"/>
                </a:rPr>
                <a:t>2</a:t>
              </a:r>
            </a:p>
          </p:txBody>
        </p:sp>
        <p:sp>
          <p:nvSpPr>
            <p:cNvPr id="123920" name="Rectangle 16">
              <a:extLst>
                <a:ext uri="{FF2B5EF4-FFF2-40B4-BE49-F238E27FC236}">
                  <a16:creationId xmlns:a16="http://schemas.microsoft.com/office/drawing/2014/main" id="{9CCD5351-DA03-4EF8-8F87-5D293B48E076}"/>
                </a:ext>
              </a:extLst>
            </p:cNvPr>
            <p:cNvSpPr>
              <a:spLocks noChangeArrowheads="1"/>
            </p:cNvSpPr>
            <p:nvPr/>
          </p:nvSpPr>
          <p:spPr bwMode="auto">
            <a:xfrm>
              <a:off x="3085" y="1680"/>
              <a:ext cx="2387" cy="340"/>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latin typeface="Times New Roman" panose="02020603050405020304" pitchFamily="18" charset="0"/>
                  <a:ea typeface="华文新魏" panose="02010800040101010101" pitchFamily="2" charset="-122"/>
                </a:rPr>
                <a:t>P, P → Q </a:t>
              </a:r>
              <a:r>
                <a:rPr lang="en-US" altLang="zh-CN" b="1">
                  <a:latin typeface="Times New Roman" panose="02020603050405020304" pitchFamily="18" charset="0"/>
                  <a:ea typeface="华文新魏" panose="02010800040101010101" pitchFamily="2" charset="-122"/>
                  <a:sym typeface="Symbol" panose="05050102010706020507" pitchFamily="18" charset="2"/>
                </a:rPr>
                <a:t> </a:t>
              </a:r>
              <a:r>
                <a:rPr lang="en-US" altLang="zh-CN" b="1">
                  <a:latin typeface="Times New Roman" panose="02020603050405020304" pitchFamily="18" charset="0"/>
                  <a:ea typeface="华文新魏" panose="02010800040101010101" pitchFamily="2" charset="-122"/>
                </a:rPr>
                <a:t>Q</a:t>
              </a:r>
            </a:p>
          </p:txBody>
        </p:sp>
        <p:sp>
          <p:nvSpPr>
            <p:cNvPr id="123921" name="Rectangle 17">
              <a:extLst>
                <a:ext uri="{FF2B5EF4-FFF2-40B4-BE49-F238E27FC236}">
                  <a16:creationId xmlns:a16="http://schemas.microsoft.com/office/drawing/2014/main" id="{C34D08D6-D633-40EF-9699-5D8EF98C461E}"/>
                </a:ext>
              </a:extLst>
            </p:cNvPr>
            <p:cNvSpPr>
              <a:spLocks noChangeArrowheads="1"/>
            </p:cNvSpPr>
            <p:nvPr/>
          </p:nvSpPr>
          <p:spPr bwMode="auto">
            <a:xfrm>
              <a:off x="2672" y="1680"/>
              <a:ext cx="413" cy="340"/>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solidFill>
                    <a:schemeClr val="hlink"/>
                  </a:solidFill>
                  <a:latin typeface="Times New Roman" panose="02020603050405020304" pitchFamily="18" charset="0"/>
                  <a:ea typeface="华文新魏" panose="02010800040101010101" pitchFamily="2" charset="-122"/>
                </a:rPr>
                <a:t>I</a:t>
              </a:r>
              <a:r>
                <a:rPr lang="en-US" altLang="zh-CN" b="1" baseline="-25000">
                  <a:solidFill>
                    <a:schemeClr val="hlink"/>
                  </a:solidFill>
                  <a:latin typeface="Times New Roman" panose="02020603050405020304" pitchFamily="18" charset="0"/>
                  <a:ea typeface="华文新魏" panose="02010800040101010101" pitchFamily="2" charset="-122"/>
                </a:rPr>
                <a:t>11</a:t>
              </a:r>
              <a:endParaRPr lang="en-US" altLang="zh-CN" b="1">
                <a:solidFill>
                  <a:schemeClr val="hlink"/>
                </a:solidFill>
                <a:latin typeface="Times New Roman" panose="02020603050405020304" pitchFamily="18" charset="0"/>
                <a:ea typeface="华文新魏" panose="02010800040101010101" pitchFamily="2" charset="-122"/>
              </a:endParaRPr>
            </a:p>
          </p:txBody>
        </p:sp>
        <p:sp>
          <p:nvSpPr>
            <p:cNvPr id="123922" name="Rectangle 18">
              <a:extLst>
                <a:ext uri="{FF2B5EF4-FFF2-40B4-BE49-F238E27FC236}">
                  <a16:creationId xmlns:a16="http://schemas.microsoft.com/office/drawing/2014/main" id="{93965C3F-B809-49ED-BAE2-EC1BE25E0E80}"/>
                </a:ext>
              </a:extLst>
            </p:cNvPr>
            <p:cNvSpPr>
              <a:spLocks noChangeArrowheads="1"/>
            </p:cNvSpPr>
            <p:nvPr/>
          </p:nvSpPr>
          <p:spPr bwMode="auto">
            <a:xfrm>
              <a:off x="816" y="1680"/>
              <a:ext cx="1856" cy="340"/>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latin typeface="Times New Roman" panose="02020603050405020304" pitchFamily="18" charset="0"/>
                  <a:ea typeface="华文新魏" panose="02010800040101010101" pitchFamily="2" charset="-122"/>
                </a:rPr>
                <a:t>P</a:t>
              </a:r>
              <a:r>
                <a:rPr lang="en-US" altLang="zh-CN" b="1">
                  <a:latin typeface="Times New Roman" panose="02020603050405020304" pitchFamily="18" charset="0"/>
                  <a:ea typeface="华文新魏" panose="02010800040101010101" pitchFamily="2" charset="-122"/>
                  <a:sym typeface="Symbol" panose="05050102010706020507" pitchFamily="18" charset="2"/>
                </a:rPr>
                <a:t> </a:t>
              </a:r>
              <a:r>
                <a:rPr lang="en-US" altLang="zh-CN" b="1">
                  <a:latin typeface="Times New Roman" panose="02020603050405020304" pitchFamily="18" charset="0"/>
                  <a:ea typeface="华文新魏" panose="02010800040101010101" pitchFamily="2" charset="-122"/>
                </a:rPr>
                <a:t>P ∨ Q </a:t>
              </a:r>
            </a:p>
          </p:txBody>
        </p:sp>
        <p:sp>
          <p:nvSpPr>
            <p:cNvPr id="123923" name="Rectangle 19">
              <a:extLst>
                <a:ext uri="{FF2B5EF4-FFF2-40B4-BE49-F238E27FC236}">
                  <a16:creationId xmlns:a16="http://schemas.microsoft.com/office/drawing/2014/main" id="{B50C59BC-96C2-4CB5-8CC8-E3EAB1A76D3C}"/>
                </a:ext>
              </a:extLst>
            </p:cNvPr>
            <p:cNvSpPr>
              <a:spLocks noChangeArrowheads="1"/>
            </p:cNvSpPr>
            <p:nvPr/>
          </p:nvSpPr>
          <p:spPr bwMode="auto">
            <a:xfrm>
              <a:off x="288" y="1680"/>
              <a:ext cx="528" cy="340"/>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solidFill>
                    <a:schemeClr val="hlink"/>
                  </a:solidFill>
                  <a:latin typeface="Times New Roman" panose="02020603050405020304" pitchFamily="18" charset="0"/>
                  <a:ea typeface="华文新魏" panose="02010800040101010101" pitchFamily="2" charset="-122"/>
                </a:rPr>
                <a:t>I</a:t>
              </a:r>
              <a:r>
                <a:rPr lang="en-US" altLang="zh-CN" b="1" baseline="-25000">
                  <a:solidFill>
                    <a:schemeClr val="hlink"/>
                  </a:solidFill>
                  <a:latin typeface="Times New Roman" panose="02020603050405020304" pitchFamily="18" charset="0"/>
                  <a:ea typeface="华文新魏" panose="02010800040101010101" pitchFamily="2" charset="-122"/>
                </a:rPr>
                <a:t>3</a:t>
              </a:r>
            </a:p>
          </p:txBody>
        </p:sp>
        <p:sp>
          <p:nvSpPr>
            <p:cNvPr id="123924" name="Rectangle 20">
              <a:extLst>
                <a:ext uri="{FF2B5EF4-FFF2-40B4-BE49-F238E27FC236}">
                  <a16:creationId xmlns:a16="http://schemas.microsoft.com/office/drawing/2014/main" id="{A624A326-E6F8-406F-BB8F-F9CB485B2661}"/>
                </a:ext>
              </a:extLst>
            </p:cNvPr>
            <p:cNvSpPr>
              <a:spLocks noChangeArrowheads="1"/>
            </p:cNvSpPr>
            <p:nvPr/>
          </p:nvSpPr>
          <p:spPr bwMode="auto">
            <a:xfrm>
              <a:off x="3085" y="2020"/>
              <a:ext cx="2387" cy="332"/>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latin typeface="Times New Roman" panose="02020603050405020304" pitchFamily="18" charset="0"/>
                  <a:ea typeface="华文新魏" panose="02010800040101010101" pitchFamily="2" charset="-122"/>
                </a:rPr>
                <a:t>¬Q, P → Q </a:t>
              </a:r>
              <a:r>
                <a:rPr lang="en-US" altLang="zh-CN" b="1">
                  <a:latin typeface="Times New Roman" panose="02020603050405020304" pitchFamily="18" charset="0"/>
                  <a:ea typeface="华文新魏" panose="02010800040101010101" pitchFamily="2" charset="-122"/>
                  <a:sym typeface="Symbol" panose="05050102010706020507" pitchFamily="18" charset="2"/>
                </a:rPr>
                <a:t> </a:t>
              </a:r>
              <a:r>
                <a:rPr lang="en-US" altLang="zh-CN" b="1">
                  <a:latin typeface="Times New Roman" panose="02020603050405020304" pitchFamily="18" charset="0"/>
                  <a:ea typeface="华文新魏" panose="02010800040101010101" pitchFamily="2" charset="-122"/>
                </a:rPr>
                <a:t>¬P</a:t>
              </a:r>
            </a:p>
          </p:txBody>
        </p:sp>
        <p:sp>
          <p:nvSpPr>
            <p:cNvPr id="123925" name="Rectangle 21">
              <a:extLst>
                <a:ext uri="{FF2B5EF4-FFF2-40B4-BE49-F238E27FC236}">
                  <a16:creationId xmlns:a16="http://schemas.microsoft.com/office/drawing/2014/main" id="{AAE5B6B8-1E06-4C3E-B512-0F0FBE7572A3}"/>
                </a:ext>
              </a:extLst>
            </p:cNvPr>
            <p:cNvSpPr>
              <a:spLocks noChangeArrowheads="1"/>
            </p:cNvSpPr>
            <p:nvPr/>
          </p:nvSpPr>
          <p:spPr bwMode="auto">
            <a:xfrm>
              <a:off x="2672" y="2020"/>
              <a:ext cx="413" cy="332"/>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solidFill>
                    <a:schemeClr val="hlink"/>
                  </a:solidFill>
                  <a:latin typeface="Times New Roman" panose="02020603050405020304" pitchFamily="18" charset="0"/>
                  <a:ea typeface="华文新魏" panose="02010800040101010101" pitchFamily="2" charset="-122"/>
                </a:rPr>
                <a:t>I</a:t>
              </a:r>
              <a:r>
                <a:rPr lang="en-US" altLang="zh-CN" b="1" baseline="-25000">
                  <a:solidFill>
                    <a:schemeClr val="hlink"/>
                  </a:solidFill>
                  <a:latin typeface="Times New Roman" panose="02020603050405020304" pitchFamily="18" charset="0"/>
                  <a:ea typeface="华文新魏" panose="02010800040101010101" pitchFamily="2" charset="-122"/>
                </a:rPr>
                <a:t>12</a:t>
              </a:r>
              <a:endParaRPr lang="en-US" altLang="zh-CN" b="1">
                <a:solidFill>
                  <a:schemeClr val="hlink"/>
                </a:solidFill>
                <a:latin typeface="Times New Roman" panose="02020603050405020304" pitchFamily="18" charset="0"/>
                <a:ea typeface="华文新魏" panose="02010800040101010101" pitchFamily="2" charset="-122"/>
              </a:endParaRPr>
            </a:p>
          </p:txBody>
        </p:sp>
        <p:sp>
          <p:nvSpPr>
            <p:cNvPr id="123926" name="Rectangle 22">
              <a:extLst>
                <a:ext uri="{FF2B5EF4-FFF2-40B4-BE49-F238E27FC236}">
                  <a16:creationId xmlns:a16="http://schemas.microsoft.com/office/drawing/2014/main" id="{7F12BFE4-C17E-402F-B09C-10F174898155}"/>
                </a:ext>
              </a:extLst>
            </p:cNvPr>
            <p:cNvSpPr>
              <a:spLocks noChangeArrowheads="1"/>
            </p:cNvSpPr>
            <p:nvPr/>
          </p:nvSpPr>
          <p:spPr bwMode="auto">
            <a:xfrm>
              <a:off x="816" y="2020"/>
              <a:ext cx="1856" cy="332"/>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latin typeface="Times New Roman" panose="02020603050405020304" pitchFamily="18" charset="0"/>
                  <a:ea typeface="华文新魏" panose="02010800040101010101" pitchFamily="2" charset="-122"/>
                </a:rPr>
                <a:t>Q </a:t>
              </a:r>
              <a:r>
                <a:rPr lang="en-US" altLang="zh-CN" b="1">
                  <a:latin typeface="Times New Roman" panose="02020603050405020304" pitchFamily="18" charset="0"/>
                  <a:ea typeface="华文新魏" panose="02010800040101010101" pitchFamily="2" charset="-122"/>
                  <a:sym typeface="Symbol" panose="05050102010706020507" pitchFamily="18" charset="2"/>
                </a:rPr>
                <a:t> </a:t>
              </a:r>
              <a:r>
                <a:rPr lang="en-US" altLang="zh-CN" b="1">
                  <a:latin typeface="Times New Roman" panose="02020603050405020304" pitchFamily="18" charset="0"/>
                  <a:ea typeface="华文新魏" panose="02010800040101010101" pitchFamily="2" charset="-122"/>
                </a:rPr>
                <a:t>P ∨ Q </a:t>
              </a:r>
            </a:p>
          </p:txBody>
        </p:sp>
        <p:sp>
          <p:nvSpPr>
            <p:cNvPr id="123927" name="Rectangle 23">
              <a:extLst>
                <a:ext uri="{FF2B5EF4-FFF2-40B4-BE49-F238E27FC236}">
                  <a16:creationId xmlns:a16="http://schemas.microsoft.com/office/drawing/2014/main" id="{1241B6FB-E059-4969-B5F3-08255253B155}"/>
                </a:ext>
              </a:extLst>
            </p:cNvPr>
            <p:cNvSpPr>
              <a:spLocks noChangeArrowheads="1"/>
            </p:cNvSpPr>
            <p:nvPr/>
          </p:nvSpPr>
          <p:spPr bwMode="auto">
            <a:xfrm>
              <a:off x="288" y="2020"/>
              <a:ext cx="528" cy="332"/>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solidFill>
                    <a:schemeClr val="hlink"/>
                  </a:solidFill>
                  <a:latin typeface="Times New Roman" panose="02020603050405020304" pitchFamily="18" charset="0"/>
                  <a:ea typeface="华文新魏" panose="02010800040101010101" pitchFamily="2" charset="-122"/>
                </a:rPr>
                <a:t>I</a:t>
              </a:r>
              <a:r>
                <a:rPr lang="en-US" altLang="zh-CN" b="1" baseline="-25000">
                  <a:solidFill>
                    <a:schemeClr val="hlink"/>
                  </a:solidFill>
                  <a:latin typeface="Times New Roman" panose="02020603050405020304" pitchFamily="18" charset="0"/>
                  <a:ea typeface="华文新魏" panose="02010800040101010101" pitchFamily="2" charset="-122"/>
                </a:rPr>
                <a:t>4</a:t>
              </a:r>
              <a:endParaRPr lang="en-US" altLang="zh-CN" b="1">
                <a:solidFill>
                  <a:schemeClr val="hlink"/>
                </a:solidFill>
                <a:latin typeface="Times New Roman" panose="02020603050405020304" pitchFamily="18" charset="0"/>
                <a:ea typeface="华文新魏" panose="02010800040101010101" pitchFamily="2" charset="-122"/>
              </a:endParaRPr>
            </a:p>
          </p:txBody>
        </p:sp>
        <p:sp>
          <p:nvSpPr>
            <p:cNvPr id="123928" name="Rectangle 24">
              <a:extLst>
                <a:ext uri="{FF2B5EF4-FFF2-40B4-BE49-F238E27FC236}">
                  <a16:creationId xmlns:a16="http://schemas.microsoft.com/office/drawing/2014/main" id="{6A0A960B-49C0-4F8B-AB2A-558412E83218}"/>
                </a:ext>
              </a:extLst>
            </p:cNvPr>
            <p:cNvSpPr>
              <a:spLocks noChangeArrowheads="1"/>
            </p:cNvSpPr>
            <p:nvPr/>
          </p:nvSpPr>
          <p:spPr bwMode="auto">
            <a:xfrm>
              <a:off x="3085" y="3357"/>
              <a:ext cx="2387" cy="343"/>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latin typeface="Times New Roman" panose="02020603050405020304" pitchFamily="18" charset="0"/>
                  <a:ea typeface="华文新魏" panose="02010800040101010101" pitchFamily="2" charset="-122"/>
                </a:rPr>
                <a:t>A→B </a:t>
              </a:r>
              <a:r>
                <a:rPr lang="en-US" altLang="zh-CN" b="1">
                  <a:latin typeface="Times New Roman" panose="02020603050405020304" pitchFamily="18" charset="0"/>
                  <a:ea typeface="华文新魏" panose="02010800040101010101" pitchFamily="2" charset="-122"/>
                  <a:sym typeface="Symbol" panose="05050102010706020507" pitchFamily="18" charset="2"/>
                </a:rPr>
                <a:t>(</a:t>
              </a:r>
              <a:r>
                <a:rPr lang="en-US" altLang="zh-CN" b="1">
                  <a:latin typeface="Times New Roman" panose="02020603050405020304" pitchFamily="18" charset="0"/>
                  <a:ea typeface="华文新魏" panose="02010800040101010101" pitchFamily="2" charset="-122"/>
                </a:rPr>
                <a:t>A∧C</a:t>
              </a:r>
              <a:r>
                <a:rPr lang="en-US" altLang="zh-CN" b="1">
                  <a:latin typeface="Times New Roman" panose="02020603050405020304" pitchFamily="18" charset="0"/>
                  <a:ea typeface="华文新魏" panose="02010800040101010101" pitchFamily="2" charset="-122"/>
                  <a:sym typeface="Symbol" panose="05050102010706020507" pitchFamily="18" charset="2"/>
                </a:rPr>
                <a:t>)</a:t>
              </a:r>
              <a:r>
                <a:rPr lang="en-US" altLang="zh-CN" b="1">
                  <a:latin typeface="Times New Roman" panose="02020603050405020304" pitchFamily="18" charset="0"/>
                  <a:ea typeface="华文新魏" panose="02010800040101010101" pitchFamily="2" charset="-122"/>
                </a:rPr>
                <a:t>→(B∧C)</a:t>
              </a:r>
            </a:p>
          </p:txBody>
        </p:sp>
        <p:sp>
          <p:nvSpPr>
            <p:cNvPr id="123929" name="Rectangle 25">
              <a:extLst>
                <a:ext uri="{FF2B5EF4-FFF2-40B4-BE49-F238E27FC236}">
                  <a16:creationId xmlns:a16="http://schemas.microsoft.com/office/drawing/2014/main" id="{675AC98E-90FE-460E-B46B-CC9CA67C1FF2}"/>
                </a:ext>
              </a:extLst>
            </p:cNvPr>
            <p:cNvSpPr>
              <a:spLocks noChangeArrowheads="1"/>
            </p:cNvSpPr>
            <p:nvPr/>
          </p:nvSpPr>
          <p:spPr bwMode="auto">
            <a:xfrm>
              <a:off x="2672" y="3357"/>
              <a:ext cx="413" cy="343"/>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solidFill>
                    <a:schemeClr val="hlink"/>
                  </a:solidFill>
                  <a:latin typeface="Times New Roman" panose="02020603050405020304" pitchFamily="18" charset="0"/>
                  <a:ea typeface="华文新魏" panose="02010800040101010101" pitchFamily="2" charset="-122"/>
                </a:rPr>
                <a:t>I</a:t>
              </a:r>
              <a:r>
                <a:rPr lang="en-US" altLang="zh-CN" b="1" baseline="-25000">
                  <a:solidFill>
                    <a:schemeClr val="hlink"/>
                  </a:solidFill>
                  <a:latin typeface="Times New Roman" panose="02020603050405020304" pitchFamily="18" charset="0"/>
                  <a:ea typeface="华文新魏" panose="02010800040101010101" pitchFamily="2" charset="-122"/>
                </a:rPr>
                <a:t>16</a:t>
              </a:r>
            </a:p>
          </p:txBody>
        </p:sp>
        <p:sp>
          <p:nvSpPr>
            <p:cNvPr id="123930" name="Rectangle 26">
              <a:extLst>
                <a:ext uri="{FF2B5EF4-FFF2-40B4-BE49-F238E27FC236}">
                  <a16:creationId xmlns:a16="http://schemas.microsoft.com/office/drawing/2014/main" id="{2DFB60FE-B39D-4E03-BA03-8BEF304B3CBC}"/>
                </a:ext>
              </a:extLst>
            </p:cNvPr>
            <p:cNvSpPr>
              <a:spLocks noChangeArrowheads="1"/>
            </p:cNvSpPr>
            <p:nvPr/>
          </p:nvSpPr>
          <p:spPr bwMode="auto">
            <a:xfrm>
              <a:off x="816" y="3357"/>
              <a:ext cx="1856" cy="343"/>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latin typeface="Times New Roman" panose="02020603050405020304" pitchFamily="18" charset="0"/>
                  <a:ea typeface="华文新魏" panose="02010800040101010101" pitchFamily="2" charset="-122"/>
                </a:rPr>
                <a:t>¬(P → Q ) </a:t>
              </a:r>
              <a:r>
                <a:rPr lang="en-US" altLang="zh-CN" b="1">
                  <a:latin typeface="Times New Roman" panose="02020603050405020304" pitchFamily="18" charset="0"/>
                  <a:ea typeface="华文新魏" panose="02010800040101010101" pitchFamily="2" charset="-122"/>
                  <a:sym typeface="Symbol" panose="05050102010706020507" pitchFamily="18" charset="2"/>
                </a:rPr>
                <a:t></a:t>
              </a:r>
              <a:r>
                <a:rPr lang="en-US" altLang="zh-CN" b="1">
                  <a:latin typeface="Times New Roman" panose="02020603050405020304" pitchFamily="18" charset="0"/>
                  <a:ea typeface="华文新魏" panose="02010800040101010101" pitchFamily="2" charset="-122"/>
                </a:rPr>
                <a:t>¬Q</a:t>
              </a:r>
            </a:p>
          </p:txBody>
        </p:sp>
        <p:sp>
          <p:nvSpPr>
            <p:cNvPr id="123931" name="Rectangle 27">
              <a:extLst>
                <a:ext uri="{FF2B5EF4-FFF2-40B4-BE49-F238E27FC236}">
                  <a16:creationId xmlns:a16="http://schemas.microsoft.com/office/drawing/2014/main" id="{770AF755-1CC1-45AD-86D4-5C085D983BC8}"/>
                </a:ext>
              </a:extLst>
            </p:cNvPr>
            <p:cNvSpPr>
              <a:spLocks noChangeArrowheads="1"/>
            </p:cNvSpPr>
            <p:nvPr/>
          </p:nvSpPr>
          <p:spPr bwMode="auto">
            <a:xfrm>
              <a:off x="288" y="3357"/>
              <a:ext cx="528" cy="343"/>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solidFill>
                    <a:schemeClr val="hlink"/>
                  </a:solidFill>
                  <a:latin typeface="Times New Roman" panose="02020603050405020304" pitchFamily="18" charset="0"/>
                  <a:ea typeface="华文新魏" panose="02010800040101010101" pitchFamily="2" charset="-122"/>
                </a:rPr>
                <a:t>I</a:t>
              </a:r>
              <a:r>
                <a:rPr lang="en-US" altLang="zh-CN" b="1" baseline="-25000">
                  <a:solidFill>
                    <a:schemeClr val="hlink"/>
                  </a:solidFill>
                  <a:latin typeface="Times New Roman" panose="02020603050405020304" pitchFamily="18" charset="0"/>
                  <a:ea typeface="华文新魏" panose="02010800040101010101" pitchFamily="2" charset="-122"/>
                </a:rPr>
                <a:t>8</a:t>
              </a:r>
              <a:endParaRPr lang="en-US" altLang="zh-CN" b="1">
                <a:solidFill>
                  <a:schemeClr val="hlink"/>
                </a:solidFill>
                <a:latin typeface="Times New Roman" panose="02020603050405020304" pitchFamily="18" charset="0"/>
                <a:ea typeface="华文新魏" panose="02010800040101010101" pitchFamily="2" charset="-122"/>
              </a:endParaRPr>
            </a:p>
          </p:txBody>
        </p:sp>
        <p:sp>
          <p:nvSpPr>
            <p:cNvPr id="123932" name="Rectangle 28">
              <a:extLst>
                <a:ext uri="{FF2B5EF4-FFF2-40B4-BE49-F238E27FC236}">
                  <a16:creationId xmlns:a16="http://schemas.microsoft.com/office/drawing/2014/main" id="{07FB2346-92E0-4E34-9F12-3ABA5CE0E299}"/>
                </a:ext>
              </a:extLst>
            </p:cNvPr>
            <p:cNvSpPr>
              <a:spLocks noChangeArrowheads="1"/>
            </p:cNvSpPr>
            <p:nvPr/>
          </p:nvSpPr>
          <p:spPr bwMode="auto">
            <a:xfrm>
              <a:off x="3085" y="3024"/>
              <a:ext cx="2387" cy="333"/>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latin typeface="Times New Roman" panose="02020603050405020304" pitchFamily="18" charset="0"/>
                  <a:ea typeface="华文新魏" panose="02010800040101010101" pitchFamily="2" charset="-122"/>
                </a:rPr>
                <a:t>A→B </a:t>
              </a:r>
              <a:r>
                <a:rPr lang="en-US" altLang="zh-CN" b="1">
                  <a:latin typeface="Times New Roman" panose="02020603050405020304" pitchFamily="18" charset="0"/>
                  <a:ea typeface="华文新魏" panose="02010800040101010101" pitchFamily="2" charset="-122"/>
                  <a:sym typeface="Symbol" panose="05050102010706020507" pitchFamily="18" charset="2"/>
                </a:rPr>
                <a:t>(</a:t>
              </a:r>
              <a:r>
                <a:rPr lang="en-US" altLang="zh-CN" b="1">
                  <a:latin typeface="Times New Roman" panose="02020603050405020304" pitchFamily="18" charset="0"/>
                  <a:ea typeface="华文新魏" panose="02010800040101010101" pitchFamily="2" charset="-122"/>
                </a:rPr>
                <a:t>A∨C </a:t>
              </a:r>
              <a:r>
                <a:rPr lang="en-US" altLang="zh-CN" b="1">
                  <a:latin typeface="Times New Roman" panose="02020603050405020304" pitchFamily="18" charset="0"/>
                  <a:ea typeface="华文新魏" panose="02010800040101010101" pitchFamily="2" charset="-122"/>
                  <a:sym typeface="Symbol" panose="05050102010706020507" pitchFamily="18" charset="2"/>
                </a:rPr>
                <a:t>)</a:t>
              </a:r>
              <a:r>
                <a:rPr lang="en-US" altLang="zh-CN" b="1">
                  <a:latin typeface="Times New Roman" panose="02020603050405020304" pitchFamily="18" charset="0"/>
                  <a:ea typeface="华文新魏" panose="02010800040101010101" pitchFamily="2" charset="-122"/>
                </a:rPr>
                <a:t>→(B∨C)</a:t>
              </a:r>
            </a:p>
          </p:txBody>
        </p:sp>
        <p:sp>
          <p:nvSpPr>
            <p:cNvPr id="123933" name="Rectangle 29">
              <a:extLst>
                <a:ext uri="{FF2B5EF4-FFF2-40B4-BE49-F238E27FC236}">
                  <a16:creationId xmlns:a16="http://schemas.microsoft.com/office/drawing/2014/main" id="{61773101-243B-4541-BEEF-5AEA46948372}"/>
                </a:ext>
              </a:extLst>
            </p:cNvPr>
            <p:cNvSpPr>
              <a:spLocks noChangeArrowheads="1"/>
            </p:cNvSpPr>
            <p:nvPr/>
          </p:nvSpPr>
          <p:spPr bwMode="auto">
            <a:xfrm>
              <a:off x="2672" y="3024"/>
              <a:ext cx="413" cy="333"/>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solidFill>
                    <a:schemeClr val="hlink"/>
                  </a:solidFill>
                  <a:latin typeface="Times New Roman" panose="02020603050405020304" pitchFamily="18" charset="0"/>
                  <a:ea typeface="华文新魏" panose="02010800040101010101" pitchFamily="2" charset="-122"/>
                </a:rPr>
                <a:t>I</a:t>
              </a:r>
              <a:r>
                <a:rPr lang="en-US" altLang="zh-CN" b="1" baseline="-25000">
                  <a:solidFill>
                    <a:schemeClr val="hlink"/>
                  </a:solidFill>
                  <a:latin typeface="Times New Roman" panose="02020603050405020304" pitchFamily="18" charset="0"/>
                  <a:ea typeface="华文新魏" panose="02010800040101010101" pitchFamily="2" charset="-122"/>
                </a:rPr>
                <a:t>15</a:t>
              </a:r>
            </a:p>
          </p:txBody>
        </p:sp>
        <p:sp>
          <p:nvSpPr>
            <p:cNvPr id="123934" name="Rectangle 30">
              <a:extLst>
                <a:ext uri="{FF2B5EF4-FFF2-40B4-BE49-F238E27FC236}">
                  <a16:creationId xmlns:a16="http://schemas.microsoft.com/office/drawing/2014/main" id="{89271C61-647E-4784-B99E-7A07F33EE5CF}"/>
                </a:ext>
              </a:extLst>
            </p:cNvPr>
            <p:cNvSpPr>
              <a:spLocks noChangeArrowheads="1"/>
            </p:cNvSpPr>
            <p:nvPr/>
          </p:nvSpPr>
          <p:spPr bwMode="auto">
            <a:xfrm>
              <a:off x="816" y="3024"/>
              <a:ext cx="1856" cy="333"/>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latin typeface="Times New Roman" panose="02020603050405020304" pitchFamily="18" charset="0"/>
                  <a:ea typeface="华文新魏" panose="02010800040101010101" pitchFamily="2" charset="-122"/>
                </a:rPr>
                <a:t>¬(P → Q ) </a:t>
              </a:r>
              <a:r>
                <a:rPr lang="en-US" altLang="zh-CN" b="1">
                  <a:latin typeface="Times New Roman" panose="02020603050405020304" pitchFamily="18" charset="0"/>
                  <a:ea typeface="华文新魏" panose="02010800040101010101" pitchFamily="2" charset="-122"/>
                  <a:sym typeface="Symbol" panose="05050102010706020507" pitchFamily="18" charset="2"/>
                </a:rPr>
                <a:t> </a:t>
              </a:r>
              <a:r>
                <a:rPr lang="en-US" altLang="zh-CN" b="1">
                  <a:latin typeface="Times New Roman" panose="02020603050405020304" pitchFamily="18" charset="0"/>
                  <a:ea typeface="华文新魏" panose="02010800040101010101" pitchFamily="2" charset="-122"/>
                </a:rPr>
                <a:t>P </a:t>
              </a:r>
            </a:p>
          </p:txBody>
        </p:sp>
        <p:sp>
          <p:nvSpPr>
            <p:cNvPr id="123935" name="Rectangle 31">
              <a:extLst>
                <a:ext uri="{FF2B5EF4-FFF2-40B4-BE49-F238E27FC236}">
                  <a16:creationId xmlns:a16="http://schemas.microsoft.com/office/drawing/2014/main" id="{2AB7B8E1-4829-4175-BB34-21696C734393}"/>
                </a:ext>
              </a:extLst>
            </p:cNvPr>
            <p:cNvSpPr>
              <a:spLocks noChangeArrowheads="1"/>
            </p:cNvSpPr>
            <p:nvPr/>
          </p:nvSpPr>
          <p:spPr bwMode="auto">
            <a:xfrm>
              <a:off x="288" y="3024"/>
              <a:ext cx="528" cy="333"/>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solidFill>
                    <a:schemeClr val="hlink"/>
                  </a:solidFill>
                  <a:latin typeface="Times New Roman" panose="02020603050405020304" pitchFamily="18" charset="0"/>
                  <a:ea typeface="华文新魏" panose="02010800040101010101" pitchFamily="2" charset="-122"/>
                </a:rPr>
                <a:t>I</a:t>
              </a:r>
              <a:r>
                <a:rPr lang="en-US" altLang="zh-CN" b="1" baseline="-25000">
                  <a:solidFill>
                    <a:schemeClr val="hlink"/>
                  </a:solidFill>
                  <a:latin typeface="Times New Roman" panose="02020603050405020304" pitchFamily="18" charset="0"/>
                  <a:ea typeface="华文新魏" panose="02010800040101010101" pitchFamily="2" charset="-122"/>
                </a:rPr>
                <a:t>7</a:t>
              </a:r>
            </a:p>
          </p:txBody>
        </p:sp>
        <p:sp>
          <p:nvSpPr>
            <p:cNvPr id="123936" name="Rectangle 32">
              <a:extLst>
                <a:ext uri="{FF2B5EF4-FFF2-40B4-BE49-F238E27FC236}">
                  <a16:creationId xmlns:a16="http://schemas.microsoft.com/office/drawing/2014/main" id="{A03E18C6-9CF8-4A40-AE16-9772FB5659A4}"/>
                </a:ext>
              </a:extLst>
            </p:cNvPr>
            <p:cNvSpPr>
              <a:spLocks noChangeArrowheads="1"/>
            </p:cNvSpPr>
            <p:nvPr/>
          </p:nvSpPr>
          <p:spPr bwMode="auto">
            <a:xfrm>
              <a:off x="3085" y="2688"/>
              <a:ext cx="2387" cy="336"/>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latin typeface="Times New Roman" panose="02020603050405020304" pitchFamily="18" charset="0"/>
                  <a:ea typeface="华文新魏" panose="02010800040101010101" pitchFamily="2" charset="-122"/>
                </a:rPr>
                <a:t>P∨Q, </a:t>
              </a:r>
              <a:r>
                <a:rPr lang="en-US" altLang="zh-CN" b="1">
                  <a:latin typeface="Times New Roman" panose="02020603050405020304" pitchFamily="18" charset="0"/>
                  <a:ea typeface="华文新魏" panose="02010800040101010101" pitchFamily="2" charset="-122"/>
                  <a:sym typeface="Symbol" panose="05050102010706020507" pitchFamily="18" charset="2"/>
                </a:rPr>
                <a:t>P</a:t>
              </a:r>
              <a:r>
                <a:rPr lang="en-US" altLang="zh-CN" b="1">
                  <a:latin typeface="Times New Roman" panose="02020603050405020304" pitchFamily="18" charset="0"/>
                  <a:ea typeface="华文新魏" panose="02010800040101010101" pitchFamily="2" charset="-122"/>
                </a:rPr>
                <a:t>→</a:t>
              </a:r>
              <a:r>
                <a:rPr lang="en-US" altLang="zh-CN" b="1">
                  <a:latin typeface="Times New Roman" panose="02020603050405020304" pitchFamily="18" charset="0"/>
                  <a:ea typeface="华文新魏" panose="02010800040101010101" pitchFamily="2" charset="-122"/>
                  <a:sym typeface="Symbol" panose="05050102010706020507" pitchFamily="18" charset="2"/>
                </a:rPr>
                <a:t>R, </a:t>
              </a:r>
              <a:r>
                <a:rPr lang="en-US" altLang="zh-CN" b="1">
                  <a:latin typeface="Times New Roman" panose="02020603050405020304" pitchFamily="18" charset="0"/>
                  <a:ea typeface="华文新魏" panose="02010800040101010101" pitchFamily="2" charset="-122"/>
                </a:rPr>
                <a:t>Q→R</a:t>
              </a:r>
              <a:r>
                <a:rPr lang="en-US" altLang="zh-CN" b="1">
                  <a:latin typeface="Times New Roman" panose="02020603050405020304" pitchFamily="18" charset="0"/>
                  <a:ea typeface="华文新魏" panose="02010800040101010101" pitchFamily="2" charset="-122"/>
                  <a:sym typeface="Symbol" panose="05050102010706020507" pitchFamily="18" charset="2"/>
                </a:rPr>
                <a:t>R</a:t>
              </a:r>
              <a:r>
                <a:rPr lang="en-US" altLang="zh-CN" b="1">
                  <a:latin typeface="Times New Roman" panose="02020603050405020304" pitchFamily="18" charset="0"/>
                  <a:ea typeface="华文新魏" panose="02010800040101010101" pitchFamily="2" charset="-122"/>
                </a:rPr>
                <a:t> </a:t>
              </a:r>
            </a:p>
          </p:txBody>
        </p:sp>
        <p:sp>
          <p:nvSpPr>
            <p:cNvPr id="123937" name="Rectangle 33">
              <a:extLst>
                <a:ext uri="{FF2B5EF4-FFF2-40B4-BE49-F238E27FC236}">
                  <a16:creationId xmlns:a16="http://schemas.microsoft.com/office/drawing/2014/main" id="{25DF8270-F8EF-4519-A886-FEE68D6B7CF7}"/>
                </a:ext>
              </a:extLst>
            </p:cNvPr>
            <p:cNvSpPr>
              <a:spLocks noChangeArrowheads="1"/>
            </p:cNvSpPr>
            <p:nvPr/>
          </p:nvSpPr>
          <p:spPr bwMode="auto">
            <a:xfrm>
              <a:off x="2672" y="2688"/>
              <a:ext cx="413" cy="336"/>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solidFill>
                    <a:schemeClr val="hlink"/>
                  </a:solidFill>
                  <a:latin typeface="Times New Roman" panose="02020603050405020304" pitchFamily="18" charset="0"/>
                  <a:ea typeface="华文新魏" panose="02010800040101010101" pitchFamily="2" charset="-122"/>
                </a:rPr>
                <a:t>I</a:t>
              </a:r>
              <a:r>
                <a:rPr lang="en-US" altLang="zh-CN" b="1" baseline="-25000">
                  <a:solidFill>
                    <a:schemeClr val="hlink"/>
                  </a:solidFill>
                  <a:latin typeface="Times New Roman" panose="02020603050405020304" pitchFamily="18" charset="0"/>
                  <a:ea typeface="华文新魏" panose="02010800040101010101" pitchFamily="2" charset="-122"/>
                </a:rPr>
                <a:t>14</a:t>
              </a:r>
            </a:p>
          </p:txBody>
        </p:sp>
        <p:sp>
          <p:nvSpPr>
            <p:cNvPr id="123938" name="Rectangle 34">
              <a:extLst>
                <a:ext uri="{FF2B5EF4-FFF2-40B4-BE49-F238E27FC236}">
                  <a16:creationId xmlns:a16="http://schemas.microsoft.com/office/drawing/2014/main" id="{CE08DA66-8233-49AB-B123-3A9E1A034FE8}"/>
                </a:ext>
              </a:extLst>
            </p:cNvPr>
            <p:cNvSpPr>
              <a:spLocks noChangeArrowheads="1"/>
            </p:cNvSpPr>
            <p:nvPr/>
          </p:nvSpPr>
          <p:spPr bwMode="auto">
            <a:xfrm>
              <a:off x="816" y="2688"/>
              <a:ext cx="1856" cy="336"/>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latin typeface="Times New Roman" panose="02020603050405020304" pitchFamily="18" charset="0"/>
                  <a:ea typeface="华文新魏" panose="02010800040101010101" pitchFamily="2" charset="-122"/>
                </a:rPr>
                <a:t>Q </a:t>
              </a:r>
              <a:r>
                <a:rPr lang="en-US" altLang="zh-CN" b="1">
                  <a:latin typeface="Times New Roman" panose="02020603050405020304" pitchFamily="18" charset="0"/>
                  <a:ea typeface="华文新魏" panose="02010800040101010101" pitchFamily="2" charset="-122"/>
                  <a:sym typeface="Symbol" panose="05050102010706020507" pitchFamily="18" charset="2"/>
                </a:rPr>
                <a:t> </a:t>
              </a:r>
              <a:r>
                <a:rPr lang="en-US" altLang="zh-CN" b="1">
                  <a:latin typeface="Times New Roman" panose="02020603050405020304" pitchFamily="18" charset="0"/>
                  <a:ea typeface="华文新魏" panose="02010800040101010101" pitchFamily="2" charset="-122"/>
                </a:rPr>
                <a:t>P → Q </a:t>
              </a:r>
            </a:p>
          </p:txBody>
        </p:sp>
        <p:sp>
          <p:nvSpPr>
            <p:cNvPr id="123939" name="Rectangle 35">
              <a:extLst>
                <a:ext uri="{FF2B5EF4-FFF2-40B4-BE49-F238E27FC236}">
                  <a16:creationId xmlns:a16="http://schemas.microsoft.com/office/drawing/2014/main" id="{2ABD9F53-C838-4846-B0CF-D15A3BBBA0C5}"/>
                </a:ext>
              </a:extLst>
            </p:cNvPr>
            <p:cNvSpPr>
              <a:spLocks noChangeArrowheads="1"/>
            </p:cNvSpPr>
            <p:nvPr/>
          </p:nvSpPr>
          <p:spPr bwMode="auto">
            <a:xfrm>
              <a:off x="288" y="2688"/>
              <a:ext cx="528" cy="336"/>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solidFill>
                    <a:schemeClr val="hlink"/>
                  </a:solidFill>
                  <a:latin typeface="Times New Roman" panose="02020603050405020304" pitchFamily="18" charset="0"/>
                  <a:ea typeface="华文新魏" panose="02010800040101010101" pitchFamily="2" charset="-122"/>
                </a:rPr>
                <a:t>I</a:t>
              </a:r>
              <a:r>
                <a:rPr lang="en-US" altLang="zh-CN" b="1" baseline="-25000">
                  <a:solidFill>
                    <a:schemeClr val="hlink"/>
                  </a:solidFill>
                  <a:latin typeface="Times New Roman" panose="02020603050405020304" pitchFamily="18" charset="0"/>
                  <a:ea typeface="华文新魏" panose="02010800040101010101" pitchFamily="2" charset="-122"/>
                </a:rPr>
                <a:t>6</a:t>
              </a:r>
            </a:p>
          </p:txBody>
        </p:sp>
        <p:sp>
          <p:nvSpPr>
            <p:cNvPr id="123940" name="Rectangle 36">
              <a:extLst>
                <a:ext uri="{FF2B5EF4-FFF2-40B4-BE49-F238E27FC236}">
                  <a16:creationId xmlns:a16="http://schemas.microsoft.com/office/drawing/2014/main" id="{A53AB0BD-D7D2-4E32-8616-C6D33307A3C0}"/>
                </a:ext>
              </a:extLst>
            </p:cNvPr>
            <p:cNvSpPr>
              <a:spLocks noChangeArrowheads="1"/>
            </p:cNvSpPr>
            <p:nvPr/>
          </p:nvSpPr>
          <p:spPr bwMode="auto">
            <a:xfrm>
              <a:off x="3085" y="2352"/>
              <a:ext cx="2387" cy="336"/>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latin typeface="Times New Roman" panose="02020603050405020304" pitchFamily="18" charset="0"/>
                  <a:ea typeface="华文新魏" panose="02010800040101010101" pitchFamily="2" charset="-122"/>
                </a:rPr>
                <a:t>P→Q, Q→R </a:t>
              </a:r>
              <a:r>
                <a:rPr lang="en-US" altLang="zh-CN" b="1">
                  <a:latin typeface="Times New Roman" panose="02020603050405020304" pitchFamily="18" charset="0"/>
                  <a:ea typeface="华文新魏" panose="02010800040101010101" pitchFamily="2" charset="-122"/>
                  <a:sym typeface="Symbol" panose="05050102010706020507" pitchFamily="18" charset="2"/>
                </a:rPr>
                <a:t>P</a:t>
              </a:r>
              <a:r>
                <a:rPr lang="en-US" altLang="zh-CN" b="1">
                  <a:latin typeface="Times New Roman" panose="02020603050405020304" pitchFamily="18" charset="0"/>
                  <a:ea typeface="华文新魏" panose="02010800040101010101" pitchFamily="2" charset="-122"/>
                </a:rPr>
                <a:t>→</a:t>
              </a:r>
              <a:r>
                <a:rPr lang="en-US" altLang="zh-CN" b="1">
                  <a:latin typeface="Times New Roman" panose="02020603050405020304" pitchFamily="18" charset="0"/>
                  <a:ea typeface="华文新魏" panose="02010800040101010101" pitchFamily="2" charset="-122"/>
                  <a:sym typeface="Symbol" panose="05050102010706020507" pitchFamily="18" charset="2"/>
                </a:rPr>
                <a:t>R</a:t>
              </a:r>
            </a:p>
          </p:txBody>
        </p:sp>
        <p:sp>
          <p:nvSpPr>
            <p:cNvPr id="123941" name="Rectangle 37">
              <a:extLst>
                <a:ext uri="{FF2B5EF4-FFF2-40B4-BE49-F238E27FC236}">
                  <a16:creationId xmlns:a16="http://schemas.microsoft.com/office/drawing/2014/main" id="{A858CBC1-3FD0-4BC4-A5BD-CE41BD644C7C}"/>
                </a:ext>
              </a:extLst>
            </p:cNvPr>
            <p:cNvSpPr>
              <a:spLocks noChangeArrowheads="1"/>
            </p:cNvSpPr>
            <p:nvPr/>
          </p:nvSpPr>
          <p:spPr bwMode="auto">
            <a:xfrm>
              <a:off x="2672" y="2352"/>
              <a:ext cx="413" cy="336"/>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solidFill>
                    <a:schemeClr val="hlink"/>
                  </a:solidFill>
                  <a:latin typeface="Times New Roman" panose="02020603050405020304" pitchFamily="18" charset="0"/>
                  <a:ea typeface="华文新魏" panose="02010800040101010101" pitchFamily="2" charset="-122"/>
                </a:rPr>
                <a:t>I</a:t>
              </a:r>
              <a:r>
                <a:rPr lang="en-US" altLang="zh-CN" b="1" baseline="-25000">
                  <a:solidFill>
                    <a:schemeClr val="hlink"/>
                  </a:solidFill>
                  <a:latin typeface="Times New Roman" panose="02020603050405020304" pitchFamily="18" charset="0"/>
                  <a:ea typeface="华文新魏" panose="02010800040101010101" pitchFamily="2" charset="-122"/>
                </a:rPr>
                <a:t>13</a:t>
              </a:r>
              <a:endParaRPr lang="en-US" altLang="zh-CN" b="1">
                <a:solidFill>
                  <a:schemeClr val="hlink"/>
                </a:solidFill>
                <a:latin typeface="Times New Roman" panose="02020603050405020304" pitchFamily="18" charset="0"/>
                <a:ea typeface="华文新魏" panose="02010800040101010101" pitchFamily="2" charset="-122"/>
              </a:endParaRPr>
            </a:p>
          </p:txBody>
        </p:sp>
        <p:sp>
          <p:nvSpPr>
            <p:cNvPr id="123942" name="Rectangle 38">
              <a:extLst>
                <a:ext uri="{FF2B5EF4-FFF2-40B4-BE49-F238E27FC236}">
                  <a16:creationId xmlns:a16="http://schemas.microsoft.com/office/drawing/2014/main" id="{C49C2297-1368-49AE-802F-E713081225D7}"/>
                </a:ext>
              </a:extLst>
            </p:cNvPr>
            <p:cNvSpPr>
              <a:spLocks noChangeArrowheads="1"/>
            </p:cNvSpPr>
            <p:nvPr/>
          </p:nvSpPr>
          <p:spPr bwMode="auto">
            <a:xfrm>
              <a:off x="816" y="2352"/>
              <a:ext cx="1856" cy="336"/>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latin typeface="Times New Roman" panose="02020603050405020304" pitchFamily="18" charset="0"/>
                  <a:ea typeface="华文新魏" panose="02010800040101010101" pitchFamily="2" charset="-122"/>
                </a:rPr>
                <a:t>¬P</a:t>
              </a:r>
              <a:r>
                <a:rPr lang="en-US" altLang="zh-CN" b="1">
                  <a:latin typeface="Times New Roman" panose="02020603050405020304" pitchFamily="18" charset="0"/>
                  <a:ea typeface="华文新魏" panose="02010800040101010101" pitchFamily="2" charset="-122"/>
                  <a:sym typeface="Symbol" panose="05050102010706020507" pitchFamily="18" charset="2"/>
                </a:rPr>
                <a:t> </a:t>
              </a:r>
              <a:r>
                <a:rPr lang="en-US" altLang="zh-CN" b="1">
                  <a:latin typeface="Times New Roman" panose="02020603050405020304" pitchFamily="18" charset="0"/>
                  <a:ea typeface="华文新魏" panose="02010800040101010101" pitchFamily="2" charset="-122"/>
                </a:rPr>
                <a:t>P → Q</a:t>
              </a:r>
            </a:p>
          </p:txBody>
        </p:sp>
        <p:sp>
          <p:nvSpPr>
            <p:cNvPr id="123943" name="Rectangle 39">
              <a:extLst>
                <a:ext uri="{FF2B5EF4-FFF2-40B4-BE49-F238E27FC236}">
                  <a16:creationId xmlns:a16="http://schemas.microsoft.com/office/drawing/2014/main" id="{4424A1EC-3899-419B-9515-7C32EFC45280}"/>
                </a:ext>
              </a:extLst>
            </p:cNvPr>
            <p:cNvSpPr>
              <a:spLocks noChangeArrowheads="1"/>
            </p:cNvSpPr>
            <p:nvPr/>
          </p:nvSpPr>
          <p:spPr bwMode="auto">
            <a:xfrm>
              <a:off x="288" y="2352"/>
              <a:ext cx="528" cy="336"/>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5143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0287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5430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0025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4574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146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3718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2905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buFontTx/>
                <a:buNone/>
              </a:pPr>
              <a:r>
                <a:rPr lang="en-US" altLang="zh-CN" b="1">
                  <a:solidFill>
                    <a:schemeClr val="hlink"/>
                  </a:solidFill>
                  <a:latin typeface="Times New Roman" panose="02020603050405020304" pitchFamily="18" charset="0"/>
                  <a:ea typeface="华文新魏" panose="02010800040101010101" pitchFamily="2" charset="-122"/>
                </a:rPr>
                <a:t>I</a:t>
              </a:r>
              <a:r>
                <a:rPr lang="en-US" altLang="zh-CN" b="1" baseline="-25000">
                  <a:solidFill>
                    <a:schemeClr val="hlink"/>
                  </a:solidFill>
                  <a:latin typeface="Times New Roman" panose="02020603050405020304" pitchFamily="18" charset="0"/>
                  <a:ea typeface="华文新魏" panose="02010800040101010101" pitchFamily="2" charset="-122"/>
                </a:rPr>
                <a:t>5</a:t>
              </a:r>
              <a:endParaRPr lang="en-US" altLang="zh-CN" b="1">
                <a:solidFill>
                  <a:schemeClr val="hlink"/>
                </a:solidFill>
                <a:latin typeface="Times New Roman" panose="02020603050405020304" pitchFamily="18" charset="0"/>
                <a:ea typeface="华文新魏" panose="02010800040101010101" pitchFamily="2" charset="-122"/>
              </a:endParaRPr>
            </a:p>
          </p:txBody>
        </p:sp>
        <p:sp>
          <p:nvSpPr>
            <p:cNvPr id="123944" name="Line 40">
              <a:extLst>
                <a:ext uri="{FF2B5EF4-FFF2-40B4-BE49-F238E27FC236}">
                  <a16:creationId xmlns:a16="http://schemas.microsoft.com/office/drawing/2014/main" id="{D81307FF-9B9E-47F0-AAB6-AC2D375BCE7D}"/>
                </a:ext>
              </a:extLst>
            </p:cNvPr>
            <p:cNvSpPr>
              <a:spLocks noChangeShapeType="1"/>
            </p:cNvSpPr>
            <p:nvPr/>
          </p:nvSpPr>
          <p:spPr bwMode="auto">
            <a:xfrm>
              <a:off x="288" y="1019"/>
              <a:ext cx="5184"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3945" name="Line 41">
              <a:extLst>
                <a:ext uri="{FF2B5EF4-FFF2-40B4-BE49-F238E27FC236}">
                  <a16:creationId xmlns:a16="http://schemas.microsoft.com/office/drawing/2014/main" id="{C9C306A7-3AB2-4863-BF08-8DDAFF3E21B7}"/>
                </a:ext>
              </a:extLst>
            </p:cNvPr>
            <p:cNvSpPr>
              <a:spLocks noChangeShapeType="1"/>
            </p:cNvSpPr>
            <p:nvPr/>
          </p:nvSpPr>
          <p:spPr bwMode="auto">
            <a:xfrm>
              <a:off x="288" y="2688"/>
              <a:ext cx="51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3946" name="Line 42">
              <a:extLst>
                <a:ext uri="{FF2B5EF4-FFF2-40B4-BE49-F238E27FC236}">
                  <a16:creationId xmlns:a16="http://schemas.microsoft.com/office/drawing/2014/main" id="{05D96E4F-88EC-4B06-BDBC-363E4048B82C}"/>
                </a:ext>
              </a:extLst>
            </p:cNvPr>
            <p:cNvSpPr>
              <a:spLocks noChangeShapeType="1"/>
            </p:cNvSpPr>
            <p:nvPr/>
          </p:nvSpPr>
          <p:spPr bwMode="auto">
            <a:xfrm>
              <a:off x="288" y="3024"/>
              <a:ext cx="51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3947" name="Line 43">
              <a:extLst>
                <a:ext uri="{FF2B5EF4-FFF2-40B4-BE49-F238E27FC236}">
                  <a16:creationId xmlns:a16="http://schemas.microsoft.com/office/drawing/2014/main" id="{F1402768-0DAC-4FEF-9686-BB4EF9D579AF}"/>
                </a:ext>
              </a:extLst>
            </p:cNvPr>
            <p:cNvSpPr>
              <a:spLocks noChangeShapeType="1"/>
            </p:cNvSpPr>
            <p:nvPr/>
          </p:nvSpPr>
          <p:spPr bwMode="auto">
            <a:xfrm>
              <a:off x="288" y="3357"/>
              <a:ext cx="51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3948" name="Line 44">
              <a:extLst>
                <a:ext uri="{FF2B5EF4-FFF2-40B4-BE49-F238E27FC236}">
                  <a16:creationId xmlns:a16="http://schemas.microsoft.com/office/drawing/2014/main" id="{455F4A5C-8D4C-43CC-89FB-8A69433B81C2}"/>
                </a:ext>
              </a:extLst>
            </p:cNvPr>
            <p:cNvSpPr>
              <a:spLocks noChangeShapeType="1"/>
            </p:cNvSpPr>
            <p:nvPr/>
          </p:nvSpPr>
          <p:spPr bwMode="auto">
            <a:xfrm>
              <a:off x="288" y="3700"/>
              <a:ext cx="5184"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3949" name="Line 45">
              <a:extLst>
                <a:ext uri="{FF2B5EF4-FFF2-40B4-BE49-F238E27FC236}">
                  <a16:creationId xmlns:a16="http://schemas.microsoft.com/office/drawing/2014/main" id="{22C06D8A-4520-465B-AD0A-340098B68A49}"/>
                </a:ext>
              </a:extLst>
            </p:cNvPr>
            <p:cNvSpPr>
              <a:spLocks noChangeShapeType="1"/>
            </p:cNvSpPr>
            <p:nvPr/>
          </p:nvSpPr>
          <p:spPr bwMode="auto">
            <a:xfrm>
              <a:off x="288" y="1019"/>
              <a:ext cx="0" cy="2681"/>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3950" name="Line 46">
              <a:extLst>
                <a:ext uri="{FF2B5EF4-FFF2-40B4-BE49-F238E27FC236}">
                  <a16:creationId xmlns:a16="http://schemas.microsoft.com/office/drawing/2014/main" id="{48FAEFCD-941B-477B-BB80-1B5A43D61247}"/>
                </a:ext>
              </a:extLst>
            </p:cNvPr>
            <p:cNvSpPr>
              <a:spLocks noChangeShapeType="1"/>
            </p:cNvSpPr>
            <p:nvPr/>
          </p:nvSpPr>
          <p:spPr bwMode="auto">
            <a:xfrm>
              <a:off x="816" y="1019"/>
              <a:ext cx="0" cy="268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3951" name="Line 47">
              <a:extLst>
                <a:ext uri="{FF2B5EF4-FFF2-40B4-BE49-F238E27FC236}">
                  <a16:creationId xmlns:a16="http://schemas.microsoft.com/office/drawing/2014/main" id="{856EF4E6-99BD-4691-9588-B1B952A5BF4F}"/>
                </a:ext>
              </a:extLst>
            </p:cNvPr>
            <p:cNvSpPr>
              <a:spLocks noChangeShapeType="1"/>
            </p:cNvSpPr>
            <p:nvPr/>
          </p:nvSpPr>
          <p:spPr bwMode="auto">
            <a:xfrm>
              <a:off x="2672" y="1019"/>
              <a:ext cx="0" cy="268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3952" name="Line 48">
              <a:extLst>
                <a:ext uri="{FF2B5EF4-FFF2-40B4-BE49-F238E27FC236}">
                  <a16:creationId xmlns:a16="http://schemas.microsoft.com/office/drawing/2014/main" id="{2A0FD6B4-E852-4E51-9574-B683F7EA3641}"/>
                </a:ext>
              </a:extLst>
            </p:cNvPr>
            <p:cNvSpPr>
              <a:spLocks noChangeShapeType="1"/>
            </p:cNvSpPr>
            <p:nvPr/>
          </p:nvSpPr>
          <p:spPr bwMode="auto">
            <a:xfrm>
              <a:off x="3085" y="1019"/>
              <a:ext cx="0" cy="268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3953" name="Line 49">
              <a:extLst>
                <a:ext uri="{FF2B5EF4-FFF2-40B4-BE49-F238E27FC236}">
                  <a16:creationId xmlns:a16="http://schemas.microsoft.com/office/drawing/2014/main" id="{5542B59E-9985-417A-ADA7-42E378D25D80}"/>
                </a:ext>
              </a:extLst>
            </p:cNvPr>
            <p:cNvSpPr>
              <a:spLocks noChangeShapeType="1"/>
            </p:cNvSpPr>
            <p:nvPr/>
          </p:nvSpPr>
          <p:spPr bwMode="auto">
            <a:xfrm>
              <a:off x="5472" y="1019"/>
              <a:ext cx="0" cy="2681"/>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3954" name="Line 50">
              <a:extLst>
                <a:ext uri="{FF2B5EF4-FFF2-40B4-BE49-F238E27FC236}">
                  <a16:creationId xmlns:a16="http://schemas.microsoft.com/office/drawing/2014/main" id="{AA0F8852-3C84-48E1-9179-0C7ECC6767A7}"/>
                </a:ext>
              </a:extLst>
            </p:cNvPr>
            <p:cNvSpPr>
              <a:spLocks noChangeShapeType="1"/>
            </p:cNvSpPr>
            <p:nvPr/>
          </p:nvSpPr>
          <p:spPr bwMode="auto">
            <a:xfrm>
              <a:off x="288" y="2352"/>
              <a:ext cx="51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3955" name="Line 51">
              <a:extLst>
                <a:ext uri="{FF2B5EF4-FFF2-40B4-BE49-F238E27FC236}">
                  <a16:creationId xmlns:a16="http://schemas.microsoft.com/office/drawing/2014/main" id="{3A869407-D44C-48B3-BF36-FF6FEF0B36CD}"/>
                </a:ext>
              </a:extLst>
            </p:cNvPr>
            <p:cNvSpPr>
              <a:spLocks noChangeShapeType="1"/>
            </p:cNvSpPr>
            <p:nvPr/>
          </p:nvSpPr>
          <p:spPr bwMode="auto">
            <a:xfrm>
              <a:off x="288" y="2020"/>
              <a:ext cx="51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3956" name="Line 52">
              <a:extLst>
                <a:ext uri="{FF2B5EF4-FFF2-40B4-BE49-F238E27FC236}">
                  <a16:creationId xmlns:a16="http://schemas.microsoft.com/office/drawing/2014/main" id="{0AAE4ED7-0FD9-438B-8B8C-67693CEFB0F5}"/>
                </a:ext>
              </a:extLst>
            </p:cNvPr>
            <p:cNvSpPr>
              <a:spLocks noChangeShapeType="1"/>
            </p:cNvSpPr>
            <p:nvPr/>
          </p:nvSpPr>
          <p:spPr bwMode="auto">
            <a:xfrm>
              <a:off x="288" y="1680"/>
              <a:ext cx="51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sp>
          <p:nvSpPr>
            <p:cNvPr id="123957" name="Line 53">
              <a:extLst>
                <a:ext uri="{FF2B5EF4-FFF2-40B4-BE49-F238E27FC236}">
                  <a16:creationId xmlns:a16="http://schemas.microsoft.com/office/drawing/2014/main" id="{6CC0096D-9F41-4F8A-9306-ED464104E7F8}"/>
                </a:ext>
              </a:extLst>
            </p:cNvPr>
            <p:cNvSpPr>
              <a:spLocks noChangeShapeType="1"/>
            </p:cNvSpPr>
            <p:nvPr/>
          </p:nvSpPr>
          <p:spPr bwMode="auto">
            <a:xfrm>
              <a:off x="288" y="1355"/>
              <a:ext cx="518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68686"/>
                    </a:outerShdw>
                  </a:effectLst>
                </a14:hiddenEffects>
              </a:ext>
            </a:extLst>
          </p:spPr>
          <p:txBody>
            <a:bodyPr anchor="ctr"/>
            <a:lstStyle/>
            <a:p>
              <a:endParaRPr lang="zh-CN" altLang="en-US"/>
            </a:p>
          </p:txBody>
        </p:sp>
      </p:gr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日期占位符 3">
            <a:extLst>
              <a:ext uri="{FF2B5EF4-FFF2-40B4-BE49-F238E27FC236}">
                <a16:creationId xmlns:a16="http://schemas.microsoft.com/office/drawing/2014/main" id="{17A22D2E-429C-4775-9757-F9D7046E7A7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37B6A9A-3E8F-4475-9AA3-B68D9CEC440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4931" name="页脚占位符 4">
            <a:extLst>
              <a:ext uri="{FF2B5EF4-FFF2-40B4-BE49-F238E27FC236}">
                <a16:creationId xmlns:a16="http://schemas.microsoft.com/office/drawing/2014/main" id="{1ED6896F-8B81-4106-AD42-02B535EF1BF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4932" name="灯片编号占位符 5">
            <a:extLst>
              <a:ext uri="{FF2B5EF4-FFF2-40B4-BE49-F238E27FC236}">
                <a16:creationId xmlns:a16="http://schemas.microsoft.com/office/drawing/2014/main" id="{754B8B3F-32DD-4DE8-B0DA-2EE074771D9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8D6BCD7-11BB-4744-B2CC-7392D2260154}" type="slidenum">
              <a:rPr lang="en-US" altLang="zh-CN" sz="1400" smtClean="0">
                <a:latin typeface="Times New Roman" panose="02020603050405020304" pitchFamily="18" charset="0"/>
                <a:ea typeface="宋体" panose="02010600030101010101" pitchFamily="2" charset="-122"/>
              </a:rPr>
              <a:pPr>
                <a:spcBef>
                  <a:spcPct val="0"/>
                </a:spcBef>
                <a:buFontTx/>
                <a:buNone/>
              </a:pPr>
              <a:t>119</a:t>
            </a:fld>
            <a:endParaRPr lang="en-US" altLang="zh-CN" sz="1400">
              <a:latin typeface="Times New Roman" panose="02020603050405020304" pitchFamily="18" charset="0"/>
              <a:ea typeface="宋体" panose="02010600030101010101" pitchFamily="2" charset="-122"/>
            </a:endParaRPr>
          </a:p>
        </p:txBody>
      </p:sp>
      <p:sp>
        <p:nvSpPr>
          <p:cNvPr id="124933" name="Text Box 2">
            <a:extLst>
              <a:ext uri="{FF2B5EF4-FFF2-40B4-BE49-F238E27FC236}">
                <a16:creationId xmlns:a16="http://schemas.microsoft.com/office/drawing/2014/main" id="{408FEA6B-7CCA-4B30-8B92-25B3FA4EA6F7}"/>
              </a:ext>
            </a:extLst>
          </p:cNvPr>
          <p:cNvSpPr txBox="1">
            <a:spLocks noChangeArrowheads="1"/>
          </p:cNvSpPr>
          <p:nvPr/>
        </p:nvSpPr>
        <p:spPr bwMode="auto">
          <a:xfrm>
            <a:off x="1671638" y="620713"/>
            <a:ext cx="5761037"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直接证法示例</a:t>
            </a:r>
          </a:p>
        </p:txBody>
      </p:sp>
      <p:pic>
        <p:nvPicPr>
          <p:cNvPr id="124934" name="Picture 6" descr="C:\Program Files\Microsoft Office\MEDIA\CAGCAT10\j0293844.wmf">
            <a:extLst>
              <a:ext uri="{FF2B5EF4-FFF2-40B4-BE49-F238E27FC236}">
                <a16:creationId xmlns:a16="http://schemas.microsoft.com/office/drawing/2014/main" id="{F28FAC91-26E7-4437-B0BC-F56890D21A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2588" y="514350"/>
            <a:ext cx="1106487" cy="116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935" name="图片 1">
            <a:extLst>
              <a:ext uri="{FF2B5EF4-FFF2-40B4-BE49-F238E27FC236}">
                <a16:creationId xmlns:a16="http://schemas.microsoft.com/office/drawing/2014/main" id="{4E1A5177-CADB-426C-89F3-A5D7923503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988" y="1636713"/>
            <a:ext cx="756602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日期占位符 3">
            <a:extLst>
              <a:ext uri="{FF2B5EF4-FFF2-40B4-BE49-F238E27FC236}">
                <a16:creationId xmlns:a16="http://schemas.microsoft.com/office/drawing/2014/main" id="{087322AF-2C3C-46A5-BC42-804A332CC1A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7B7B605-0593-4DE5-B278-ED9EF426BD97}"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5955" name="页脚占位符 4">
            <a:extLst>
              <a:ext uri="{FF2B5EF4-FFF2-40B4-BE49-F238E27FC236}">
                <a16:creationId xmlns:a16="http://schemas.microsoft.com/office/drawing/2014/main" id="{CE90BAC1-E787-46F3-9DBC-D526277CE21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5956" name="灯片编号占位符 5">
            <a:extLst>
              <a:ext uri="{FF2B5EF4-FFF2-40B4-BE49-F238E27FC236}">
                <a16:creationId xmlns:a16="http://schemas.microsoft.com/office/drawing/2014/main" id="{3ABED444-F018-4AC8-99F0-272BFA3DDD8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55700EE-8F3A-47D2-882F-6D71E9E17639}" type="slidenum">
              <a:rPr lang="en-US" altLang="zh-CN" sz="1400" smtClean="0">
                <a:latin typeface="Times New Roman" panose="02020603050405020304" pitchFamily="18" charset="0"/>
                <a:ea typeface="宋体" panose="02010600030101010101" pitchFamily="2" charset="-122"/>
              </a:rPr>
              <a:pPr>
                <a:spcBef>
                  <a:spcPct val="0"/>
                </a:spcBef>
                <a:buFontTx/>
                <a:buNone/>
              </a:pPr>
              <a:t>120</a:t>
            </a:fld>
            <a:endParaRPr lang="en-US" altLang="zh-CN" sz="1400">
              <a:latin typeface="Times New Roman" panose="02020603050405020304" pitchFamily="18" charset="0"/>
              <a:ea typeface="宋体" panose="02010600030101010101" pitchFamily="2" charset="-122"/>
            </a:endParaRPr>
          </a:p>
        </p:txBody>
      </p:sp>
      <p:sp>
        <p:nvSpPr>
          <p:cNvPr id="125957" name="Text Box 2">
            <a:extLst>
              <a:ext uri="{FF2B5EF4-FFF2-40B4-BE49-F238E27FC236}">
                <a16:creationId xmlns:a16="http://schemas.microsoft.com/office/drawing/2014/main" id="{AAEE0EF2-5BBA-454F-82A0-DD09D97CA5CD}"/>
              </a:ext>
            </a:extLst>
          </p:cNvPr>
          <p:cNvSpPr txBox="1">
            <a:spLocks noChangeArrowheads="1"/>
          </p:cNvSpPr>
          <p:nvPr/>
        </p:nvSpPr>
        <p:spPr bwMode="auto">
          <a:xfrm>
            <a:off x="1274763" y="735013"/>
            <a:ext cx="6230937" cy="92233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反证法相关概念</a:t>
            </a:r>
          </a:p>
        </p:txBody>
      </p:sp>
      <p:pic>
        <p:nvPicPr>
          <p:cNvPr id="125958" name="Picture 6" descr="C:\Program Files\Microsoft Office\MEDIA\CAGCAT10\j0293844.wmf">
            <a:extLst>
              <a:ext uri="{FF2B5EF4-FFF2-40B4-BE49-F238E27FC236}">
                <a16:creationId xmlns:a16="http://schemas.microsoft.com/office/drawing/2014/main" id="{1A65DF9C-13AE-496D-A762-77E1BA7616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5143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59" name="Rectangle 4">
            <a:extLst>
              <a:ext uri="{FF2B5EF4-FFF2-40B4-BE49-F238E27FC236}">
                <a16:creationId xmlns:a16="http://schemas.microsoft.com/office/drawing/2014/main" id="{18377F4B-7E6B-4777-AA91-8520938ED4F2}"/>
              </a:ext>
            </a:extLst>
          </p:cNvPr>
          <p:cNvSpPr>
            <a:spLocks noChangeArrowheads="1"/>
          </p:cNvSpPr>
          <p:nvPr/>
        </p:nvSpPr>
        <p:spPr bwMode="auto">
          <a:xfrm>
            <a:off x="673100" y="2205038"/>
            <a:ext cx="7797800" cy="324326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buClr>
                <a:srgbClr val="FF3300"/>
              </a:buClr>
              <a:buFont typeface="Wingdings" panose="05000000000000000000" pitchFamily="2" charset="2"/>
              <a:buNone/>
            </a:pPr>
            <a:r>
              <a:rPr kumimoji="0" lang="en-US" altLang="zh-CN" sz="2800" b="1">
                <a:solidFill>
                  <a:srgbClr val="006600"/>
                </a:solidFill>
                <a:latin typeface="Times New Roman" panose="02020603050405020304" pitchFamily="18" charset="0"/>
                <a:ea typeface="宋体" panose="02010600030101010101" pitchFamily="2" charset="-122"/>
              </a:rPr>
              <a:t>       【</a:t>
            </a:r>
            <a:r>
              <a:rPr kumimoji="0" lang="zh-CN" altLang="en-US" sz="2800" b="1">
                <a:solidFill>
                  <a:srgbClr val="006600"/>
                </a:solidFill>
                <a:latin typeface="Times New Roman" panose="02020603050405020304" pitchFamily="18" charset="0"/>
                <a:ea typeface="宋体" panose="02010600030101010101" pitchFamily="2" charset="-122"/>
              </a:rPr>
              <a:t>定义</a:t>
            </a:r>
            <a:r>
              <a:rPr kumimoji="0" lang="en-US" altLang="zh-CN" sz="2800" b="1">
                <a:solidFill>
                  <a:srgbClr val="006600"/>
                </a:solidFill>
                <a:latin typeface="Times New Roman" panose="02020603050405020304" pitchFamily="18" charset="0"/>
                <a:ea typeface="宋体" panose="02010600030101010101" pitchFamily="2" charset="-122"/>
              </a:rPr>
              <a:t>】</a:t>
            </a:r>
            <a:r>
              <a:rPr kumimoji="0" lang="zh-CN" altLang="en-US" sz="2800" b="1">
                <a:solidFill>
                  <a:srgbClr val="000000"/>
                </a:solidFill>
                <a:latin typeface="Times New Roman" panose="02020603050405020304" pitchFamily="18" charset="0"/>
                <a:ea typeface="宋体" panose="02010600030101010101" pitchFamily="2" charset="-122"/>
              </a:rPr>
              <a:t>假设</a:t>
            </a:r>
            <a:r>
              <a:rPr kumimoji="0" lang="en-US" altLang="zh-CN" sz="2800" b="1" noProof="1">
                <a:solidFill>
                  <a:srgbClr val="000000"/>
                </a:solidFill>
                <a:latin typeface="Times New Roman" panose="02020603050405020304" pitchFamily="18" charset="0"/>
                <a:ea typeface="宋体" panose="02010600030101010101" pitchFamily="2" charset="-122"/>
              </a:rPr>
              <a:t>G</a:t>
            </a:r>
            <a:r>
              <a:rPr kumimoji="0" lang="en-US" altLang="zh-CN" sz="2800" b="1" baseline="-25000" noProof="1">
                <a:solidFill>
                  <a:srgbClr val="000000"/>
                </a:solidFill>
                <a:latin typeface="Times New Roman" panose="02020603050405020304" pitchFamily="18" charset="0"/>
                <a:ea typeface="宋体" panose="02010600030101010101" pitchFamily="2" charset="-122"/>
              </a:rPr>
              <a:t>1</a:t>
            </a:r>
            <a:r>
              <a:rPr kumimoji="0" lang="en-US" altLang="zh-CN" sz="2800" b="1" noProof="1">
                <a:solidFill>
                  <a:srgbClr val="000000"/>
                </a:solidFill>
                <a:latin typeface="Times New Roman" panose="02020603050405020304" pitchFamily="18" charset="0"/>
                <a:ea typeface="宋体" panose="02010600030101010101" pitchFamily="2" charset="-122"/>
              </a:rPr>
              <a:t>,G</a:t>
            </a:r>
            <a:r>
              <a:rPr kumimoji="0" lang="en-US" altLang="zh-CN" sz="2800" b="1" baseline="-25000" noProof="1">
                <a:solidFill>
                  <a:srgbClr val="000000"/>
                </a:solidFill>
                <a:latin typeface="Times New Roman" panose="02020603050405020304" pitchFamily="18" charset="0"/>
                <a:ea typeface="宋体" panose="02010600030101010101" pitchFamily="2" charset="-122"/>
              </a:rPr>
              <a:t>2</a:t>
            </a:r>
            <a:r>
              <a:rPr kumimoji="0" lang="en-US" altLang="zh-CN" sz="2800" b="1" noProof="1">
                <a:solidFill>
                  <a:srgbClr val="000000"/>
                </a:solidFill>
                <a:latin typeface="Times New Roman" panose="02020603050405020304" pitchFamily="18" charset="0"/>
                <a:ea typeface="宋体" panose="02010600030101010101" pitchFamily="2" charset="-122"/>
              </a:rPr>
              <a:t>,…,G</a:t>
            </a:r>
            <a:r>
              <a:rPr kumimoji="0" lang="en-US" altLang="zh-CN" sz="2800" b="1" baseline="-25000" noProof="1">
                <a:solidFill>
                  <a:srgbClr val="000000"/>
                </a:solidFill>
                <a:latin typeface="Times New Roman" panose="02020603050405020304" pitchFamily="18" charset="0"/>
                <a:ea typeface="宋体" panose="02010600030101010101" pitchFamily="2" charset="-122"/>
              </a:rPr>
              <a:t>n</a:t>
            </a:r>
            <a:r>
              <a:rPr kumimoji="0" lang="en-US" altLang="zh-CN" sz="2800" b="1">
                <a:solidFill>
                  <a:srgbClr val="000000"/>
                </a:solidFill>
                <a:latin typeface="Times New Roman" panose="02020603050405020304" pitchFamily="18" charset="0"/>
                <a:ea typeface="宋体" panose="02010600030101010101" pitchFamily="2" charset="-122"/>
              </a:rPr>
              <a:t>是一组命题公式，P</a:t>
            </a:r>
            <a:r>
              <a:rPr kumimoji="0" lang="en-US" altLang="zh-CN" sz="2800" b="1" baseline="-25000" noProof="1">
                <a:solidFill>
                  <a:srgbClr val="000000"/>
                </a:solidFill>
                <a:latin typeface="Times New Roman" panose="02020603050405020304" pitchFamily="18" charset="0"/>
                <a:ea typeface="宋体" panose="02010600030101010101" pitchFamily="2" charset="-122"/>
              </a:rPr>
              <a:t>1</a:t>
            </a:r>
            <a:r>
              <a:rPr kumimoji="0" lang="en-US" altLang="zh-CN" sz="2800" b="1" noProof="1">
                <a:solidFill>
                  <a:srgbClr val="000000"/>
                </a:solidFill>
                <a:latin typeface="Times New Roman" panose="02020603050405020304" pitchFamily="18" charset="0"/>
                <a:ea typeface="宋体" panose="02010600030101010101" pitchFamily="2" charset="-122"/>
              </a:rPr>
              <a:t>,</a:t>
            </a:r>
            <a:r>
              <a:rPr kumimoji="0" lang="en-US" altLang="zh-CN" sz="2800" b="1">
                <a:solidFill>
                  <a:srgbClr val="000000"/>
                </a:solidFill>
                <a:latin typeface="Times New Roman" panose="02020603050405020304" pitchFamily="18" charset="0"/>
                <a:ea typeface="宋体" panose="02010600030101010101" pitchFamily="2" charset="-122"/>
              </a:rPr>
              <a:t>P</a:t>
            </a:r>
            <a:r>
              <a:rPr kumimoji="0" lang="en-US" altLang="zh-CN" sz="2800" b="1" baseline="-25000" noProof="1">
                <a:solidFill>
                  <a:srgbClr val="000000"/>
                </a:solidFill>
                <a:latin typeface="Times New Roman" panose="02020603050405020304" pitchFamily="18" charset="0"/>
                <a:ea typeface="宋体" panose="02010600030101010101" pitchFamily="2" charset="-122"/>
              </a:rPr>
              <a:t>2</a:t>
            </a:r>
            <a:r>
              <a:rPr kumimoji="0" lang="en-US" altLang="zh-CN" sz="2800" b="1" noProof="1">
                <a:solidFill>
                  <a:srgbClr val="000000"/>
                </a:solidFill>
                <a:latin typeface="Times New Roman" panose="02020603050405020304" pitchFamily="18" charset="0"/>
                <a:ea typeface="宋体" panose="02010600030101010101" pitchFamily="2" charset="-122"/>
              </a:rPr>
              <a:t>,…,</a:t>
            </a:r>
            <a:r>
              <a:rPr kumimoji="0" lang="en-US" altLang="zh-CN" sz="2800" b="1">
                <a:solidFill>
                  <a:srgbClr val="000000"/>
                </a:solidFill>
                <a:latin typeface="Times New Roman" panose="02020603050405020304" pitchFamily="18" charset="0"/>
                <a:ea typeface="宋体" panose="02010600030101010101" pitchFamily="2" charset="-122"/>
              </a:rPr>
              <a:t>P</a:t>
            </a:r>
            <a:r>
              <a:rPr kumimoji="0" lang="en-US" altLang="zh-CN" sz="2800" b="1" baseline="-25000" noProof="1">
                <a:solidFill>
                  <a:srgbClr val="000000"/>
                </a:solidFill>
                <a:latin typeface="Times New Roman" panose="02020603050405020304" pitchFamily="18" charset="0"/>
                <a:ea typeface="宋体" panose="02010600030101010101" pitchFamily="2" charset="-122"/>
              </a:rPr>
              <a:t>n</a:t>
            </a:r>
            <a:r>
              <a:rPr kumimoji="0" lang="en-US" altLang="zh-CN" sz="2800" b="1">
                <a:solidFill>
                  <a:srgbClr val="000000"/>
                </a:solidFill>
                <a:latin typeface="Times New Roman" panose="02020603050405020304" pitchFamily="18" charset="0"/>
                <a:ea typeface="宋体" panose="02010600030101010101" pitchFamily="2" charset="-122"/>
              </a:rPr>
              <a:t>是出现在 </a:t>
            </a:r>
            <a:r>
              <a:rPr kumimoji="0" lang="en-US" altLang="zh-CN" sz="2800" b="1" noProof="1">
                <a:solidFill>
                  <a:srgbClr val="000000"/>
                </a:solidFill>
                <a:latin typeface="Times New Roman" panose="02020603050405020304" pitchFamily="18" charset="0"/>
                <a:ea typeface="宋体" panose="02010600030101010101" pitchFamily="2" charset="-122"/>
              </a:rPr>
              <a:t>G</a:t>
            </a:r>
            <a:r>
              <a:rPr kumimoji="0" lang="en-US" altLang="zh-CN" sz="2800" b="1" baseline="-25000" noProof="1">
                <a:solidFill>
                  <a:srgbClr val="000000"/>
                </a:solidFill>
                <a:latin typeface="Times New Roman" panose="02020603050405020304" pitchFamily="18" charset="0"/>
                <a:ea typeface="宋体" panose="02010600030101010101" pitchFamily="2" charset="-122"/>
              </a:rPr>
              <a:t>1</a:t>
            </a:r>
            <a:r>
              <a:rPr kumimoji="0" lang="en-US" altLang="zh-CN" sz="2800" b="1" noProof="1">
                <a:solidFill>
                  <a:srgbClr val="000000"/>
                </a:solidFill>
                <a:latin typeface="Times New Roman" panose="02020603050405020304" pitchFamily="18" charset="0"/>
                <a:ea typeface="宋体" panose="02010600030101010101" pitchFamily="2" charset="-122"/>
              </a:rPr>
              <a:t>,G</a:t>
            </a:r>
            <a:r>
              <a:rPr kumimoji="0" lang="en-US" altLang="zh-CN" sz="2800" b="1" baseline="-25000" noProof="1">
                <a:solidFill>
                  <a:srgbClr val="000000"/>
                </a:solidFill>
                <a:latin typeface="Times New Roman" panose="02020603050405020304" pitchFamily="18" charset="0"/>
                <a:ea typeface="宋体" panose="02010600030101010101" pitchFamily="2" charset="-122"/>
              </a:rPr>
              <a:t>2</a:t>
            </a:r>
            <a:r>
              <a:rPr kumimoji="0" lang="en-US" altLang="zh-CN" sz="2800" b="1" noProof="1">
                <a:solidFill>
                  <a:srgbClr val="000000"/>
                </a:solidFill>
                <a:latin typeface="Times New Roman" panose="02020603050405020304" pitchFamily="18" charset="0"/>
                <a:ea typeface="宋体" panose="02010600030101010101" pitchFamily="2" charset="-122"/>
              </a:rPr>
              <a:t>,…,G</a:t>
            </a:r>
            <a:r>
              <a:rPr kumimoji="0" lang="en-US" altLang="zh-CN" sz="2800" b="1" baseline="-25000" noProof="1">
                <a:solidFill>
                  <a:srgbClr val="000000"/>
                </a:solidFill>
                <a:latin typeface="Times New Roman" panose="02020603050405020304" pitchFamily="18" charset="0"/>
                <a:ea typeface="宋体" panose="02010600030101010101" pitchFamily="2" charset="-122"/>
              </a:rPr>
              <a:t>n</a:t>
            </a:r>
            <a:r>
              <a:rPr kumimoji="0" lang="en-US" altLang="zh-CN" sz="2800" b="1">
                <a:solidFill>
                  <a:srgbClr val="000000"/>
                </a:solidFill>
                <a:latin typeface="Times New Roman" panose="02020603050405020304" pitchFamily="18" charset="0"/>
                <a:ea typeface="宋体" panose="02010600030101010101" pitchFamily="2" charset="-122"/>
              </a:rPr>
              <a:t> 中的一切命题变元，</a:t>
            </a:r>
            <a:r>
              <a:rPr kumimoji="0" lang="zh-CN" altLang="en-US" sz="2800" b="1" noProof="1">
                <a:solidFill>
                  <a:srgbClr val="000000"/>
                </a:solidFill>
                <a:latin typeface="Times New Roman" panose="02020603050405020304" pitchFamily="18" charset="0"/>
                <a:ea typeface="宋体" panose="02010600030101010101" pitchFamily="2" charset="-122"/>
              </a:rPr>
              <a:t>若</a:t>
            </a:r>
            <a:r>
              <a:rPr kumimoji="0" lang="zh-CN" altLang="en-US" sz="2800" b="1" noProof="1">
                <a:solidFill>
                  <a:srgbClr val="0000FF"/>
                </a:solidFill>
                <a:latin typeface="Times New Roman" panose="02020603050405020304" pitchFamily="18" charset="0"/>
                <a:ea typeface="宋体" panose="02010600030101010101" pitchFamily="2" charset="-122"/>
              </a:rPr>
              <a:t>有解释</a:t>
            </a:r>
            <a:r>
              <a:rPr kumimoji="0" lang="en-US" altLang="zh-CN" sz="2800" b="1" noProof="1">
                <a:solidFill>
                  <a:srgbClr val="0000FF"/>
                </a:solidFill>
                <a:latin typeface="Times New Roman" panose="02020603050405020304" pitchFamily="18" charset="0"/>
                <a:ea typeface="宋体" panose="02010600030101010101" pitchFamily="2" charset="-122"/>
              </a:rPr>
              <a:t>I</a:t>
            </a:r>
            <a:r>
              <a:rPr kumimoji="0" lang="zh-CN" altLang="en-US" sz="2800" b="1" noProof="1">
                <a:solidFill>
                  <a:srgbClr val="0000FF"/>
                </a:solidFill>
                <a:latin typeface="Times New Roman" panose="02020603050405020304" pitchFamily="18" charset="0"/>
                <a:ea typeface="宋体" panose="02010600030101010101" pitchFamily="2" charset="-122"/>
              </a:rPr>
              <a:t>使</a:t>
            </a:r>
            <a:r>
              <a:rPr kumimoji="0" lang="en-US" altLang="zh-CN" sz="2800" b="1" noProof="1">
                <a:solidFill>
                  <a:srgbClr val="0000FF"/>
                </a:solidFill>
                <a:latin typeface="Times New Roman" panose="02020603050405020304" pitchFamily="18" charset="0"/>
                <a:ea typeface="宋体" panose="02010600030101010101" pitchFamily="2" charset="-122"/>
              </a:rPr>
              <a:t>G</a:t>
            </a:r>
            <a:r>
              <a:rPr kumimoji="0" lang="en-US" altLang="zh-CN" sz="2800" b="1" baseline="-25000" noProof="1">
                <a:solidFill>
                  <a:srgbClr val="000000"/>
                </a:solidFill>
                <a:latin typeface="Times New Roman" panose="02020603050405020304" pitchFamily="18" charset="0"/>
                <a:ea typeface="宋体" panose="02010600030101010101" pitchFamily="2" charset="-122"/>
              </a:rPr>
              <a:t>1</a:t>
            </a:r>
            <a:r>
              <a:rPr kumimoji="0" lang="en-US" altLang="zh-CN" sz="2800" b="1">
                <a:solidFill>
                  <a:srgbClr val="0000FF"/>
                </a:solidFill>
                <a:latin typeface="Times New Roman" panose="02020603050405020304" pitchFamily="18" charset="0"/>
                <a:ea typeface="宋体" panose="02010600030101010101" pitchFamily="2" charset="-122"/>
              </a:rPr>
              <a:t>∧</a:t>
            </a:r>
            <a:r>
              <a:rPr kumimoji="0" lang="en-US" altLang="zh-CN" sz="2800" b="1" noProof="1">
                <a:solidFill>
                  <a:srgbClr val="0000FF"/>
                </a:solidFill>
                <a:latin typeface="Times New Roman" panose="02020603050405020304" pitchFamily="18" charset="0"/>
                <a:ea typeface="宋体" panose="02010600030101010101" pitchFamily="2" charset="-122"/>
              </a:rPr>
              <a:t>G</a:t>
            </a:r>
            <a:r>
              <a:rPr kumimoji="0" lang="en-US" altLang="zh-CN" sz="2800" b="1" baseline="-25000" noProof="1">
                <a:solidFill>
                  <a:srgbClr val="000000"/>
                </a:solidFill>
                <a:latin typeface="Times New Roman" panose="02020603050405020304" pitchFamily="18" charset="0"/>
                <a:ea typeface="宋体" panose="02010600030101010101" pitchFamily="2" charset="-122"/>
              </a:rPr>
              <a:t>2</a:t>
            </a:r>
            <a:r>
              <a:rPr kumimoji="0" lang="en-US" altLang="zh-CN" sz="2800" b="1">
                <a:solidFill>
                  <a:srgbClr val="0000FF"/>
                </a:solidFill>
                <a:latin typeface="Times New Roman" panose="02020603050405020304" pitchFamily="18" charset="0"/>
                <a:ea typeface="宋体" panose="02010600030101010101" pitchFamily="2" charset="-122"/>
              </a:rPr>
              <a:t>∧</a:t>
            </a:r>
            <a:r>
              <a:rPr kumimoji="0" lang="en-US" altLang="zh-CN" sz="2800" b="1" noProof="1">
                <a:solidFill>
                  <a:srgbClr val="0000FF"/>
                </a:solidFill>
                <a:latin typeface="Times New Roman" panose="02020603050405020304" pitchFamily="18" charset="0"/>
                <a:ea typeface="宋体" panose="02010600030101010101" pitchFamily="2" charset="-122"/>
              </a:rPr>
              <a:t>…</a:t>
            </a:r>
            <a:r>
              <a:rPr kumimoji="0" lang="en-US" altLang="zh-CN" sz="2800" b="1">
                <a:solidFill>
                  <a:srgbClr val="0000FF"/>
                </a:solidFill>
                <a:latin typeface="Times New Roman" panose="02020603050405020304" pitchFamily="18" charset="0"/>
                <a:ea typeface="宋体" panose="02010600030101010101" pitchFamily="2" charset="-122"/>
              </a:rPr>
              <a:t>∧</a:t>
            </a:r>
            <a:r>
              <a:rPr kumimoji="0" lang="en-US" altLang="zh-CN" sz="2800" b="1" noProof="1">
                <a:solidFill>
                  <a:srgbClr val="0000FF"/>
                </a:solidFill>
                <a:latin typeface="Times New Roman" panose="02020603050405020304" pitchFamily="18" charset="0"/>
                <a:ea typeface="宋体" panose="02010600030101010101" pitchFamily="2" charset="-122"/>
              </a:rPr>
              <a:t>G</a:t>
            </a:r>
            <a:r>
              <a:rPr kumimoji="0" lang="en-US" altLang="zh-CN" sz="2800" b="1" baseline="-25000" noProof="1">
                <a:solidFill>
                  <a:srgbClr val="000000"/>
                </a:solidFill>
                <a:latin typeface="Times New Roman" panose="02020603050405020304" pitchFamily="18" charset="0"/>
                <a:ea typeface="宋体" panose="02010600030101010101" pitchFamily="2" charset="-122"/>
              </a:rPr>
              <a:t>n</a:t>
            </a:r>
            <a:r>
              <a:rPr kumimoji="0" lang="zh-CN" altLang="en-US" sz="2800" b="1" noProof="1">
                <a:solidFill>
                  <a:srgbClr val="0000FF"/>
                </a:solidFill>
                <a:latin typeface="Times New Roman" panose="02020603050405020304" pitchFamily="18" charset="0"/>
                <a:ea typeface="宋体" panose="02010600030101010101" pitchFamily="2" charset="-122"/>
              </a:rPr>
              <a:t>取值为“真”</a:t>
            </a:r>
            <a:r>
              <a:rPr kumimoji="0" lang="zh-CN" altLang="en-US" sz="2800" b="1" noProof="1">
                <a:solidFill>
                  <a:srgbClr val="000000"/>
                </a:solidFill>
                <a:latin typeface="Times New Roman" panose="02020603050405020304" pitchFamily="18" charset="0"/>
                <a:ea typeface="宋体" panose="02010600030101010101" pitchFamily="2" charset="-122"/>
              </a:rPr>
              <a:t>，则称公式</a:t>
            </a:r>
            <a:r>
              <a:rPr kumimoji="0" lang="en-US" altLang="zh-CN" sz="2800" b="1" noProof="1">
                <a:solidFill>
                  <a:srgbClr val="000000"/>
                </a:solidFill>
                <a:latin typeface="Times New Roman" panose="02020603050405020304" pitchFamily="18" charset="0"/>
                <a:ea typeface="宋体" panose="02010600030101010101" pitchFamily="2" charset="-122"/>
              </a:rPr>
              <a:t>G</a:t>
            </a:r>
            <a:r>
              <a:rPr kumimoji="0" lang="en-US" altLang="zh-CN" sz="2800" b="1" baseline="-25000" noProof="1">
                <a:solidFill>
                  <a:srgbClr val="000000"/>
                </a:solidFill>
                <a:latin typeface="Times New Roman" panose="02020603050405020304" pitchFamily="18" charset="0"/>
                <a:ea typeface="宋体" panose="02010600030101010101" pitchFamily="2" charset="-122"/>
              </a:rPr>
              <a:t>1</a:t>
            </a:r>
            <a:r>
              <a:rPr kumimoji="0" lang="en-US" altLang="zh-CN" sz="2800" b="1" noProof="1">
                <a:solidFill>
                  <a:srgbClr val="000000"/>
                </a:solidFill>
                <a:latin typeface="Times New Roman" panose="02020603050405020304" pitchFamily="18" charset="0"/>
                <a:ea typeface="宋体" panose="02010600030101010101" pitchFamily="2" charset="-122"/>
              </a:rPr>
              <a:t>,G</a:t>
            </a:r>
            <a:r>
              <a:rPr kumimoji="0" lang="en-US" altLang="zh-CN" sz="2800" b="1" baseline="-25000" noProof="1">
                <a:solidFill>
                  <a:srgbClr val="000000"/>
                </a:solidFill>
                <a:latin typeface="Times New Roman" panose="02020603050405020304" pitchFamily="18" charset="0"/>
                <a:ea typeface="宋体" panose="02010600030101010101" pitchFamily="2" charset="-122"/>
              </a:rPr>
              <a:t>2</a:t>
            </a:r>
            <a:r>
              <a:rPr kumimoji="0" lang="en-US" altLang="zh-CN" sz="2800" b="1" noProof="1">
                <a:solidFill>
                  <a:srgbClr val="000000"/>
                </a:solidFill>
                <a:latin typeface="Times New Roman" panose="02020603050405020304" pitchFamily="18" charset="0"/>
                <a:ea typeface="宋体" panose="02010600030101010101" pitchFamily="2" charset="-122"/>
              </a:rPr>
              <a:t>,…,G</a:t>
            </a:r>
            <a:r>
              <a:rPr kumimoji="0" lang="en-US" altLang="zh-CN" sz="2800" b="1" baseline="-25000" noProof="1">
                <a:solidFill>
                  <a:srgbClr val="000000"/>
                </a:solidFill>
                <a:latin typeface="Times New Roman" panose="02020603050405020304" pitchFamily="18" charset="0"/>
                <a:ea typeface="宋体" panose="02010600030101010101" pitchFamily="2" charset="-122"/>
              </a:rPr>
              <a:t>n</a:t>
            </a:r>
            <a:r>
              <a:rPr kumimoji="0" lang="zh-CN" altLang="en-US" sz="2800" b="1" noProof="1">
                <a:solidFill>
                  <a:srgbClr val="FF0000"/>
                </a:solidFill>
                <a:latin typeface="Times New Roman" panose="02020603050405020304" pitchFamily="18" charset="0"/>
                <a:ea typeface="宋体" panose="02010600030101010101" pitchFamily="2" charset="-122"/>
              </a:rPr>
              <a:t>为</a:t>
            </a:r>
            <a:r>
              <a:rPr kumimoji="0" lang="zh-CN" altLang="zh-CN" sz="2800" b="1" noProof="1">
                <a:solidFill>
                  <a:srgbClr val="FF0000"/>
                </a:solidFill>
                <a:latin typeface="黑体" panose="02010609060101010101" pitchFamily="49" charset="-122"/>
                <a:ea typeface="黑体" panose="02010609060101010101" pitchFamily="49" charset="-122"/>
              </a:rPr>
              <a:t>一致</a:t>
            </a:r>
            <a:r>
              <a:rPr kumimoji="0" lang="en-US" altLang="zh-CN" sz="2800" b="1">
                <a:solidFill>
                  <a:srgbClr val="FF0000"/>
                </a:solidFill>
                <a:latin typeface="黑体" panose="02010609060101010101" pitchFamily="49" charset="-122"/>
                <a:ea typeface="黑体" panose="02010609060101010101" pitchFamily="49" charset="-122"/>
              </a:rPr>
              <a:t>的</a:t>
            </a:r>
            <a:r>
              <a:rPr kumimoji="0" lang="zh-CN" altLang="en-US" sz="2800" b="1">
                <a:solidFill>
                  <a:srgbClr val="000000"/>
                </a:solidFill>
                <a:latin typeface="Times New Roman" panose="02020603050405020304" pitchFamily="18" charset="0"/>
                <a:ea typeface="宋体" panose="02010600030101010101" pitchFamily="2" charset="-122"/>
              </a:rPr>
              <a:t>或</a:t>
            </a:r>
            <a:r>
              <a:rPr kumimoji="0" lang="zh-CN" altLang="en-US" sz="2800" b="1">
                <a:solidFill>
                  <a:srgbClr val="FF0000"/>
                </a:solidFill>
                <a:latin typeface="黑体" panose="02010609060101010101" pitchFamily="49" charset="-122"/>
                <a:ea typeface="黑体" panose="02010609060101010101" pitchFamily="49" charset="-122"/>
              </a:rPr>
              <a:t>相容的</a:t>
            </a:r>
            <a:r>
              <a:rPr kumimoji="0" lang="zh-CN" altLang="en-US" sz="2800" b="1">
                <a:solidFill>
                  <a:srgbClr val="FF0000"/>
                </a:solidFill>
                <a:latin typeface="Times New Roman" panose="02020603050405020304" pitchFamily="18" charset="0"/>
                <a:ea typeface="宋体" panose="02010600030101010101" pitchFamily="2" charset="-122"/>
              </a:rPr>
              <a:t>，否则称之为</a:t>
            </a:r>
            <a:r>
              <a:rPr kumimoji="0" lang="zh-CN" altLang="en-US" sz="2800" b="1">
                <a:solidFill>
                  <a:srgbClr val="FF0000"/>
                </a:solidFill>
                <a:latin typeface="黑体" panose="02010609060101010101" pitchFamily="49" charset="-122"/>
                <a:ea typeface="黑体" panose="02010609060101010101" pitchFamily="49" charset="-122"/>
              </a:rPr>
              <a:t>不相容的</a:t>
            </a:r>
            <a:r>
              <a:rPr kumimoji="0" lang="zh-CN" altLang="en-US" sz="2800" b="1">
                <a:solidFill>
                  <a:srgbClr val="006600"/>
                </a:solidFill>
                <a:latin typeface="Times New Roman" panose="02020603050405020304" pitchFamily="18" charset="0"/>
                <a:ea typeface="宋体" panose="02010600030101010101" pitchFamily="2" charset="-122"/>
              </a:rPr>
              <a:t>或</a:t>
            </a:r>
            <a:r>
              <a:rPr kumimoji="0" lang="zh-CN" altLang="en-US" sz="2800" b="1">
                <a:solidFill>
                  <a:srgbClr val="FF0000"/>
                </a:solidFill>
                <a:latin typeface="黑体" panose="02010609060101010101" pitchFamily="49" charset="-122"/>
                <a:ea typeface="黑体" panose="02010609060101010101" pitchFamily="49" charset="-122"/>
              </a:rPr>
              <a:t>矛盾的</a:t>
            </a:r>
            <a:r>
              <a:rPr kumimoji="0" lang="zh-CN" altLang="en-US" sz="2800" b="1">
                <a:solidFill>
                  <a:srgbClr val="000000"/>
                </a:solidFill>
                <a:latin typeface="Times New Roman" panose="02020603050405020304" pitchFamily="18" charset="0"/>
                <a:ea typeface="宋体" panose="02010600030101010101" pitchFamily="2" charset="-122"/>
              </a:rPr>
              <a:t>。</a:t>
            </a: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日期占位符 3">
            <a:extLst>
              <a:ext uri="{FF2B5EF4-FFF2-40B4-BE49-F238E27FC236}">
                <a16:creationId xmlns:a16="http://schemas.microsoft.com/office/drawing/2014/main" id="{B2101D11-8AC4-499B-9008-AFD26509588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3306D4C-2FB9-4208-B105-89AD9B87027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6979" name="页脚占位符 4">
            <a:extLst>
              <a:ext uri="{FF2B5EF4-FFF2-40B4-BE49-F238E27FC236}">
                <a16:creationId xmlns:a16="http://schemas.microsoft.com/office/drawing/2014/main" id="{6E794B32-1773-4BB6-9EBF-0518076924D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6980" name="灯片编号占位符 5">
            <a:extLst>
              <a:ext uri="{FF2B5EF4-FFF2-40B4-BE49-F238E27FC236}">
                <a16:creationId xmlns:a16="http://schemas.microsoft.com/office/drawing/2014/main" id="{10F316EC-6A2D-49F8-94D5-DF9E910BF37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3B245C8-B963-499C-B8FD-D34C15D53574}" type="slidenum">
              <a:rPr lang="en-US" altLang="zh-CN" sz="1400" smtClean="0">
                <a:latin typeface="Times New Roman" panose="02020603050405020304" pitchFamily="18" charset="0"/>
                <a:ea typeface="宋体" panose="02010600030101010101" pitchFamily="2" charset="-122"/>
              </a:rPr>
              <a:pPr>
                <a:spcBef>
                  <a:spcPct val="0"/>
                </a:spcBef>
                <a:buFontTx/>
                <a:buNone/>
              </a:pPr>
              <a:t>121</a:t>
            </a:fld>
            <a:endParaRPr lang="en-US" altLang="zh-CN" sz="1400">
              <a:latin typeface="Times New Roman" panose="02020603050405020304" pitchFamily="18" charset="0"/>
              <a:ea typeface="宋体" panose="02010600030101010101" pitchFamily="2" charset="-122"/>
            </a:endParaRPr>
          </a:p>
        </p:txBody>
      </p:sp>
      <p:sp>
        <p:nvSpPr>
          <p:cNvPr id="126981" name="Text Box 2">
            <a:extLst>
              <a:ext uri="{FF2B5EF4-FFF2-40B4-BE49-F238E27FC236}">
                <a16:creationId xmlns:a16="http://schemas.microsoft.com/office/drawing/2014/main" id="{907151FF-E0E7-4C0C-9267-ED9BF1E4B4E8}"/>
              </a:ext>
            </a:extLst>
          </p:cNvPr>
          <p:cNvSpPr txBox="1">
            <a:spLocks noChangeArrowheads="1"/>
          </p:cNvSpPr>
          <p:nvPr/>
        </p:nvSpPr>
        <p:spPr bwMode="auto">
          <a:xfrm>
            <a:off x="1274763" y="735013"/>
            <a:ext cx="6230937" cy="83026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 反证法基本原理</a:t>
            </a:r>
          </a:p>
        </p:txBody>
      </p:sp>
      <p:pic>
        <p:nvPicPr>
          <p:cNvPr id="126982" name="Picture 6" descr="C:\Program Files\Microsoft Office\MEDIA\CAGCAT10\j0293844.wmf">
            <a:extLst>
              <a:ext uri="{FF2B5EF4-FFF2-40B4-BE49-F238E27FC236}">
                <a16:creationId xmlns:a16="http://schemas.microsoft.com/office/drawing/2014/main" id="{1F50484E-041B-4D2E-9EE4-E5ABE894D7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5143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693A303-6402-426A-9DB2-75AEE42FE8B3}"/>
              </a:ext>
            </a:extLst>
          </p:cNvPr>
          <p:cNvSpPr>
            <a:spLocks noRot="1" noChangeAspect="1" noMove="1" noResize="1" noEditPoints="1" noAdjustHandles="1" noChangeArrowheads="1" noChangeShapeType="1" noTextEdit="1"/>
          </p:cNvSpPr>
          <p:nvPr/>
        </p:nvSpPr>
        <p:spPr>
          <a:xfrm>
            <a:off x="323528" y="1799249"/>
            <a:ext cx="8496943" cy="2862322"/>
          </a:xfrm>
          <a:prstGeom prst="rect">
            <a:avLst/>
          </a:prstGeom>
          <a:blipFill>
            <a:blip r:embed="rId4"/>
            <a:stretch>
              <a:fillRect l="-1076" r="-1148"/>
            </a:stretch>
          </a:blipFill>
        </p:spPr>
        <p:txBody>
          <a:bodyPr/>
          <a:lstStyle/>
          <a:p>
            <a:pPr>
              <a:defRPr/>
            </a:pPr>
            <a:r>
              <a:rPr lang="zh-CN" altLang="en-US">
                <a:noFill/>
              </a:rPr>
              <a:t> </a:t>
            </a:r>
          </a:p>
        </p:txBody>
      </p:sp>
      <p:sp>
        <p:nvSpPr>
          <p:cNvPr id="4" name="矩形 3">
            <a:extLst>
              <a:ext uri="{FF2B5EF4-FFF2-40B4-BE49-F238E27FC236}">
                <a16:creationId xmlns:a16="http://schemas.microsoft.com/office/drawing/2014/main" id="{6FF4D551-2AD3-4A6D-AE60-C27BE982753F}"/>
              </a:ext>
            </a:extLst>
          </p:cNvPr>
          <p:cNvSpPr>
            <a:spLocks noRot="1" noChangeAspect="1" noMove="1" noResize="1" noEditPoints="1" noAdjustHandles="1" noChangeArrowheads="1" noChangeShapeType="1" noTextEdit="1"/>
          </p:cNvSpPr>
          <p:nvPr/>
        </p:nvSpPr>
        <p:spPr>
          <a:xfrm>
            <a:off x="611560" y="4866064"/>
            <a:ext cx="7920880" cy="1311193"/>
          </a:xfrm>
          <a:prstGeom prst="rect">
            <a:avLst/>
          </a:prstGeom>
          <a:blipFill>
            <a:blip r:embed="rId5"/>
            <a:stretch>
              <a:fillRect r="-1538" b="-10233"/>
            </a:stretch>
          </a:blipFill>
        </p:spPr>
        <p:txBody>
          <a:bodyPr/>
          <a:lstStyle/>
          <a:p>
            <a:pPr>
              <a:defRPr/>
            </a:pPr>
            <a:r>
              <a:rPr lang="zh-CN" altLang="en-US">
                <a:noFill/>
              </a:rPr>
              <a:t> </a:t>
            </a: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日期占位符 3">
            <a:extLst>
              <a:ext uri="{FF2B5EF4-FFF2-40B4-BE49-F238E27FC236}">
                <a16:creationId xmlns:a16="http://schemas.microsoft.com/office/drawing/2014/main" id="{D5B3444D-D0D1-401C-BC41-CB42EBA9F06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15F9876-571E-44D3-9676-7373A011B2DC}"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8003" name="页脚占位符 4">
            <a:extLst>
              <a:ext uri="{FF2B5EF4-FFF2-40B4-BE49-F238E27FC236}">
                <a16:creationId xmlns:a16="http://schemas.microsoft.com/office/drawing/2014/main" id="{51C73823-D1C3-47C7-BA4E-C8E4FC0213E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8004" name="灯片编号占位符 5">
            <a:extLst>
              <a:ext uri="{FF2B5EF4-FFF2-40B4-BE49-F238E27FC236}">
                <a16:creationId xmlns:a16="http://schemas.microsoft.com/office/drawing/2014/main" id="{0A395E99-451E-4F7C-A16A-1C9A0FCCAFB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AD2E556-4E18-4103-80D4-4ED9C948E712}" type="slidenum">
              <a:rPr lang="en-US" altLang="zh-CN" sz="1400" smtClean="0">
                <a:latin typeface="Times New Roman" panose="02020603050405020304" pitchFamily="18" charset="0"/>
                <a:ea typeface="宋体" panose="02010600030101010101" pitchFamily="2" charset="-122"/>
              </a:rPr>
              <a:pPr>
                <a:spcBef>
                  <a:spcPct val="0"/>
                </a:spcBef>
                <a:buFontTx/>
                <a:buNone/>
              </a:pPr>
              <a:t>122</a:t>
            </a:fld>
            <a:endParaRPr lang="en-US" altLang="zh-CN" sz="1400">
              <a:latin typeface="Times New Roman" panose="02020603050405020304" pitchFamily="18" charset="0"/>
              <a:ea typeface="宋体" panose="02010600030101010101" pitchFamily="2" charset="-122"/>
            </a:endParaRPr>
          </a:p>
        </p:txBody>
      </p:sp>
      <p:sp>
        <p:nvSpPr>
          <p:cNvPr id="128005" name="Text Box 2">
            <a:extLst>
              <a:ext uri="{FF2B5EF4-FFF2-40B4-BE49-F238E27FC236}">
                <a16:creationId xmlns:a16="http://schemas.microsoft.com/office/drawing/2014/main" id="{1933FD63-9516-49BC-ABFA-9B88C864EF87}"/>
              </a:ext>
            </a:extLst>
          </p:cNvPr>
          <p:cNvSpPr txBox="1">
            <a:spLocks noChangeArrowheads="1"/>
          </p:cNvSpPr>
          <p:nvPr/>
        </p:nvSpPr>
        <p:spPr bwMode="auto">
          <a:xfrm>
            <a:off x="1274763" y="735013"/>
            <a:ext cx="6230937" cy="83026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 反证法基本原理</a:t>
            </a:r>
          </a:p>
        </p:txBody>
      </p:sp>
      <p:pic>
        <p:nvPicPr>
          <p:cNvPr id="128006" name="Picture 6" descr="C:\Program Files\Microsoft Office\MEDIA\CAGCAT10\j0293844.wmf">
            <a:extLst>
              <a:ext uri="{FF2B5EF4-FFF2-40B4-BE49-F238E27FC236}">
                <a16:creationId xmlns:a16="http://schemas.microsoft.com/office/drawing/2014/main" id="{75270BD8-568F-4E91-9BE8-6FD6A20D5E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5143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B5569C5B-28AB-42A6-900C-E5361CE812F0}"/>
              </a:ext>
            </a:extLst>
          </p:cNvPr>
          <p:cNvSpPr>
            <a:spLocks noRot="1" noChangeAspect="1" noMove="1" noResize="1" noEditPoints="1" noAdjustHandles="1" noChangeArrowheads="1" noChangeShapeType="1" noTextEdit="1"/>
          </p:cNvSpPr>
          <p:nvPr/>
        </p:nvSpPr>
        <p:spPr>
          <a:xfrm>
            <a:off x="323528" y="2132856"/>
            <a:ext cx="8712968" cy="3970318"/>
          </a:xfrm>
          <a:prstGeom prst="rect">
            <a:avLst/>
          </a:prstGeom>
          <a:blipFill>
            <a:blip r:embed="rId4"/>
            <a:stretch>
              <a:fillRect l="-1400" r="-1470"/>
            </a:stretch>
          </a:blipFill>
        </p:spPr>
        <p:txBody>
          <a:bodyPr/>
          <a:lstStyle/>
          <a:p>
            <a:pPr>
              <a:defRPr/>
            </a:pPr>
            <a:r>
              <a:rPr lang="zh-CN" altLang="en-US">
                <a:noFill/>
              </a:rPr>
              <a:t> </a:t>
            </a: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日期占位符 3">
            <a:extLst>
              <a:ext uri="{FF2B5EF4-FFF2-40B4-BE49-F238E27FC236}">
                <a16:creationId xmlns:a16="http://schemas.microsoft.com/office/drawing/2014/main" id="{874B1D48-234E-409D-B556-6E9BBC1ECCE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BCEDEA1-C04B-4705-82AB-7170918E9FE7}"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29027" name="页脚占位符 4">
            <a:extLst>
              <a:ext uri="{FF2B5EF4-FFF2-40B4-BE49-F238E27FC236}">
                <a16:creationId xmlns:a16="http://schemas.microsoft.com/office/drawing/2014/main" id="{BBB91CB0-6B6F-4A46-BD53-C918B13A97E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29028" name="灯片编号占位符 5">
            <a:extLst>
              <a:ext uri="{FF2B5EF4-FFF2-40B4-BE49-F238E27FC236}">
                <a16:creationId xmlns:a16="http://schemas.microsoft.com/office/drawing/2014/main" id="{FCF151AA-CBD9-4400-9DEE-7AD9E21E630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EEFF216-D302-423C-A4C5-9B00C9EB3B72}" type="slidenum">
              <a:rPr lang="en-US" altLang="zh-CN" sz="1400" smtClean="0">
                <a:latin typeface="Times New Roman" panose="02020603050405020304" pitchFamily="18" charset="0"/>
                <a:ea typeface="宋体" panose="02010600030101010101" pitchFamily="2" charset="-122"/>
              </a:rPr>
              <a:pPr>
                <a:spcBef>
                  <a:spcPct val="0"/>
                </a:spcBef>
                <a:buFontTx/>
                <a:buNone/>
              </a:pPr>
              <a:t>123</a:t>
            </a:fld>
            <a:endParaRPr lang="en-US" altLang="zh-CN" sz="1400">
              <a:latin typeface="Times New Roman" panose="02020603050405020304" pitchFamily="18" charset="0"/>
              <a:ea typeface="宋体" panose="02010600030101010101" pitchFamily="2" charset="-122"/>
            </a:endParaRPr>
          </a:p>
        </p:txBody>
      </p:sp>
      <p:sp>
        <p:nvSpPr>
          <p:cNvPr id="129029" name="Text Box 2">
            <a:extLst>
              <a:ext uri="{FF2B5EF4-FFF2-40B4-BE49-F238E27FC236}">
                <a16:creationId xmlns:a16="http://schemas.microsoft.com/office/drawing/2014/main" id="{4FFED097-958A-41D2-A4C6-AF47ACBC5E76}"/>
              </a:ext>
            </a:extLst>
          </p:cNvPr>
          <p:cNvSpPr txBox="1">
            <a:spLocks noChangeArrowheads="1"/>
          </p:cNvSpPr>
          <p:nvPr/>
        </p:nvSpPr>
        <p:spPr bwMode="auto">
          <a:xfrm>
            <a:off x="1274763" y="735013"/>
            <a:ext cx="6230937" cy="830262"/>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4800" b="1">
                <a:solidFill>
                  <a:schemeClr val="bg1"/>
                </a:solidFill>
                <a:latin typeface="宋体" panose="02010600030101010101" pitchFamily="2" charset="-122"/>
                <a:ea typeface="宋体" panose="02010600030101010101" pitchFamily="2" charset="-122"/>
                <a:cs typeface="Arial" panose="020B0604020202020204" pitchFamily="34" charset="0"/>
              </a:rPr>
              <a:t> 反证法基本原理</a:t>
            </a:r>
          </a:p>
        </p:txBody>
      </p:sp>
      <p:pic>
        <p:nvPicPr>
          <p:cNvPr id="129030" name="Picture 6" descr="C:\Program Files\Microsoft Office\MEDIA\CAGCAT10\j0293844.wmf">
            <a:extLst>
              <a:ext uri="{FF2B5EF4-FFF2-40B4-BE49-F238E27FC236}">
                <a16:creationId xmlns:a16="http://schemas.microsoft.com/office/drawing/2014/main" id="{44B53CA3-5517-4A45-B489-C2A769E812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5143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6BE28B56-6602-4436-8E7C-3DA1256D2C1F}"/>
              </a:ext>
            </a:extLst>
          </p:cNvPr>
          <p:cNvSpPr>
            <a:spLocks noRot="1" noChangeAspect="1" noMove="1" noResize="1" noEditPoints="1" noAdjustHandles="1" noChangeArrowheads="1" noChangeShapeType="1" noTextEdit="1"/>
          </p:cNvSpPr>
          <p:nvPr/>
        </p:nvSpPr>
        <p:spPr>
          <a:xfrm>
            <a:off x="395536" y="1938946"/>
            <a:ext cx="8136904" cy="3970318"/>
          </a:xfrm>
          <a:prstGeom prst="rect">
            <a:avLst/>
          </a:prstGeom>
          <a:blipFill>
            <a:blip r:embed="rId4"/>
            <a:stretch>
              <a:fillRect l="-1573"/>
            </a:stretch>
          </a:blipFill>
        </p:spPr>
        <p:txBody>
          <a:bodyPr/>
          <a:lstStyle/>
          <a:p>
            <a:pPr>
              <a:defRPr/>
            </a:pPr>
            <a:r>
              <a:rPr lang="zh-CN" altLang="en-US">
                <a:noFill/>
              </a:rPr>
              <a:t> </a:t>
            </a: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日期占位符 3">
            <a:extLst>
              <a:ext uri="{FF2B5EF4-FFF2-40B4-BE49-F238E27FC236}">
                <a16:creationId xmlns:a16="http://schemas.microsoft.com/office/drawing/2014/main" id="{AA747D5A-777D-44C1-B2CC-28ECDC9C49A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9702924-A8C3-4C5B-AB3C-20CA170C40D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0051" name="页脚占位符 4">
            <a:extLst>
              <a:ext uri="{FF2B5EF4-FFF2-40B4-BE49-F238E27FC236}">
                <a16:creationId xmlns:a16="http://schemas.microsoft.com/office/drawing/2014/main" id="{397C2BD7-38C8-4826-9516-14BABC9F8C3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0052" name="灯片编号占位符 5">
            <a:extLst>
              <a:ext uri="{FF2B5EF4-FFF2-40B4-BE49-F238E27FC236}">
                <a16:creationId xmlns:a16="http://schemas.microsoft.com/office/drawing/2014/main" id="{E362791E-BE97-4EEC-B397-1DE973E60059}"/>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50D1B90-6326-450B-A1A7-D3309B5CAF50}" type="slidenum">
              <a:rPr lang="en-US" altLang="zh-CN" sz="1400" smtClean="0">
                <a:latin typeface="Times New Roman" panose="02020603050405020304" pitchFamily="18" charset="0"/>
                <a:ea typeface="宋体" panose="02010600030101010101" pitchFamily="2" charset="-122"/>
              </a:rPr>
              <a:pPr>
                <a:spcBef>
                  <a:spcPct val="0"/>
                </a:spcBef>
                <a:buFontTx/>
                <a:buNone/>
              </a:pPr>
              <a:t>124</a:t>
            </a:fld>
            <a:endParaRPr lang="en-US" altLang="zh-CN" sz="1400">
              <a:latin typeface="Times New Roman" panose="02020603050405020304" pitchFamily="18" charset="0"/>
              <a:ea typeface="宋体" panose="02010600030101010101" pitchFamily="2" charset="-122"/>
            </a:endParaRPr>
          </a:p>
        </p:txBody>
      </p:sp>
      <p:pic>
        <p:nvPicPr>
          <p:cNvPr id="130053" name="Picture 6" descr="C:\Program Files\Microsoft Office\MEDIA\CAGCAT10\j0293844.wmf">
            <a:extLst>
              <a:ext uri="{FF2B5EF4-FFF2-40B4-BE49-F238E27FC236}">
                <a16:creationId xmlns:a16="http://schemas.microsoft.com/office/drawing/2014/main" id="{423B4396-7479-427B-87EF-991E0E401F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5143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0054" name="Picture 5" descr="QQ截图20140128203113">
            <a:extLst>
              <a:ext uri="{FF2B5EF4-FFF2-40B4-BE49-F238E27FC236}">
                <a16:creationId xmlns:a16="http://schemas.microsoft.com/office/drawing/2014/main" id="{8142487A-FA18-4849-89B7-0D8ADF282A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1831975"/>
            <a:ext cx="7273925" cy="430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55" name="Text Box 2">
            <a:extLst>
              <a:ext uri="{FF2B5EF4-FFF2-40B4-BE49-F238E27FC236}">
                <a16:creationId xmlns:a16="http://schemas.microsoft.com/office/drawing/2014/main" id="{D7BFDC4F-44CF-4922-AA4F-50F46BFAAB29}"/>
              </a:ext>
            </a:extLst>
          </p:cNvPr>
          <p:cNvSpPr txBox="1">
            <a:spLocks noChangeArrowheads="1"/>
          </p:cNvSpPr>
          <p:nvPr/>
        </p:nvSpPr>
        <p:spPr bwMode="auto">
          <a:xfrm>
            <a:off x="1600200" y="620713"/>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反证法示例</a:t>
            </a:r>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日期占位符 3">
            <a:extLst>
              <a:ext uri="{FF2B5EF4-FFF2-40B4-BE49-F238E27FC236}">
                <a16:creationId xmlns:a16="http://schemas.microsoft.com/office/drawing/2014/main" id="{19E9CB56-829B-49D6-9B24-8769D36EAD0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0024AAA-2607-4DC8-AE45-90E82DAB199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1075" name="页脚占位符 4">
            <a:extLst>
              <a:ext uri="{FF2B5EF4-FFF2-40B4-BE49-F238E27FC236}">
                <a16:creationId xmlns:a16="http://schemas.microsoft.com/office/drawing/2014/main" id="{A444C96E-FBE3-4A66-95D3-082F41123F4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1076" name="灯片编号占位符 5">
            <a:extLst>
              <a:ext uri="{FF2B5EF4-FFF2-40B4-BE49-F238E27FC236}">
                <a16:creationId xmlns:a16="http://schemas.microsoft.com/office/drawing/2014/main" id="{9C6E4C48-D8E9-4258-9297-D721B16D6EA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CF51747-9150-4931-B86D-F8E9DC97545C}" type="slidenum">
              <a:rPr lang="en-US" altLang="zh-CN" sz="1400" smtClean="0">
                <a:latin typeface="Times New Roman" panose="02020603050405020304" pitchFamily="18" charset="0"/>
                <a:ea typeface="宋体" panose="02010600030101010101" pitchFamily="2" charset="-122"/>
              </a:rPr>
              <a:pPr>
                <a:spcBef>
                  <a:spcPct val="0"/>
                </a:spcBef>
                <a:buFontTx/>
                <a:buNone/>
              </a:pPr>
              <a:t>125</a:t>
            </a:fld>
            <a:endParaRPr lang="en-US" altLang="zh-CN" sz="1400">
              <a:latin typeface="Times New Roman" panose="02020603050405020304" pitchFamily="18" charset="0"/>
              <a:ea typeface="宋体" panose="02010600030101010101" pitchFamily="2" charset="-122"/>
            </a:endParaRPr>
          </a:p>
        </p:txBody>
      </p:sp>
      <p:pic>
        <p:nvPicPr>
          <p:cNvPr id="131077" name="Picture 6" descr="C:\Program Files\Microsoft Office\MEDIA\CAGCAT10\j0293844.wmf">
            <a:extLst>
              <a:ext uri="{FF2B5EF4-FFF2-40B4-BE49-F238E27FC236}">
                <a16:creationId xmlns:a16="http://schemas.microsoft.com/office/drawing/2014/main" id="{F1396A9D-BC0A-49B7-B101-96A10901E1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3688" y="514350"/>
            <a:ext cx="1195387" cy="125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8" name="Text Box 2">
            <a:extLst>
              <a:ext uri="{FF2B5EF4-FFF2-40B4-BE49-F238E27FC236}">
                <a16:creationId xmlns:a16="http://schemas.microsoft.com/office/drawing/2014/main" id="{7509D720-30C1-4F6E-BD76-EA79D6D0819B}"/>
              </a:ext>
            </a:extLst>
          </p:cNvPr>
          <p:cNvSpPr txBox="1">
            <a:spLocks noChangeArrowheads="1"/>
          </p:cNvSpPr>
          <p:nvPr/>
        </p:nvSpPr>
        <p:spPr bwMode="auto">
          <a:xfrm>
            <a:off x="1416050" y="51435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反证法示例</a:t>
            </a:r>
          </a:p>
        </p:txBody>
      </p:sp>
      <p:pic>
        <p:nvPicPr>
          <p:cNvPr id="131079" name="图片 1">
            <a:extLst>
              <a:ext uri="{FF2B5EF4-FFF2-40B4-BE49-F238E27FC236}">
                <a16:creationId xmlns:a16="http://schemas.microsoft.com/office/drawing/2014/main" id="{3401C350-5CB3-4B13-96C8-9DB00C2028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2725" y="1592263"/>
            <a:ext cx="6397625" cy="476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日期占位符 3">
            <a:extLst>
              <a:ext uri="{FF2B5EF4-FFF2-40B4-BE49-F238E27FC236}">
                <a16:creationId xmlns:a16="http://schemas.microsoft.com/office/drawing/2014/main" id="{1C0822B2-7515-4260-B4D7-6FEF45A6552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723AE48-51B3-4E04-8D1C-D3616941E87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2099" name="页脚占位符 4">
            <a:extLst>
              <a:ext uri="{FF2B5EF4-FFF2-40B4-BE49-F238E27FC236}">
                <a16:creationId xmlns:a16="http://schemas.microsoft.com/office/drawing/2014/main" id="{7570D19A-B2C6-4541-8B2D-2AF7E5800BF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2100" name="灯片编号占位符 5">
            <a:extLst>
              <a:ext uri="{FF2B5EF4-FFF2-40B4-BE49-F238E27FC236}">
                <a16:creationId xmlns:a16="http://schemas.microsoft.com/office/drawing/2014/main" id="{DB5FD9E5-1A06-4516-BAD1-0DF8ED64337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83ECD2C-EDFA-459E-AE8F-15A2F9AC7C4D}" type="slidenum">
              <a:rPr lang="en-US" altLang="zh-CN" sz="1400" smtClean="0">
                <a:latin typeface="Times New Roman" panose="02020603050405020304" pitchFamily="18" charset="0"/>
                <a:ea typeface="宋体" panose="02010600030101010101" pitchFamily="2" charset="-122"/>
              </a:rPr>
              <a:pPr>
                <a:spcBef>
                  <a:spcPct val="0"/>
                </a:spcBef>
                <a:buFontTx/>
                <a:buNone/>
              </a:pPr>
              <a:t>126</a:t>
            </a:fld>
            <a:endParaRPr lang="en-US" altLang="zh-CN" sz="1400">
              <a:latin typeface="Times New Roman" panose="02020603050405020304" pitchFamily="18" charset="0"/>
              <a:ea typeface="宋体" panose="02010600030101010101" pitchFamily="2" charset="-122"/>
            </a:endParaRPr>
          </a:p>
        </p:txBody>
      </p:sp>
      <p:pic>
        <p:nvPicPr>
          <p:cNvPr id="132101" name="Picture 6" descr="C:\Program Files\Microsoft Office\MEDIA\CAGCAT10\j0293844.wmf">
            <a:extLst>
              <a:ext uri="{FF2B5EF4-FFF2-40B4-BE49-F238E27FC236}">
                <a16:creationId xmlns:a16="http://schemas.microsoft.com/office/drawing/2014/main" id="{A025B022-504E-49A0-9FAB-88EA12C7DE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5143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2102" name="Picture 4" descr="QQ截图20140128203637">
            <a:extLst>
              <a:ext uri="{FF2B5EF4-FFF2-40B4-BE49-F238E27FC236}">
                <a16:creationId xmlns:a16="http://schemas.microsoft.com/office/drawing/2014/main" id="{44E5243B-AD6A-46DB-A9A9-51632CE7E9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1762125"/>
            <a:ext cx="5832475" cy="459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103" name="Text Box 2">
            <a:extLst>
              <a:ext uri="{FF2B5EF4-FFF2-40B4-BE49-F238E27FC236}">
                <a16:creationId xmlns:a16="http://schemas.microsoft.com/office/drawing/2014/main" id="{1BBB685B-6B94-46E7-A041-3573C3D9C43F}"/>
              </a:ext>
            </a:extLst>
          </p:cNvPr>
          <p:cNvSpPr txBox="1">
            <a:spLocks noChangeArrowheads="1"/>
          </p:cNvSpPr>
          <p:nvPr/>
        </p:nvSpPr>
        <p:spPr bwMode="auto">
          <a:xfrm>
            <a:off x="1533525" y="620713"/>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反证法示例</a:t>
            </a: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日期占位符 3">
            <a:extLst>
              <a:ext uri="{FF2B5EF4-FFF2-40B4-BE49-F238E27FC236}">
                <a16:creationId xmlns:a16="http://schemas.microsoft.com/office/drawing/2014/main" id="{B8E30827-BCD6-4914-BF3F-9ADEF30BB59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3740950-6B1A-479F-BDD6-1AE53B6A3E8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3123" name="页脚占位符 4">
            <a:extLst>
              <a:ext uri="{FF2B5EF4-FFF2-40B4-BE49-F238E27FC236}">
                <a16:creationId xmlns:a16="http://schemas.microsoft.com/office/drawing/2014/main" id="{64B61358-2242-4223-AF12-2C8D9CF8B0B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3124" name="灯片编号占位符 5">
            <a:extLst>
              <a:ext uri="{FF2B5EF4-FFF2-40B4-BE49-F238E27FC236}">
                <a16:creationId xmlns:a16="http://schemas.microsoft.com/office/drawing/2014/main" id="{706CCA04-CE2D-4BE6-8F9D-D1CBA2DAD35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91FE539-4AB9-4D07-9046-7326E3852053}" type="slidenum">
              <a:rPr lang="en-US" altLang="zh-CN" sz="1400" smtClean="0">
                <a:latin typeface="Times New Roman" panose="02020603050405020304" pitchFamily="18" charset="0"/>
                <a:ea typeface="宋体" panose="02010600030101010101" pitchFamily="2" charset="-122"/>
              </a:rPr>
              <a:pPr>
                <a:spcBef>
                  <a:spcPct val="0"/>
                </a:spcBef>
                <a:buFontTx/>
                <a:buNone/>
              </a:pPr>
              <a:t>127</a:t>
            </a:fld>
            <a:endParaRPr lang="en-US" altLang="zh-CN" sz="1400">
              <a:latin typeface="Times New Roman" panose="02020603050405020304" pitchFamily="18" charset="0"/>
              <a:ea typeface="宋体" panose="02010600030101010101" pitchFamily="2" charset="-122"/>
            </a:endParaRPr>
          </a:p>
        </p:txBody>
      </p:sp>
      <p:pic>
        <p:nvPicPr>
          <p:cNvPr id="133125" name="Picture 6" descr="C:\Program Files\Microsoft Office\MEDIA\CAGCAT10\j0293844.wmf">
            <a:extLst>
              <a:ext uri="{FF2B5EF4-FFF2-40B4-BE49-F238E27FC236}">
                <a16:creationId xmlns:a16="http://schemas.microsoft.com/office/drawing/2014/main" id="{270AB293-E50F-4BE0-B489-BB75305BBE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5143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6" name="Text Box 2">
            <a:extLst>
              <a:ext uri="{FF2B5EF4-FFF2-40B4-BE49-F238E27FC236}">
                <a16:creationId xmlns:a16="http://schemas.microsoft.com/office/drawing/2014/main" id="{E1BFD28C-8CC9-4CA9-A7C0-A17FECDC87DD}"/>
              </a:ext>
            </a:extLst>
          </p:cNvPr>
          <p:cNvSpPr txBox="1">
            <a:spLocks noChangeArrowheads="1"/>
          </p:cNvSpPr>
          <p:nvPr/>
        </p:nvSpPr>
        <p:spPr bwMode="auto">
          <a:xfrm>
            <a:off x="1533525" y="620713"/>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cs typeface="Arial" panose="020B0604020202020204" pitchFamily="34" charset="0"/>
              </a:rPr>
              <a:t> CP</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证法示例</a:t>
            </a:r>
          </a:p>
        </p:txBody>
      </p:sp>
      <p:pic>
        <p:nvPicPr>
          <p:cNvPr id="133127" name="图片 1">
            <a:extLst>
              <a:ext uri="{FF2B5EF4-FFF2-40B4-BE49-F238E27FC236}">
                <a16:creationId xmlns:a16="http://schemas.microsoft.com/office/drawing/2014/main" id="{34755D24-799C-4520-B38F-6F75FAEE0AE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674813"/>
            <a:ext cx="7745412" cy="474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日期占位符 3">
            <a:extLst>
              <a:ext uri="{FF2B5EF4-FFF2-40B4-BE49-F238E27FC236}">
                <a16:creationId xmlns:a16="http://schemas.microsoft.com/office/drawing/2014/main" id="{5C210753-65E6-4FD2-B6B8-282A62915B4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7FB2000A-8E2C-49B1-BCA3-892FA8EE774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4147" name="页脚占位符 4">
            <a:extLst>
              <a:ext uri="{FF2B5EF4-FFF2-40B4-BE49-F238E27FC236}">
                <a16:creationId xmlns:a16="http://schemas.microsoft.com/office/drawing/2014/main" id="{521CBD63-13E7-49B9-92A4-8D23D47951E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4148" name="灯片编号占位符 5">
            <a:extLst>
              <a:ext uri="{FF2B5EF4-FFF2-40B4-BE49-F238E27FC236}">
                <a16:creationId xmlns:a16="http://schemas.microsoft.com/office/drawing/2014/main" id="{6483AF8C-3B41-455E-8EBA-1C2B6213803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D11D73A-E75F-4EA8-9590-3FAB88387072}" type="slidenum">
              <a:rPr lang="en-US" altLang="zh-CN" sz="1400" smtClean="0">
                <a:latin typeface="Times New Roman" panose="02020603050405020304" pitchFamily="18" charset="0"/>
                <a:ea typeface="宋体" panose="02010600030101010101" pitchFamily="2" charset="-122"/>
              </a:rPr>
              <a:pPr>
                <a:spcBef>
                  <a:spcPct val="0"/>
                </a:spcBef>
                <a:buFontTx/>
                <a:buNone/>
              </a:pPr>
              <a:t>128</a:t>
            </a:fld>
            <a:endParaRPr lang="en-US" altLang="zh-CN" sz="1400">
              <a:latin typeface="Times New Roman" panose="02020603050405020304" pitchFamily="18" charset="0"/>
              <a:ea typeface="宋体" panose="02010600030101010101" pitchFamily="2" charset="-122"/>
            </a:endParaRPr>
          </a:p>
        </p:txBody>
      </p:sp>
      <p:sp>
        <p:nvSpPr>
          <p:cNvPr id="134149" name="Text Box 2">
            <a:extLst>
              <a:ext uri="{FF2B5EF4-FFF2-40B4-BE49-F238E27FC236}">
                <a16:creationId xmlns:a16="http://schemas.microsoft.com/office/drawing/2014/main" id="{47C8BAC2-2C7D-444E-9AFD-EC376DF595B5}"/>
              </a:ext>
            </a:extLst>
          </p:cNvPr>
          <p:cNvSpPr txBox="1">
            <a:spLocks noChangeArrowheads="1"/>
          </p:cNvSpPr>
          <p:nvPr/>
        </p:nvSpPr>
        <p:spPr bwMode="auto">
          <a:xfrm>
            <a:off x="1436688" y="692150"/>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en-US" altLang="zh-CN" sz="5400" b="1">
                <a:solidFill>
                  <a:schemeClr val="bg1"/>
                </a:solidFill>
                <a:latin typeface="宋体" panose="02010600030101010101" pitchFamily="2" charset="-122"/>
                <a:ea typeface="宋体" panose="02010600030101010101" pitchFamily="2" charset="-122"/>
                <a:cs typeface="Arial" panose="020B0604020202020204" pitchFamily="34" charset="0"/>
              </a:rPr>
              <a:t> CP</a:t>
            </a: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证法示例</a:t>
            </a:r>
          </a:p>
        </p:txBody>
      </p:sp>
      <p:pic>
        <p:nvPicPr>
          <p:cNvPr id="134150" name="Picture 6" descr="C:\Program Files\Microsoft Office\MEDIA\CAGCAT10\j0293844.wmf">
            <a:extLst>
              <a:ext uri="{FF2B5EF4-FFF2-40B4-BE49-F238E27FC236}">
                <a16:creationId xmlns:a16="http://schemas.microsoft.com/office/drawing/2014/main" id="{F248F42D-605C-4F2C-B2C3-895806FF9E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5143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4151" name="Picture 5" descr="QQ截图20140128204947">
            <a:extLst>
              <a:ext uri="{FF2B5EF4-FFF2-40B4-BE49-F238E27FC236}">
                <a16:creationId xmlns:a16="http://schemas.microsoft.com/office/drawing/2014/main" id="{1FA39952-7A93-468D-8934-9A0CADAA0A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773238"/>
            <a:ext cx="6624637" cy="460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日期占位符 3">
            <a:extLst>
              <a:ext uri="{FF2B5EF4-FFF2-40B4-BE49-F238E27FC236}">
                <a16:creationId xmlns:a16="http://schemas.microsoft.com/office/drawing/2014/main" id="{6B0F6941-1141-4703-B0F0-6442C28BB6B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4FA0591-6F83-4026-9B3E-9A978681785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5171" name="页脚占位符 4">
            <a:extLst>
              <a:ext uri="{FF2B5EF4-FFF2-40B4-BE49-F238E27FC236}">
                <a16:creationId xmlns:a16="http://schemas.microsoft.com/office/drawing/2014/main" id="{C0362A2D-09B7-4EEB-9B38-6269577D9BAB}"/>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5172" name="灯片编号占位符 5">
            <a:extLst>
              <a:ext uri="{FF2B5EF4-FFF2-40B4-BE49-F238E27FC236}">
                <a16:creationId xmlns:a16="http://schemas.microsoft.com/office/drawing/2014/main" id="{04FD487E-B666-4A39-A631-0888E52E9F1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EADA628-ADD5-408A-8EE5-3CB1938B1399}" type="slidenum">
              <a:rPr lang="en-US" altLang="zh-CN" sz="1400" smtClean="0">
                <a:latin typeface="Times New Roman" panose="02020603050405020304" pitchFamily="18" charset="0"/>
                <a:ea typeface="宋体" panose="02010600030101010101" pitchFamily="2" charset="-122"/>
              </a:rPr>
              <a:pPr>
                <a:spcBef>
                  <a:spcPct val="0"/>
                </a:spcBef>
                <a:buFontTx/>
                <a:buNone/>
              </a:pPr>
              <a:t>129</a:t>
            </a:fld>
            <a:endParaRPr lang="en-US" altLang="zh-CN" sz="1400">
              <a:latin typeface="Times New Roman" panose="02020603050405020304" pitchFamily="18" charset="0"/>
              <a:ea typeface="宋体" panose="02010600030101010101" pitchFamily="2" charset="-122"/>
            </a:endParaRPr>
          </a:p>
        </p:txBody>
      </p:sp>
      <p:sp>
        <p:nvSpPr>
          <p:cNvPr id="135173" name="Text Box 2">
            <a:extLst>
              <a:ext uri="{FF2B5EF4-FFF2-40B4-BE49-F238E27FC236}">
                <a16:creationId xmlns:a16="http://schemas.microsoft.com/office/drawing/2014/main" id="{BB0369F6-A79A-452C-8750-0BFEEC81A43B}"/>
              </a:ext>
            </a:extLst>
          </p:cNvPr>
          <p:cNvSpPr txBox="1">
            <a:spLocks noChangeArrowheads="1"/>
          </p:cNvSpPr>
          <p:nvPr/>
        </p:nvSpPr>
        <p:spPr bwMode="auto">
          <a:xfrm>
            <a:off x="1508125" y="785813"/>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几种证法的关系</a:t>
            </a:r>
          </a:p>
        </p:txBody>
      </p:sp>
      <p:pic>
        <p:nvPicPr>
          <p:cNvPr id="135174" name="Picture 6" descr="C:\Program Files\Microsoft Office\MEDIA\CAGCAT10\j0293844.wmf">
            <a:extLst>
              <a:ext uri="{FF2B5EF4-FFF2-40B4-BE49-F238E27FC236}">
                <a16:creationId xmlns:a16="http://schemas.microsoft.com/office/drawing/2014/main" id="{9BF08426-29A8-450E-808F-90E8B07D5D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5143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175" name="Picture 6" descr="QQ截图20140128205424">
            <a:extLst>
              <a:ext uri="{FF2B5EF4-FFF2-40B4-BE49-F238E27FC236}">
                <a16:creationId xmlns:a16="http://schemas.microsoft.com/office/drawing/2014/main" id="{CE983353-3EAC-4BE1-8626-4FA3C6C9EC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2276475"/>
            <a:ext cx="7848600" cy="315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日期占位符 3">
            <a:extLst>
              <a:ext uri="{FF2B5EF4-FFF2-40B4-BE49-F238E27FC236}">
                <a16:creationId xmlns:a16="http://schemas.microsoft.com/office/drawing/2014/main" id="{F46981C9-1D49-41F3-8B47-43FE72210A3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6D7155E-D04A-4204-9F3F-59885DA66BB5}"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6195" name="页脚占位符 4">
            <a:extLst>
              <a:ext uri="{FF2B5EF4-FFF2-40B4-BE49-F238E27FC236}">
                <a16:creationId xmlns:a16="http://schemas.microsoft.com/office/drawing/2014/main" id="{A08E60EB-DBEC-4E58-9B26-7E51552D6E5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6196" name="灯片编号占位符 5">
            <a:extLst>
              <a:ext uri="{FF2B5EF4-FFF2-40B4-BE49-F238E27FC236}">
                <a16:creationId xmlns:a16="http://schemas.microsoft.com/office/drawing/2014/main" id="{D479C013-5020-4A38-89E2-530ACCE510D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E36D266-880A-494E-B97F-52EE8C851A78}" type="slidenum">
              <a:rPr lang="en-US" altLang="zh-CN" sz="1400" smtClean="0">
                <a:latin typeface="Times New Roman" panose="02020603050405020304" pitchFamily="18" charset="0"/>
                <a:ea typeface="宋体" panose="02010600030101010101" pitchFamily="2" charset="-122"/>
              </a:rPr>
              <a:pPr>
                <a:spcBef>
                  <a:spcPct val="0"/>
                </a:spcBef>
                <a:buFontTx/>
                <a:buNone/>
              </a:pPr>
              <a:t>130</a:t>
            </a:fld>
            <a:endParaRPr lang="en-US" altLang="zh-CN" sz="1400">
              <a:latin typeface="Times New Roman" panose="02020603050405020304" pitchFamily="18" charset="0"/>
              <a:ea typeface="宋体" panose="02010600030101010101" pitchFamily="2" charset="-122"/>
            </a:endParaRPr>
          </a:p>
        </p:txBody>
      </p:sp>
      <p:sp>
        <p:nvSpPr>
          <p:cNvPr id="136197" name="Text Box 2">
            <a:extLst>
              <a:ext uri="{FF2B5EF4-FFF2-40B4-BE49-F238E27FC236}">
                <a16:creationId xmlns:a16="http://schemas.microsoft.com/office/drawing/2014/main" id="{46414C28-5C68-4B34-A951-6B766EB31C35}"/>
              </a:ext>
            </a:extLst>
          </p:cNvPr>
          <p:cNvSpPr txBox="1">
            <a:spLocks noChangeArrowheads="1"/>
          </p:cNvSpPr>
          <p:nvPr/>
        </p:nvSpPr>
        <p:spPr bwMode="auto">
          <a:xfrm>
            <a:off x="1455738" y="620713"/>
            <a:ext cx="594360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多种证法示例</a:t>
            </a:r>
          </a:p>
        </p:txBody>
      </p:sp>
      <p:pic>
        <p:nvPicPr>
          <p:cNvPr id="136198" name="Picture 6" descr="C:\Program Files\Microsoft Office\MEDIA\CAGCAT10\j0293844.wmf">
            <a:extLst>
              <a:ext uri="{FF2B5EF4-FFF2-40B4-BE49-F238E27FC236}">
                <a16:creationId xmlns:a16="http://schemas.microsoft.com/office/drawing/2014/main" id="{B6738F20-213E-4524-A06E-747C080D94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5143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6199" name="Picture 8" descr="QQ截图20140128162617">
            <a:extLst>
              <a:ext uri="{FF2B5EF4-FFF2-40B4-BE49-F238E27FC236}">
                <a16:creationId xmlns:a16="http://schemas.microsoft.com/office/drawing/2014/main" id="{83AFFCCB-0CD4-488A-985C-0C46A939D7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1816100"/>
            <a:ext cx="6480175"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日期占位符 3">
            <a:extLst>
              <a:ext uri="{FF2B5EF4-FFF2-40B4-BE49-F238E27FC236}">
                <a16:creationId xmlns:a16="http://schemas.microsoft.com/office/drawing/2014/main" id="{E0BB14E4-2E56-4415-AB3F-E0DC88755B6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D0A0C23-F114-4A17-84B6-AF7FEBCEB09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7219" name="页脚占位符 4">
            <a:extLst>
              <a:ext uri="{FF2B5EF4-FFF2-40B4-BE49-F238E27FC236}">
                <a16:creationId xmlns:a16="http://schemas.microsoft.com/office/drawing/2014/main" id="{9A43C7D5-4F3E-4573-A066-897259BBCB5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7220" name="灯片编号占位符 5">
            <a:extLst>
              <a:ext uri="{FF2B5EF4-FFF2-40B4-BE49-F238E27FC236}">
                <a16:creationId xmlns:a16="http://schemas.microsoft.com/office/drawing/2014/main" id="{EC14BA90-F5B7-4368-8727-E1A6271A6C0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77BE8D6-BC87-4903-BD29-8427D41C79AA}" type="slidenum">
              <a:rPr lang="en-US" altLang="zh-CN" sz="1400" smtClean="0">
                <a:latin typeface="Times New Roman" panose="02020603050405020304" pitchFamily="18" charset="0"/>
                <a:ea typeface="宋体" panose="02010600030101010101" pitchFamily="2" charset="-122"/>
              </a:rPr>
              <a:pPr>
                <a:spcBef>
                  <a:spcPct val="0"/>
                </a:spcBef>
                <a:buFontTx/>
                <a:buNone/>
              </a:pPr>
              <a:t>131</a:t>
            </a:fld>
            <a:endParaRPr lang="en-US" altLang="zh-CN" sz="1400">
              <a:latin typeface="Times New Roman" panose="02020603050405020304" pitchFamily="18" charset="0"/>
              <a:ea typeface="宋体" panose="02010600030101010101" pitchFamily="2" charset="-122"/>
            </a:endParaRPr>
          </a:p>
        </p:txBody>
      </p:sp>
      <p:pic>
        <p:nvPicPr>
          <p:cNvPr id="137221" name="Picture 6" descr="C:\Program Files\Microsoft Office\MEDIA\CAGCAT10\j0293844.wmf">
            <a:extLst>
              <a:ext uri="{FF2B5EF4-FFF2-40B4-BE49-F238E27FC236}">
                <a16:creationId xmlns:a16="http://schemas.microsoft.com/office/drawing/2014/main" id="{2503BBEF-8F79-4688-8187-160E5AA564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5143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2" name="Picture 4" descr="QQ截图20140128162755">
            <a:extLst>
              <a:ext uri="{FF2B5EF4-FFF2-40B4-BE49-F238E27FC236}">
                <a16:creationId xmlns:a16="http://schemas.microsoft.com/office/drawing/2014/main" id="{B7E202CB-488C-4494-92C4-458ECF0B7B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844675"/>
            <a:ext cx="6192837" cy="446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23" name="Text Box 2">
            <a:extLst>
              <a:ext uri="{FF2B5EF4-FFF2-40B4-BE49-F238E27FC236}">
                <a16:creationId xmlns:a16="http://schemas.microsoft.com/office/drawing/2014/main" id="{0EC46CD5-50E0-4824-9FC5-0D1C62B7F3C1}"/>
              </a:ext>
            </a:extLst>
          </p:cNvPr>
          <p:cNvSpPr txBox="1">
            <a:spLocks noChangeArrowheads="1"/>
          </p:cNvSpPr>
          <p:nvPr/>
        </p:nvSpPr>
        <p:spPr bwMode="auto">
          <a:xfrm>
            <a:off x="1455738" y="620713"/>
            <a:ext cx="594360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多种证法示例</a:t>
            </a:r>
          </a:p>
        </p:txBody>
      </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日期占位符 3">
            <a:extLst>
              <a:ext uri="{FF2B5EF4-FFF2-40B4-BE49-F238E27FC236}">
                <a16:creationId xmlns:a16="http://schemas.microsoft.com/office/drawing/2014/main" id="{EEDE2D55-F6CB-4532-8158-9D836C728C59}"/>
              </a:ext>
            </a:extLst>
          </p:cNvPr>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fld id="{136F3C86-FE76-4686-AF9F-9DEB00AFAFC0}" type="datetime1">
              <a:rPr kumimoji="0" lang="zh-CN" altLang="en-US" sz="1400" b="1">
                <a:solidFill>
                  <a:srgbClr val="FF0000"/>
                </a:solidFill>
                <a:latin typeface="黑体" panose="02010609060101010101" pitchFamily="49" charset="-122"/>
              </a:rPr>
              <a:pPr eaLnBrk="1" hangingPunct="1">
                <a:spcBef>
                  <a:spcPct val="0"/>
                </a:spcBef>
                <a:buFontTx/>
                <a:buNone/>
              </a:pPr>
              <a:t>2020/9/7</a:t>
            </a:fld>
            <a:endParaRPr kumimoji="0" lang="en-US" altLang="zh-CN" sz="1400" b="1">
              <a:solidFill>
                <a:srgbClr val="FF0000"/>
              </a:solidFill>
              <a:latin typeface="黑体" panose="02010609060101010101" pitchFamily="49" charset="-122"/>
            </a:endParaRPr>
          </a:p>
        </p:txBody>
      </p:sp>
      <p:sp>
        <p:nvSpPr>
          <p:cNvPr id="138243" name="Text Box 2">
            <a:extLst>
              <a:ext uri="{FF2B5EF4-FFF2-40B4-BE49-F238E27FC236}">
                <a16:creationId xmlns:a16="http://schemas.microsoft.com/office/drawing/2014/main" id="{2CC051C4-0CAB-4C00-BEC5-9355665A0D9B}"/>
              </a:ext>
            </a:extLst>
          </p:cNvPr>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Clr>
                <a:schemeClr val="bg1"/>
              </a:buClr>
              <a:buSzPts val="5400"/>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rPr>
              <a:t> 本章学习内容</a:t>
            </a:r>
            <a:r>
              <a:rPr lang="en-US" altLang="zh-CN" sz="5400" b="1">
                <a:solidFill>
                  <a:schemeClr val="bg1"/>
                </a:solidFill>
                <a:latin typeface="宋体" panose="02010600030101010101" pitchFamily="2" charset="-122"/>
                <a:ea typeface="宋体" panose="02010600030101010101" pitchFamily="2" charset="-122"/>
              </a:rPr>
              <a:t>(</a:t>
            </a:r>
            <a:r>
              <a:rPr lang="zh-CN" altLang="en-US" sz="5400" b="1">
                <a:solidFill>
                  <a:schemeClr val="bg1"/>
                </a:solidFill>
                <a:latin typeface="宋体" panose="02010600030101010101" pitchFamily="2" charset="-122"/>
                <a:ea typeface="宋体" panose="02010600030101010101" pitchFamily="2" charset="-122"/>
              </a:rPr>
              <a:t>下</a:t>
            </a:r>
            <a:r>
              <a:rPr lang="en-US" altLang="zh-CN" sz="5400" b="1">
                <a:solidFill>
                  <a:schemeClr val="bg1"/>
                </a:solidFill>
                <a:latin typeface="宋体" panose="02010600030101010101" pitchFamily="2" charset="-122"/>
                <a:ea typeface="宋体" panose="02010600030101010101" pitchFamily="2" charset="-122"/>
              </a:rPr>
              <a:t>)</a:t>
            </a:r>
            <a:endParaRPr lang="en-US" altLang="zh-CN" sz="2800">
              <a:latin typeface="Times New Roman" panose="02020603050405020304" pitchFamily="18" charset="0"/>
              <a:ea typeface="宋体" panose="02010600030101010101" pitchFamily="2" charset="-122"/>
            </a:endParaRPr>
          </a:p>
        </p:txBody>
      </p:sp>
      <p:grpSp>
        <p:nvGrpSpPr>
          <p:cNvPr id="138244" name="组合 2">
            <a:extLst>
              <a:ext uri="{FF2B5EF4-FFF2-40B4-BE49-F238E27FC236}">
                <a16:creationId xmlns:a16="http://schemas.microsoft.com/office/drawing/2014/main" id="{DC7C7CFC-76CA-4D32-A81A-59FBBD0601E9}"/>
              </a:ext>
            </a:extLst>
          </p:cNvPr>
          <p:cNvGrpSpPr>
            <a:grpSpLocks/>
          </p:cNvGrpSpPr>
          <p:nvPr/>
        </p:nvGrpSpPr>
        <p:grpSpPr bwMode="auto">
          <a:xfrm>
            <a:off x="2389188" y="2349500"/>
            <a:ext cx="4756150" cy="3184525"/>
            <a:chOff x="2389958" y="2348880"/>
            <a:chExt cx="4754840" cy="3184597"/>
          </a:xfrm>
        </p:grpSpPr>
        <p:sp>
          <p:nvSpPr>
            <p:cNvPr id="1170446" name="AutoShape 14">
              <a:extLst>
                <a:ext uri="{FF2B5EF4-FFF2-40B4-BE49-F238E27FC236}">
                  <a16:creationId xmlns:a16="http://schemas.microsoft.com/office/drawing/2014/main" id="{21C4E9C5-9631-4AAC-BBAF-34AACFDAA6C2}"/>
                </a:ext>
              </a:extLst>
            </p:cNvPr>
            <p:cNvSpPr>
              <a:spLocks noChangeArrowheads="1"/>
            </p:cNvSpPr>
            <p:nvPr/>
          </p:nvSpPr>
          <p:spPr bwMode="gray">
            <a:xfrm>
              <a:off x="2794659" y="2479058"/>
              <a:ext cx="4343791" cy="590563"/>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138246" name="AutoShape 15">
              <a:extLst>
                <a:ext uri="{FF2B5EF4-FFF2-40B4-BE49-F238E27FC236}">
                  <a16:creationId xmlns:a16="http://schemas.microsoft.com/office/drawing/2014/main" id="{39E5339F-74A8-4BF5-93DD-724A0A5F0C2B}"/>
                </a:ext>
              </a:extLst>
            </p:cNvPr>
            <p:cNvSpPr>
              <a:spLocks noChangeArrowheads="1"/>
            </p:cNvSpPr>
            <p:nvPr/>
          </p:nvSpPr>
          <p:spPr bwMode="gray">
            <a:xfrm>
              <a:off x="2411760" y="2348880"/>
              <a:ext cx="685800" cy="881062"/>
            </a:xfrm>
            <a:prstGeom prst="diamond">
              <a:avLst/>
            </a:prstGeom>
            <a:solidFill>
              <a:schemeClr val="fo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170441" name="AutoShape 9">
              <a:extLst>
                <a:ext uri="{FF2B5EF4-FFF2-40B4-BE49-F238E27FC236}">
                  <a16:creationId xmlns:a16="http://schemas.microsoft.com/office/drawing/2014/main" id="{25D7EC48-5083-4330-939F-AA19AE3AE061}"/>
                </a:ext>
              </a:extLst>
            </p:cNvPr>
            <p:cNvSpPr>
              <a:spLocks noChangeArrowheads="1"/>
            </p:cNvSpPr>
            <p:nvPr/>
          </p:nvSpPr>
          <p:spPr bwMode="gray">
            <a:xfrm>
              <a:off x="2801007" y="3710986"/>
              <a:ext cx="4343791" cy="601677"/>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p:spPr>
          <p:txBody>
            <a:bodyPr wrap="none" anchor="ctr"/>
            <a:lstStyle/>
            <a:p>
              <a:pPr eaLnBrk="1" hangingPunct="1">
                <a:defRPr/>
              </a:pPr>
              <a:endParaRPr kumimoji="0" lang="zh-CN" altLang="en-US" sz="3200">
                <a:solidFill>
                  <a:srgbClr val="FF0000"/>
                </a:solidFill>
                <a:latin typeface="黑体" pitchFamily="2" charset="-122"/>
                <a:ea typeface="黑体" pitchFamily="2" charset="-122"/>
              </a:endParaRPr>
            </a:p>
          </p:txBody>
        </p:sp>
        <p:sp>
          <p:nvSpPr>
            <p:cNvPr id="138248" name="AutoShape 10">
              <a:extLst>
                <a:ext uri="{FF2B5EF4-FFF2-40B4-BE49-F238E27FC236}">
                  <a16:creationId xmlns:a16="http://schemas.microsoft.com/office/drawing/2014/main" id="{B4F5CFA1-E012-4330-B79F-688CC1BE1183}"/>
                </a:ext>
              </a:extLst>
            </p:cNvPr>
            <p:cNvSpPr>
              <a:spLocks noChangeArrowheads="1"/>
            </p:cNvSpPr>
            <p:nvPr/>
          </p:nvSpPr>
          <p:spPr bwMode="gray">
            <a:xfrm>
              <a:off x="2412461" y="3506272"/>
              <a:ext cx="685800" cy="901700"/>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38249" name="Text Box 11">
              <a:extLst>
                <a:ext uri="{FF2B5EF4-FFF2-40B4-BE49-F238E27FC236}">
                  <a16:creationId xmlns:a16="http://schemas.microsoft.com/office/drawing/2014/main" id="{B8DF9D33-1610-4C22-A79F-87F021EA0032}"/>
                </a:ext>
              </a:extLst>
            </p:cNvPr>
            <p:cNvSpPr txBox="1">
              <a:spLocks noChangeArrowheads="1"/>
            </p:cNvSpPr>
            <p:nvPr/>
          </p:nvSpPr>
          <p:spPr bwMode="gray">
            <a:xfrm>
              <a:off x="3043585" y="2529855"/>
              <a:ext cx="3429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rPr>
                <a:t>   </a:t>
              </a:r>
              <a:r>
                <a:rPr kumimoji="0" lang="zh-CN" altLang="en-US" sz="2800" b="1">
                  <a:latin typeface="黑体" panose="02010609060101010101" pitchFamily="49" charset="-122"/>
                  <a:ea typeface="黑体" panose="02010609060101010101" pitchFamily="49" charset="-122"/>
                </a:rPr>
                <a:t>命题公式的范式</a:t>
              </a:r>
            </a:p>
          </p:txBody>
        </p:sp>
        <p:sp>
          <p:nvSpPr>
            <p:cNvPr id="138250" name="Text Box 12">
              <a:extLst>
                <a:ext uri="{FF2B5EF4-FFF2-40B4-BE49-F238E27FC236}">
                  <a16:creationId xmlns:a16="http://schemas.microsoft.com/office/drawing/2014/main" id="{40D7AC90-1D80-4D04-A6C6-12F8B6242526}"/>
                </a:ext>
              </a:extLst>
            </p:cNvPr>
            <p:cNvSpPr txBox="1">
              <a:spLocks noChangeArrowheads="1"/>
            </p:cNvSpPr>
            <p:nvPr/>
          </p:nvSpPr>
          <p:spPr bwMode="gray">
            <a:xfrm>
              <a:off x="2553047" y="2467942"/>
              <a:ext cx="3651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4</a:t>
              </a:r>
            </a:p>
          </p:txBody>
        </p:sp>
        <p:sp>
          <p:nvSpPr>
            <p:cNvPr id="138251" name="AutoShape 19">
              <a:extLst>
                <a:ext uri="{FF2B5EF4-FFF2-40B4-BE49-F238E27FC236}">
                  <a16:creationId xmlns:a16="http://schemas.microsoft.com/office/drawing/2014/main" id="{5D56DA9E-2F97-4458-97FC-0546FF3A149E}"/>
                </a:ext>
              </a:extLst>
            </p:cNvPr>
            <p:cNvSpPr>
              <a:spLocks noChangeArrowheads="1"/>
            </p:cNvSpPr>
            <p:nvPr/>
          </p:nvSpPr>
          <p:spPr bwMode="gray">
            <a:xfrm>
              <a:off x="2732858" y="4765127"/>
              <a:ext cx="4343400" cy="588962"/>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38252" name="AutoShape 20">
              <a:extLst>
                <a:ext uri="{FF2B5EF4-FFF2-40B4-BE49-F238E27FC236}">
                  <a16:creationId xmlns:a16="http://schemas.microsoft.com/office/drawing/2014/main" id="{592CB0C8-28EC-4A17-9D4A-99585722397C}"/>
                </a:ext>
              </a:extLst>
            </p:cNvPr>
            <p:cNvSpPr>
              <a:spLocks noChangeArrowheads="1"/>
            </p:cNvSpPr>
            <p:nvPr/>
          </p:nvSpPr>
          <p:spPr bwMode="gray">
            <a:xfrm>
              <a:off x="2389958" y="4650827"/>
              <a:ext cx="685800" cy="882650"/>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kumimoji="0" lang="zh-CN" altLang="en-US" sz="3200">
                <a:solidFill>
                  <a:srgbClr val="FF0000"/>
                </a:solidFill>
                <a:latin typeface="黑体" panose="02010609060101010101" pitchFamily="49" charset="-122"/>
              </a:endParaRPr>
            </a:p>
          </p:txBody>
        </p:sp>
        <p:sp>
          <p:nvSpPr>
            <p:cNvPr id="138253" name="Text Box 17">
              <a:extLst>
                <a:ext uri="{FF2B5EF4-FFF2-40B4-BE49-F238E27FC236}">
                  <a16:creationId xmlns:a16="http://schemas.microsoft.com/office/drawing/2014/main" id="{0E6417BE-CE35-400A-A2EB-10E3411D5F69}"/>
                </a:ext>
              </a:extLst>
            </p:cNvPr>
            <p:cNvSpPr txBox="1">
              <a:spLocks noChangeArrowheads="1"/>
            </p:cNvSpPr>
            <p:nvPr/>
          </p:nvSpPr>
          <p:spPr bwMode="gray">
            <a:xfrm>
              <a:off x="2596611" y="3628510"/>
              <a:ext cx="36512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5</a:t>
              </a:r>
            </a:p>
          </p:txBody>
        </p:sp>
        <p:sp>
          <p:nvSpPr>
            <p:cNvPr id="138254" name="Text Box 16">
              <a:extLst>
                <a:ext uri="{FF2B5EF4-FFF2-40B4-BE49-F238E27FC236}">
                  <a16:creationId xmlns:a16="http://schemas.microsoft.com/office/drawing/2014/main" id="{DB323122-6278-4D18-855B-6A8A605FC3B5}"/>
                </a:ext>
              </a:extLst>
            </p:cNvPr>
            <p:cNvSpPr txBox="1">
              <a:spLocks noChangeArrowheads="1"/>
            </p:cNvSpPr>
            <p:nvPr/>
          </p:nvSpPr>
          <p:spPr bwMode="gray">
            <a:xfrm>
              <a:off x="2983961" y="3714235"/>
              <a:ext cx="39274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rPr>
                <a:t> </a:t>
              </a:r>
              <a:r>
                <a:rPr kumimoji="0" lang="zh-CN" altLang="en-US" sz="2800" b="1">
                  <a:latin typeface="黑体" panose="02010609060101010101" pitchFamily="49" charset="-122"/>
                  <a:ea typeface="黑体" panose="02010609060101010101" pitchFamily="49" charset="-122"/>
                </a:rPr>
                <a:t>命题的演绎推理</a:t>
              </a:r>
              <a:endParaRPr kumimoji="0" lang="en-US" altLang="zh-CN" sz="2800" b="1">
                <a:latin typeface="黑体" panose="02010609060101010101" pitchFamily="49" charset="-122"/>
                <a:ea typeface="黑体" panose="02010609060101010101" pitchFamily="49" charset="-122"/>
              </a:endParaRPr>
            </a:p>
          </p:txBody>
        </p:sp>
        <p:sp>
          <p:nvSpPr>
            <p:cNvPr id="138255" name="Text Box 16">
              <a:extLst>
                <a:ext uri="{FF2B5EF4-FFF2-40B4-BE49-F238E27FC236}">
                  <a16:creationId xmlns:a16="http://schemas.microsoft.com/office/drawing/2014/main" id="{9650040A-423F-4D40-8990-D6CBEF419E60}"/>
                </a:ext>
              </a:extLst>
            </p:cNvPr>
            <p:cNvSpPr txBox="1">
              <a:spLocks noChangeArrowheads="1"/>
            </p:cNvSpPr>
            <p:nvPr/>
          </p:nvSpPr>
          <p:spPr bwMode="gray">
            <a:xfrm>
              <a:off x="2772199" y="4773685"/>
              <a:ext cx="39274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zh-CN" altLang="en-US" sz="2800" b="1">
                  <a:latin typeface="黑体" panose="02010609060101010101" pitchFamily="49" charset="-122"/>
                </a:rPr>
                <a:t>   </a:t>
              </a:r>
              <a:r>
                <a:rPr kumimoji="0" lang="zh-CN" altLang="en-US" sz="2800" b="1">
                  <a:latin typeface="黑体" panose="02010609060101010101" pitchFamily="49" charset="-122"/>
                  <a:ea typeface="黑体" panose="02010609060101010101" pitchFamily="49" charset="-122"/>
                </a:rPr>
                <a:t>命题逻辑的应用</a:t>
              </a:r>
              <a:endParaRPr kumimoji="0" lang="en-US" altLang="zh-CN" sz="2800" b="1">
                <a:latin typeface="黑体" panose="02010609060101010101" pitchFamily="49" charset="-122"/>
                <a:ea typeface="黑体" panose="02010609060101010101" pitchFamily="49" charset="-122"/>
              </a:endParaRPr>
            </a:p>
          </p:txBody>
        </p:sp>
        <p:sp>
          <p:nvSpPr>
            <p:cNvPr id="138256" name="Text Box 12">
              <a:extLst>
                <a:ext uri="{FF2B5EF4-FFF2-40B4-BE49-F238E27FC236}">
                  <a16:creationId xmlns:a16="http://schemas.microsoft.com/office/drawing/2014/main" id="{57AAFA9B-9421-4341-BAB5-71AB15C3133A}"/>
                </a:ext>
              </a:extLst>
            </p:cNvPr>
            <p:cNvSpPr txBox="1">
              <a:spLocks noChangeArrowheads="1"/>
            </p:cNvSpPr>
            <p:nvPr/>
          </p:nvSpPr>
          <p:spPr bwMode="gray">
            <a:xfrm>
              <a:off x="2527495" y="4787998"/>
              <a:ext cx="366712"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a:spcBef>
                  <a:spcPct val="0"/>
                </a:spcBef>
                <a:buFontTx/>
                <a:buNone/>
              </a:pPr>
              <a:r>
                <a:rPr kumimoji="0" lang="en-US" altLang="zh-CN" sz="2800" b="1">
                  <a:solidFill>
                    <a:schemeClr val="bg1"/>
                  </a:solidFill>
                  <a:latin typeface="黑体" panose="02010609060101010101" pitchFamily="49" charset="-122"/>
                </a:rPr>
                <a:t>6</a:t>
              </a:r>
            </a:p>
          </p:txBody>
        </p:sp>
      </p:gr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日期占位符 3">
            <a:extLst>
              <a:ext uri="{FF2B5EF4-FFF2-40B4-BE49-F238E27FC236}">
                <a16:creationId xmlns:a16="http://schemas.microsoft.com/office/drawing/2014/main" id="{28796F81-1026-46A9-8288-55EEEA99080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BA16722-BB95-478B-B22B-E07F0A93E0DB}"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39267" name="页脚占位符 4">
            <a:extLst>
              <a:ext uri="{FF2B5EF4-FFF2-40B4-BE49-F238E27FC236}">
                <a16:creationId xmlns:a16="http://schemas.microsoft.com/office/drawing/2014/main" id="{AE904BD1-F5D3-4D1E-82BC-D888456C47A5}"/>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39268" name="灯片编号占位符 5">
            <a:extLst>
              <a:ext uri="{FF2B5EF4-FFF2-40B4-BE49-F238E27FC236}">
                <a16:creationId xmlns:a16="http://schemas.microsoft.com/office/drawing/2014/main" id="{704A164E-2CE3-4DA7-A40A-627E7407D53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5864A6A-F34D-4CE4-A452-43FD22C8AE5E}" type="slidenum">
              <a:rPr lang="en-US" altLang="zh-CN" sz="1400" smtClean="0">
                <a:latin typeface="Times New Roman" panose="02020603050405020304" pitchFamily="18" charset="0"/>
                <a:ea typeface="宋体" panose="02010600030101010101" pitchFamily="2" charset="-122"/>
              </a:rPr>
              <a:pPr>
                <a:spcBef>
                  <a:spcPct val="0"/>
                </a:spcBef>
                <a:buFontTx/>
                <a:buNone/>
              </a:pPr>
              <a:t>133</a:t>
            </a:fld>
            <a:endParaRPr lang="en-US" altLang="zh-CN" sz="1400">
              <a:latin typeface="Times New Roman" panose="02020603050405020304" pitchFamily="18" charset="0"/>
              <a:ea typeface="宋体" panose="02010600030101010101" pitchFamily="2" charset="-122"/>
            </a:endParaRPr>
          </a:p>
        </p:txBody>
      </p:sp>
      <p:sp>
        <p:nvSpPr>
          <p:cNvPr id="41989" name="Rectangle 2">
            <a:extLst>
              <a:ext uri="{FF2B5EF4-FFF2-40B4-BE49-F238E27FC236}">
                <a16:creationId xmlns:a16="http://schemas.microsoft.com/office/drawing/2014/main" id="{40EF7E2C-D888-4E87-8C35-CCE12DE21F99}"/>
              </a:ext>
            </a:extLst>
          </p:cNvPr>
          <p:cNvSpPr>
            <a:spLocks noGrp="1" noChangeArrowheads="1"/>
          </p:cNvSpPr>
          <p:nvPr>
            <p:ph type="ctrTitle"/>
          </p:nvPr>
        </p:nvSpPr>
        <p:spPr>
          <a:xfrm>
            <a:off x="1190625" y="2565400"/>
            <a:ext cx="7197725" cy="1439863"/>
          </a:xfrm>
          <a:solidFill>
            <a:srgbClr val="0000FF"/>
          </a:solidFill>
        </p:spPr>
        <p:txBody>
          <a:bodyPr anchor="ctr"/>
          <a:lstStyle/>
          <a:p>
            <a:pPr>
              <a:defRPr/>
            </a:pPr>
            <a:r>
              <a:rPr kumimoji="0" lang="zh-CN" altLang="en-US" sz="6600" dirty="0">
                <a:solidFill>
                  <a:schemeClr val="accent3"/>
                </a:solidFill>
                <a:latin typeface="黑体" panose="02010609060101010101" pitchFamily="49" charset="-122"/>
                <a:ea typeface="黑体" panose="02010609060101010101" pitchFamily="49" charset="-122"/>
              </a:rPr>
              <a:t>命题逻辑的应用</a:t>
            </a:r>
            <a:endParaRPr kumimoji="0" lang="en-US" altLang="zh-CN" sz="6600" dirty="0">
              <a:solidFill>
                <a:schemeClr val="accent3"/>
              </a:solidFill>
              <a:latin typeface="黑体" panose="02010609060101010101" pitchFamily="49" charset="-122"/>
              <a:ea typeface="黑体" panose="02010609060101010101" pitchFamily="49" charset="-122"/>
            </a:endParaRPr>
          </a:p>
        </p:txBody>
      </p:sp>
      <p:pic>
        <p:nvPicPr>
          <p:cNvPr id="139270" name="Picture 7" descr="C:\Program Files\Microsoft Office\MEDIA\CAGCAT10\j0292982.wmf">
            <a:extLst>
              <a:ext uri="{FF2B5EF4-FFF2-40B4-BE49-F238E27FC236}">
                <a16:creationId xmlns:a16="http://schemas.microsoft.com/office/drawing/2014/main" id="{3634B9BF-61EF-4EC0-BD88-7A43499603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3">
            <a:extLst>
              <a:ext uri="{FF2B5EF4-FFF2-40B4-BE49-F238E27FC236}">
                <a16:creationId xmlns:a16="http://schemas.microsoft.com/office/drawing/2014/main" id="{029D7EE9-016E-4663-BD0E-07C1918FB00E}"/>
              </a:ext>
            </a:extLst>
          </p:cNvPr>
          <p:cNvSpPr>
            <a:spLocks noGrp="1" noChangeArrowheads="1"/>
          </p:cNvSpPr>
          <p:nvPr>
            <p:ph type="body" sz="half" idx="1"/>
          </p:nvPr>
        </p:nvSpPr>
        <p:spPr>
          <a:xfrm>
            <a:off x="2195513" y="2420938"/>
            <a:ext cx="5183187" cy="3024187"/>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a:lnSpc>
                <a:spcPct val="150000"/>
              </a:lnSpc>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刑侦推断问题</a:t>
            </a:r>
          </a:p>
          <a:p>
            <a:pPr>
              <a:lnSpc>
                <a:spcPct val="150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逻辑电路设计</a:t>
            </a:r>
            <a:endParaRPr lang="en-US" altLang="zh-CN" sz="3600" b="1">
              <a:effectLst/>
              <a:latin typeface="黑体" panose="02010609060101010101" pitchFamily="49" charset="-122"/>
              <a:ea typeface="黑体" panose="02010609060101010101" pitchFamily="49" charset="-122"/>
            </a:endParaRPr>
          </a:p>
          <a:p>
            <a:pPr>
              <a:lnSpc>
                <a:spcPct val="150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加法器电路设计</a:t>
            </a:r>
            <a:endParaRPr lang="en-US" altLang="zh-CN" sz="3600" b="1">
              <a:effectLst/>
              <a:latin typeface="黑体" panose="02010609060101010101" pitchFamily="49" charset="-122"/>
              <a:ea typeface="黑体" panose="02010609060101010101" pitchFamily="49" charset="-122"/>
            </a:endParaRPr>
          </a:p>
        </p:txBody>
      </p:sp>
      <p:pic>
        <p:nvPicPr>
          <p:cNvPr id="140291" name="Picture 6" descr="C:\Program Files\Microsoft Office\MEDIA\CAGCAT10\j0293844.wmf">
            <a:extLst>
              <a:ext uri="{FF2B5EF4-FFF2-40B4-BE49-F238E27FC236}">
                <a16:creationId xmlns:a16="http://schemas.microsoft.com/office/drawing/2014/main" id="{B715F52E-850F-4CDC-B4C5-52E252C456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0292" name="Text Box 2">
            <a:extLst>
              <a:ext uri="{FF2B5EF4-FFF2-40B4-BE49-F238E27FC236}">
                <a16:creationId xmlns:a16="http://schemas.microsoft.com/office/drawing/2014/main" id="{7320F2C0-D248-4FD8-9BFF-9B9F8C4F53E7}"/>
              </a:ext>
            </a:extLst>
          </p:cNvPr>
          <p:cNvSpPr txBox="1">
            <a:spLocks noChangeArrowheads="1"/>
          </p:cNvSpPr>
          <p:nvPr/>
        </p:nvSpPr>
        <p:spPr bwMode="auto">
          <a:xfrm>
            <a:off x="1042988" y="692150"/>
            <a:ext cx="6408737"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命题逻辑的应用</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日期占位符 3">
            <a:extLst>
              <a:ext uri="{FF2B5EF4-FFF2-40B4-BE49-F238E27FC236}">
                <a16:creationId xmlns:a16="http://schemas.microsoft.com/office/drawing/2014/main" id="{10A55F63-FEB3-429C-B397-C9B945B3A1F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B0041CD-ACB3-4333-A0D9-B5C3D2AE980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1315" name="页脚占位符 4">
            <a:extLst>
              <a:ext uri="{FF2B5EF4-FFF2-40B4-BE49-F238E27FC236}">
                <a16:creationId xmlns:a16="http://schemas.microsoft.com/office/drawing/2014/main" id="{58F11395-7D2E-4E83-BAFD-6A3E2ADF5901}"/>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1316" name="灯片编号占位符 5">
            <a:extLst>
              <a:ext uri="{FF2B5EF4-FFF2-40B4-BE49-F238E27FC236}">
                <a16:creationId xmlns:a16="http://schemas.microsoft.com/office/drawing/2014/main" id="{CEB5F05B-0852-45C4-B26B-7162283F288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5A67ACC-14C7-4841-8497-D87B6542CAAE}" type="slidenum">
              <a:rPr lang="en-US" altLang="zh-CN" sz="1400" smtClean="0">
                <a:latin typeface="Times New Roman" panose="02020603050405020304" pitchFamily="18" charset="0"/>
                <a:ea typeface="宋体" panose="02010600030101010101" pitchFamily="2" charset="-122"/>
              </a:rPr>
              <a:pPr>
                <a:spcBef>
                  <a:spcPct val="0"/>
                </a:spcBef>
                <a:buFontTx/>
                <a:buNone/>
              </a:pPr>
              <a:t>135</a:t>
            </a:fld>
            <a:endParaRPr lang="en-US" altLang="zh-CN" sz="1400">
              <a:latin typeface="Times New Roman" panose="02020603050405020304" pitchFamily="18" charset="0"/>
              <a:ea typeface="宋体" panose="02010600030101010101" pitchFamily="2" charset="-122"/>
            </a:endParaRPr>
          </a:p>
        </p:txBody>
      </p:sp>
      <p:sp>
        <p:nvSpPr>
          <p:cNvPr id="141317" name="Text Box 2">
            <a:extLst>
              <a:ext uri="{FF2B5EF4-FFF2-40B4-BE49-F238E27FC236}">
                <a16:creationId xmlns:a16="http://schemas.microsoft.com/office/drawing/2014/main" id="{0D8F5617-2ADF-484B-A116-EBBF81DFE085}"/>
              </a:ext>
            </a:extLst>
          </p:cNvPr>
          <p:cNvSpPr txBox="1">
            <a:spLocks noChangeArrowheads="1"/>
          </p:cNvSpPr>
          <p:nvPr/>
        </p:nvSpPr>
        <p:spPr bwMode="auto">
          <a:xfrm>
            <a:off x="1042988" y="692150"/>
            <a:ext cx="6408737"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刑侦推断问题</a:t>
            </a:r>
          </a:p>
        </p:txBody>
      </p:sp>
      <p:pic>
        <p:nvPicPr>
          <p:cNvPr id="141318" name="Picture 6" descr="C:\Program Files\Microsoft Office\MEDIA\CAGCAT10\j0293844.wmf">
            <a:extLst>
              <a:ext uri="{FF2B5EF4-FFF2-40B4-BE49-F238E27FC236}">
                <a16:creationId xmlns:a16="http://schemas.microsoft.com/office/drawing/2014/main" id="{6310B179-F052-4F3D-8ABF-DC0BB7C515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98EA0BA4-6D78-48A1-A096-CA7C1E91B193}"/>
              </a:ext>
            </a:extLst>
          </p:cNvPr>
          <p:cNvSpPr/>
          <p:nvPr/>
        </p:nvSpPr>
        <p:spPr>
          <a:xfrm>
            <a:off x="395288" y="2060575"/>
            <a:ext cx="8426450" cy="3352800"/>
          </a:xfrm>
          <a:prstGeom prst="rect">
            <a:avLst/>
          </a:prstGeom>
          <a:solidFill>
            <a:schemeClr val="accent1"/>
          </a:solidFill>
        </p:spPr>
        <p:txBody>
          <a:bodyPr>
            <a:spAutoFit/>
          </a:bodyPr>
          <a:lstStyle/>
          <a:p>
            <a:pPr indent="266700">
              <a:lnSpc>
                <a:spcPct val="150000"/>
              </a:lnSpc>
              <a:spcAft>
                <a:spcPts val="0"/>
              </a:spcAft>
              <a:defRPr/>
            </a:pPr>
            <a:r>
              <a:rPr lang="en-US" altLang="zh-CN" sz="2400" kern="100" dirty="0">
                <a:latin typeface="Calibri" panose="020F0502020204030204" pitchFamily="34" charset="0"/>
                <a:cs typeface="Times New Roman" panose="02020603050405020304" pitchFamily="18" charset="0"/>
              </a:rPr>
              <a:t>     </a:t>
            </a:r>
            <a:r>
              <a:rPr lang="zh-CN" altLang="zh-CN" sz="2400" b="1" kern="100" dirty="0">
                <a:latin typeface="Calibri" panose="020F0502020204030204" pitchFamily="34" charset="0"/>
                <a:cs typeface="Times New Roman" panose="02020603050405020304" pitchFamily="18" charset="0"/>
              </a:rPr>
              <a:t>【例题</a:t>
            </a:r>
            <a:r>
              <a:rPr lang="en-US" altLang="zh-CN" sz="2400" b="1" kern="100" dirty="0">
                <a:latin typeface="Calibri" panose="020F0502020204030204" pitchFamily="34" charset="0"/>
                <a:cs typeface="Times New Roman" panose="02020603050405020304" pitchFamily="18" charset="0"/>
              </a:rPr>
              <a:t>3.55</a:t>
            </a:r>
            <a:r>
              <a:rPr lang="zh-CN" altLang="zh-CN" sz="2400" b="1" kern="100" dirty="0">
                <a:latin typeface="Calibri" panose="020F0502020204030204" pitchFamily="34" charset="0"/>
                <a:cs typeface="Times New Roman" panose="02020603050405020304" pitchFamily="18" charset="0"/>
              </a:rPr>
              <a:t>】某实验室一贵重仪器被盗，经公安人员调查得知事实如下：（</a:t>
            </a:r>
            <a:r>
              <a:rPr lang="en-US" altLang="zh-CN" sz="2400" b="1" kern="100" dirty="0">
                <a:latin typeface="Calibri" panose="020F0502020204030204" pitchFamily="34" charset="0"/>
                <a:cs typeface="Times New Roman" panose="02020603050405020304" pitchFamily="18" charset="0"/>
              </a:rPr>
              <a:t>1</a:t>
            </a:r>
            <a:r>
              <a:rPr lang="zh-CN" altLang="zh-CN" sz="2400" b="1" kern="100" dirty="0">
                <a:latin typeface="Calibri" panose="020F0502020204030204" pitchFamily="34" charset="0"/>
                <a:cs typeface="Times New Roman" panose="02020603050405020304" pitchFamily="18" charset="0"/>
              </a:rPr>
              <a:t>）是</a:t>
            </a:r>
            <a:r>
              <a:rPr lang="en-US" altLang="zh-CN" sz="2400" b="1" kern="100" dirty="0">
                <a:latin typeface="Calibri" panose="020F0502020204030204" pitchFamily="34" charset="0"/>
                <a:cs typeface="Times New Roman" panose="02020603050405020304" pitchFamily="18" charset="0"/>
              </a:rPr>
              <a:t>A</a:t>
            </a:r>
            <a:r>
              <a:rPr lang="zh-CN" altLang="zh-CN" sz="2400" b="1" kern="100" dirty="0">
                <a:latin typeface="Calibri" panose="020F0502020204030204" pitchFamily="34" charset="0"/>
                <a:cs typeface="Times New Roman" panose="02020603050405020304" pitchFamily="18" charset="0"/>
              </a:rPr>
              <a:t>或者</a:t>
            </a:r>
            <a:r>
              <a:rPr lang="en-US" altLang="zh-CN" sz="2400" b="1" kern="100" dirty="0">
                <a:latin typeface="Calibri" panose="020F0502020204030204" pitchFamily="34" charset="0"/>
                <a:cs typeface="Times New Roman" panose="02020603050405020304" pitchFamily="18" charset="0"/>
              </a:rPr>
              <a:t>B</a:t>
            </a:r>
            <a:r>
              <a:rPr lang="zh-CN" altLang="zh-CN" sz="2400" b="1" kern="100" dirty="0">
                <a:latin typeface="Calibri" panose="020F0502020204030204" pitchFamily="34" charset="0"/>
                <a:cs typeface="Times New Roman" panose="02020603050405020304" pitchFamily="18" charset="0"/>
              </a:rPr>
              <a:t>盗窃了仪器；（</a:t>
            </a:r>
            <a:r>
              <a:rPr lang="en-US" altLang="zh-CN" sz="2400" b="1" kern="100" dirty="0">
                <a:latin typeface="Calibri" panose="020F0502020204030204" pitchFamily="34" charset="0"/>
                <a:cs typeface="Times New Roman" panose="02020603050405020304" pitchFamily="18" charset="0"/>
              </a:rPr>
              <a:t>2</a:t>
            </a:r>
            <a:r>
              <a:rPr lang="zh-CN" altLang="zh-CN" sz="2400" b="1" kern="100" dirty="0">
                <a:latin typeface="Calibri" panose="020F0502020204030204" pitchFamily="34" charset="0"/>
                <a:cs typeface="Times New Roman" panose="02020603050405020304" pitchFamily="18" charset="0"/>
              </a:rPr>
              <a:t>）若</a:t>
            </a:r>
            <a:r>
              <a:rPr lang="en-US" altLang="zh-CN" sz="2400" b="1" kern="100" dirty="0">
                <a:latin typeface="Calibri" panose="020F0502020204030204" pitchFamily="34" charset="0"/>
                <a:cs typeface="Times New Roman" panose="02020603050405020304" pitchFamily="18" charset="0"/>
              </a:rPr>
              <a:t>A</a:t>
            </a:r>
            <a:r>
              <a:rPr lang="zh-CN" altLang="zh-CN" sz="2400" b="1" kern="100" dirty="0">
                <a:latin typeface="Calibri" panose="020F0502020204030204" pitchFamily="34" charset="0"/>
                <a:cs typeface="Times New Roman" panose="02020603050405020304" pitchFamily="18" charset="0"/>
              </a:rPr>
              <a:t>盗窃了仪器，则作案时间不可能发生在午夜前；（</a:t>
            </a:r>
            <a:r>
              <a:rPr lang="en-US" altLang="zh-CN" sz="2400" b="1" kern="100" dirty="0">
                <a:latin typeface="Calibri" panose="020F0502020204030204" pitchFamily="34" charset="0"/>
                <a:cs typeface="Times New Roman" panose="02020603050405020304" pitchFamily="18" charset="0"/>
              </a:rPr>
              <a:t>3</a:t>
            </a:r>
            <a:r>
              <a:rPr lang="zh-CN" altLang="zh-CN" sz="2400" b="1" kern="100" dirty="0">
                <a:latin typeface="Calibri" panose="020F0502020204030204" pitchFamily="34" charset="0"/>
                <a:cs typeface="Times New Roman" panose="02020603050405020304" pitchFamily="18" charset="0"/>
              </a:rPr>
              <a:t>）若</a:t>
            </a:r>
            <a:r>
              <a:rPr lang="en-US" altLang="zh-CN" sz="2400" b="1" kern="100" dirty="0">
                <a:latin typeface="Calibri" panose="020F0502020204030204" pitchFamily="34" charset="0"/>
                <a:cs typeface="Times New Roman" panose="02020603050405020304" pitchFamily="18" charset="0"/>
              </a:rPr>
              <a:t>B</a:t>
            </a:r>
            <a:r>
              <a:rPr lang="zh-CN" altLang="zh-CN" sz="2400" b="1" kern="100" dirty="0">
                <a:latin typeface="Calibri" panose="020F0502020204030204" pitchFamily="34" charset="0"/>
                <a:cs typeface="Times New Roman" panose="02020603050405020304" pitchFamily="18" charset="0"/>
              </a:rPr>
              <a:t>的证词正确，则午夜时实验室灯光未灭；（</a:t>
            </a:r>
            <a:r>
              <a:rPr lang="en-US" altLang="zh-CN" sz="2400" b="1" kern="100" dirty="0">
                <a:latin typeface="Calibri" panose="020F0502020204030204" pitchFamily="34" charset="0"/>
                <a:cs typeface="Times New Roman" panose="02020603050405020304" pitchFamily="18" charset="0"/>
              </a:rPr>
              <a:t>4</a:t>
            </a:r>
            <a:r>
              <a:rPr lang="zh-CN" altLang="zh-CN" sz="2400" b="1" kern="100" dirty="0">
                <a:latin typeface="Calibri" panose="020F0502020204030204" pitchFamily="34" charset="0"/>
                <a:cs typeface="Times New Roman" panose="02020603050405020304" pitchFamily="18" charset="0"/>
              </a:rPr>
              <a:t>）若</a:t>
            </a:r>
            <a:r>
              <a:rPr lang="en-US" altLang="zh-CN" sz="2400" b="1" kern="100" dirty="0">
                <a:latin typeface="Calibri" panose="020F0502020204030204" pitchFamily="34" charset="0"/>
                <a:cs typeface="Times New Roman" panose="02020603050405020304" pitchFamily="18" charset="0"/>
              </a:rPr>
              <a:t>B</a:t>
            </a:r>
            <a:r>
              <a:rPr lang="zh-CN" altLang="zh-CN" sz="2400" b="1" kern="100" dirty="0">
                <a:latin typeface="Calibri" panose="020F0502020204030204" pitchFamily="34" charset="0"/>
                <a:cs typeface="Times New Roman" panose="02020603050405020304" pitchFamily="18" charset="0"/>
              </a:rPr>
              <a:t>的证词不正确，则作案时间发生在午夜前；（</a:t>
            </a:r>
            <a:r>
              <a:rPr lang="en-US" altLang="zh-CN" sz="2400" b="1" kern="100" dirty="0">
                <a:latin typeface="Calibri" panose="020F0502020204030204" pitchFamily="34" charset="0"/>
                <a:cs typeface="Times New Roman" panose="02020603050405020304" pitchFamily="18" charset="0"/>
              </a:rPr>
              <a:t>5</a:t>
            </a:r>
            <a:r>
              <a:rPr lang="zh-CN" altLang="zh-CN" sz="2400" b="1" kern="100" dirty="0">
                <a:latin typeface="Calibri" panose="020F0502020204030204" pitchFamily="34" charset="0"/>
                <a:cs typeface="Times New Roman" panose="02020603050405020304" pitchFamily="18" charset="0"/>
              </a:rPr>
              <a:t>）午夜时实验室灯光是灭的。</a:t>
            </a:r>
            <a:endParaRPr lang="en-US" altLang="zh-CN" sz="2400" b="1" kern="100" dirty="0">
              <a:latin typeface="Calibri" panose="020F0502020204030204" pitchFamily="34" charset="0"/>
              <a:cs typeface="Times New Roman" panose="02020603050405020304" pitchFamily="18" charset="0"/>
            </a:endParaRPr>
          </a:p>
          <a:p>
            <a:pPr indent="266700">
              <a:lnSpc>
                <a:spcPct val="150000"/>
              </a:lnSpc>
              <a:spcAft>
                <a:spcPts val="0"/>
              </a:spcAft>
              <a:defRPr/>
            </a:pPr>
            <a:r>
              <a:rPr lang="en-US" altLang="zh-CN" sz="2400" b="1" kern="100" dirty="0">
                <a:latin typeface="Calibri" panose="020F0502020204030204" pitchFamily="34" charset="0"/>
                <a:cs typeface="Times New Roman" panose="02020603050405020304" pitchFamily="18" charset="0"/>
              </a:rPr>
              <a:t>     </a:t>
            </a:r>
            <a:r>
              <a:rPr lang="zh-CN" altLang="zh-CN" sz="2400" b="1" kern="100" dirty="0">
                <a:solidFill>
                  <a:schemeClr val="accent6"/>
                </a:solidFill>
                <a:latin typeface="Calibri" panose="020F0502020204030204" pitchFamily="34" charset="0"/>
                <a:cs typeface="Times New Roman" panose="02020603050405020304" pitchFamily="18" charset="0"/>
              </a:rPr>
              <a:t>证明：</a:t>
            </a:r>
            <a:r>
              <a:rPr lang="en-US" altLang="zh-CN" sz="2400" b="1" kern="100" dirty="0">
                <a:solidFill>
                  <a:schemeClr val="accent6"/>
                </a:solidFill>
                <a:latin typeface="Calibri" panose="020F0502020204030204" pitchFamily="34" charset="0"/>
                <a:cs typeface="Times New Roman" panose="02020603050405020304" pitchFamily="18" charset="0"/>
              </a:rPr>
              <a:t>B</a:t>
            </a:r>
            <a:r>
              <a:rPr lang="zh-CN" altLang="zh-CN" sz="2400" b="1" kern="100" dirty="0">
                <a:solidFill>
                  <a:schemeClr val="accent6"/>
                </a:solidFill>
                <a:latin typeface="Calibri" panose="020F0502020204030204" pitchFamily="34" charset="0"/>
                <a:cs typeface="Times New Roman" panose="02020603050405020304" pitchFamily="18" charset="0"/>
              </a:rPr>
              <a:t>盗窃了仪器。</a:t>
            </a:r>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日期占位符 3">
            <a:extLst>
              <a:ext uri="{FF2B5EF4-FFF2-40B4-BE49-F238E27FC236}">
                <a16:creationId xmlns:a16="http://schemas.microsoft.com/office/drawing/2014/main" id="{404943E2-9872-4D38-9D9F-08B079A212F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95BAED2-EB45-40BD-833A-A769B0213DC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2339" name="页脚占位符 4">
            <a:extLst>
              <a:ext uri="{FF2B5EF4-FFF2-40B4-BE49-F238E27FC236}">
                <a16:creationId xmlns:a16="http://schemas.microsoft.com/office/drawing/2014/main" id="{1AC98062-B7FB-4DF0-A65D-67642E1EB7B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2340" name="灯片编号占位符 5">
            <a:extLst>
              <a:ext uri="{FF2B5EF4-FFF2-40B4-BE49-F238E27FC236}">
                <a16:creationId xmlns:a16="http://schemas.microsoft.com/office/drawing/2014/main" id="{27B8D045-C96B-48CE-A14E-C72E64AD7DD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A338B75-B633-4978-AC29-4B1F021609F6}" type="slidenum">
              <a:rPr lang="en-US" altLang="zh-CN" sz="1400" smtClean="0">
                <a:latin typeface="Times New Roman" panose="02020603050405020304" pitchFamily="18" charset="0"/>
                <a:ea typeface="宋体" panose="02010600030101010101" pitchFamily="2" charset="-122"/>
              </a:rPr>
              <a:pPr>
                <a:spcBef>
                  <a:spcPct val="0"/>
                </a:spcBef>
                <a:buFontTx/>
                <a:buNone/>
              </a:pPr>
              <a:t>136</a:t>
            </a:fld>
            <a:endParaRPr lang="en-US" altLang="zh-CN" sz="1400">
              <a:latin typeface="Times New Roman" panose="02020603050405020304" pitchFamily="18" charset="0"/>
              <a:ea typeface="宋体" panose="02010600030101010101" pitchFamily="2" charset="-122"/>
            </a:endParaRPr>
          </a:p>
        </p:txBody>
      </p:sp>
      <p:sp>
        <p:nvSpPr>
          <p:cNvPr id="142341" name="Text Box 2">
            <a:extLst>
              <a:ext uri="{FF2B5EF4-FFF2-40B4-BE49-F238E27FC236}">
                <a16:creationId xmlns:a16="http://schemas.microsoft.com/office/drawing/2014/main" id="{574D1EE8-DF66-4EDD-A95B-15119B4DD3B8}"/>
              </a:ext>
            </a:extLst>
          </p:cNvPr>
          <p:cNvSpPr txBox="1">
            <a:spLocks noChangeArrowheads="1"/>
          </p:cNvSpPr>
          <p:nvPr/>
        </p:nvSpPr>
        <p:spPr bwMode="auto">
          <a:xfrm>
            <a:off x="1476375" y="692150"/>
            <a:ext cx="640873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刑侦推断问题</a:t>
            </a:r>
          </a:p>
        </p:txBody>
      </p:sp>
      <p:pic>
        <p:nvPicPr>
          <p:cNvPr id="142342" name="Picture 6" descr="C:\Program Files\Microsoft Office\MEDIA\CAGCAT10\j0293844.wmf">
            <a:extLst>
              <a:ext uri="{FF2B5EF4-FFF2-40B4-BE49-F238E27FC236}">
                <a16:creationId xmlns:a16="http://schemas.microsoft.com/office/drawing/2014/main" id="{21687D64-13FC-4329-A98A-9F34D2FD2E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F9BBE4B6-02F9-4EE0-9668-580B7E15CCC3}"/>
              </a:ext>
            </a:extLst>
          </p:cNvPr>
          <p:cNvSpPr>
            <a:spLocks noRot="1" noChangeAspect="1" noMove="1" noResize="1" noEditPoints="1" noAdjustHandles="1" noChangeArrowheads="1" noChangeShapeType="1" noTextEdit="1"/>
          </p:cNvSpPr>
          <p:nvPr/>
        </p:nvSpPr>
        <p:spPr>
          <a:xfrm>
            <a:off x="864320" y="1924088"/>
            <a:ext cx="7632848" cy="4154984"/>
          </a:xfrm>
          <a:prstGeom prst="rect">
            <a:avLst/>
          </a:prstGeom>
          <a:blipFill>
            <a:blip r:embed="rId4"/>
            <a:stretch>
              <a:fillRect l="-1278" t="-1175" r="-1198" b="-2496"/>
            </a:stretch>
          </a:blipFill>
        </p:spPr>
        <p:txBody>
          <a:bodyPr/>
          <a:lstStyle/>
          <a:p>
            <a:pPr>
              <a:defRPr/>
            </a:pPr>
            <a:r>
              <a:rPr lang="zh-CN" altLang="en-US">
                <a:noFill/>
              </a:rPr>
              <a:t> </a:t>
            </a:r>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日期占位符 3">
            <a:extLst>
              <a:ext uri="{FF2B5EF4-FFF2-40B4-BE49-F238E27FC236}">
                <a16:creationId xmlns:a16="http://schemas.microsoft.com/office/drawing/2014/main" id="{4C7E3EA0-CFA7-44F9-80D0-3DBEBB3144C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46F8D56-E26E-46D9-A747-33454A663E2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3363" name="页脚占位符 4">
            <a:extLst>
              <a:ext uri="{FF2B5EF4-FFF2-40B4-BE49-F238E27FC236}">
                <a16:creationId xmlns:a16="http://schemas.microsoft.com/office/drawing/2014/main" id="{59F9F398-277C-48FB-AEB4-487F9F6464F8}"/>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3364" name="灯片编号占位符 5">
            <a:extLst>
              <a:ext uri="{FF2B5EF4-FFF2-40B4-BE49-F238E27FC236}">
                <a16:creationId xmlns:a16="http://schemas.microsoft.com/office/drawing/2014/main" id="{4C9306E3-D6CF-4B29-AEEE-941E2651A8F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E67C030-7987-49D1-97FD-66CB4B541EAA}" type="slidenum">
              <a:rPr lang="en-US" altLang="zh-CN" sz="1400" smtClean="0">
                <a:latin typeface="Times New Roman" panose="02020603050405020304" pitchFamily="18" charset="0"/>
                <a:ea typeface="宋体" panose="02010600030101010101" pitchFamily="2" charset="-122"/>
              </a:rPr>
              <a:pPr>
                <a:spcBef>
                  <a:spcPct val="0"/>
                </a:spcBef>
                <a:buFontTx/>
                <a:buNone/>
              </a:pPr>
              <a:t>137</a:t>
            </a:fld>
            <a:endParaRPr lang="en-US" altLang="zh-CN" sz="1400">
              <a:latin typeface="Times New Roman" panose="02020603050405020304" pitchFamily="18" charset="0"/>
              <a:ea typeface="宋体" panose="02010600030101010101" pitchFamily="2" charset="-122"/>
            </a:endParaRPr>
          </a:p>
        </p:txBody>
      </p:sp>
      <p:sp>
        <p:nvSpPr>
          <p:cNvPr id="143365" name="Text Box 2">
            <a:extLst>
              <a:ext uri="{FF2B5EF4-FFF2-40B4-BE49-F238E27FC236}">
                <a16:creationId xmlns:a16="http://schemas.microsoft.com/office/drawing/2014/main" id="{5D7D07E2-B0DC-4BA9-A635-9C2799CD19D3}"/>
              </a:ext>
            </a:extLst>
          </p:cNvPr>
          <p:cNvSpPr txBox="1">
            <a:spLocks noChangeArrowheads="1"/>
          </p:cNvSpPr>
          <p:nvPr/>
        </p:nvSpPr>
        <p:spPr bwMode="auto">
          <a:xfrm>
            <a:off x="1476375" y="692150"/>
            <a:ext cx="640873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刑侦推断问题</a:t>
            </a:r>
          </a:p>
        </p:txBody>
      </p:sp>
      <p:pic>
        <p:nvPicPr>
          <p:cNvPr id="143366" name="Picture 6" descr="C:\Program Files\Microsoft Office\MEDIA\CAGCAT10\j0293844.wmf">
            <a:extLst>
              <a:ext uri="{FF2B5EF4-FFF2-40B4-BE49-F238E27FC236}">
                <a16:creationId xmlns:a16="http://schemas.microsoft.com/office/drawing/2014/main" id="{A33B373B-281B-4065-9997-CF9B64C523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67" name="图片 1">
            <a:extLst>
              <a:ext uri="{FF2B5EF4-FFF2-40B4-BE49-F238E27FC236}">
                <a16:creationId xmlns:a16="http://schemas.microsoft.com/office/drawing/2014/main" id="{8DEA1967-9F9A-4E8A-BB56-D2B9949BF2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1716088"/>
            <a:ext cx="76200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日期占位符 3">
            <a:extLst>
              <a:ext uri="{FF2B5EF4-FFF2-40B4-BE49-F238E27FC236}">
                <a16:creationId xmlns:a16="http://schemas.microsoft.com/office/drawing/2014/main" id="{7E2A2B36-9343-4E5C-BA43-AA4171B23BA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3AE83CE-7292-40FC-9A30-49F97408CED9}"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4387" name="页脚占位符 4">
            <a:extLst>
              <a:ext uri="{FF2B5EF4-FFF2-40B4-BE49-F238E27FC236}">
                <a16:creationId xmlns:a16="http://schemas.microsoft.com/office/drawing/2014/main" id="{06D04618-71E7-4806-9DAD-26C415DBCA9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4388" name="灯片编号占位符 5">
            <a:extLst>
              <a:ext uri="{FF2B5EF4-FFF2-40B4-BE49-F238E27FC236}">
                <a16:creationId xmlns:a16="http://schemas.microsoft.com/office/drawing/2014/main" id="{6C75DDBE-23EE-4978-B12F-461A345FB16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B5A4CCD-D15B-4D75-9E31-E783784A9C76}" type="slidenum">
              <a:rPr lang="en-US" altLang="zh-CN" sz="1400" smtClean="0">
                <a:latin typeface="Times New Roman" panose="02020603050405020304" pitchFamily="18" charset="0"/>
                <a:ea typeface="宋体" panose="02010600030101010101" pitchFamily="2" charset="-122"/>
              </a:rPr>
              <a:pPr>
                <a:spcBef>
                  <a:spcPct val="0"/>
                </a:spcBef>
                <a:buFontTx/>
                <a:buNone/>
              </a:pPr>
              <a:t>138</a:t>
            </a:fld>
            <a:endParaRPr lang="en-US" altLang="zh-CN" sz="1400">
              <a:latin typeface="Times New Roman" panose="02020603050405020304" pitchFamily="18" charset="0"/>
              <a:ea typeface="宋体" panose="02010600030101010101" pitchFamily="2" charset="-122"/>
            </a:endParaRPr>
          </a:p>
        </p:txBody>
      </p:sp>
      <p:sp>
        <p:nvSpPr>
          <p:cNvPr id="144389" name="Text Box 2">
            <a:extLst>
              <a:ext uri="{FF2B5EF4-FFF2-40B4-BE49-F238E27FC236}">
                <a16:creationId xmlns:a16="http://schemas.microsoft.com/office/drawing/2014/main" id="{B77777DB-A1D3-4640-A3AC-20B7F9DD9381}"/>
              </a:ext>
            </a:extLst>
          </p:cNvPr>
          <p:cNvSpPr txBox="1">
            <a:spLocks noChangeArrowheads="1"/>
          </p:cNvSpPr>
          <p:nvPr/>
        </p:nvSpPr>
        <p:spPr bwMode="auto">
          <a:xfrm>
            <a:off x="1476375" y="596900"/>
            <a:ext cx="640873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刑侦推断问题</a:t>
            </a:r>
          </a:p>
        </p:txBody>
      </p:sp>
      <p:pic>
        <p:nvPicPr>
          <p:cNvPr id="144390" name="Picture 6" descr="C:\Program Files\Microsoft Office\MEDIA\CAGCAT10\j0293844.wmf">
            <a:extLst>
              <a:ext uri="{FF2B5EF4-FFF2-40B4-BE49-F238E27FC236}">
                <a16:creationId xmlns:a16="http://schemas.microsoft.com/office/drawing/2014/main" id="{3D986CD1-0594-4E0E-A46F-752103C7EE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4391" name="图片 1">
            <a:extLst>
              <a:ext uri="{FF2B5EF4-FFF2-40B4-BE49-F238E27FC236}">
                <a16:creationId xmlns:a16="http://schemas.microsoft.com/office/drawing/2014/main" id="{ACA11435-91C6-4773-88A5-1DB4BA9E01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313" y="1870075"/>
            <a:ext cx="8524875" cy="436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3">
            <a:extLst>
              <a:ext uri="{FF2B5EF4-FFF2-40B4-BE49-F238E27FC236}">
                <a16:creationId xmlns:a16="http://schemas.microsoft.com/office/drawing/2014/main" id="{66001E41-8F94-4975-A97B-20BFDBFDFFDD}"/>
              </a:ext>
            </a:extLst>
          </p:cNvPr>
          <p:cNvSpPr>
            <a:spLocks noGrp="1" noChangeArrowheads="1"/>
          </p:cNvSpPr>
          <p:nvPr>
            <p:ph type="body" sz="half" idx="1"/>
          </p:nvPr>
        </p:nvSpPr>
        <p:spPr>
          <a:xfrm>
            <a:off x="2124075" y="2636838"/>
            <a:ext cx="5400675" cy="3024187"/>
          </a:xfrm>
        </p:spPr>
        <p:txBody>
          <a:bodyPr lIns="92075" tIns="46038" rIns="92075" bIns="46038"/>
          <a:lstStyle/>
          <a:p>
            <a:pPr>
              <a:lnSpc>
                <a:spcPct val="150000"/>
              </a:lnSpc>
              <a:buFont typeface="Wingdings" panose="05000000000000000000" pitchFamily="2" charset="2"/>
              <a:buChar char="4"/>
              <a:defRPr/>
            </a:pPr>
            <a:r>
              <a:rPr lang="zh-CN" altLang="en-US" sz="3600" b="1" dirty="0">
                <a:effectLst/>
                <a:latin typeface="黑体" panose="02010609060101010101" pitchFamily="49" charset="-122"/>
                <a:ea typeface="黑体" panose="02010609060101010101" pitchFamily="49" charset="-122"/>
              </a:rPr>
              <a:t> 刑侦推断问题</a:t>
            </a:r>
          </a:p>
          <a:p>
            <a:pPr>
              <a:lnSpc>
                <a:spcPct val="150000"/>
              </a:lnSpc>
              <a:buFont typeface="Wingdings" panose="05000000000000000000" pitchFamily="2" charset="2"/>
              <a:buChar char="J"/>
              <a:defRPr/>
            </a:pPr>
            <a:r>
              <a:rPr lang="zh-CN" altLang="en-US" sz="3600" b="1" dirty="0">
                <a:solidFill>
                  <a:schemeClr val="accent2"/>
                </a:solidFill>
                <a:effectLst/>
                <a:latin typeface="黑体" panose="02010609060101010101" pitchFamily="49" charset="-122"/>
                <a:ea typeface="黑体" panose="02010609060101010101" pitchFamily="49" charset="-122"/>
              </a:rPr>
              <a:t> 逻辑电路设计</a:t>
            </a:r>
            <a:endParaRPr lang="en-US" altLang="zh-CN" sz="3600" b="1" dirty="0">
              <a:solidFill>
                <a:schemeClr val="accent2"/>
              </a:solidFill>
              <a:effectLst/>
              <a:latin typeface="黑体" panose="02010609060101010101" pitchFamily="49" charset="-122"/>
              <a:ea typeface="黑体" panose="02010609060101010101" pitchFamily="49" charset="-122"/>
            </a:endParaRPr>
          </a:p>
          <a:p>
            <a:pPr>
              <a:lnSpc>
                <a:spcPct val="150000"/>
              </a:lnSpc>
              <a:buFont typeface="Wingdings" panose="05000000000000000000" pitchFamily="2" charset="2"/>
              <a:buChar char="4"/>
              <a:defRPr/>
            </a:pPr>
            <a:r>
              <a:rPr lang="zh-CN" altLang="en-US" sz="3600" b="1" dirty="0">
                <a:effectLst/>
                <a:latin typeface="黑体" panose="02010609060101010101" pitchFamily="49" charset="-122"/>
                <a:ea typeface="黑体" panose="02010609060101010101" pitchFamily="49" charset="-122"/>
              </a:rPr>
              <a:t> 加法器电路设计</a:t>
            </a:r>
            <a:endParaRPr lang="en-US" altLang="zh-CN" sz="3600" b="1" dirty="0">
              <a:effectLst/>
              <a:latin typeface="黑体" panose="02010609060101010101" pitchFamily="49" charset="-122"/>
              <a:ea typeface="黑体" panose="02010609060101010101" pitchFamily="49" charset="-122"/>
            </a:endParaRPr>
          </a:p>
          <a:p>
            <a:pPr marL="0" indent="0">
              <a:lnSpc>
                <a:spcPct val="125000"/>
              </a:lnSpc>
              <a:buFontTx/>
              <a:buNone/>
              <a:defRPr/>
            </a:pPr>
            <a:endParaRPr lang="zh-CN" altLang="en-US" sz="3600" b="1" dirty="0">
              <a:effectLst/>
              <a:latin typeface="黑体" panose="02010609060101010101" pitchFamily="49" charset="-122"/>
              <a:ea typeface="黑体" panose="02010609060101010101" pitchFamily="49" charset="-122"/>
            </a:endParaRPr>
          </a:p>
        </p:txBody>
      </p:sp>
      <p:pic>
        <p:nvPicPr>
          <p:cNvPr id="145411" name="Picture 6" descr="C:\Program Files\Microsoft Office\MEDIA\CAGCAT10\j0293844.wmf">
            <a:extLst>
              <a:ext uri="{FF2B5EF4-FFF2-40B4-BE49-F238E27FC236}">
                <a16:creationId xmlns:a16="http://schemas.microsoft.com/office/drawing/2014/main" id="{04631798-C8EE-4A02-A7DA-D204FE1FD7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12" name="Text Box 2">
            <a:extLst>
              <a:ext uri="{FF2B5EF4-FFF2-40B4-BE49-F238E27FC236}">
                <a16:creationId xmlns:a16="http://schemas.microsoft.com/office/drawing/2014/main" id="{1D83031C-9A66-40E4-8466-57AD6398A43E}"/>
              </a:ext>
            </a:extLst>
          </p:cNvPr>
          <p:cNvSpPr txBox="1">
            <a:spLocks noChangeArrowheads="1"/>
          </p:cNvSpPr>
          <p:nvPr/>
        </p:nvSpPr>
        <p:spPr bwMode="auto">
          <a:xfrm>
            <a:off x="1258888" y="908050"/>
            <a:ext cx="6408737"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命题逻辑的应用</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日期占位符 3">
            <a:extLst>
              <a:ext uri="{FF2B5EF4-FFF2-40B4-BE49-F238E27FC236}">
                <a16:creationId xmlns:a16="http://schemas.microsoft.com/office/drawing/2014/main" id="{A92CF6AE-BAD0-4FD1-BF49-8F8377A007B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F2A3637-CFA6-497B-A1AF-F1F193506CF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6435" name="页脚占位符 4">
            <a:extLst>
              <a:ext uri="{FF2B5EF4-FFF2-40B4-BE49-F238E27FC236}">
                <a16:creationId xmlns:a16="http://schemas.microsoft.com/office/drawing/2014/main" id="{2A9E8A86-A89B-4BE8-B562-87BB97E95B1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6436" name="灯片编号占位符 5">
            <a:extLst>
              <a:ext uri="{FF2B5EF4-FFF2-40B4-BE49-F238E27FC236}">
                <a16:creationId xmlns:a16="http://schemas.microsoft.com/office/drawing/2014/main" id="{443D377A-4BD8-4916-A837-80694F19028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7327C70-3BFA-4661-B614-BBBA96AABB03}" type="slidenum">
              <a:rPr lang="en-US" altLang="zh-CN" sz="1400" smtClean="0">
                <a:latin typeface="Times New Roman" panose="02020603050405020304" pitchFamily="18" charset="0"/>
                <a:ea typeface="宋体" panose="02010600030101010101" pitchFamily="2" charset="-122"/>
              </a:rPr>
              <a:pPr>
                <a:spcBef>
                  <a:spcPct val="0"/>
                </a:spcBef>
                <a:buFontTx/>
                <a:buNone/>
              </a:pPr>
              <a:t>140</a:t>
            </a:fld>
            <a:endParaRPr lang="en-US" altLang="zh-CN" sz="1400">
              <a:latin typeface="Times New Roman" panose="02020603050405020304" pitchFamily="18" charset="0"/>
              <a:ea typeface="宋体" panose="02010600030101010101" pitchFamily="2" charset="-122"/>
            </a:endParaRPr>
          </a:p>
        </p:txBody>
      </p:sp>
      <p:sp>
        <p:nvSpPr>
          <p:cNvPr id="146437" name="Text Box 2">
            <a:extLst>
              <a:ext uri="{FF2B5EF4-FFF2-40B4-BE49-F238E27FC236}">
                <a16:creationId xmlns:a16="http://schemas.microsoft.com/office/drawing/2014/main" id="{907DC966-6ABE-4631-B7F2-7CACC3310F6E}"/>
              </a:ext>
            </a:extLst>
          </p:cNvPr>
          <p:cNvSpPr txBox="1">
            <a:spLocks noChangeArrowheads="1"/>
          </p:cNvSpPr>
          <p:nvPr/>
        </p:nvSpPr>
        <p:spPr bwMode="auto">
          <a:xfrm>
            <a:off x="1476375" y="692150"/>
            <a:ext cx="6408738"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逻辑电路设计</a:t>
            </a:r>
          </a:p>
        </p:txBody>
      </p:sp>
      <p:pic>
        <p:nvPicPr>
          <p:cNvPr id="146438" name="Picture 6" descr="C:\Program Files\Microsoft Office\MEDIA\CAGCAT10\j0293844.wmf">
            <a:extLst>
              <a:ext uri="{FF2B5EF4-FFF2-40B4-BE49-F238E27FC236}">
                <a16:creationId xmlns:a16="http://schemas.microsoft.com/office/drawing/2014/main" id="{D3782F77-6BE9-4D98-86DA-7EC7F18862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39" name="图片 1">
            <a:extLst>
              <a:ext uri="{FF2B5EF4-FFF2-40B4-BE49-F238E27FC236}">
                <a16:creationId xmlns:a16="http://schemas.microsoft.com/office/drawing/2014/main" id="{BA4180C3-F66C-45A8-9ADC-324858B267C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81050" y="2322513"/>
            <a:ext cx="3278188"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40" name="图片 2">
            <a:extLst>
              <a:ext uri="{FF2B5EF4-FFF2-40B4-BE49-F238E27FC236}">
                <a16:creationId xmlns:a16="http://schemas.microsoft.com/office/drawing/2014/main" id="{B692628D-094C-47F4-9FD8-96362020B8F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000625" y="2341563"/>
            <a:ext cx="310515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6441" name="图片 3">
            <a:extLst>
              <a:ext uri="{FF2B5EF4-FFF2-40B4-BE49-F238E27FC236}">
                <a16:creationId xmlns:a16="http://schemas.microsoft.com/office/drawing/2014/main" id="{BBC07BAD-0FA1-40FB-B545-6E8D61FD6A4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946400" y="4149725"/>
            <a:ext cx="3251200" cy="149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日期占位符 3">
            <a:extLst>
              <a:ext uri="{FF2B5EF4-FFF2-40B4-BE49-F238E27FC236}">
                <a16:creationId xmlns:a16="http://schemas.microsoft.com/office/drawing/2014/main" id="{B75792BD-8C2A-4CE7-B209-F5D41A301E5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F63671E-6E30-4F4C-8A8D-CB8854326B8D}"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7459" name="页脚占位符 4">
            <a:extLst>
              <a:ext uri="{FF2B5EF4-FFF2-40B4-BE49-F238E27FC236}">
                <a16:creationId xmlns:a16="http://schemas.microsoft.com/office/drawing/2014/main" id="{9405534F-7646-46E2-9843-D8DBB6E08A9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7460" name="灯片编号占位符 5">
            <a:extLst>
              <a:ext uri="{FF2B5EF4-FFF2-40B4-BE49-F238E27FC236}">
                <a16:creationId xmlns:a16="http://schemas.microsoft.com/office/drawing/2014/main" id="{C3904414-5024-4C74-8B2B-ADB5ADB4E1D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199F0FB-505D-42CC-8222-0E332848855A}" type="slidenum">
              <a:rPr lang="en-US" altLang="zh-CN" sz="1400" smtClean="0">
                <a:latin typeface="Times New Roman" panose="02020603050405020304" pitchFamily="18" charset="0"/>
                <a:ea typeface="宋体" panose="02010600030101010101" pitchFamily="2" charset="-122"/>
              </a:rPr>
              <a:pPr>
                <a:spcBef>
                  <a:spcPct val="0"/>
                </a:spcBef>
                <a:buFontTx/>
                <a:buNone/>
              </a:pPr>
              <a:t>141</a:t>
            </a:fld>
            <a:endParaRPr lang="en-US" altLang="zh-CN" sz="1400">
              <a:latin typeface="Times New Roman" panose="02020603050405020304" pitchFamily="18" charset="0"/>
              <a:ea typeface="宋体" panose="02010600030101010101" pitchFamily="2" charset="-122"/>
            </a:endParaRPr>
          </a:p>
        </p:txBody>
      </p:sp>
      <p:sp>
        <p:nvSpPr>
          <p:cNvPr id="147461" name="Text Box 2">
            <a:extLst>
              <a:ext uri="{FF2B5EF4-FFF2-40B4-BE49-F238E27FC236}">
                <a16:creationId xmlns:a16="http://schemas.microsoft.com/office/drawing/2014/main" id="{B624D2EC-11E7-4195-9ADF-2F17986ADA6A}"/>
              </a:ext>
            </a:extLst>
          </p:cNvPr>
          <p:cNvSpPr txBox="1">
            <a:spLocks noChangeArrowheads="1"/>
          </p:cNvSpPr>
          <p:nvPr/>
        </p:nvSpPr>
        <p:spPr bwMode="auto">
          <a:xfrm>
            <a:off x="1508125" y="620713"/>
            <a:ext cx="644842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逻辑电路设计</a:t>
            </a:r>
          </a:p>
        </p:txBody>
      </p:sp>
      <p:pic>
        <p:nvPicPr>
          <p:cNvPr id="147462" name="Picture 6" descr="C:\Program Files\Microsoft Office\MEDIA\CAGCAT10\j0293844.wmf">
            <a:extLst>
              <a:ext uri="{FF2B5EF4-FFF2-40B4-BE49-F238E27FC236}">
                <a16:creationId xmlns:a16="http://schemas.microsoft.com/office/drawing/2014/main" id="{CBA9F278-7521-4031-A735-9FE4FDA1BB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0213" y="549275"/>
            <a:ext cx="1093787" cy="1150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463" name="图片 1">
            <a:extLst>
              <a:ext uri="{FF2B5EF4-FFF2-40B4-BE49-F238E27FC236}">
                <a16:creationId xmlns:a16="http://schemas.microsoft.com/office/drawing/2014/main" id="{85D33A6F-2D75-4986-AD1E-0B63DFDADBC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562225" y="3316288"/>
            <a:ext cx="4433888"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464" name="图片 2">
            <a:extLst>
              <a:ext uri="{FF2B5EF4-FFF2-40B4-BE49-F238E27FC236}">
                <a16:creationId xmlns:a16="http://schemas.microsoft.com/office/drawing/2014/main" id="{03F14992-1E41-4F7F-828A-28A24D65EF9C}"/>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586038" y="4724400"/>
            <a:ext cx="4410075" cy="144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F7E84C9B-A634-4BE9-A226-0B2B89ECE299}"/>
              </a:ext>
            </a:extLst>
          </p:cNvPr>
          <p:cNvSpPr>
            <a:spLocks noRot="1" noChangeAspect="1" noMove="1" noResize="1" noEditPoints="1" noAdjustHandles="1" noChangeArrowheads="1" noChangeShapeType="1" noTextEdit="1"/>
          </p:cNvSpPr>
          <p:nvPr/>
        </p:nvSpPr>
        <p:spPr>
          <a:xfrm>
            <a:off x="1125687" y="2149175"/>
            <a:ext cx="7332513" cy="954107"/>
          </a:xfrm>
          <a:prstGeom prst="rect">
            <a:avLst/>
          </a:prstGeom>
          <a:blipFill>
            <a:blip r:embed="rId6"/>
            <a:stretch>
              <a:fillRect l="-1660" t="-8861" b="-17722"/>
            </a:stretch>
          </a:blipFill>
          <a:ln>
            <a:solidFill>
              <a:srgbClr val="C00000"/>
            </a:solidFill>
          </a:ln>
        </p:spPr>
        <p:txBody>
          <a:bodyPr/>
          <a:lstStyle/>
          <a:p>
            <a:pPr>
              <a:defRPr/>
            </a:pPr>
            <a:r>
              <a:rPr lang="zh-CN" altLang="en-US">
                <a:noFill/>
              </a:rPr>
              <a:t> </a:t>
            </a:r>
          </a:p>
        </p:txBody>
      </p:sp>
    </p:spTree>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日期占位符 3">
            <a:extLst>
              <a:ext uri="{FF2B5EF4-FFF2-40B4-BE49-F238E27FC236}">
                <a16:creationId xmlns:a16="http://schemas.microsoft.com/office/drawing/2014/main" id="{DBF5938E-1C20-452A-8A6E-BC777523E79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942B864-3DF5-461C-9034-886446C7604F}"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8483" name="页脚占位符 4">
            <a:extLst>
              <a:ext uri="{FF2B5EF4-FFF2-40B4-BE49-F238E27FC236}">
                <a16:creationId xmlns:a16="http://schemas.microsoft.com/office/drawing/2014/main" id="{E0188D4D-99E9-47C0-8D09-2AF5B23A17A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8484" name="灯片编号占位符 5">
            <a:extLst>
              <a:ext uri="{FF2B5EF4-FFF2-40B4-BE49-F238E27FC236}">
                <a16:creationId xmlns:a16="http://schemas.microsoft.com/office/drawing/2014/main" id="{7456A06C-A604-4B95-B6BC-CC14D4427B0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7703BF2-A89B-48E0-8C64-1F5AE3271EE3}" type="slidenum">
              <a:rPr lang="en-US" altLang="zh-CN" sz="1400" smtClean="0">
                <a:latin typeface="Times New Roman" panose="02020603050405020304" pitchFamily="18" charset="0"/>
                <a:ea typeface="宋体" panose="02010600030101010101" pitchFamily="2" charset="-122"/>
              </a:rPr>
              <a:pPr>
                <a:spcBef>
                  <a:spcPct val="0"/>
                </a:spcBef>
                <a:buFontTx/>
                <a:buNone/>
              </a:pPr>
              <a:t>142</a:t>
            </a:fld>
            <a:endParaRPr lang="en-US" altLang="zh-CN" sz="1400">
              <a:latin typeface="Times New Roman" panose="02020603050405020304" pitchFamily="18" charset="0"/>
              <a:ea typeface="宋体" panose="02010600030101010101" pitchFamily="2" charset="-122"/>
            </a:endParaRPr>
          </a:p>
        </p:txBody>
      </p:sp>
      <p:sp>
        <p:nvSpPr>
          <p:cNvPr id="148485" name="Text Box 2">
            <a:extLst>
              <a:ext uri="{FF2B5EF4-FFF2-40B4-BE49-F238E27FC236}">
                <a16:creationId xmlns:a16="http://schemas.microsoft.com/office/drawing/2014/main" id="{52156898-1105-449C-A651-1446DBB5DDB4}"/>
              </a:ext>
            </a:extLst>
          </p:cNvPr>
          <p:cNvSpPr txBox="1">
            <a:spLocks noChangeArrowheads="1"/>
          </p:cNvSpPr>
          <p:nvPr/>
        </p:nvSpPr>
        <p:spPr bwMode="auto">
          <a:xfrm>
            <a:off x="1331913" y="5492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逻辑电路设计</a:t>
            </a:r>
          </a:p>
        </p:txBody>
      </p:sp>
      <p:pic>
        <p:nvPicPr>
          <p:cNvPr id="148486" name="Picture 6" descr="C:\Program Files\Microsoft Office\MEDIA\CAGCAT10\j0293844.wmf">
            <a:extLst>
              <a:ext uri="{FF2B5EF4-FFF2-40B4-BE49-F238E27FC236}">
                <a16:creationId xmlns:a16="http://schemas.microsoft.com/office/drawing/2014/main" id="{764E9A35-CF23-4E20-BA1E-7488F548EB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8475" y="549275"/>
            <a:ext cx="10255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0DE3630E-A1D0-4CF7-9C8D-0CC3DFBF85FB}"/>
              </a:ext>
            </a:extLst>
          </p:cNvPr>
          <p:cNvSpPr/>
          <p:nvPr/>
        </p:nvSpPr>
        <p:spPr>
          <a:xfrm>
            <a:off x="722313" y="2152650"/>
            <a:ext cx="8170862" cy="3540125"/>
          </a:xfrm>
          <a:prstGeom prst="rect">
            <a:avLst/>
          </a:prstGeom>
          <a:solidFill>
            <a:schemeClr val="accent1">
              <a:lumMod val="20000"/>
              <a:lumOff val="80000"/>
            </a:schemeClr>
          </a:solidFill>
          <a:ln>
            <a:solidFill>
              <a:srgbClr val="C00000"/>
            </a:solidFill>
          </a:ln>
        </p:spPr>
        <p:txBody>
          <a:bodyPr>
            <a:spAutoFit/>
          </a:bodyPr>
          <a:lstStyle/>
          <a:p>
            <a:pPr>
              <a:defRPr/>
            </a:pPr>
            <a:r>
              <a:rPr lang="en-US" altLang="zh-CN" b="1" dirty="0">
                <a:solidFill>
                  <a:srgbClr val="006600"/>
                </a:solidFill>
                <a:latin typeface="Calibri" panose="020F0502020204030204" pitchFamily="34" charset="0"/>
                <a:cs typeface="Times New Roman" panose="02020603050405020304" pitchFamily="18" charset="0"/>
              </a:rPr>
              <a:t>    </a:t>
            </a:r>
            <a:r>
              <a:rPr lang="zh-CN" altLang="zh-CN" b="1" dirty="0">
                <a:solidFill>
                  <a:srgbClr val="006600"/>
                </a:solidFill>
                <a:latin typeface="Calibri" panose="020F0502020204030204" pitchFamily="34" charset="0"/>
                <a:cs typeface="Times New Roman" panose="02020603050405020304" pitchFamily="18" charset="0"/>
              </a:rPr>
              <a:t>【例题】</a:t>
            </a:r>
            <a:r>
              <a:rPr lang="zh-CN" altLang="zh-CN" b="1" dirty="0">
                <a:latin typeface="Calibri" panose="020F0502020204030204" pitchFamily="34" charset="0"/>
                <a:cs typeface="Times New Roman" panose="02020603050405020304" pitchFamily="18" charset="0"/>
              </a:rPr>
              <a:t>有时候灯具需要由多个开关来控制，因此有必要设计这样的电路：</a:t>
            </a:r>
            <a:endParaRPr lang="en-US" altLang="zh-CN" b="1" dirty="0">
              <a:latin typeface="Calibri" panose="020F0502020204030204" pitchFamily="34" charset="0"/>
              <a:cs typeface="Times New Roman" panose="02020603050405020304" pitchFamily="18" charset="0"/>
            </a:endParaRPr>
          </a:p>
          <a:p>
            <a:pPr>
              <a:defRPr/>
            </a:pPr>
            <a:r>
              <a:rPr lang="en-US" altLang="zh-CN" b="1" dirty="0">
                <a:latin typeface="Calibri" panose="020F0502020204030204" pitchFamily="34" charset="0"/>
                <a:cs typeface="Times New Roman" panose="02020603050405020304" pitchFamily="18" charset="0"/>
              </a:rPr>
              <a:t>       </a:t>
            </a:r>
            <a:r>
              <a:rPr lang="zh-CN" altLang="zh-CN" b="1" dirty="0">
                <a:latin typeface="Calibri" panose="020F0502020204030204" pitchFamily="34" charset="0"/>
                <a:cs typeface="Times New Roman" panose="02020603050405020304" pitchFamily="18" charset="0"/>
              </a:rPr>
              <a:t>当灯不亮时，敲击任意一个开关都可以使此灯变亮；</a:t>
            </a:r>
            <a:endParaRPr lang="en-US" altLang="zh-CN" b="1" dirty="0">
              <a:latin typeface="Calibri" panose="020F0502020204030204" pitchFamily="34" charset="0"/>
              <a:cs typeface="Times New Roman" panose="02020603050405020304" pitchFamily="18" charset="0"/>
            </a:endParaRPr>
          </a:p>
          <a:p>
            <a:pPr>
              <a:defRPr/>
            </a:pPr>
            <a:r>
              <a:rPr lang="en-US" altLang="zh-CN" b="1" dirty="0">
                <a:latin typeface="Calibri" panose="020F0502020204030204" pitchFamily="34" charset="0"/>
                <a:cs typeface="Times New Roman" panose="02020603050405020304" pitchFamily="18" charset="0"/>
              </a:rPr>
              <a:t>      </a:t>
            </a:r>
            <a:r>
              <a:rPr lang="zh-CN" altLang="zh-CN" b="1" dirty="0">
                <a:latin typeface="Calibri" panose="020F0502020204030204" pitchFamily="34" charset="0"/>
                <a:cs typeface="Times New Roman" panose="02020603050405020304" pitchFamily="18" charset="0"/>
              </a:rPr>
              <a:t>反之，当灯是打开时，敲击任何一个开关都可以使灯不亮。</a:t>
            </a:r>
            <a:endParaRPr lang="en-US" altLang="zh-CN" b="1" dirty="0">
              <a:latin typeface="Calibri" panose="020F0502020204030204" pitchFamily="34" charset="0"/>
              <a:cs typeface="Times New Roman" panose="02020603050405020304" pitchFamily="18" charset="0"/>
            </a:endParaRPr>
          </a:p>
          <a:p>
            <a:pPr>
              <a:defRPr/>
            </a:pPr>
            <a:r>
              <a:rPr lang="en-US" altLang="zh-CN" b="1" dirty="0">
                <a:latin typeface="Calibri" panose="020F0502020204030204" pitchFamily="34" charset="0"/>
                <a:cs typeface="Times New Roman" panose="02020603050405020304" pitchFamily="18" charset="0"/>
              </a:rPr>
              <a:t>      </a:t>
            </a:r>
            <a:r>
              <a:rPr lang="zh-CN" altLang="zh-CN" b="1" dirty="0">
                <a:latin typeface="Calibri" panose="020F0502020204030204" pitchFamily="34" charset="0"/>
                <a:cs typeface="Times New Roman" panose="02020603050405020304" pitchFamily="18" charset="0"/>
              </a:rPr>
              <a:t>在有三个开关两种情形下，请设计电路来完成这个任务。</a:t>
            </a:r>
            <a:endParaRPr lang="zh-CN" altLang="en-US" b="1" dirty="0"/>
          </a:p>
        </p:txBody>
      </p:sp>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日期占位符 3">
            <a:extLst>
              <a:ext uri="{FF2B5EF4-FFF2-40B4-BE49-F238E27FC236}">
                <a16:creationId xmlns:a16="http://schemas.microsoft.com/office/drawing/2014/main" id="{677B7BEE-FC5E-4E68-99A7-D5BEA97AC6B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757CAB9-367A-4422-AF35-0D159E83F24E}"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49507" name="页脚占位符 4">
            <a:extLst>
              <a:ext uri="{FF2B5EF4-FFF2-40B4-BE49-F238E27FC236}">
                <a16:creationId xmlns:a16="http://schemas.microsoft.com/office/drawing/2014/main" id="{A15992E0-B5EF-4F0E-869D-240ECBE4321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49508" name="灯片编号占位符 5">
            <a:extLst>
              <a:ext uri="{FF2B5EF4-FFF2-40B4-BE49-F238E27FC236}">
                <a16:creationId xmlns:a16="http://schemas.microsoft.com/office/drawing/2014/main" id="{B2AD0EBC-CE9B-4346-9A3B-AFAAFD2EAF2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D849BCA-C5A1-47F5-9EB2-FC6BEBB7B043}" type="slidenum">
              <a:rPr lang="en-US" altLang="zh-CN" sz="1400" smtClean="0">
                <a:latin typeface="Times New Roman" panose="02020603050405020304" pitchFamily="18" charset="0"/>
                <a:ea typeface="宋体" panose="02010600030101010101" pitchFamily="2" charset="-122"/>
              </a:rPr>
              <a:pPr>
                <a:spcBef>
                  <a:spcPct val="0"/>
                </a:spcBef>
                <a:buFontTx/>
                <a:buNone/>
              </a:pPr>
              <a:t>143</a:t>
            </a:fld>
            <a:endParaRPr lang="en-US" altLang="zh-CN" sz="1400">
              <a:latin typeface="Times New Roman" panose="02020603050405020304" pitchFamily="18" charset="0"/>
              <a:ea typeface="宋体" panose="02010600030101010101" pitchFamily="2" charset="-122"/>
            </a:endParaRPr>
          </a:p>
        </p:txBody>
      </p:sp>
      <p:sp>
        <p:nvSpPr>
          <p:cNvPr id="149509" name="Text Box 2">
            <a:extLst>
              <a:ext uri="{FF2B5EF4-FFF2-40B4-BE49-F238E27FC236}">
                <a16:creationId xmlns:a16="http://schemas.microsoft.com/office/drawing/2014/main" id="{07D5653A-8AF0-411D-AA4E-1A5E381E522D}"/>
              </a:ext>
            </a:extLst>
          </p:cNvPr>
          <p:cNvSpPr txBox="1">
            <a:spLocks noChangeArrowheads="1"/>
          </p:cNvSpPr>
          <p:nvPr/>
        </p:nvSpPr>
        <p:spPr bwMode="auto">
          <a:xfrm>
            <a:off x="1331913" y="5492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逻辑电路设计</a:t>
            </a:r>
          </a:p>
        </p:txBody>
      </p:sp>
      <p:pic>
        <p:nvPicPr>
          <p:cNvPr id="149510" name="Picture 6" descr="C:\Program Files\Microsoft Office\MEDIA\CAGCAT10\j0293844.wmf">
            <a:extLst>
              <a:ext uri="{FF2B5EF4-FFF2-40B4-BE49-F238E27FC236}">
                <a16:creationId xmlns:a16="http://schemas.microsoft.com/office/drawing/2014/main" id="{5BBD1629-7ED6-413D-8345-86B97369BE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8475" y="549275"/>
            <a:ext cx="10255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511" name="矩形 2">
            <a:extLst>
              <a:ext uri="{FF2B5EF4-FFF2-40B4-BE49-F238E27FC236}">
                <a16:creationId xmlns:a16="http://schemas.microsoft.com/office/drawing/2014/main" id="{D3F7FB91-7F7A-4A45-83A0-72DBCE869743}"/>
              </a:ext>
            </a:extLst>
          </p:cNvPr>
          <p:cNvSpPr>
            <a:spLocks noChangeArrowheads="1"/>
          </p:cNvSpPr>
          <p:nvPr/>
        </p:nvSpPr>
        <p:spPr bwMode="auto">
          <a:xfrm>
            <a:off x="452438" y="2217738"/>
            <a:ext cx="8239125" cy="3241675"/>
          </a:xfrm>
          <a:prstGeom prst="rect">
            <a:avLst/>
          </a:prstGeom>
          <a:solidFill>
            <a:srgbClr val="FFC000"/>
          </a:solidFill>
          <a:ln w="9525">
            <a:solidFill>
              <a:srgbClr val="33330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nSpc>
                <a:spcPct val="150000"/>
              </a:lnSpc>
              <a:spcBef>
                <a:spcPct val="0"/>
              </a:spcBef>
              <a:buFontTx/>
              <a:buNone/>
            </a:pPr>
            <a:r>
              <a:rPr lang="en-US" altLang="zh-CN" sz="2800" b="1">
                <a:latin typeface="Times New Roman" panose="02020603050405020304" pitchFamily="18" charset="0"/>
                <a:ea typeface="宋体" panose="02010600030101010101" pitchFamily="2" charset="-122"/>
              </a:rPr>
              <a:t>【</a:t>
            </a:r>
            <a:r>
              <a:rPr lang="zh-CN" altLang="en-US" sz="2800" b="1">
                <a:latin typeface="Times New Roman" panose="02020603050405020304" pitchFamily="18" charset="0"/>
                <a:ea typeface="宋体" panose="02010600030101010101" pitchFamily="2" charset="-122"/>
              </a:rPr>
              <a:t>分析</a:t>
            </a:r>
            <a:r>
              <a:rPr lang="en-US" altLang="zh-CN" sz="2800" b="1">
                <a:latin typeface="Times New Roman" panose="02020603050405020304" pitchFamily="18" charset="0"/>
                <a:ea typeface="宋体" panose="02010600030101010101" pitchFamily="2" charset="-122"/>
              </a:rPr>
              <a:t>】</a:t>
            </a:r>
          </a:p>
          <a:p>
            <a:pPr>
              <a:lnSpc>
                <a:spcPct val="150000"/>
              </a:lnSpc>
              <a:spcBef>
                <a:spcPct val="0"/>
              </a:spcBef>
              <a:buFontTx/>
              <a:buNone/>
            </a:pP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设 </a:t>
            </a:r>
            <a:r>
              <a:rPr lang="en-US" altLang="zh-CN" sz="2800" b="1">
                <a:latin typeface="Times New Roman" panose="02020603050405020304" pitchFamily="18" charset="0"/>
                <a:ea typeface="宋体" panose="02010600030101010101" pitchFamily="2" charset="-122"/>
              </a:rPr>
              <a:t>A</a:t>
            </a: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B</a:t>
            </a: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C </a:t>
            </a:r>
            <a:r>
              <a:rPr lang="zh-CN" altLang="en-US" sz="2800" b="1">
                <a:latin typeface="Times New Roman" panose="02020603050405020304" pitchFamily="18" charset="0"/>
                <a:ea typeface="宋体" panose="02010600030101010101" pitchFamily="2" charset="-122"/>
              </a:rPr>
              <a:t>表示</a:t>
            </a:r>
            <a:r>
              <a:rPr lang="zh-CN" altLang="en-US" sz="2800" b="1">
                <a:solidFill>
                  <a:srgbClr val="C00000"/>
                </a:solidFill>
                <a:latin typeface="Times New Roman" panose="02020603050405020304" pitchFamily="18" charset="0"/>
                <a:ea typeface="宋体" panose="02010600030101010101" pitchFamily="2" charset="-122"/>
              </a:rPr>
              <a:t>灯具的开关</a:t>
            </a:r>
            <a:r>
              <a:rPr lang="zh-CN" altLang="en-US" sz="2800" b="1">
                <a:latin typeface="Times New Roman" panose="02020603050405020304" pitchFamily="18" charset="0"/>
                <a:ea typeface="宋体" panose="02010600030101010101" pitchFamily="2" charset="-122"/>
              </a:rPr>
              <a:t>，其闭合状态分别用</a:t>
            </a:r>
            <a:r>
              <a:rPr lang="en-US" altLang="zh-CN" sz="2800" b="1">
                <a:latin typeface="Times New Roman" panose="02020603050405020304" pitchFamily="18" charset="0"/>
                <a:ea typeface="宋体" panose="02010600030101010101" pitchFamily="2" charset="-122"/>
              </a:rPr>
              <a:t>1</a:t>
            </a:r>
            <a:r>
              <a:rPr lang="zh-CN" altLang="en-US" sz="2800" b="1">
                <a:latin typeface="Times New Roman" panose="02020603050405020304" pitchFamily="18" charset="0"/>
                <a:ea typeface="宋体" panose="02010600030101010101" pitchFamily="2" charset="-122"/>
              </a:rPr>
              <a:t>（开关闭合）和</a:t>
            </a:r>
            <a:r>
              <a:rPr lang="en-US" altLang="zh-CN" sz="2800" b="1">
                <a:latin typeface="Times New Roman" panose="02020603050405020304" pitchFamily="18" charset="0"/>
                <a:ea typeface="宋体" panose="02010600030101010101" pitchFamily="2" charset="-122"/>
              </a:rPr>
              <a:t>0</a:t>
            </a:r>
            <a:r>
              <a:rPr lang="zh-CN" altLang="en-US" sz="2800" b="1">
                <a:latin typeface="Times New Roman" panose="02020603050405020304" pitchFamily="18" charset="0"/>
                <a:ea typeface="宋体" panose="02010600030101010101" pitchFamily="2" charset="-122"/>
              </a:rPr>
              <a:t>（开关打开）表示；</a:t>
            </a:r>
            <a:endParaRPr lang="en-US" altLang="zh-CN" sz="2800" b="1">
              <a:latin typeface="Times New Roman" panose="02020603050405020304" pitchFamily="18" charset="0"/>
              <a:ea typeface="宋体" panose="02010600030101010101" pitchFamily="2" charset="-122"/>
            </a:endParaRPr>
          </a:p>
          <a:p>
            <a:pPr>
              <a:lnSpc>
                <a:spcPct val="150000"/>
              </a:lnSpc>
              <a:spcBef>
                <a:spcPct val="0"/>
              </a:spcBef>
              <a:buFontTx/>
              <a:buNone/>
            </a:pP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设 </a:t>
            </a:r>
            <a:r>
              <a:rPr lang="en-US" altLang="zh-CN" sz="2800" b="1">
                <a:latin typeface="Times New Roman" panose="02020603050405020304" pitchFamily="18" charset="0"/>
                <a:ea typeface="宋体" panose="02010600030101010101" pitchFamily="2" charset="-122"/>
              </a:rPr>
              <a:t>S </a:t>
            </a:r>
            <a:r>
              <a:rPr lang="zh-CN" altLang="en-US" sz="2800" b="1">
                <a:latin typeface="Times New Roman" panose="02020603050405020304" pitchFamily="18" charset="0"/>
                <a:ea typeface="宋体" panose="02010600030101010101" pitchFamily="2" charset="-122"/>
              </a:rPr>
              <a:t>表示灯具的</a:t>
            </a:r>
            <a:r>
              <a:rPr lang="zh-CN" altLang="en-US" sz="2800" b="1">
                <a:solidFill>
                  <a:srgbClr val="C00000"/>
                </a:solidFill>
                <a:latin typeface="Times New Roman" panose="02020603050405020304" pitchFamily="18" charset="0"/>
                <a:ea typeface="宋体" panose="02010600030101010101" pitchFamily="2" charset="-122"/>
              </a:rPr>
              <a:t>亮灭状态</a:t>
            </a:r>
            <a:r>
              <a:rPr lang="zh-CN" altLang="en-US" sz="2800" b="1">
                <a:latin typeface="Times New Roman" panose="02020603050405020304" pitchFamily="18" charset="0"/>
                <a:ea typeface="宋体" panose="02010600030101010101" pitchFamily="2" charset="-122"/>
              </a:rPr>
              <a:t>，分别用</a:t>
            </a:r>
            <a:r>
              <a:rPr lang="en-US" altLang="zh-CN" sz="2800" b="1">
                <a:latin typeface="Times New Roman" panose="02020603050405020304" pitchFamily="18" charset="0"/>
                <a:ea typeface="宋体" panose="02010600030101010101" pitchFamily="2" charset="-122"/>
              </a:rPr>
              <a:t>1</a:t>
            </a:r>
            <a:r>
              <a:rPr lang="zh-CN" altLang="en-US" sz="2800" b="1">
                <a:latin typeface="Times New Roman" panose="02020603050405020304" pitchFamily="18" charset="0"/>
                <a:ea typeface="宋体" panose="02010600030101010101" pitchFamily="2" charset="-122"/>
              </a:rPr>
              <a:t>（灯亮）和</a:t>
            </a:r>
            <a:r>
              <a:rPr lang="en-US" altLang="zh-CN" sz="2800" b="1">
                <a:latin typeface="Times New Roman" panose="02020603050405020304" pitchFamily="18" charset="0"/>
                <a:ea typeface="宋体" panose="02010600030101010101" pitchFamily="2" charset="-122"/>
              </a:rPr>
              <a:t>0</a:t>
            </a:r>
            <a:r>
              <a:rPr lang="zh-CN" altLang="en-US" sz="2800" b="1">
                <a:latin typeface="Times New Roman" panose="02020603050405020304" pitchFamily="18" charset="0"/>
                <a:ea typeface="宋体" panose="02010600030101010101" pitchFamily="2" charset="-122"/>
              </a:rPr>
              <a:t>（灯灭）表示。</a:t>
            </a:r>
            <a:endParaRPr lang="en-US" altLang="zh-CN" sz="2800" b="1">
              <a:latin typeface="Times New Roman" panose="02020603050405020304" pitchFamily="18" charset="0"/>
              <a:ea typeface="宋体" panose="02010600030101010101" pitchFamily="2" charset="-122"/>
            </a:endParaRPr>
          </a:p>
        </p:txBody>
      </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日期占位符 3">
            <a:extLst>
              <a:ext uri="{FF2B5EF4-FFF2-40B4-BE49-F238E27FC236}">
                <a16:creationId xmlns:a16="http://schemas.microsoft.com/office/drawing/2014/main" id="{DE0AC255-97A3-4665-8CC7-34AAB7972F1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4BFD8DF-B125-4184-B32B-B49C22456F8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0531" name="页脚占位符 4">
            <a:extLst>
              <a:ext uri="{FF2B5EF4-FFF2-40B4-BE49-F238E27FC236}">
                <a16:creationId xmlns:a16="http://schemas.microsoft.com/office/drawing/2014/main" id="{279A5C01-03BE-45F8-900C-626C016B5B5B}"/>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0532" name="灯片编号占位符 5">
            <a:extLst>
              <a:ext uri="{FF2B5EF4-FFF2-40B4-BE49-F238E27FC236}">
                <a16:creationId xmlns:a16="http://schemas.microsoft.com/office/drawing/2014/main" id="{DCD60D95-DC02-47EE-9943-83BD771BD25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566EBC92-DA3D-4E2E-8D9E-F4CBBC5D5829}" type="slidenum">
              <a:rPr lang="en-US" altLang="zh-CN" sz="1400" smtClean="0">
                <a:latin typeface="Times New Roman" panose="02020603050405020304" pitchFamily="18" charset="0"/>
                <a:ea typeface="宋体" panose="02010600030101010101" pitchFamily="2" charset="-122"/>
              </a:rPr>
              <a:pPr>
                <a:spcBef>
                  <a:spcPct val="0"/>
                </a:spcBef>
                <a:buFontTx/>
                <a:buNone/>
              </a:pPr>
              <a:t>144</a:t>
            </a:fld>
            <a:endParaRPr lang="en-US" altLang="zh-CN" sz="1400">
              <a:latin typeface="Times New Roman" panose="02020603050405020304" pitchFamily="18" charset="0"/>
              <a:ea typeface="宋体" panose="02010600030101010101" pitchFamily="2" charset="-122"/>
            </a:endParaRPr>
          </a:p>
        </p:txBody>
      </p:sp>
      <p:sp>
        <p:nvSpPr>
          <p:cNvPr id="150533" name="Text Box 2">
            <a:extLst>
              <a:ext uri="{FF2B5EF4-FFF2-40B4-BE49-F238E27FC236}">
                <a16:creationId xmlns:a16="http://schemas.microsoft.com/office/drawing/2014/main" id="{5925A39E-A2BF-446E-B41A-9D2A4AB43E77}"/>
              </a:ext>
            </a:extLst>
          </p:cNvPr>
          <p:cNvSpPr txBox="1">
            <a:spLocks noChangeArrowheads="1"/>
          </p:cNvSpPr>
          <p:nvPr/>
        </p:nvSpPr>
        <p:spPr bwMode="auto">
          <a:xfrm>
            <a:off x="1331913" y="5492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逻辑电路设计</a:t>
            </a:r>
          </a:p>
        </p:txBody>
      </p:sp>
      <p:pic>
        <p:nvPicPr>
          <p:cNvPr id="150534" name="Picture 6" descr="C:\Program Files\Microsoft Office\MEDIA\CAGCAT10\j0293844.wmf">
            <a:extLst>
              <a:ext uri="{FF2B5EF4-FFF2-40B4-BE49-F238E27FC236}">
                <a16:creationId xmlns:a16="http://schemas.microsoft.com/office/drawing/2014/main" id="{10B1A6B4-9B86-4D4E-96C9-3657CFFFCC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8475" y="549275"/>
            <a:ext cx="10255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0535" name="矩形 2">
            <a:extLst>
              <a:ext uri="{FF2B5EF4-FFF2-40B4-BE49-F238E27FC236}">
                <a16:creationId xmlns:a16="http://schemas.microsoft.com/office/drawing/2014/main" id="{BDA70D5F-F3E9-432F-A81B-7246437B1576}"/>
              </a:ext>
            </a:extLst>
          </p:cNvPr>
          <p:cNvSpPr>
            <a:spLocks noChangeArrowheads="1"/>
          </p:cNvSpPr>
          <p:nvPr/>
        </p:nvSpPr>
        <p:spPr bwMode="auto">
          <a:xfrm>
            <a:off x="755650" y="3910013"/>
            <a:ext cx="7920038" cy="2247900"/>
          </a:xfrm>
          <a:prstGeom prst="rect">
            <a:avLst/>
          </a:prstGeom>
          <a:solidFill>
            <a:srgbClr val="FFC000"/>
          </a:solidFill>
          <a:ln w="9525">
            <a:solidFill>
              <a:srgbClr val="C0000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Times New Roman" panose="02020603050405020304" pitchFamily="18" charset="0"/>
                <a:ea typeface="宋体" panose="02010600030101010101" pitchFamily="2" charset="-122"/>
              </a:rPr>
              <a:t>例如，当</a:t>
            </a:r>
            <a:r>
              <a:rPr lang="zh-CN" altLang="en-US" sz="2800" b="1">
                <a:solidFill>
                  <a:srgbClr val="C00000"/>
                </a:solidFill>
                <a:latin typeface="Times New Roman" panose="02020603050405020304" pitchFamily="18" charset="0"/>
                <a:ea typeface="宋体" panose="02010600030101010101" pitchFamily="2" charset="-122"/>
              </a:rPr>
              <a:t>其中一个开关</a:t>
            </a:r>
            <a:r>
              <a:rPr lang="zh-CN" altLang="en-US" sz="2800" b="1">
                <a:latin typeface="Times New Roman" panose="02020603050405020304" pitchFamily="18" charset="0"/>
                <a:ea typeface="宋体" panose="02010600030101010101" pitchFamily="2" charset="-122"/>
              </a:rPr>
              <a:t>被</a:t>
            </a:r>
            <a:r>
              <a:rPr lang="zh-CN" altLang="en-US" sz="2800" b="1">
                <a:solidFill>
                  <a:schemeClr val="accent2"/>
                </a:solidFill>
                <a:latin typeface="Times New Roman" panose="02020603050405020304" pitchFamily="18" charset="0"/>
                <a:ea typeface="宋体" panose="02010600030101010101" pitchFamily="2" charset="-122"/>
              </a:rPr>
              <a:t>打开</a:t>
            </a:r>
            <a:r>
              <a:rPr lang="zh-CN" altLang="en-US" sz="2800" b="1">
                <a:latin typeface="Times New Roman" panose="02020603050405020304" pitchFamily="18" charset="0"/>
                <a:ea typeface="宋体" panose="02010600030101010101" pitchFamily="2" charset="-122"/>
              </a:rPr>
              <a:t>时，即 </a:t>
            </a:r>
            <a:endParaRPr lang="en-US" altLang="zh-CN" sz="2800" b="1">
              <a:latin typeface="Times New Roman" panose="02020603050405020304" pitchFamily="18" charset="0"/>
              <a:ea typeface="宋体" panose="02010600030101010101" pitchFamily="2" charset="-122"/>
            </a:endParaRPr>
          </a:p>
          <a:p>
            <a:pPr algn="ctr">
              <a:spcBef>
                <a:spcPct val="0"/>
              </a:spcBef>
              <a:buFontTx/>
              <a:buNone/>
            </a:pPr>
            <a:r>
              <a:rPr lang="en-US" altLang="zh-CN" sz="2800" b="1">
                <a:latin typeface="Times New Roman" panose="02020603050405020304" pitchFamily="18" charset="0"/>
                <a:ea typeface="宋体" panose="02010600030101010101" pitchFamily="2" charset="-122"/>
              </a:rPr>
              <a:t>A=1</a:t>
            </a: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B=1</a:t>
            </a: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C=0</a:t>
            </a:r>
            <a:r>
              <a:rPr lang="zh-CN" altLang="en-US" sz="2800" b="1">
                <a:latin typeface="Times New Roman" panose="02020603050405020304" pitchFamily="18" charset="0"/>
                <a:ea typeface="宋体" panose="02010600030101010101" pitchFamily="2" charset="-122"/>
              </a:rPr>
              <a:t>，</a:t>
            </a:r>
            <a:endParaRPr lang="en-US" altLang="zh-CN" sz="2800" b="1">
              <a:latin typeface="Times New Roman" panose="02020603050405020304" pitchFamily="18" charset="0"/>
              <a:ea typeface="宋体" panose="02010600030101010101" pitchFamily="2" charset="-122"/>
            </a:endParaRPr>
          </a:p>
          <a:p>
            <a:pPr algn="ctr">
              <a:spcBef>
                <a:spcPct val="0"/>
              </a:spcBef>
              <a:buFontTx/>
              <a:buNone/>
            </a:pPr>
            <a:r>
              <a:rPr lang="zh-CN" altLang="en-US" sz="2800" b="1">
                <a:latin typeface="Times New Roman" panose="02020603050405020304" pitchFamily="18" charset="0"/>
                <a:ea typeface="宋体" panose="02010600030101010101" pitchFamily="2" charset="-122"/>
              </a:rPr>
              <a:t>或 </a:t>
            </a:r>
            <a:r>
              <a:rPr lang="en-US" altLang="zh-CN" sz="2800" b="1">
                <a:latin typeface="Times New Roman" panose="02020603050405020304" pitchFamily="18" charset="0"/>
                <a:ea typeface="宋体" panose="02010600030101010101" pitchFamily="2" charset="-122"/>
              </a:rPr>
              <a:t>A=1</a:t>
            </a: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B=0</a:t>
            </a: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C=1</a:t>
            </a:r>
            <a:r>
              <a:rPr lang="zh-CN" altLang="en-US" sz="2800" b="1">
                <a:latin typeface="Times New Roman" panose="02020603050405020304" pitchFamily="18" charset="0"/>
                <a:ea typeface="宋体" panose="02010600030101010101" pitchFamily="2" charset="-122"/>
              </a:rPr>
              <a:t>，</a:t>
            </a:r>
            <a:endParaRPr lang="en-US" altLang="zh-CN" sz="2800" b="1">
              <a:latin typeface="Times New Roman" panose="02020603050405020304" pitchFamily="18" charset="0"/>
              <a:ea typeface="宋体" panose="02010600030101010101" pitchFamily="2" charset="-122"/>
            </a:endParaRPr>
          </a:p>
          <a:p>
            <a:pPr algn="ctr">
              <a:spcBef>
                <a:spcPct val="0"/>
              </a:spcBef>
              <a:buFontTx/>
              <a:buNone/>
            </a:pPr>
            <a:r>
              <a:rPr lang="zh-CN" altLang="en-US" sz="2800" b="1">
                <a:latin typeface="Times New Roman" panose="02020603050405020304" pitchFamily="18" charset="0"/>
                <a:ea typeface="宋体" panose="02010600030101010101" pitchFamily="2" charset="-122"/>
              </a:rPr>
              <a:t>或 </a:t>
            </a:r>
            <a:r>
              <a:rPr lang="en-US" altLang="zh-CN" sz="2800" b="1">
                <a:latin typeface="Times New Roman" panose="02020603050405020304" pitchFamily="18" charset="0"/>
                <a:ea typeface="宋体" panose="02010600030101010101" pitchFamily="2" charset="-122"/>
              </a:rPr>
              <a:t>A=0</a:t>
            </a: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B=1</a:t>
            </a: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C=1</a:t>
            </a:r>
            <a:r>
              <a:rPr lang="zh-CN" altLang="en-US" sz="2800" b="1">
                <a:latin typeface="Times New Roman" panose="02020603050405020304" pitchFamily="18" charset="0"/>
                <a:ea typeface="宋体" panose="02010600030101010101" pitchFamily="2" charset="-122"/>
              </a:rPr>
              <a:t>，</a:t>
            </a:r>
            <a:endParaRPr lang="en-US" altLang="zh-CN" sz="2800" b="1">
              <a:latin typeface="Times New Roman" panose="02020603050405020304" pitchFamily="18" charset="0"/>
              <a:ea typeface="宋体" panose="02010600030101010101" pitchFamily="2" charset="-122"/>
            </a:endParaRPr>
          </a:p>
          <a:p>
            <a:pPr>
              <a:spcBef>
                <a:spcPct val="0"/>
              </a:spcBef>
              <a:buFontTx/>
              <a:buNone/>
            </a:pPr>
            <a:r>
              <a:rPr lang="zh-CN" altLang="en-US" sz="2800" b="1">
                <a:latin typeface="Times New Roman" panose="02020603050405020304" pitchFamily="18" charset="0"/>
                <a:ea typeface="宋体" panose="02010600030101010101" pitchFamily="2" charset="-122"/>
              </a:rPr>
              <a:t>        灯就变灭，此时 </a:t>
            </a:r>
            <a:r>
              <a:rPr lang="en-US" altLang="zh-CN" sz="2800" b="1">
                <a:latin typeface="Times New Roman" panose="02020603050405020304" pitchFamily="18" charset="0"/>
                <a:ea typeface="宋体" panose="02010600030101010101" pitchFamily="2" charset="-122"/>
              </a:rPr>
              <a:t>S=0</a:t>
            </a:r>
            <a:r>
              <a:rPr lang="zh-CN" altLang="en-US" sz="2800" b="1">
                <a:latin typeface="Times New Roman" panose="02020603050405020304" pitchFamily="18" charset="0"/>
                <a:ea typeface="宋体" panose="02010600030101010101" pitchFamily="2" charset="-122"/>
              </a:rPr>
              <a:t>。</a:t>
            </a:r>
          </a:p>
        </p:txBody>
      </p:sp>
      <p:sp>
        <p:nvSpPr>
          <p:cNvPr id="150536" name="矩形 3">
            <a:extLst>
              <a:ext uri="{FF2B5EF4-FFF2-40B4-BE49-F238E27FC236}">
                <a16:creationId xmlns:a16="http://schemas.microsoft.com/office/drawing/2014/main" id="{7057E8FD-BA32-4368-85E5-3844961A2585}"/>
              </a:ext>
            </a:extLst>
          </p:cNvPr>
          <p:cNvSpPr>
            <a:spLocks noChangeArrowheads="1"/>
          </p:cNvSpPr>
          <p:nvPr/>
        </p:nvSpPr>
        <p:spPr bwMode="auto">
          <a:xfrm>
            <a:off x="827088" y="1895475"/>
            <a:ext cx="7777162" cy="1816100"/>
          </a:xfrm>
          <a:prstGeom prst="rect">
            <a:avLst/>
          </a:prstGeom>
          <a:solidFill>
            <a:srgbClr val="FFC000"/>
          </a:solidFill>
          <a:ln w="9525">
            <a:solidFill>
              <a:srgbClr val="C0000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Times New Roman" panose="02020603050405020304" pitchFamily="18" charset="0"/>
                <a:ea typeface="宋体" panose="02010600030101010101" pitchFamily="2" charset="-122"/>
              </a:rPr>
              <a:t>当</a:t>
            </a:r>
            <a:r>
              <a:rPr lang="zh-CN" altLang="en-US" sz="2800" b="1">
                <a:solidFill>
                  <a:srgbClr val="C00000"/>
                </a:solidFill>
                <a:latin typeface="Times New Roman" panose="02020603050405020304" pitchFamily="18" charset="0"/>
                <a:ea typeface="宋体" panose="02010600030101010101" pitchFamily="2" charset="-122"/>
              </a:rPr>
              <a:t>所有开关</a:t>
            </a:r>
            <a:r>
              <a:rPr lang="zh-CN" altLang="en-US" sz="2800" b="1">
                <a:latin typeface="Times New Roman" panose="02020603050405020304" pitchFamily="18" charset="0"/>
                <a:ea typeface="宋体" panose="02010600030101010101" pitchFamily="2" charset="-122"/>
              </a:rPr>
              <a:t>都</a:t>
            </a:r>
            <a:r>
              <a:rPr lang="zh-CN" altLang="en-US" sz="2800" b="1">
                <a:solidFill>
                  <a:schemeClr val="accent2"/>
                </a:solidFill>
                <a:latin typeface="Times New Roman" panose="02020603050405020304" pitchFamily="18" charset="0"/>
                <a:ea typeface="宋体" panose="02010600030101010101" pitchFamily="2" charset="-122"/>
              </a:rPr>
              <a:t>关闭</a:t>
            </a:r>
            <a:r>
              <a:rPr lang="zh-CN" altLang="en-US" sz="2800" b="1">
                <a:latin typeface="Times New Roman" panose="02020603050405020304" pitchFamily="18" charset="0"/>
                <a:ea typeface="宋体" panose="02010600030101010101" pitchFamily="2" charset="-122"/>
              </a:rPr>
              <a:t>时，即</a:t>
            </a:r>
            <a:r>
              <a:rPr lang="en-US" altLang="zh-CN" sz="2800" b="1">
                <a:latin typeface="Times New Roman" panose="02020603050405020304" pitchFamily="18" charset="0"/>
                <a:ea typeface="宋体" panose="02010600030101010101" pitchFamily="2" charset="-122"/>
              </a:rPr>
              <a:t>:</a:t>
            </a:r>
          </a:p>
          <a:p>
            <a:pPr algn="ctr">
              <a:spcBef>
                <a:spcPct val="0"/>
              </a:spcBef>
              <a:buFontTx/>
              <a:buNone/>
            </a:pP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 </a:t>
            </a:r>
            <a:r>
              <a:rPr lang="en-US" altLang="zh-CN" sz="2800" b="1">
                <a:latin typeface="Times New Roman" panose="02020603050405020304" pitchFamily="18" charset="0"/>
                <a:ea typeface="宋体" panose="02010600030101010101" pitchFamily="2" charset="-122"/>
              </a:rPr>
              <a:t>A=B=C=1</a:t>
            </a:r>
            <a:r>
              <a:rPr lang="zh-CN" altLang="en-US" sz="2800" b="1">
                <a:latin typeface="Times New Roman" panose="02020603050405020304" pitchFamily="18" charset="0"/>
                <a:ea typeface="宋体" panose="02010600030101010101" pitchFamily="2" charset="-122"/>
              </a:rPr>
              <a:t>，假定灯是亮的，此时 </a:t>
            </a:r>
            <a:r>
              <a:rPr lang="en-US" altLang="zh-CN" sz="2800" b="1">
                <a:latin typeface="Times New Roman" panose="02020603050405020304" pitchFamily="18" charset="0"/>
                <a:ea typeface="宋体" panose="02010600030101010101" pitchFamily="2" charset="-122"/>
              </a:rPr>
              <a:t>S=1 </a:t>
            </a:r>
            <a:r>
              <a:rPr lang="zh-CN" altLang="en-US" sz="2800" b="1">
                <a:latin typeface="Times New Roman" panose="02020603050405020304" pitchFamily="18" charset="0"/>
                <a:ea typeface="宋体" panose="02010600030101010101" pitchFamily="2" charset="-122"/>
              </a:rPr>
              <a:t>。</a:t>
            </a:r>
            <a:endParaRPr lang="en-US" altLang="zh-CN" sz="2800" b="1">
              <a:latin typeface="Times New Roman" panose="02020603050405020304" pitchFamily="18" charset="0"/>
              <a:ea typeface="宋体" panose="02010600030101010101" pitchFamily="2" charset="-122"/>
            </a:endParaRPr>
          </a:p>
          <a:p>
            <a:pPr>
              <a:spcBef>
                <a:spcPct val="0"/>
              </a:spcBef>
              <a:buFontTx/>
              <a:buNone/>
            </a:pPr>
            <a:r>
              <a:rPr lang="en-US" altLang="zh-CN" sz="2800" b="1">
                <a:latin typeface="Times New Roman" panose="02020603050405020304" pitchFamily="18" charset="0"/>
                <a:ea typeface="宋体" panose="02010600030101010101" pitchFamily="2" charset="-122"/>
              </a:rPr>
              <a:t>     </a:t>
            </a:r>
            <a:r>
              <a:rPr lang="zh-CN" altLang="en-US" sz="2800" b="1">
                <a:latin typeface="Times New Roman" panose="02020603050405020304" pitchFamily="18" charset="0"/>
                <a:ea typeface="宋体" panose="02010600030101010101" pitchFamily="2" charset="-122"/>
              </a:rPr>
              <a:t>在此情形下，这样便确定了当任意开关闭合或打开时，灯的亮灭状态。</a:t>
            </a:r>
            <a:endParaRPr lang="en-US" altLang="zh-CN" sz="2800" b="1">
              <a:latin typeface="Times New Roman" panose="02020603050405020304" pitchFamily="18" charset="0"/>
              <a:ea typeface="宋体" panose="02010600030101010101" pitchFamily="2" charset="-122"/>
            </a:endParaRPr>
          </a:p>
        </p:txBody>
      </p:sp>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日期占位符 3">
            <a:extLst>
              <a:ext uri="{FF2B5EF4-FFF2-40B4-BE49-F238E27FC236}">
                <a16:creationId xmlns:a16="http://schemas.microsoft.com/office/drawing/2014/main" id="{5DCA7284-254A-4384-8535-48940A75B08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14D07C9-8BD0-458E-97D6-F3A7F569D0B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1555" name="页脚占位符 4">
            <a:extLst>
              <a:ext uri="{FF2B5EF4-FFF2-40B4-BE49-F238E27FC236}">
                <a16:creationId xmlns:a16="http://schemas.microsoft.com/office/drawing/2014/main" id="{B08CB6CA-3A94-4643-AA8D-8485C855CC9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1556" name="灯片编号占位符 5">
            <a:extLst>
              <a:ext uri="{FF2B5EF4-FFF2-40B4-BE49-F238E27FC236}">
                <a16:creationId xmlns:a16="http://schemas.microsoft.com/office/drawing/2014/main" id="{7CA05680-4596-4C9C-B204-276813F0463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BF607CF-15C1-4509-9DCF-645F3A4C09CB}" type="slidenum">
              <a:rPr lang="en-US" altLang="zh-CN" sz="1400" smtClean="0">
                <a:latin typeface="Times New Roman" panose="02020603050405020304" pitchFamily="18" charset="0"/>
                <a:ea typeface="宋体" panose="02010600030101010101" pitchFamily="2" charset="-122"/>
              </a:rPr>
              <a:pPr>
                <a:spcBef>
                  <a:spcPct val="0"/>
                </a:spcBef>
                <a:buFontTx/>
                <a:buNone/>
              </a:pPr>
              <a:t>145</a:t>
            </a:fld>
            <a:endParaRPr lang="en-US" altLang="zh-CN" sz="1400">
              <a:latin typeface="Times New Roman" panose="02020603050405020304" pitchFamily="18" charset="0"/>
              <a:ea typeface="宋体" panose="02010600030101010101" pitchFamily="2" charset="-122"/>
            </a:endParaRPr>
          </a:p>
        </p:txBody>
      </p:sp>
      <p:sp>
        <p:nvSpPr>
          <p:cNvPr id="151557" name="Text Box 2">
            <a:extLst>
              <a:ext uri="{FF2B5EF4-FFF2-40B4-BE49-F238E27FC236}">
                <a16:creationId xmlns:a16="http://schemas.microsoft.com/office/drawing/2014/main" id="{E1D2C8D5-AAE0-43D7-A648-588EA8B0204A}"/>
              </a:ext>
            </a:extLst>
          </p:cNvPr>
          <p:cNvSpPr txBox="1">
            <a:spLocks noChangeArrowheads="1"/>
          </p:cNvSpPr>
          <p:nvPr/>
        </p:nvSpPr>
        <p:spPr bwMode="auto">
          <a:xfrm>
            <a:off x="1331913" y="5492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逻辑电路设计</a:t>
            </a:r>
          </a:p>
        </p:txBody>
      </p:sp>
      <p:pic>
        <p:nvPicPr>
          <p:cNvPr id="151558" name="Picture 6" descr="C:\Program Files\Microsoft Office\MEDIA\CAGCAT10\j0293844.wmf">
            <a:extLst>
              <a:ext uri="{FF2B5EF4-FFF2-40B4-BE49-F238E27FC236}">
                <a16:creationId xmlns:a16="http://schemas.microsoft.com/office/drawing/2014/main" id="{E9C3FAC5-1CFF-4814-83B5-816B1C304A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8475" y="549275"/>
            <a:ext cx="10255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9" name="矩形 1">
            <a:extLst>
              <a:ext uri="{FF2B5EF4-FFF2-40B4-BE49-F238E27FC236}">
                <a16:creationId xmlns:a16="http://schemas.microsoft.com/office/drawing/2014/main" id="{E574DA17-5E96-4819-A387-8BE77F1B4EBB}"/>
              </a:ext>
            </a:extLst>
          </p:cNvPr>
          <p:cNvSpPr>
            <a:spLocks noChangeArrowheads="1"/>
          </p:cNvSpPr>
          <p:nvPr/>
        </p:nvSpPr>
        <p:spPr bwMode="auto">
          <a:xfrm>
            <a:off x="1187450" y="1871663"/>
            <a:ext cx="6589713" cy="2246312"/>
          </a:xfrm>
          <a:prstGeom prst="rect">
            <a:avLst/>
          </a:prstGeom>
          <a:solidFill>
            <a:schemeClr val="accent1"/>
          </a:solidFill>
          <a:ln w="9525">
            <a:solidFill>
              <a:srgbClr val="33330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Times New Roman" panose="02020603050405020304" pitchFamily="18" charset="0"/>
                <a:ea typeface="宋体" panose="02010600030101010101" pitchFamily="2" charset="-122"/>
              </a:rPr>
              <a:t>当</a:t>
            </a:r>
            <a:r>
              <a:rPr lang="zh-CN" altLang="en-US" sz="2800" b="1">
                <a:solidFill>
                  <a:srgbClr val="C00000"/>
                </a:solidFill>
                <a:latin typeface="Times New Roman" panose="02020603050405020304" pitchFamily="18" charset="0"/>
                <a:ea typeface="宋体" panose="02010600030101010101" pitchFamily="2" charset="-122"/>
              </a:rPr>
              <a:t>另一个开关</a:t>
            </a:r>
            <a:r>
              <a:rPr lang="zh-CN" altLang="en-US" sz="2800" b="1">
                <a:latin typeface="Times New Roman" panose="02020603050405020304" pitchFamily="18" charset="0"/>
                <a:ea typeface="宋体" panose="02010600030101010101" pitchFamily="2" charset="-122"/>
              </a:rPr>
              <a:t>被</a:t>
            </a:r>
            <a:r>
              <a:rPr lang="zh-CN" altLang="en-US" sz="2800" b="1">
                <a:solidFill>
                  <a:srgbClr val="006600"/>
                </a:solidFill>
                <a:latin typeface="Times New Roman" panose="02020603050405020304" pitchFamily="18" charset="0"/>
                <a:ea typeface="宋体" panose="02010600030101010101" pitchFamily="2" charset="-122"/>
              </a:rPr>
              <a:t>打开</a:t>
            </a:r>
            <a:r>
              <a:rPr lang="zh-CN" altLang="en-US" sz="2800" b="1">
                <a:latin typeface="Times New Roman" panose="02020603050405020304" pitchFamily="18" charset="0"/>
                <a:ea typeface="宋体" panose="02010600030101010101" pitchFamily="2" charset="-122"/>
              </a:rPr>
              <a:t>时，即：</a:t>
            </a:r>
            <a:endParaRPr lang="en-US" altLang="zh-CN" sz="2800" b="1">
              <a:latin typeface="Times New Roman" panose="02020603050405020304" pitchFamily="18" charset="0"/>
              <a:ea typeface="宋体" panose="02010600030101010101" pitchFamily="2" charset="-122"/>
            </a:endParaRPr>
          </a:p>
          <a:p>
            <a:pPr algn="ctr">
              <a:spcBef>
                <a:spcPct val="0"/>
              </a:spcBef>
              <a:buFontTx/>
              <a:buNone/>
            </a:pPr>
            <a:r>
              <a:rPr lang="zh-CN" altLang="en-US" sz="2800" b="1">
                <a:latin typeface="Times New Roman" panose="02020603050405020304" pitchFamily="18" charset="0"/>
                <a:ea typeface="宋体" panose="02010600030101010101" pitchFamily="2" charset="-122"/>
              </a:rPr>
              <a:t> </a:t>
            </a:r>
            <a:r>
              <a:rPr lang="en-US" altLang="zh-CN" sz="2800" b="1">
                <a:latin typeface="Times New Roman" panose="02020603050405020304" pitchFamily="18" charset="0"/>
                <a:ea typeface="宋体" panose="02010600030101010101" pitchFamily="2" charset="-122"/>
              </a:rPr>
              <a:t>A=1</a:t>
            </a: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B=0</a:t>
            </a: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C=0</a:t>
            </a:r>
            <a:r>
              <a:rPr lang="zh-CN" altLang="en-US" sz="2800" b="1">
                <a:latin typeface="Times New Roman" panose="02020603050405020304" pitchFamily="18" charset="0"/>
                <a:ea typeface="宋体" panose="02010600030101010101" pitchFamily="2" charset="-122"/>
              </a:rPr>
              <a:t>，</a:t>
            </a:r>
            <a:endParaRPr lang="en-US" altLang="zh-CN" sz="2800" b="1">
              <a:latin typeface="Times New Roman" panose="02020603050405020304" pitchFamily="18" charset="0"/>
              <a:ea typeface="宋体" panose="02010600030101010101" pitchFamily="2" charset="-122"/>
            </a:endParaRPr>
          </a:p>
          <a:p>
            <a:pPr algn="ctr">
              <a:spcBef>
                <a:spcPct val="0"/>
              </a:spcBef>
              <a:buFontTx/>
              <a:buNone/>
            </a:pPr>
            <a:r>
              <a:rPr lang="zh-CN" altLang="en-US" sz="2800" b="1">
                <a:latin typeface="Times New Roman" panose="02020603050405020304" pitchFamily="18" charset="0"/>
                <a:ea typeface="宋体" panose="02010600030101010101" pitchFamily="2" charset="-122"/>
              </a:rPr>
              <a:t>或： </a:t>
            </a:r>
            <a:r>
              <a:rPr lang="en-US" altLang="zh-CN" sz="2800" b="1">
                <a:latin typeface="Times New Roman" panose="02020603050405020304" pitchFamily="18" charset="0"/>
                <a:ea typeface="宋体" panose="02010600030101010101" pitchFamily="2" charset="-122"/>
              </a:rPr>
              <a:t>A=0</a:t>
            </a: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B=1</a:t>
            </a: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C=0</a:t>
            </a:r>
            <a:r>
              <a:rPr lang="zh-CN" altLang="en-US" sz="2800" b="1">
                <a:latin typeface="Times New Roman" panose="02020603050405020304" pitchFamily="18" charset="0"/>
                <a:ea typeface="宋体" panose="02010600030101010101" pitchFamily="2" charset="-122"/>
              </a:rPr>
              <a:t>，</a:t>
            </a:r>
            <a:endParaRPr lang="en-US" altLang="zh-CN" sz="2800" b="1">
              <a:latin typeface="Times New Roman" panose="02020603050405020304" pitchFamily="18" charset="0"/>
              <a:ea typeface="宋体" panose="02010600030101010101" pitchFamily="2" charset="-122"/>
            </a:endParaRPr>
          </a:p>
          <a:p>
            <a:pPr algn="ctr">
              <a:spcBef>
                <a:spcPct val="0"/>
              </a:spcBef>
              <a:buFontTx/>
              <a:buNone/>
            </a:pPr>
            <a:r>
              <a:rPr lang="zh-CN" altLang="en-US" sz="2800" b="1">
                <a:latin typeface="Times New Roman" panose="02020603050405020304" pitchFamily="18" charset="0"/>
                <a:ea typeface="宋体" panose="02010600030101010101" pitchFamily="2" charset="-122"/>
              </a:rPr>
              <a:t>或： </a:t>
            </a:r>
            <a:r>
              <a:rPr lang="en-US" altLang="zh-CN" sz="2800" b="1">
                <a:latin typeface="Times New Roman" panose="02020603050405020304" pitchFamily="18" charset="0"/>
                <a:ea typeface="宋体" panose="02010600030101010101" pitchFamily="2" charset="-122"/>
              </a:rPr>
              <a:t>A=0</a:t>
            </a: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B=0</a:t>
            </a:r>
            <a:r>
              <a:rPr lang="zh-CN" altLang="en-US" sz="2800" b="1">
                <a:latin typeface="Times New Roman" panose="02020603050405020304" pitchFamily="18" charset="0"/>
                <a:ea typeface="宋体" panose="02010600030101010101" pitchFamily="2" charset="-122"/>
              </a:rPr>
              <a:t>，</a:t>
            </a:r>
            <a:r>
              <a:rPr lang="en-US" altLang="zh-CN" sz="2800" b="1">
                <a:latin typeface="Times New Roman" panose="02020603050405020304" pitchFamily="18" charset="0"/>
                <a:ea typeface="宋体" panose="02010600030101010101" pitchFamily="2" charset="-122"/>
              </a:rPr>
              <a:t>C=1</a:t>
            </a:r>
            <a:r>
              <a:rPr lang="zh-CN" altLang="en-US" sz="2800" b="1">
                <a:latin typeface="Times New Roman" panose="02020603050405020304" pitchFamily="18" charset="0"/>
                <a:ea typeface="宋体" panose="02010600030101010101" pitchFamily="2" charset="-122"/>
              </a:rPr>
              <a:t>，</a:t>
            </a:r>
            <a:endParaRPr lang="en-US" altLang="zh-CN" sz="2800" b="1">
              <a:latin typeface="Times New Roman" panose="02020603050405020304" pitchFamily="18" charset="0"/>
              <a:ea typeface="宋体" panose="02010600030101010101" pitchFamily="2" charset="-122"/>
            </a:endParaRPr>
          </a:p>
          <a:p>
            <a:pPr>
              <a:spcBef>
                <a:spcPct val="0"/>
              </a:spcBef>
              <a:buFontTx/>
              <a:buNone/>
            </a:pPr>
            <a:r>
              <a:rPr lang="zh-CN" altLang="en-US" sz="2800" b="1">
                <a:latin typeface="Times New Roman" panose="02020603050405020304" pitchFamily="18" charset="0"/>
                <a:ea typeface="宋体" panose="02010600030101010101" pitchFamily="2" charset="-122"/>
              </a:rPr>
              <a:t>     灯又变亮了，此时 </a:t>
            </a:r>
            <a:r>
              <a:rPr lang="en-US" altLang="zh-CN" sz="2800" b="1">
                <a:latin typeface="Times New Roman" panose="02020603050405020304" pitchFamily="18" charset="0"/>
                <a:ea typeface="宋体" panose="02010600030101010101" pitchFamily="2" charset="-122"/>
              </a:rPr>
              <a:t>S=1</a:t>
            </a:r>
            <a:r>
              <a:rPr lang="zh-CN" altLang="en-US" sz="2800" b="1">
                <a:latin typeface="Times New Roman" panose="02020603050405020304" pitchFamily="18" charset="0"/>
                <a:ea typeface="宋体" panose="02010600030101010101" pitchFamily="2" charset="-122"/>
              </a:rPr>
              <a:t>。</a:t>
            </a:r>
            <a:endParaRPr lang="en-US" altLang="zh-CN" sz="2800" b="1">
              <a:latin typeface="Times New Roman" panose="02020603050405020304" pitchFamily="18" charset="0"/>
              <a:ea typeface="宋体" panose="02010600030101010101" pitchFamily="2" charset="-122"/>
            </a:endParaRPr>
          </a:p>
        </p:txBody>
      </p:sp>
      <p:sp>
        <p:nvSpPr>
          <p:cNvPr id="151560" name="矩形 2">
            <a:extLst>
              <a:ext uri="{FF2B5EF4-FFF2-40B4-BE49-F238E27FC236}">
                <a16:creationId xmlns:a16="http://schemas.microsoft.com/office/drawing/2014/main" id="{14B61D61-A522-4B37-A9A2-474AF557949A}"/>
              </a:ext>
            </a:extLst>
          </p:cNvPr>
          <p:cNvSpPr>
            <a:spLocks noChangeArrowheads="1"/>
          </p:cNvSpPr>
          <p:nvPr/>
        </p:nvSpPr>
        <p:spPr bwMode="auto">
          <a:xfrm>
            <a:off x="1187450" y="4365625"/>
            <a:ext cx="6624638" cy="1384300"/>
          </a:xfrm>
          <a:prstGeom prst="rect">
            <a:avLst/>
          </a:prstGeom>
          <a:solidFill>
            <a:schemeClr val="accent1"/>
          </a:solidFill>
          <a:ln w="9525">
            <a:solidFill>
              <a:schemeClr val="tx1"/>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b="1">
                <a:latin typeface="Times New Roman" panose="02020603050405020304" pitchFamily="18" charset="0"/>
                <a:ea typeface="宋体" panose="02010600030101010101" pitchFamily="2" charset="-122"/>
              </a:rPr>
              <a:t>最后当</a:t>
            </a:r>
            <a:r>
              <a:rPr lang="zh-CN" altLang="en-US" sz="2800" b="1">
                <a:solidFill>
                  <a:srgbClr val="C00000"/>
                </a:solidFill>
                <a:latin typeface="Times New Roman" panose="02020603050405020304" pitchFamily="18" charset="0"/>
                <a:ea typeface="宋体" panose="02010600030101010101" pitchFamily="2" charset="-122"/>
              </a:rPr>
              <a:t>三个开关</a:t>
            </a:r>
            <a:r>
              <a:rPr lang="zh-CN" altLang="en-US" sz="2800" b="1">
                <a:latin typeface="Times New Roman" panose="02020603050405020304" pitchFamily="18" charset="0"/>
                <a:ea typeface="宋体" panose="02010600030101010101" pitchFamily="2" charset="-122"/>
              </a:rPr>
              <a:t>都被</a:t>
            </a:r>
            <a:r>
              <a:rPr lang="zh-CN" altLang="en-US" sz="2800" b="1">
                <a:solidFill>
                  <a:srgbClr val="006600"/>
                </a:solidFill>
                <a:latin typeface="Times New Roman" panose="02020603050405020304" pitchFamily="18" charset="0"/>
                <a:ea typeface="宋体" panose="02010600030101010101" pitchFamily="2" charset="-122"/>
              </a:rPr>
              <a:t>打开</a:t>
            </a:r>
            <a:r>
              <a:rPr lang="zh-CN" altLang="en-US" sz="2800" b="1">
                <a:latin typeface="Times New Roman" panose="02020603050405020304" pitchFamily="18" charset="0"/>
                <a:ea typeface="宋体" panose="02010600030101010101" pitchFamily="2" charset="-122"/>
              </a:rPr>
              <a:t>时，即 ：</a:t>
            </a:r>
            <a:endParaRPr lang="en-US" altLang="zh-CN" sz="2800" b="1">
              <a:latin typeface="Times New Roman" panose="02020603050405020304" pitchFamily="18" charset="0"/>
              <a:ea typeface="宋体" panose="02010600030101010101" pitchFamily="2" charset="-122"/>
            </a:endParaRPr>
          </a:p>
          <a:p>
            <a:pPr algn="ctr">
              <a:spcBef>
                <a:spcPct val="0"/>
              </a:spcBef>
              <a:buFontTx/>
              <a:buNone/>
            </a:pPr>
            <a:r>
              <a:rPr lang="en-US" altLang="zh-CN" sz="2800" b="1">
                <a:latin typeface="Times New Roman" panose="02020603050405020304" pitchFamily="18" charset="0"/>
                <a:ea typeface="宋体" panose="02010600030101010101" pitchFamily="2" charset="-122"/>
              </a:rPr>
              <a:t>A=B=C=0</a:t>
            </a:r>
            <a:r>
              <a:rPr lang="zh-CN" altLang="en-US" sz="2800" b="1">
                <a:latin typeface="Times New Roman" panose="02020603050405020304" pitchFamily="18" charset="0"/>
                <a:ea typeface="宋体" panose="02010600030101010101" pitchFamily="2" charset="-122"/>
              </a:rPr>
              <a:t>，</a:t>
            </a:r>
            <a:endParaRPr lang="en-US" altLang="zh-CN" sz="2800" b="1">
              <a:latin typeface="Times New Roman" panose="02020603050405020304" pitchFamily="18" charset="0"/>
              <a:ea typeface="宋体" panose="02010600030101010101" pitchFamily="2" charset="-122"/>
            </a:endParaRPr>
          </a:p>
          <a:p>
            <a:pPr>
              <a:spcBef>
                <a:spcPct val="0"/>
              </a:spcBef>
              <a:buFontTx/>
              <a:buNone/>
            </a:pPr>
            <a:r>
              <a:rPr lang="zh-CN" altLang="en-US" sz="2800" b="1">
                <a:latin typeface="Times New Roman" panose="02020603050405020304" pitchFamily="18" charset="0"/>
                <a:ea typeface="宋体" panose="02010600030101010101" pitchFamily="2" charset="-122"/>
              </a:rPr>
              <a:t>    灯又变灭了，此时 </a:t>
            </a:r>
            <a:r>
              <a:rPr lang="en-US" altLang="zh-CN" sz="2800" b="1">
                <a:latin typeface="Times New Roman" panose="02020603050405020304" pitchFamily="18" charset="0"/>
                <a:ea typeface="宋体" panose="02010600030101010101" pitchFamily="2" charset="-122"/>
              </a:rPr>
              <a:t>S=0</a:t>
            </a:r>
            <a:r>
              <a:rPr lang="zh-CN" altLang="en-US" sz="2800" b="1">
                <a:latin typeface="Times New Roman" panose="02020603050405020304" pitchFamily="18" charset="0"/>
                <a:ea typeface="宋体" panose="02010600030101010101" pitchFamily="2" charset="-122"/>
              </a:rPr>
              <a:t>。</a:t>
            </a:r>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日期占位符 3">
            <a:extLst>
              <a:ext uri="{FF2B5EF4-FFF2-40B4-BE49-F238E27FC236}">
                <a16:creationId xmlns:a16="http://schemas.microsoft.com/office/drawing/2014/main" id="{3B84F2AD-4746-42E4-9C60-31F80A35EFC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9BDBAC6-B5EA-4C32-BF27-839EC02FD80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2579" name="页脚占位符 4">
            <a:extLst>
              <a:ext uri="{FF2B5EF4-FFF2-40B4-BE49-F238E27FC236}">
                <a16:creationId xmlns:a16="http://schemas.microsoft.com/office/drawing/2014/main" id="{049DEC07-C9F4-4368-AA4C-3D93B17358B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2580" name="灯片编号占位符 5">
            <a:extLst>
              <a:ext uri="{FF2B5EF4-FFF2-40B4-BE49-F238E27FC236}">
                <a16:creationId xmlns:a16="http://schemas.microsoft.com/office/drawing/2014/main" id="{CB88027D-B2BE-44DE-8E19-FB316683A64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039D611-3B84-4FDC-9959-A0D6D778CBC3}" type="slidenum">
              <a:rPr lang="en-US" altLang="zh-CN" sz="1400" smtClean="0">
                <a:latin typeface="Times New Roman" panose="02020603050405020304" pitchFamily="18" charset="0"/>
                <a:ea typeface="宋体" panose="02010600030101010101" pitchFamily="2" charset="-122"/>
              </a:rPr>
              <a:pPr>
                <a:spcBef>
                  <a:spcPct val="0"/>
                </a:spcBef>
                <a:buFontTx/>
                <a:buNone/>
              </a:pPr>
              <a:t>146</a:t>
            </a:fld>
            <a:endParaRPr lang="en-US" altLang="zh-CN" sz="1400">
              <a:latin typeface="Times New Roman" panose="02020603050405020304" pitchFamily="18" charset="0"/>
              <a:ea typeface="宋体" panose="02010600030101010101" pitchFamily="2" charset="-122"/>
            </a:endParaRPr>
          </a:p>
        </p:txBody>
      </p:sp>
      <p:sp>
        <p:nvSpPr>
          <p:cNvPr id="152581" name="Text Box 2">
            <a:extLst>
              <a:ext uri="{FF2B5EF4-FFF2-40B4-BE49-F238E27FC236}">
                <a16:creationId xmlns:a16="http://schemas.microsoft.com/office/drawing/2014/main" id="{FE4DD127-ABF9-4E30-9CD3-05E097B6AD16}"/>
              </a:ext>
            </a:extLst>
          </p:cNvPr>
          <p:cNvSpPr txBox="1">
            <a:spLocks noChangeArrowheads="1"/>
          </p:cNvSpPr>
          <p:nvPr/>
        </p:nvSpPr>
        <p:spPr bwMode="auto">
          <a:xfrm>
            <a:off x="1331913" y="5492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逻辑电路设计</a:t>
            </a:r>
          </a:p>
        </p:txBody>
      </p:sp>
      <p:pic>
        <p:nvPicPr>
          <p:cNvPr id="152582" name="Picture 6" descr="C:\Program Files\Microsoft Office\MEDIA\CAGCAT10\j0293844.wmf">
            <a:extLst>
              <a:ext uri="{FF2B5EF4-FFF2-40B4-BE49-F238E27FC236}">
                <a16:creationId xmlns:a16="http://schemas.microsoft.com/office/drawing/2014/main" id="{98D30C4F-F9B0-464D-862E-768BB1C414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8475" y="549275"/>
            <a:ext cx="10255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2583" name="矩形 1">
            <a:extLst>
              <a:ext uri="{FF2B5EF4-FFF2-40B4-BE49-F238E27FC236}">
                <a16:creationId xmlns:a16="http://schemas.microsoft.com/office/drawing/2014/main" id="{925A127F-83B6-4748-814C-F1F05DAC3708}"/>
              </a:ext>
            </a:extLst>
          </p:cNvPr>
          <p:cNvSpPr>
            <a:spLocks noChangeArrowheads="1"/>
          </p:cNvSpPr>
          <p:nvPr/>
        </p:nvSpPr>
        <p:spPr bwMode="auto">
          <a:xfrm>
            <a:off x="533400" y="2082800"/>
            <a:ext cx="77104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2800" b="1">
                <a:latin typeface="Calibri" panose="020F0502020204030204" pitchFamily="34" charset="0"/>
                <a:ea typeface="宋体" panose="02010600030101010101" pitchFamily="2" charset="-122"/>
                <a:cs typeface="Times New Roman" panose="02020603050405020304" pitchFamily="18" charset="0"/>
              </a:rPr>
              <a:t>【解】根据题意及以上分析，可得真值表如表</a:t>
            </a:r>
            <a:r>
              <a:rPr lang="zh-CN" altLang="en-US" sz="2800" b="1">
                <a:latin typeface="Calibri" panose="020F0502020204030204" pitchFamily="34" charset="0"/>
                <a:ea typeface="宋体" panose="02010600030101010101" pitchFamily="2" charset="-122"/>
                <a:cs typeface="Times New Roman" panose="02020603050405020304" pitchFamily="18" charset="0"/>
              </a:rPr>
              <a:t>：</a:t>
            </a:r>
            <a:endParaRPr lang="zh-CN" altLang="en-US" sz="2800" b="1">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52584" name="图片 2">
            <a:extLst>
              <a:ext uri="{FF2B5EF4-FFF2-40B4-BE49-F238E27FC236}">
                <a16:creationId xmlns:a16="http://schemas.microsoft.com/office/drawing/2014/main" id="{656BE0CF-7806-4CE3-81C1-0D7E5981DD8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60475" y="2887663"/>
            <a:ext cx="67627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585" name="图片 3">
            <a:extLst>
              <a:ext uri="{FF2B5EF4-FFF2-40B4-BE49-F238E27FC236}">
                <a16:creationId xmlns:a16="http://schemas.microsoft.com/office/drawing/2014/main" id="{06D4D867-6B59-4366-A865-A08C6306A3A8}"/>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260475" y="3562350"/>
            <a:ext cx="6762750" cy="235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日期占位符 3">
            <a:extLst>
              <a:ext uri="{FF2B5EF4-FFF2-40B4-BE49-F238E27FC236}">
                <a16:creationId xmlns:a16="http://schemas.microsoft.com/office/drawing/2014/main" id="{CC2B2394-6D55-45BD-85C6-CA83F39580E5}"/>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E4F7653-D520-43E5-B817-73D4CC6AB3A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3603" name="页脚占位符 4">
            <a:extLst>
              <a:ext uri="{FF2B5EF4-FFF2-40B4-BE49-F238E27FC236}">
                <a16:creationId xmlns:a16="http://schemas.microsoft.com/office/drawing/2014/main" id="{C7054BC8-8571-4295-B907-4D9CBF0D6CA9}"/>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3604" name="灯片编号占位符 5">
            <a:extLst>
              <a:ext uri="{FF2B5EF4-FFF2-40B4-BE49-F238E27FC236}">
                <a16:creationId xmlns:a16="http://schemas.microsoft.com/office/drawing/2014/main" id="{F1990BDF-EFC7-473B-907F-21B4CEDC59D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00A6275-8A85-42B1-8A75-C70C1432BF08}" type="slidenum">
              <a:rPr lang="en-US" altLang="zh-CN" sz="1400" smtClean="0">
                <a:latin typeface="Times New Roman" panose="02020603050405020304" pitchFamily="18" charset="0"/>
                <a:ea typeface="宋体" panose="02010600030101010101" pitchFamily="2" charset="-122"/>
              </a:rPr>
              <a:pPr>
                <a:spcBef>
                  <a:spcPct val="0"/>
                </a:spcBef>
                <a:buFontTx/>
                <a:buNone/>
              </a:pPr>
              <a:t>147</a:t>
            </a:fld>
            <a:endParaRPr lang="en-US" altLang="zh-CN" sz="1400">
              <a:latin typeface="Times New Roman" panose="02020603050405020304" pitchFamily="18" charset="0"/>
              <a:ea typeface="宋体" panose="02010600030101010101" pitchFamily="2" charset="-122"/>
            </a:endParaRPr>
          </a:p>
        </p:txBody>
      </p:sp>
      <p:sp>
        <p:nvSpPr>
          <p:cNvPr id="153605" name="Text Box 2">
            <a:extLst>
              <a:ext uri="{FF2B5EF4-FFF2-40B4-BE49-F238E27FC236}">
                <a16:creationId xmlns:a16="http://schemas.microsoft.com/office/drawing/2014/main" id="{51E240EF-3323-430F-9B3F-F2BDE02A1A30}"/>
              </a:ext>
            </a:extLst>
          </p:cNvPr>
          <p:cNvSpPr txBox="1">
            <a:spLocks noChangeArrowheads="1"/>
          </p:cNvSpPr>
          <p:nvPr/>
        </p:nvSpPr>
        <p:spPr bwMode="auto">
          <a:xfrm>
            <a:off x="1331913" y="5492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逻辑电路设计</a:t>
            </a:r>
          </a:p>
        </p:txBody>
      </p:sp>
      <p:pic>
        <p:nvPicPr>
          <p:cNvPr id="153606" name="Picture 6" descr="C:\Program Files\Microsoft Office\MEDIA\CAGCAT10\j0293844.wmf">
            <a:extLst>
              <a:ext uri="{FF2B5EF4-FFF2-40B4-BE49-F238E27FC236}">
                <a16:creationId xmlns:a16="http://schemas.microsoft.com/office/drawing/2014/main" id="{C6D06B5E-48AA-4EC1-8FEE-0485452BCD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8475" y="549275"/>
            <a:ext cx="10255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871" name="矩形 2">
            <a:extLst>
              <a:ext uri="{FF2B5EF4-FFF2-40B4-BE49-F238E27FC236}">
                <a16:creationId xmlns:a16="http://schemas.microsoft.com/office/drawing/2014/main" id="{23CD542C-3253-4B0B-BF8E-FBD78B30F485}"/>
              </a:ext>
            </a:extLst>
          </p:cNvPr>
          <p:cNvSpPr>
            <a:spLocks noChangeArrowheads="1"/>
          </p:cNvSpPr>
          <p:nvPr/>
        </p:nvSpPr>
        <p:spPr bwMode="auto">
          <a:xfrm>
            <a:off x="827088" y="2060575"/>
            <a:ext cx="7558087" cy="3403600"/>
          </a:xfrm>
          <a:prstGeom prst="rect">
            <a:avLst/>
          </a:prstGeom>
          <a:solidFill>
            <a:schemeClr val="accent1">
              <a:lumMod val="60000"/>
              <a:lumOff val="40000"/>
            </a:schemeClr>
          </a:solidFill>
          <a:ln w="9525">
            <a:solidFill>
              <a:srgbClr val="C0000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nSpc>
                <a:spcPct val="200000"/>
              </a:lnSpc>
              <a:spcBef>
                <a:spcPct val="0"/>
              </a:spcBef>
              <a:buFontTx/>
              <a:buNone/>
              <a:defRPr/>
            </a:pPr>
            <a:r>
              <a:rPr lang="zh-CN" altLang="en-US" sz="2800" b="1" dirty="0">
                <a:latin typeface="Times New Roman" panose="02020603050405020304" pitchFamily="18" charset="0"/>
                <a:ea typeface="宋体" panose="02010600030101010101" pitchFamily="2" charset="-122"/>
              </a:rPr>
              <a:t>     由表以及真值表与主析取范式之间的关系，可得电路的</a:t>
            </a:r>
            <a:r>
              <a:rPr lang="zh-CN" altLang="en-US" sz="2800" b="1" dirty="0">
                <a:solidFill>
                  <a:srgbClr val="006600"/>
                </a:solidFill>
                <a:latin typeface="Times New Roman" panose="02020603050405020304" pitchFamily="18" charset="0"/>
                <a:ea typeface="宋体" panose="02010600030101010101" pitchFamily="2" charset="-122"/>
              </a:rPr>
              <a:t>逻辑表达式</a:t>
            </a:r>
            <a:r>
              <a:rPr lang="zh-CN" altLang="en-US" sz="2800" b="1" dirty="0">
                <a:latin typeface="Times New Roman" panose="02020603050405020304" pitchFamily="18" charset="0"/>
                <a:ea typeface="宋体" panose="02010600030101010101" pitchFamily="2" charset="-122"/>
              </a:rPr>
              <a:t>为：</a:t>
            </a:r>
          </a:p>
          <a:p>
            <a:pPr algn="ctr">
              <a:lnSpc>
                <a:spcPct val="200000"/>
              </a:lnSpc>
              <a:spcBef>
                <a:spcPct val="0"/>
              </a:spcBef>
              <a:buFontTx/>
              <a:buNone/>
              <a:defRPr/>
            </a:pPr>
            <a:r>
              <a:rPr lang="en-US" altLang="zh-CN" sz="2800" b="1" dirty="0">
                <a:latin typeface="Times New Roman" panose="02020603050405020304" pitchFamily="18" charset="0"/>
                <a:ea typeface="宋体" panose="02010600030101010101" pitchFamily="2" charset="-122"/>
              </a:rPr>
              <a:t>S⇔(A∧B∧C)∨(A∧¬B∧¬C)</a:t>
            </a:r>
          </a:p>
          <a:p>
            <a:pPr algn="ctr">
              <a:lnSpc>
                <a:spcPct val="200000"/>
              </a:lnSpc>
              <a:spcBef>
                <a:spcPct val="0"/>
              </a:spcBef>
              <a:buFontTx/>
              <a:buNone/>
              <a:defRPr/>
            </a:pPr>
            <a:r>
              <a:rPr lang="en-US" altLang="zh-CN" sz="2800" b="1" dirty="0">
                <a:latin typeface="Times New Roman" panose="02020603050405020304" pitchFamily="18" charset="0"/>
                <a:ea typeface="宋体" panose="02010600030101010101" pitchFamily="2" charset="-122"/>
              </a:rPr>
              <a:t>                 ∨(¬A∧B∧¬C)∨(¬A∧¬B∧C)</a:t>
            </a:r>
          </a:p>
        </p:txBody>
      </p:sp>
    </p:spTree>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日期占位符 3">
            <a:extLst>
              <a:ext uri="{FF2B5EF4-FFF2-40B4-BE49-F238E27FC236}">
                <a16:creationId xmlns:a16="http://schemas.microsoft.com/office/drawing/2014/main" id="{DA9D1F90-CFF5-42F5-916C-5DB5D4C6F20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906A0837-01F3-4C06-B544-FEAB64DB92E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4627" name="页脚占位符 4">
            <a:extLst>
              <a:ext uri="{FF2B5EF4-FFF2-40B4-BE49-F238E27FC236}">
                <a16:creationId xmlns:a16="http://schemas.microsoft.com/office/drawing/2014/main" id="{DCD1EE1E-9CA8-4256-BC2D-A5929F7B97FE}"/>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4628" name="灯片编号占位符 5">
            <a:extLst>
              <a:ext uri="{FF2B5EF4-FFF2-40B4-BE49-F238E27FC236}">
                <a16:creationId xmlns:a16="http://schemas.microsoft.com/office/drawing/2014/main" id="{70D8DA91-ACFF-4B75-89D2-EE0AFA4635C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57CEFC7-76E2-43EC-83EE-D9613231B939}" type="slidenum">
              <a:rPr lang="en-US" altLang="zh-CN" sz="1400" smtClean="0">
                <a:latin typeface="Times New Roman" panose="02020603050405020304" pitchFamily="18" charset="0"/>
                <a:ea typeface="宋体" panose="02010600030101010101" pitchFamily="2" charset="-122"/>
              </a:rPr>
              <a:pPr>
                <a:spcBef>
                  <a:spcPct val="0"/>
                </a:spcBef>
                <a:buFontTx/>
                <a:buNone/>
              </a:pPr>
              <a:t>148</a:t>
            </a:fld>
            <a:endParaRPr lang="en-US" altLang="zh-CN" sz="1400">
              <a:latin typeface="Times New Roman" panose="02020603050405020304" pitchFamily="18" charset="0"/>
              <a:ea typeface="宋体" panose="02010600030101010101" pitchFamily="2" charset="-122"/>
            </a:endParaRPr>
          </a:p>
        </p:txBody>
      </p:sp>
      <p:sp>
        <p:nvSpPr>
          <p:cNvPr id="154629" name="Text Box 2">
            <a:extLst>
              <a:ext uri="{FF2B5EF4-FFF2-40B4-BE49-F238E27FC236}">
                <a16:creationId xmlns:a16="http://schemas.microsoft.com/office/drawing/2014/main" id="{3477352D-98F4-48BF-9635-42F13422FDC9}"/>
              </a:ext>
            </a:extLst>
          </p:cNvPr>
          <p:cNvSpPr txBox="1">
            <a:spLocks noChangeArrowheads="1"/>
          </p:cNvSpPr>
          <p:nvPr/>
        </p:nvSpPr>
        <p:spPr bwMode="auto">
          <a:xfrm>
            <a:off x="1476375" y="620713"/>
            <a:ext cx="62642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逻辑电路设计</a:t>
            </a:r>
          </a:p>
        </p:txBody>
      </p:sp>
      <p:pic>
        <p:nvPicPr>
          <p:cNvPr id="154630" name="Picture 6" descr="C:\Program Files\Microsoft Office\MEDIA\CAGCAT10\j0293844.wmf">
            <a:extLst>
              <a:ext uri="{FF2B5EF4-FFF2-40B4-BE49-F238E27FC236}">
                <a16:creationId xmlns:a16="http://schemas.microsoft.com/office/drawing/2014/main" id="{2670A6EA-C398-4974-BF08-59E89EDD55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631" name="图片 1">
            <a:extLst>
              <a:ext uri="{FF2B5EF4-FFF2-40B4-BE49-F238E27FC236}">
                <a16:creationId xmlns:a16="http://schemas.microsoft.com/office/drawing/2014/main" id="{8E48F366-FF39-4127-AFD7-806CDF8E0D1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2508250"/>
            <a:ext cx="7189787" cy="362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4632" name="矩形 2">
            <a:extLst>
              <a:ext uri="{FF2B5EF4-FFF2-40B4-BE49-F238E27FC236}">
                <a16:creationId xmlns:a16="http://schemas.microsoft.com/office/drawing/2014/main" id="{AF4A590D-EF0F-4A81-ABD5-337AFBD9FC86}"/>
              </a:ext>
            </a:extLst>
          </p:cNvPr>
          <p:cNvSpPr>
            <a:spLocks noChangeArrowheads="1"/>
          </p:cNvSpPr>
          <p:nvPr/>
        </p:nvSpPr>
        <p:spPr bwMode="auto">
          <a:xfrm>
            <a:off x="468313" y="1785938"/>
            <a:ext cx="7200900" cy="523875"/>
          </a:xfrm>
          <a:prstGeom prst="rect">
            <a:avLst/>
          </a:prstGeom>
          <a:solidFill>
            <a:schemeClr val="accent1"/>
          </a:solidFill>
          <a:ln w="9525">
            <a:solidFill>
              <a:srgbClr val="C00000"/>
            </a:solidFill>
            <a:miter lim="800000"/>
            <a:headEnd/>
            <a:tailEnd/>
          </a:ln>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zh-CN" sz="2800" b="1">
                <a:latin typeface="Calibri" panose="020F0502020204030204" pitchFamily="34" charset="0"/>
                <a:ea typeface="宋体" panose="02010600030101010101" pitchFamily="2" charset="-122"/>
                <a:cs typeface="Times New Roman" panose="02020603050405020304" pitchFamily="18" charset="0"/>
              </a:rPr>
              <a:t>进一步到的如图</a:t>
            </a:r>
            <a:r>
              <a:rPr lang="en-US" altLang="zh-CN" sz="2800" b="1">
                <a:latin typeface="Calibri" panose="020F0502020204030204" pitchFamily="34" charset="0"/>
                <a:ea typeface="宋体" panose="02010600030101010101" pitchFamily="2" charset="-122"/>
                <a:cs typeface="Times New Roman" panose="02020603050405020304" pitchFamily="18" charset="0"/>
              </a:rPr>
              <a:t>3-12</a:t>
            </a:r>
            <a:r>
              <a:rPr lang="zh-CN" altLang="zh-CN" sz="2800" b="1">
                <a:latin typeface="Calibri" panose="020F0502020204030204" pitchFamily="34" charset="0"/>
                <a:ea typeface="宋体" panose="02010600030101010101" pitchFamily="2" charset="-122"/>
                <a:cs typeface="Times New Roman" panose="02020603050405020304" pitchFamily="18" charset="0"/>
              </a:rPr>
              <a:t>所示逻辑电路设计图</a:t>
            </a:r>
            <a:r>
              <a:rPr lang="en-US" altLang="zh-CN" sz="2800" b="1">
                <a:latin typeface="Calibri" panose="020F0502020204030204" pitchFamily="34" charset="0"/>
                <a:ea typeface="宋体" panose="02010600030101010101" pitchFamily="2" charset="-122"/>
                <a:cs typeface="Times New Roman" panose="02020603050405020304" pitchFamily="18" charset="0"/>
              </a:rPr>
              <a:t>: </a:t>
            </a:r>
            <a:endParaRPr lang="zh-CN" altLang="en-US" sz="2800" b="1">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日期占位符 2">
            <a:extLst>
              <a:ext uri="{FF2B5EF4-FFF2-40B4-BE49-F238E27FC236}">
                <a16:creationId xmlns:a16="http://schemas.microsoft.com/office/drawing/2014/main" id="{C77218B9-4581-4925-A87A-92D00B2EBE7E}"/>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08C3250-EFE2-4C2B-88C4-44905546A67A}"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5651" name="页脚占位符 3">
            <a:extLst>
              <a:ext uri="{FF2B5EF4-FFF2-40B4-BE49-F238E27FC236}">
                <a16:creationId xmlns:a16="http://schemas.microsoft.com/office/drawing/2014/main" id="{97C59D87-0A81-4959-903E-632DE76DE41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5652" name="灯片编号占位符 4">
            <a:extLst>
              <a:ext uri="{FF2B5EF4-FFF2-40B4-BE49-F238E27FC236}">
                <a16:creationId xmlns:a16="http://schemas.microsoft.com/office/drawing/2014/main" id="{35CD2246-6C42-4775-B334-B00035EE38A7}"/>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7529A9E-F40E-4C0E-8917-E103DCF77A6C}" type="slidenum">
              <a:rPr lang="en-US" altLang="zh-CN" sz="1400" smtClean="0">
                <a:latin typeface="Times New Roman" panose="02020603050405020304" pitchFamily="18" charset="0"/>
                <a:ea typeface="宋体" panose="02010600030101010101" pitchFamily="2" charset="-122"/>
              </a:rPr>
              <a:pPr>
                <a:spcBef>
                  <a:spcPct val="0"/>
                </a:spcBef>
                <a:buFontTx/>
                <a:buNone/>
              </a:pPr>
              <a:t>149</a:t>
            </a:fld>
            <a:endParaRPr lang="en-US" altLang="zh-CN" sz="1400">
              <a:latin typeface="Times New Roman" panose="02020603050405020304" pitchFamily="18" charset="0"/>
              <a:ea typeface="宋体" panose="02010600030101010101" pitchFamily="2" charset="-122"/>
            </a:endParaRPr>
          </a:p>
        </p:txBody>
      </p:sp>
      <p:sp>
        <p:nvSpPr>
          <p:cNvPr id="155653" name="Text Box 2">
            <a:extLst>
              <a:ext uri="{FF2B5EF4-FFF2-40B4-BE49-F238E27FC236}">
                <a16:creationId xmlns:a16="http://schemas.microsoft.com/office/drawing/2014/main" id="{B1FABD0A-EEDB-4C6F-AF29-37644B9DA8C8}"/>
              </a:ext>
            </a:extLst>
          </p:cNvPr>
          <p:cNvSpPr txBox="1">
            <a:spLocks noChangeArrowheads="1"/>
          </p:cNvSpPr>
          <p:nvPr/>
        </p:nvSpPr>
        <p:spPr bwMode="auto">
          <a:xfrm>
            <a:off x="1371600" y="714375"/>
            <a:ext cx="5943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逻辑电路设计</a:t>
            </a:r>
          </a:p>
        </p:txBody>
      </p:sp>
      <p:pic>
        <p:nvPicPr>
          <p:cNvPr id="155654" name="Picture 6" descr="C:\Program Files\Microsoft Office\MEDIA\CAGCAT10\j0293844.wmf">
            <a:extLst>
              <a:ext uri="{FF2B5EF4-FFF2-40B4-BE49-F238E27FC236}">
                <a16:creationId xmlns:a16="http://schemas.microsoft.com/office/drawing/2014/main" id="{730727D3-7226-44D3-BB00-268FBAD256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655" name="Picture 4" descr="QQ截图20140126163522">
            <a:extLst>
              <a:ext uri="{FF2B5EF4-FFF2-40B4-BE49-F238E27FC236}">
                <a16:creationId xmlns:a16="http://schemas.microsoft.com/office/drawing/2014/main" id="{242FC778-71BD-4C75-8BE1-AF947BD804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844675"/>
            <a:ext cx="7416800"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6" name="Text Box 5">
            <a:extLst>
              <a:ext uri="{FF2B5EF4-FFF2-40B4-BE49-F238E27FC236}">
                <a16:creationId xmlns:a16="http://schemas.microsoft.com/office/drawing/2014/main" id="{8C68C56A-F473-4AF1-AE27-62597C5CDB79}"/>
              </a:ext>
            </a:extLst>
          </p:cNvPr>
          <p:cNvSpPr txBox="1">
            <a:spLocks noChangeArrowheads="1"/>
          </p:cNvSpPr>
          <p:nvPr/>
        </p:nvSpPr>
        <p:spPr bwMode="auto">
          <a:xfrm>
            <a:off x="468313" y="4100513"/>
            <a:ext cx="8129587" cy="19383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b="1">
                <a:solidFill>
                  <a:srgbClr val="006600"/>
                </a:solidFill>
                <a:latin typeface="Times New Roman" panose="02020603050405020304" pitchFamily="18" charset="0"/>
                <a:ea typeface="宋体" panose="02010600030101010101" pitchFamily="2" charset="-122"/>
              </a:rPr>
              <a:t>【</a:t>
            </a:r>
            <a:r>
              <a:rPr lang="zh-CN" altLang="en-US" b="1">
                <a:solidFill>
                  <a:srgbClr val="006600"/>
                </a:solidFill>
                <a:latin typeface="Times New Roman" panose="02020603050405020304" pitchFamily="18" charset="0"/>
                <a:ea typeface="宋体" panose="02010600030101010101" pitchFamily="2" charset="-122"/>
              </a:rPr>
              <a:t>分析</a:t>
            </a:r>
            <a:r>
              <a:rPr lang="en-US" altLang="zh-CN" b="1">
                <a:solidFill>
                  <a:srgbClr val="006600"/>
                </a:solidFill>
                <a:latin typeface="Times New Roman" panose="02020603050405020304" pitchFamily="18" charset="0"/>
                <a:ea typeface="宋体" panose="02010600030101010101" pitchFamily="2" charset="-122"/>
              </a:rPr>
              <a:t>】</a:t>
            </a:r>
            <a:r>
              <a:rPr lang="zh-CN" altLang="en-US" b="1">
                <a:solidFill>
                  <a:schemeClr val="accent2"/>
                </a:solidFill>
                <a:latin typeface="Times New Roman" panose="02020603050405020304" pitchFamily="18" charset="0"/>
                <a:ea typeface="宋体" panose="02010600030101010101" pitchFamily="2" charset="-122"/>
              </a:rPr>
              <a:t>四个开关分别为</a:t>
            </a:r>
            <a:r>
              <a:rPr lang="en-US" altLang="zh-CN" b="1">
                <a:solidFill>
                  <a:schemeClr val="accent2"/>
                </a:solidFill>
                <a:latin typeface="Times New Roman" panose="02020603050405020304" pitchFamily="18" charset="0"/>
                <a:ea typeface="宋体" panose="02010600030101010101" pitchFamily="2" charset="-122"/>
              </a:rPr>
              <a:t>K</a:t>
            </a:r>
            <a:r>
              <a:rPr lang="en-US" altLang="zh-CN" b="1" baseline="-25000">
                <a:solidFill>
                  <a:schemeClr val="accent2"/>
                </a:solidFill>
                <a:latin typeface="Times New Roman" panose="02020603050405020304" pitchFamily="18" charset="0"/>
                <a:ea typeface="宋体" panose="02010600030101010101" pitchFamily="2" charset="-122"/>
              </a:rPr>
              <a:t>1</a:t>
            </a:r>
            <a:r>
              <a:rPr lang="en-US" altLang="zh-CN" b="1">
                <a:solidFill>
                  <a:schemeClr val="accent2"/>
                </a:solidFill>
                <a:latin typeface="Times New Roman" panose="02020603050405020304" pitchFamily="18" charset="0"/>
                <a:ea typeface="宋体" panose="02010600030101010101" pitchFamily="2" charset="-122"/>
              </a:rPr>
              <a:t>,K</a:t>
            </a:r>
            <a:r>
              <a:rPr lang="en-US" altLang="zh-CN" b="1" baseline="-25000">
                <a:solidFill>
                  <a:schemeClr val="accent2"/>
                </a:solidFill>
                <a:latin typeface="Times New Roman" panose="02020603050405020304" pitchFamily="18" charset="0"/>
                <a:ea typeface="宋体" panose="02010600030101010101" pitchFamily="2" charset="-122"/>
              </a:rPr>
              <a:t>2</a:t>
            </a:r>
            <a:r>
              <a:rPr lang="en-US" altLang="zh-CN" b="1">
                <a:solidFill>
                  <a:schemeClr val="accent2"/>
                </a:solidFill>
                <a:latin typeface="Times New Roman" panose="02020603050405020304" pitchFamily="18" charset="0"/>
                <a:ea typeface="宋体" panose="02010600030101010101" pitchFamily="2" charset="-122"/>
              </a:rPr>
              <a:t>,K</a:t>
            </a:r>
            <a:r>
              <a:rPr lang="en-US" altLang="zh-CN" b="1" baseline="-25000">
                <a:solidFill>
                  <a:schemeClr val="accent2"/>
                </a:solidFill>
                <a:latin typeface="Times New Roman" panose="02020603050405020304" pitchFamily="18" charset="0"/>
                <a:ea typeface="宋体" panose="02010600030101010101" pitchFamily="2" charset="-122"/>
              </a:rPr>
              <a:t>3</a:t>
            </a:r>
            <a:r>
              <a:rPr lang="en-US" altLang="zh-CN" b="1">
                <a:solidFill>
                  <a:schemeClr val="accent2"/>
                </a:solidFill>
                <a:latin typeface="Times New Roman" panose="02020603050405020304" pitchFamily="18" charset="0"/>
                <a:ea typeface="宋体" panose="02010600030101010101" pitchFamily="2" charset="-122"/>
              </a:rPr>
              <a:t>,K</a:t>
            </a:r>
            <a:r>
              <a:rPr lang="en-US" altLang="zh-CN" b="1" baseline="-25000">
                <a:solidFill>
                  <a:schemeClr val="accent2"/>
                </a:solidFill>
                <a:latin typeface="Times New Roman" panose="02020603050405020304" pitchFamily="18" charset="0"/>
                <a:ea typeface="宋体" panose="02010600030101010101" pitchFamily="2" charset="-122"/>
              </a:rPr>
              <a:t>4</a:t>
            </a:r>
            <a:r>
              <a:rPr lang="zh-CN" altLang="en-US" b="1">
                <a:solidFill>
                  <a:schemeClr val="accent2"/>
                </a:solidFill>
                <a:latin typeface="Times New Roman" panose="02020603050405020304" pitchFamily="18" charset="0"/>
                <a:ea typeface="宋体" panose="02010600030101010101" pitchFamily="2" charset="-122"/>
              </a:rPr>
              <a:t>，“</a:t>
            </a:r>
            <a:r>
              <a:rPr lang="en-US" altLang="zh-CN" b="1">
                <a:solidFill>
                  <a:schemeClr val="accent2"/>
                </a:solidFill>
                <a:latin typeface="Times New Roman" panose="02020603050405020304" pitchFamily="18" charset="0"/>
                <a:ea typeface="宋体" panose="02010600030101010101" pitchFamily="2" charset="-122"/>
              </a:rPr>
              <a:t>0”</a:t>
            </a:r>
            <a:r>
              <a:rPr lang="zh-CN" altLang="en-US" b="1">
                <a:solidFill>
                  <a:schemeClr val="accent2"/>
                </a:solidFill>
                <a:latin typeface="Times New Roman" panose="02020603050405020304" pitchFamily="18" charset="0"/>
                <a:ea typeface="宋体" panose="02010600030101010101" pitchFamily="2" charset="-122"/>
              </a:rPr>
              <a:t>表示断开，“</a:t>
            </a:r>
            <a:r>
              <a:rPr lang="en-US" altLang="zh-CN" b="1">
                <a:solidFill>
                  <a:schemeClr val="accent2"/>
                </a:solidFill>
                <a:latin typeface="Times New Roman" panose="02020603050405020304" pitchFamily="18" charset="0"/>
                <a:ea typeface="宋体" panose="02010600030101010101" pitchFamily="2" charset="-122"/>
              </a:rPr>
              <a:t>1”</a:t>
            </a:r>
            <a:r>
              <a:rPr lang="zh-CN" altLang="en-US" b="1">
                <a:solidFill>
                  <a:schemeClr val="accent2"/>
                </a:solidFill>
                <a:latin typeface="Times New Roman" panose="02020603050405020304" pitchFamily="18" charset="0"/>
                <a:ea typeface="宋体" panose="02010600030101010101" pitchFamily="2" charset="-122"/>
              </a:rPr>
              <a:t>表示接通，</a:t>
            </a:r>
            <a:r>
              <a:rPr lang="en-US" altLang="zh-CN" b="1">
                <a:solidFill>
                  <a:schemeClr val="accent2"/>
                </a:solidFill>
                <a:latin typeface="Times New Roman" panose="02020603050405020304" pitchFamily="18" charset="0"/>
                <a:ea typeface="宋体" panose="02010600030101010101" pitchFamily="2" charset="-122"/>
              </a:rPr>
              <a:t>S</a:t>
            </a:r>
            <a:r>
              <a:rPr lang="zh-CN" altLang="en-US" b="1">
                <a:solidFill>
                  <a:schemeClr val="accent2"/>
                </a:solidFill>
                <a:latin typeface="Times New Roman" panose="02020603050405020304" pitchFamily="18" charset="0"/>
                <a:ea typeface="宋体" panose="02010600030101010101" pitchFamily="2" charset="-122"/>
              </a:rPr>
              <a:t>表示会议室照明状态，“</a:t>
            </a:r>
            <a:r>
              <a:rPr lang="en-US" altLang="zh-CN" b="1">
                <a:solidFill>
                  <a:schemeClr val="accent2"/>
                </a:solidFill>
                <a:latin typeface="Times New Roman" panose="02020603050405020304" pitchFamily="18" charset="0"/>
                <a:ea typeface="宋体" panose="02010600030101010101" pitchFamily="2" charset="-122"/>
              </a:rPr>
              <a:t>0”</a:t>
            </a:r>
            <a:r>
              <a:rPr lang="zh-CN" altLang="en-US" b="1">
                <a:solidFill>
                  <a:schemeClr val="accent2"/>
                </a:solidFill>
                <a:latin typeface="Times New Roman" panose="02020603050405020304" pitchFamily="18" charset="0"/>
                <a:ea typeface="宋体" panose="02010600030101010101" pitchFamily="2" charset="-122"/>
              </a:rPr>
              <a:t>表示灯灭，“</a:t>
            </a:r>
            <a:r>
              <a:rPr lang="en-US" altLang="zh-CN" b="1">
                <a:solidFill>
                  <a:schemeClr val="accent2"/>
                </a:solidFill>
                <a:latin typeface="Times New Roman" panose="02020603050405020304" pitchFamily="18" charset="0"/>
                <a:ea typeface="宋体" panose="02010600030101010101" pitchFamily="2" charset="-122"/>
              </a:rPr>
              <a:t>1”</a:t>
            </a:r>
            <a:r>
              <a:rPr lang="zh-CN" altLang="en-US" b="1">
                <a:solidFill>
                  <a:schemeClr val="accent2"/>
                </a:solidFill>
                <a:latin typeface="Times New Roman" panose="02020603050405020304" pitchFamily="18" charset="0"/>
                <a:ea typeface="宋体" panose="02010600030101010101" pitchFamily="2" charset="-122"/>
              </a:rPr>
              <a:t>表示灯亮。初始状态：四开关处于“</a:t>
            </a:r>
            <a:r>
              <a:rPr lang="en-US" altLang="zh-CN" b="1">
                <a:solidFill>
                  <a:schemeClr val="accent2"/>
                </a:solidFill>
                <a:latin typeface="Times New Roman" panose="02020603050405020304" pitchFamily="18" charset="0"/>
                <a:ea typeface="宋体" panose="02010600030101010101" pitchFamily="2" charset="-122"/>
              </a:rPr>
              <a:t>0”</a:t>
            </a:r>
            <a:r>
              <a:rPr lang="zh-CN" altLang="en-US" b="1">
                <a:solidFill>
                  <a:schemeClr val="accent2"/>
                </a:solidFill>
                <a:latin typeface="Times New Roman" panose="02020603050405020304" pitchFamily="18" charset="0"/>
                <a:ea typeface="宋体" panose="02010600030101010101" pitchFamily="2" charset="-122"/>
              </a:rPr>
              <a:t>状态，灯处于“</a:t>
            </a:r>
            <a:r>
              <a:rPr lang="en-US" altLang="zh-CN" b="1">
                <a:solidFill>
                  <a:schemeClr val="accent2"/>
                </a:solidFill>
                <a:latin typeface="Times New Roman" panose="02020603050405020304" pitchFamily="18" charset="0"/>
                <a:ea typeface="宋体" panose="02010600030101010101" pitchFamily="2" charset="-122"/>
              </a:rPr>
              <a:t>0”</a:t>
            </a:r>
            <a:r>
              <a:rPr lang="zh-CN" altLang="en-US" b="1">
                <a:solidFill>
                  <a:schemeClr val="accent2"/>
                </a:solidFill>
                <a:latin typeface="Times New Roman" panose="02020603050405020304" pitchFamily="18" charset="0"/>
                <a:ea typeface="宋体" panose="02010600030101010101" pitchFamily="2" charset="-122"/>
              </a:rPr>
              <a:t>状态。易知：处“</a:t>
            </a:r>
            <a:r>
              <a:rPr lang="en-US" altLang="zh-CN" b="1">
                <a:solidFill>
                  <a:schemeClr val="accent2"/>
                </a:solidFill>
                <a:latin typeface="Times New Roman" panose="02020603050405020304" pitchFamily="18" charset="0"/>
                <a:ea typeface="宋体" panose="02010600030101010101" pitchFamily="2" charset="-122"/>
              </a:rPr>
              <a:t>0”</a:t>
            </a:r>
            <a:r>
              <a:rPr lang="zh-CN" altLang="en-US" b="1">
                <a:solidFill>
                  <a:schemeClr val="accent2"/>
                </a:solidFill>
                <a:latin typeface="Times New Roman" panose="02020603050405020304" pitchFamily="18" charset="0"/>
                <a:ea typeface="宋体" panose="02010600030101010101" pitchFamily="2" charset="-122"/>
              </a:rPr>
              <a:t>状态开关的个数为偶数时， </a:t>
            </a:r>
            <a:r>
              <a:rPr lang="en-US" altLang="zh-CN" b="1">
                <a:solidFill>
                  <a:schemeClr val="accent2"/>
                </a:solidFill>
                <a:latin typeface="Times New Roman" panose="02020603050405020304" pitchFamily="18" charset="0"/>
                <a:ea typeface="宋体" panose="02010600030101010101" pitchFamily="2" charset="-122"/>
              </a:rPr>
              <a:t>S=0</a:t>
            </a:r>
            <a:r>
              <a:rPr lang="zh-CN" altLang="en-US" b="1">
                <a:solidFill>
                  <a:schemeClr val="accent2"/>
                </a:solidFill>
                <a:latin typeface="Times New Roman" panose="02020603050405020304" pitchFamily="18" charset="0"/>
                <a:ea typeface="宋体" panose="02010600030101010101" pitchFamily="2" charset="-122"/>
              </a:rPr>
              <a:t>；处“</a:t>
            </a:r>
            <a:r>
              <a:rPr lang="en-US" altLang="zh-CN" b="1">
                <a:solidFill>
                  <a:schemeClr val="accent2"/>
                </a:solidFill>
                <a:latin typeface="Times New Roman" panose="02020603050405020304" pitchFamily="18" charset="0"/>
                <a:ea typeface="宋体" panose="02010600030101010101" pitchFamily="2" charset="-122"/>
              </a:rPr>
              <a:t>0”</a:t>
            </a:r>
            <a:r>
              <a:rPr lang="zh-CN" altLang="en-US" b="1">
                <a:solidFill>
                  <a:schemeClr val="accent2"/>
                </a:solidFill>
                <a:latin typeface="Times New Roman" panose="02020603050405020304" pitchFamily="18" charset="0"/>
                <a:ea typeface="宋体" panose="02010600030101010101" pitchFamily="2" charset="-122"/>
              </a:rPr>
              <a:t>状态开关的个数为奇数时， </a:t>
            </a:r>
            <a:r>
              <a:rPr lang="en-US" altLang="zh-CN" b="1">
                <a:solidFill>
                  <a:schemeClr val="accent2"/>
                </a:solidFill>
                <a:latin typeface="Times New Roman" panose="02020603050405020304" pitchFamily="18" charset="0"/>
                <a:ea typeface="宋体" panose="02010600030101010101" pitchFamily="2" charset="-122"/>
              </a:rPr>
              <a:t>S=1</a:t>
            </a:r>
            <a:r>
              <a:rPr lang="zh-CN" altLang="en-US" b="1">
                <a:solidFill>
                  <a:schemeClr val="accent2"/>
                </a:solidFill>
                <a:latin typeface="Times New Roman" panose="02020603050405020304" pitchFamily="18" charset="0"/>
                <a:ea typeface="宋体" panose="02010600030101010101" pitchFamily="2" charset="-122"/>
              </a:rPr>
              <a:t>。</a:t>
            </a:r>
          </a:p>
        </p:txBody>
      </p:sp>
    </p:spTree>
  </p:cSld>
  <p:clrMapOvr>
    <a:masterClrMapping/>
  </p:clrMapOv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3">
            <a:extLst>
              <a:ext uri="{FF2B5EF4-FFF2-40B4-BE49-F238E27FC236}">
                <a16:creationId xmlns:a16="http://schemas.microsoft.com/office/drawing/2014/main" id="{85CAC156-B849-4331-8FD0-1BA79E9001E5}"/>
              </a:ext>
            </a:extLst>
          </p:cNvPr>
          <p:cNvSpPr>
            <a:spLocks noGrp="1" noChangeArrowheads="1"/>
          </p:cNvSpPr>
          <p:nvPr>
            <p:ph type="body" sz="half" idx="1"/>
          </p:nvPr>
        </p:nvSpPr>
        <p:spPr>
          <a:xfrm>
            <a:off x="2195513" y="2565400"/>
            <a:ext cx="5183187" cy="2735263"/>
          </a:xfrm>
          <a:noFill/>
          <a:extLst>
            <a:ext uri="{909E8E84-426E-40DD-AFC4-6F175D3DCCD1}">
              <a14:hiddenFill xmlns:a14="http://schemas.microsoft.com/office/drawing/2010/main">
                <a:solidFill>
                  <a:schemeClr val="accent1"/>
                </a:solidFill>
              </a14:hiddenFill>
            </a:ext>
          </a:extLst>
        </p:spPr>
        <p:txBody>
          <a:bodyPr lIns="92075" tIns="46038" rIns="92075" bIns="46038"/>
          <a:lstStyle/>
          <a:p>
            <a:pPr>
              <a:lnSpc>
                <a:spcPct val="150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刑侦推断问题</a:t>
            </a:r>
          </a:p>
          <a:p>
            <a:pPr>
              <a:lnSpc>
                <a:spcPct val="150000"/>
              </a:lnSpc>
              <a:buFont typeface="Wingdings" panose="05000000000000000000" pitchFamily="2" charset="2"/>
              <a:buChar char="4"/>
            </a:pPr>
            <a:r>
              <a:rPr lang="zh-CN" altLang="en-US" sz="3600" b="1">
                <a:effectLst/>
                <a:latin typeface="黑体" panose="02010609060101010101" pitchFamily="49" charset="-122"/>
                <a:ea typeface="黑体" panose="02010609060101010101" pitchFamily="49" charset="-122"/>
              </a:rPr>
              <a:t> 逻辑电路设计</a:t>
            </a:r>
          </a:p>
          <a:p>
            <a:pPr>
              <a:lnSpc>
                <a:spcPct val="150000"/>
              </a:lnSpc>
              <a:buFont typeface="Wingdings" panose="05000000000000000000" pitchFamily="2" charset="2"/>
              <a:buChar char="J"/>
            </a:pPr>
            <a:r>
              <a:rPr lang="zh-CN" altLang="en-US" sz="3600" b="1">
                <a:solidFill>
                  <a:schemeClr val="accent2"/>
                </a:solidFill>
                <a:effectLst/>
                <a:latin typeface="黑体" panose="02010609060101010101" pitchFamily="49" charset="-122"/>
                <a:ea typeface="黑体" panose="02010609060101010101" pitchFamily="49" charset="-122"/>
              </a:rPr>
              <a:t> 加法器电路设计</a:t>
            </a:r>
          </a:p>
        </p:txBody>
      </p:sp>
      <p:pic>
        <p:nvPicPr>
          <p:cNvPr id="156675" name="Picture 6" descr="C:\Program Files\Microsoft Office\MEDIA\CAGCAT10\j0293844.wmf">
            <a:extLst>
              <a:ext uri="{FF2B5EF4-FFF2-40B4-BE49-F238E27FC236}">
                <a16:creationId xmlns:a16="http://schemas.microsoft.com/office/drawing/2014/main" id="{DA0A19C4-F3BF-4604-835C-4DCFBFDCD3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45425" y="549275"/>
            <a:ext cx="129857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676" name="Text Box 2">
            <a:extLst>
              <a:ext uri="{FF2B5EF4-FFF2-40B4-BE49-F238E27FC236}">
                <a16:creationId xmlns:a16="http://schemas.microsoft.com/office/drawing/2014/main" id="{AD41BEF5-DB10-4D23-AEA0-36D38C48A8C3}"/>
              </a:ext>
            </a:extLst>
          </p:cNvPr>
          <p:cNvSpPr txBox="1">
            <a:spLocks noChangeArrowheads="1"/>
          </p:cNvSpPr>
          <p:nvPr/>
        </p:nvSpPr>
        <p:spPr bwMode="auto">
          <a:xfrm>
            <a:off x="1258888" y="908050"/>
            <a:ext cx="6408737"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3"/>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3"/>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命题逻辑的应用</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日期占位符 3">
            <a:extLst>
              <a:ext uri="{FF2B5EF4-FFF2-40B4-BE49-F238E27FC236}">
                <a16:creationId xmlns:a16="http://schemas.microsoft.com/office/drawing/2014/main" id="{89D11978-79FD-44A3-A58A-2E2B0D6CFFA0}"/>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D4B3B77-6808-4AE3-ACD9-C63E26ED29C1}"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7699" name="页脚占位符 4">
            <a:extLst>
              <a:ext uri="{FF2B5EF4-FFF2-40B4-BE49-F238E27FC236}">
                <a16:creationId xmlns:a16="http://schemas.microsoft.com/office/drawing/2014/main" id="{10C7FA05-1BEB-4695-B2DD-D87DFB4B85D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7700" name="灯片编号占位符 5">
            <a:extLst>
              <a:ext uri="{FF2B5EF4-FFF2-40B4-BE49-F238E27FC236}">
                <a16:creationId xmlns:a16="http://schemas.microsoft.com/office/drawing/2014/main" id="{25BA593F-AE7C-4761-819E-F9A03F8ACA8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F4C12B4-5E1A-4710-8F03-C56A0B970FB1}" type="slidenum">
              <a:rPr lang="en-US" altLang="zh-CN" sz="1400" smtClean="0">
                <a:latin typeface="Times New Roman" panose="02020603050405020304" pitchFamily="18" charset="0"/>
                <a:ea typeface="宋体" panose="02010600030101010101" pitchFamily="2" charset="-122"/>
              </a:rPr>
              <a:pPr>
                <a:spcBef>
                  <a:spcPct val="0"/>
                </a:spcBef>
                <a:buFontTx/>
                <a:buNone/>
              </a:pPr>
              <a:t>151</a:t>
            </a:fld>
            <a:endParaRPr lang="en-US" altLang="zh-CN" sz="1400">
              <a:latin typeface="Times New Roman" panose="02020603050405020304" pitchFamily="18" charset="0"/>
              <a:ea typeface="宋体" panose="02010600030101010101" pitchFamily="2" charset="-122"/>
            </a:endParaRPr>
          </a:p>
        </p:txBody>
      </p:sp>
      <p:sp>
        <p:nvSpPr>
          <p:cNvPr id="157701" name="Text Box 2">
            <a:extLst>
              <a:ext uri="{FF2B5EF4-FFF2-40B4-BE49-F238E27FC236}">
                <a16:creationId xmlns:a16="http://schemas.microsoft.com/office/drawing/2014/main" id="{23FF0682-38B0-4DAA-8238-EA30D77AE2E7}"/>
              </a:ext>
            </a:extLst>
          </p:cNvPr>
          <p:cNvSpPr txBox="1">
            <a:spLocks noChangeArrowheads="1"/>
          </p:cNvSpPr>
          <p:nvPr/>
        </p:nvSpPr>
        <p:spPr bwMode="auto">
          <a:xfrm>
            <a:off x="1476375" y="620713"/>
            <a:ext cx="62642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加法器电路设计</a:t>
            </a:r>
          </a:p>
        </p:txBody>
      </p:sp>
      <p:pic>
        <p:nvPicPr>
          <p:cNvPr id="157702" name="Picture 6" descr="C:\Program Files\Microsoft Office\MEDIA\CAGCAT10\j0293844.wmf">
            <a:extLst>
              <a:ext uri="{FF2B5EF4-FFF2-40B4-BE49-F238E27FC236}">
                <a16:creationId xmlns:a16="http://schemas.microsoft.com/office/drawing/2014/main" id="{A2C2DD35-68B3-42E2-B503-0B69D5DB83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3C82DF4-3243-4432-BCC3-1855CB1C30B2}"/>
              </a:ext>
            </a:extLst>
          </p:cNvPr>
          <p:cNvSpPr/>
          <p:nvPr/>
        </p:nvSpPr>
        <p:spPr>
          <a:xfrm>
            <a:off x="966788" y="2008188"/>
            <a:ext cx="7134225" cy="739775"/>
          </a:xfrm>
          <a:prstGeom prst="rect">
            <a:avLst/>
          </a:prstGeom>
          <a:solidFill>
            <a:schemeClr val="accent3"/>
          </a:solidFill>
          <a:ln>
            <a:solidFill>
              <a:srgbClr val="C00000"/>
            </a:solidFill>
          </a:ln>
        </p:spPr>
        <p:txBody>
          <a:bodyPr>
            <a:spAutoFit/>
          </a:bodyPr>
          <a:lstStyle/>
          <a:p>
            <a:pPr>
              <a:lnSpc>
                <a:spcPct val="150000"/>
              </a:lnSpc>
              <a:defRPr/>
            </a:pPr>
            <a:r>
              <a:rPr lang="en-US" altLang="zh-CN" b="1" dirty="0">
                <a:latin typeface="Calibri" panose="020F0502020204030204" pitchFamily="34" charset="0"/>
                <a:cs typeface="Times New Roman" panose="02020603050405020304" pitchFamily="18" charset="0"/>
              </a:rPr>
              <a:t>   </a:t>
            </a:r>
            <a:r>
              <a:rPr lang="zh-CN" altLang="zh-CN" b="1" dirty="0">
                <a:solidFill>
                  <a:srgbClr val="C00000"/>
                </a:solidFill>
                <a:latin typeface="Calibri" panose="020F0502020204030204" pitchFamily="34" charset="0"/>
                <a:cs typeface="Times New Roman" panose="02020603050405020304" pitchFamily="18" charset="0"/>
              </a:rPr>
              <a:t>加法器</a:t>
            </a:r>
            <a:r>
              <a:rPr lang="zh-CN" altLang="zh-CN" b="1" dirty="0">
                <a:latin typeface="Calibri" panose="020F0502020204030204" pitchFamily="34" charset="0"/>
                <a:cs typeface="Times New Roman" panose="02020603050405020304" pitchFamily="18" charset="0"/>
              </a:rPr>
              <a:t>是产生数的和的装置。</a:t>
            </a:r>
            <a:endParaRPr lang="en-US" altLang="zh-CN" b="1" dirty="0">
              <a:latin typeface="Calibri" panose="020F0502020204030204" pitchFamily="34" charset="0"/>
              <a:cs typeface="Times New Roman" panose="02020603050405020304" pitchFamily="18" charset="0"/>
            </a:endParaRPr>
          </a:p>
        </p:txBody>
      </p:sp>
      <p:sp>
        <p:nvSpPr>
          <p:cNvPr id="8" name="矩形 7">
            <a:extLst>
              <a:ext uri="{FF2B5EF4-FFF2-40B4-BE49-F238E27FC236}">
                <a16:creationId xmlns:a16="http://schemas.microsoft.com/office/drawing/2014/main" id="{BDF70C61-93ED-4067-A5FE-CE916C0A5742}"/>
              </a:ext>
            </a:extLst>
          </p:cNvPr>
          <p:cNvSpPr/>
          <p:nvPr/>
        </p:nvSpPr>
        <p:spPr>
          <a:xfrm>
            <a:off x="985838" y="2809875"/>
            <a:ext cx="7115175" cy="1385888"/>
          </a:xfrm>
          <a:prstGeom prst="rect">
            <a:avLst/>
          </a:prstGeom>
          <a:solidFill>
            <a:schemeClr val="accent3"/>
          </a:solidFill>
          <a:ln>
            <a:solidFill>
              <a:srgbClr val="C00000"/>
            </a:solidFill>
          </a:ln>
        </p:spPr>
        <p:txBody>
          <a:bodyPr>
            <a:spAutoFit/>
          </a:bodyPr>
          <a:lstStyle/>
          <a:p>
            <a:pPr>
              <a:lnSpc>
                <a:spcPct val="150000"/>
              </a:lnSpc>
              <a:defRPr/>
            </a:pPr>
            <a:r>
              <a:rPr lang="en-US" altLang="zh-CN" b="1" dirty="0">
                <a:latin typeface="Calibri" panose="020F0502020204030204" pitchFamily="34" charset="0"/>
                <a:cs typeface="Times New Roman" panose="02020603050405020304" pitchFamily="18" charset="0"/>
              </a:rPr>
              <a:t>  </a:t>
            </a:r>
            <a:r>
              <a:rPr lang="zh-CN" altLang="zh-CN" b="1" dirty="0">
                <a:latin typeface="Calibri" panose="020F0502020204030204" pitchFamily="34" charset="0"/>
                <a:cs typeface="Times New Roman" panose="02020603050405020304" pitchFamily="18" charset="0"/>
              </a:rPr>
              <a:t>加数和被加数作为输入，和位与进位作为输出的装置称为</a:t>
            </a:r>
            <a:r>
              <a:rPr lang="zh-CN" altLang="zh-CN" b="1" dirty="0">
                <a:solidFill>
                  <a:srgbClr val="C00000"/>
                </a:solidFill>
                <a:latin typeface="Calibri" panose="020F0502020204030204" pitchFamily="34" charset="0"/>
                <a:cs typeface="Times New Roman" panose="02020603050405020304" pitchFamily="18" charset="0"/>
              </a:rPr>
              <a:t>半加法器</a:t>
            </a:r>
            <a:r>
              <a:rPr lang="zh-CN" altLang="zh-CN" b="1" dirty="0">
                <a:latin typeface="Calibri" panose="020F0502020204030204" pitchFamily="34" charset="0"/>
                <a:cs typeface="Times New Roman" panose="02020603050405020304" pitchFamily="18" charset="0"/>
              </a:rPr>
              <a:t>；</a:t>
            </a:r>
            <a:endParaRPr lang="en-US" altLang="zh-CN" b="1" dirty="0">
              <a:latin typeface="Calibri" panose="020F0502020204030204" pitchFamily="34" charset="0"/>
              <a:cs typeface="Times New Roman" panose="02020603050405020304" pitchFamily="18" charset="0"/>
            </a:endParaRPr>
          </a:p>
        </p:txBody>
      </p:sp>
      <p:sp>
        <p:nvSpPr>
          <p:cNvPr id="9" name="矩形 8">
            <a:extLst>
              <a:ext uri="{FF2B5EF4-FFF2-40B4-BE49-F238E27FC236}">
                <a16:creationId xmlns:a16="http://schemas.microsoft.com/office/drawing/2014/main" id="{FFB15D28-32DD-46D1-AB40-3AC12AC7F94E}"/>
              </a:ext>
            </a:extLst>
          </p:cNvPr>
          <p:cNvSpPr/>
          <p:nvPr/>
        </p:nvSpPr>
        <p:spPr>
          <a:xfrm>
            <a:off x="984250" y="4332288"/>
            <a:ext cx="7116763" cy="1384300"/>
          </a:xfrm>
          <a:prstGeom prst="rect">
            <a:avLst/>
          </a:prstGeom>
          <a:solidFill>
            <a:schemeClr val="accent3"/>
          </a:solidFill>
          <a:ln>
            <a:solidFill>
              <a:srgbClr val="C00000"/>
            </a:solidFill>
          </a:ln>
        </p:spPr>
        <p:txBody>
          <a:bodyPr>
            <a:spAutoFit/>
          </a:bodyPr>
          <a:lstStyle/>
          <a:p>
            <a:pPr>
              <a:lnSpc>
                <a:spcPct val="150000"/>
              </a:lnSpc>
              <a:defRPr/>
            </a:pPr>
            <a:r>
              <a:rPr lang="en-US" altLang="zh-CN" b="1" dirty="0"/>
              <a:t>   </a:t>
            </a:r>
            <a:r>
              <a:rPr lang="zh-CN" altLang="zh-CN" b="1" dirty="0"/>
              <a:t>若加数、被加数与低位的进位数为输入，而和位与进位作为输出则称为</a:t>
            </a:r>
            <a:r>
              <a:rPr lang="zh-CN" altLang="zh-CN" b="1" dirty="0">
                <a:solidFill>
                  <a:srgbClr val="C00000"/>
                </a:solidFill>
              </a:rPr>
              <a:t>全加法器</a:t>
            </a:r>
            <a:r>
              <a:rPr lang="zh-CN" altLang="zh-CN" b="1" dirty="0"/>
              <a:t>。</a:t>
            </a:r>
            <a:endParaRPr lang="zh-CN" altLang="en-US" b="1" dirty="0"/>
          </a:p>
        </p:txBody>
      </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日期占位符 2">
            <a:extLst>
              <a:ext uri="{FF2B5EF4-FFF2-40B4-BE49-F238E27FC236}">
                <a16:creationId xmlns:a16="http://schemas.microsoft.com/office/drawing/2014/main" id="{15F6AE02-DB39-4593-8C23-CD58BEB9A3B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100F5D19-57B2-4A47-A119-120D93C72E5E}"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8723" name="页脚占位符 3">
            <a:extLst>
              <a:ext uri="{FF2B5EF4-FFF2-40B4-BE49-F238E27FC236}">
                <a16:creationId xmlns:a16="http://schemas.microsoft.com/office/drawing/2014/main" id="{8A9D3780-FBD6-49A1-803F-68FE6B78912C}"/>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8724" name="灯片编号占位符 4">
            <a:extLst>
              <a:ext uri="{FF2B5EF4-FFF2-40B4-BE49-F238E27FC236}">
                <a16:creationId xmlns:a16="http://schemas.microsoft.com/office/drawing/2014/main" id="{7C4AE560-039F-4AE7-B39D-2F784A1B9B5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B32CA63-DD56-4792-9483-D736C3AE2D58}" type="slidenum">
              <a:rPr lang="en-US" altLang="zh-CN" sz="1400" smtClean="0">
                <a:latin typeface="Times New Roman" panose="02020603050405020304" pitchFamily="18" charset="0"/>
                <a:ea typeface="宋体" panose="02010600030101010101" pitchFamily="2" charset="-122"/>
              </a:rPr>
              <a:pPr>
                <a:spcBef>
                  <a:spcPct val="0"/>
                </a:spcBef>
                <a:buFontTx/>
                <a:buNone/>
              </a:pPr>
              <a:t>152</a:t>
            </a:fld>
            <a:endParaRPr lang="en-US" altLang="zh-CN" sz="1400">
              <a:latin typeface="Times New Roman" panose="02020603050405020304" pitchFamily="18" charset="0"/>
              <a:ea typeface="宋体" panose="02010600030101010101" pitchFamily="2" charset="-122"/>
            </a:endParaRPr>
          </a:p>
        </p:txBody>
      </p:sp>
      <p:sp>
        <p:nvSpPr>
          <p:cNvPr id="158725" name="Text Box 2">
            <a:extLst>
              <a:ext uri="{FF2B5EF4-FFF2-40B4-BE49-F238E27FC236}">
                <a16:creationId xmlns:a16="http://schemas.microsoft.com/office/drawing/2014/main" id="{0E129C4D-1C6F-436D-8CCA-D69DAE825960}"/>
              </a:ext>
            </a:extLst>
          </p:cNvPr>
          <p:cNvSpPr txBox="1">
            <a:spLocks noChangeArrowheads="1"/>
          </p:cNvSpPr>
          <p:nvPr/>
        </p:nvSpPr>
        <p:spPr bwMode="auto">
          <a:xfrm>
            <a:off x="1371600" y="714375"/>
            <a:ext cx="6335713"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加法器电路设计</a:t>
            </a:r>
          </a:p>
        </p:txBody>
      </p:sp>
      <p:pic>
        <p:nvPicPr>
          <p:cNvPr id="158726" name="Picture 6" descr="C:\Program Files\Microsoft Office\MEDIA\CAGCAT10\j0293844.wmf">
            <a:extLst>
              <a:ext uri="{FF2B5EF4-FFF2-40B4-BE49-F238E27FC236}">
                <a16:creationId xmlns:a16="http://schemas.microsoft.com/office/drawing/2014/main" id="{CEEDA62A-D5E6-4963-BB43-62715A4EB7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8727" name="Rectangle 4">
            <a:extLst>
              <a:ext uri="{FF2B5EF4-FFF2-40B4-BE49-F238E27FC236}">
                <a16:creationId xmlns:a16="http://schemas.microsoft.com/office/drawing/2014/main" id="{9411441B-8914-4DA1-8BCE-7DF911A262D3}"/>
              </a:ext>
            </a:extLst>
          </p:cNvPr>
          <p:cNvSpPr>
            <a:spLocks noChangeArrowheads="1"/>
          </p:cNvSpPr>
          <p:nvPr/>
        </p:nvSpPr>
        <p:spPr bwMode="auto">
          <a:xfrm>
            <a:off x="795338" y="2060575"/>
            <a:ext cx="34163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zh-CN" altLang="en-US" sz="3200" b="1">
                <a:solidFill>
                  <a:srgbClr val="051AB3"/>
                </a:solidFill>
                <a:latin typeface="Times New Roman" panose="02020603050405020304" pitchFamily="18" charset="0"/>
                <a:ea typeface="宋体" panose="02010600030101010101" pitchFamily="2" charset="-122"/>
              </a:rPr>
              <a:t>二进制加法器</a:t>
            </a:r>
          </a:p>
        </p:txBody>
      </p:sp>
      <p:sp>
        <p:nvSpPr>
          <p:cNvPr id="169992" name="Rectangle 5">
            <a:extLst>
              <a:ext uri="{FF2B5EF4-FFF2-40B4-BE49-F238E27FC236}">
                <a16:creationId xmlns:a16="http://schemas.microsoft.com/office/drawing/2014/main" id="{D08BEC43-21FB-4249-A5C3-A867D33DEAF8}"/>
              </a:ext>
            </a:extLst>
          </p:cNvPr>
          <p:cNvSpPr>
            <a:spLocks noChangeArrowheads="1"/>
          </p:cNvSpPr>
          <p:nvPr/>
        </p:nvSpPr>
        <p:spPr bwMode="auto">
          <a:xfrm>
            <a:off x="1187450" y="2924175"/>
            <a:ext cx="7345363" cy="2486025"/>
          </a:xfrm>
          <a:prstGeom prst="rect">
            <a:avLst/>
          </a:prstGeom>
          <a:solidFill>
            <a:schemeClr val="bg2">
              <a:lumMod val="20000"/>
              <a:lumOff val="80000"/>
            </a:schemeClr>
          </a:solidFill>
          <a:ln>
            <a:noFill/>
          </a:ln>
          <a:effec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lnSpc>
                <a:spcPct val="140000"/>
              </a:lnSpc>
              <a:buFontTx/>
              <a:buNone/>
              <a:defRPr/>
            </a:pPr>
            <a:r>
              <a:rPr kumimoji="0" lang="en-US" altLang="zh-CN" sz="2800" b="1" dirty="0">
                <a:solidFill>
                  <a:srgbClr val="800000"/>
                </a:solidFill>
                <a:latin typeface="Times New Roman" panose="02020603050405020304" pitchFamily="18" charset="0"/>
                <a:ea typeface="宋体" panose="02010600030101010101" pitchFamily="2" charset="-122"/>
              </a:rPr>
              <a:t>      </a:t>
            </a:r>
            <a:r>
              <a:rPr kumimoji="0" lang="zh-CN" altLang="en-US" sz="2800" b="1" dirty="0">
                <a:solidFill>
                  <a:srgbClr val="800000"/>
                </a:solidFill>
                <a:latin typeface="Times New Roman" panose="02020603050405020304" pitchFamily="18" charset="0"/>
                <a:ea typeface="宋体" panose="02010600030101010101" pitchFamily="2" charset="-122"/>
              </a:rPr>
              <a:t>构造电路来计算</a:t>
            </a:r>
            <a:r>
              <a:rPr kumimoji="0" lang="en-US" altLang="zh-CN" sz="2800" b="1" dirty="0" err="1">
                <a:solidFill>
                  <a:srgbClr val="800000"/>
                </a:solidFill>
                <a:latin typeface="Times New Roman" panose="02020603050405020304" pitchFamily="18" charset="0"/>
                <a:ea typeface="宋体" panose="02010600030101010101" pitchFamily="2" charset="-122"/>
              </a:rPr>
              <a:t>x+y</a:t>
            </a:r>
            <a:r>
              <a:rPr kumimoji="0" lang="zh-CN" altLang="en-US" sz="2800" b="1" dirty="0">
                <a:solidFill>
                  <a:srgbClr val="800000"/>
                </a:solidFill>
                <a:latin typeface="Times New Roman" panose="02020603050405020304" pitchFamily="18" charset="0"/>
                <a:ea typeface="宋体" panose="02010600030101010101" pitchFamily="2" charset="-122"/>
              </a:rPr>
              <a:t>，其中</a:t>
            </a:r>
            <a:r>
              <a:rPr kumimoji="0" lang="en-US" altLang="zh-CN" sz="2800" b="1" dirty="0">
                <a:solidFill>
                  <a:srgbClr val="800000"/>
                </a:solidFill>
                <a:latin typeface="Times New Roman" panose="02020603050405020304" pitchFamily="18" charset="0"/>
                <a:ea typeface="宋体" panose="02010600030101010101" pitchFamily="2" charset="-122"/>
              </a:rPr>
              <a:t>x</a:t>
            </a:r>
            <a:r>
              <a:rPr kumimoji="0" lang="zh-CN" altLang="en-US" sz="2800" b="1" dirty="0">
                <a:solidFill>
                  <a:srgbClr val="800000"/>
                </a:solidFill>
                <a:latin typeface="Times New Roman" panose="02020603050405020304" pitchFamily="18" charset="0"/>
                <a:ea typeface="宋体" panose="02010600030101010101" pitchFamily="2" charset="-122"/>
              </a:rPr>
              <a:t>和</a:t>
            </a:r>
            <a:r>
              <a:rPr kumimoji="0" lang="en-US" altLang="zh-CN" sz="2800" b="1" dirty="0">
                <a:solidFill>
                  <a:srgbClr val="800000"/>
                </a:solidFill>
                <a:latin typeface="Times New Roman" panose="02020603050405020304" pitchFamily="18" charset="0"/>
                <a:ea typeface="宋体" panose="02010600030101010101" pitchFamily="2" charset="-122"/>
              </a:rPr>
              <a:t>y</a:t>
            </a:r>
            <a:r>
              <a:rPr kumimoji="0" lang="zh-CN" altLang="en-US" sz="2800" b="1" dirty="0">
                <a:solidFill>
                  <a:srgbClr val="800000"/>
                </a:solidFill>
                <a:latin typeface="Times New Roman" panose="02020603050405020304" pitchFamily="18" charset="0"/>
                <a:ea typeface="宋体" panose="02010600030101010101" pitchFamily="2" charset="-122"/>
              </a:rPr>
              <a:t>是两个二进制数字。因为</a:t>
            </a:r>
            <a:r>
              <a:rPr kumimoji="0" lang="en-US" altLang="zh-CN" sz="2800" b="1" dirty="0">
                <a:solidFill>
                  <a:srgbClr val="800000"/>
                </a:solidFill>
                <a:latin typeface="Times New Roman" panose="02020603050405020304" pitchFamily="18" charset="0"/>
                <a:ea typeface="宋体" panose="02010600030101010101" pitchFamily="2" charset="-122"/>
              </a:rPr>
              <a:t>x</a:t>
            </a:r>
            <a:r>
              <a:rPr kumimoji="0" lang="zh-CN" altLang="en-US" sz="2800" b="1" dirty="0">
                <a:solidFill>
                  <a:srgbClr val="800000"/>
                </a:solidFill>
                <a:latin typeface="Times New Roman" panose="02020603050405020304" pitchFamily="18" charset="0"/>
                <a:ea typeface="宋体" panose="02010600030101010101" pitchFamily="2" charset="-122"/>
              </a:rPr>
              <a:t>和</a:t>
            </a:r>
            <a:r>
              <a:rPr kumimoji="0" lang="en-US" altLang="zh-CN" sz="2800" b="1" dirty="0">
                <a:solidFill>
                  <a:srgbClr val="800000"/>
                </a:solidFill>
                <a:latin typeface="Times New Roman" panose="02020603050405020304" pitchFamily="18" charset="0"/>
                <a:ea typeface="宋体" panose="02010600030101010101" pitchFamily="2" charset="-122"/>
              </a:rPr>
              <a:t>y</a:t>
            </a:r>
            <a:r>
              <a:rPr kumimoji="0" lang="zh-CN" altLang="en-US" sz="2800" b="1" dirty="0">
                <a:solidFill>
                  <a:srgbClr val="800000"/>
                </a:solidFill>
                <a:latin typeface="Times New Roman" panose="02020603050405020304" pitchFamily="18" charset="0"/>
                <a:ea typeface="宋体" panose="02010600030101010101" pitchFamily="2" charset="-122"/>
              </a:rPr>
              <a:t>的值为</a:t>
            </a:r>
            <a:r>
              <a:rPr kumimoji="0" lang="en-US" altLang="zh-CN" sz="2800" b="1" dirty="0">
                <a:solidFill>
                  <a:srgbClr val="800000"/>
                </a:solidFill>
                <a:latin typeface="Times New Roman" panose="02020603050405020304" pitchFamily="18" charset="0"/>
                <a:ea typeface="宋体" panose="02010600030101010101" pitchFamily="2" charset="-122"/>
              </a:rPr>
              <a:t>0</a:t>
            </a:r>
            <a:r>
              <a:rPr kumimoji="0" lang="zh-CN" altLang="en-US" sz="2800" b="1" dirty="0">
                <a:solidFill>
                  <a:srgbClr val="800000"/>
                </a:solidFill>
                <a:latin typeface="Times New Roman" panose="02020603050405020304" pitchFamily="18" charset="0"/>
                <a:ea typeface="宋体" panose="02010600030101010101" pitchFamily="2" charset="-122"/>
              </a:rPr>
              <a:t>或</a:t>
            </a:r>
            <a:r>
              <a:rPr kumimoji="0" lang="en-US" altLang="zh-CN" sz="2800" b="1" dirty="0">
                <a:solidFill>
                  <a:srgbClr val="800000"/>
                </a:solidFill>
                <a:latin typeface="Times New Roman" panose="02020603050405020304" pitchFamily="18" charset="0"/>
                <a:ea typeface="宋体" panose="02010600030101010101" pitchFamily="2" charset="-122"/>
              </a:rPr>
              <a:t>1</a:t>
            </a:r>
            <a:r>
              <a:rPr kumimoji="0" lang="zh-CN" altLang="en-US" sz="2800" b="1" dirty="0">
                <a:solidFill>
                  <a:srgbClr val="800000"/>
                </a:solidFill>
                <a:latin typeface="Times New Roman" panose="02020603050405020304" pitchFamily="18" charset="0"/>
                <a:ea typeface="宋体" panose="02010600030101010101" pitchFamily="2" charset="-122"/>
              </a:rPr>
              <a:t>，此电路的输入就是</a:t>
            </a:r>
            <a:r>
              <a:rPr kumimoji="0" lang="en-US" altLang="zh-CN" sz="2800" b="1" dirty="0">
                <a:solidFill>
                  <a:srgbClr val="800000"/>
                </a:solidFill>
                <a:latin typeface="Times New Roman" panose="02020603050405020304" pitchFamily="18" charset="0"/>
                <a:ea typeface="宋体" panose="02010600030101010101" pitchFamily="2" charset="-122"/>
              </a:rPr>
              <a:t>x</a:t>
            </a:r>
            <a:r>
              <a:rPr kumimoji="0" lang="zh-CN" altLang="en-US" sz="2800" b="1" dirty="0">
                <a:solidFill>
                  <a:srgbClr val="800000"/>
                </a:solidFill>
                <a:latin typeface="Times New Roman" panose="02020603050405020304" pitchFamily="18" charset="0"/>
                <a:ea typeface="宋体" panose="02010600030101010101" pitchFamily="2" charset="-122"/>
              </a:rPr>
              <a:t>和</a:t>
            </a:r>
            <a:r>
              <a:rPr kumimoji="0" lang="en-US" altLang="zh-CN" sz="2800" b="1" dirty="0">
                <a:solidFill>
                  <a:srgbClr val="800000"/>
                </a:solidFill>
                <a:latin typeface="Times New Roman" panose="02020603050405020304" pitchFamily="18" charset="0"/>
                <a:ea typeface="宋体" panose="02010600030101010101" pitchFamily="2" charset="-122"/>
              </a:rPr>
              <a:t>y</a:t>
            </a:r>
            <a:r>
              <a:rPr kumimoji="0" lang="zh-CN" altLang="en-US" sz="2800" b="1" dirty="0">
                <a:solidFill>
                  <a:srgbClr val="800000"/>
                </a:solidFill>
                <a:latin typeface="Times New Roman" panose="02020603050405020304" pitchFamily="18" charset="0"/>
                <a:ea typeface="宋体" panose="02010600030101010101" pitchFamily="2" charset="-122"/>
              </a:rPr>
              <a:t>输出由两个二进制数字</a:t>
            </a:r>
            <a:r>
              <a:rPr kumimoji="0" lang="en-US" altLang="zh-CN" sz="2800" b="1" dirty="0">
                <a:solidFill>
                  <a:srgbClr val="800000"/>
                </a:solidFill>
                <a:latin typeface="Times New Roman" panose="02020603050405020304" pitchFamily="18" charset="0"/>
                <a:ea typeface="宋体" panose="02010600030101010101" pitchFamily="2" charset="-122"/>
              </a:rPr>
              <a:t>s</a:t>
            </a:r>
            <a:r>
              <a:rPr kumimoji="0" lang="zh-CN" altLang="en-US" sz="2800" b="1" dirty="0">
                <a:solidFill>
                  <a:srgbClr val="800000"/>
                </a:solidFill>
                <a:latin typeface="Times New Roman" panose="02020603050405020304" pitchFamily="18" charset="0"/>
                <a:ea typeface="宋体" panose="02010600030101010101" pitchFamily="2" charset="-122"/>
              </a:rPr>
              <a:t>和</a:t>
            </a:r>
            <a:r>
              <a:rPr kumimoji="0" lang="en-US" altLang="zh-CN" sz="2800" b="1" dirty="0">
                <a:solidFill>
                  <a:srgbClr val="800000"/>
                </a:solidFill>
                <a:latin typeface="Times New Roman" panose="02020603050405020304" pitchFamily="18" charset="0"/>
                <a:ea typeface="宋体" panose="02010600030101010101" pitchFamily="2" charset="-122"/>
              </a:rPr>
              <a:t>c</a:t>
            </a:r>
            <a:r>
              <a:rPr kumimoji="0" lang="zh-CN" altLang="en-US" sz="2800" b="1" dirty="0">
                <a:solidFill>
                  <a:srgbClr val="800000"/>
                </a:solidFill>
                <a:latin typeface="Times New Roman" panose="02020603050405020304" pitchFamily="18" charset="0"/>
                <a:ea typeface="宋体" panose="02010600030101010101" pitchFamily="2" charset="-122"/>
              </a:rPr>
              <a:t>构成，其中</a:t>
            </a:r>
            <a:r>
              <a:rPr kumimoji="0" lang="en-US" altLang="zh-CN" sz="2800" b="1" dirty="0">
                <a:solidFill>
                  <a:srgbClr val="800000"/>
                </a:solidFill>
                <a:latin typeface="Times New Roman" panose="02020603050405020304" pitchFamily="18" charset="0"/>
                <a:ea typeface="宋体" panose="02010600030101010101" pitchFamily="2" charset="-122"/>
              </a:rPr>
              <a:t>s</a:t>
            </a:r>
            <a:r>
              <a:rPr kumimoji="0" lang="zh-CN" altLang="en-US" sz="2800" b="1" dirty="0">
                <a:solidFill>
                  <a:srgbClr val="800000"/>
                </a:solidFill>
                <a:latin typeface="Times New Roman" panose="02020603050405020304" pitchFamily="18" charset="0"/>
                <a:ea typeface="宋体" panose="02010600030101010101" pitchFamily="2" charset="-122"/>
              </a:rPr>
              <a:t>和</a:t>
            </a:r>
            <a:r>
              <a:rPr kumimoji="0" lang="en-US" altLang="zh-CN" sz="2800" b="1" dirty="0">
                <a:solidFill>
                  <a:srgbClr val="800000"/>
                </a:solidFill>
                <a:latin typeface="Times New Roman" panose="02020603050405020304" pitchFamily="18" charset="0"/>
                <a:ea typeface="宋体" panose="02010600030101010101" pitchFamily="2" charset="-122"/>
              </a:rPr>
              <a:t>c</a:t>
            </a:r>
            <a:r>
              <a:rPr kumimoji="0" lang="zh-CN" altLang="en-US" sz="2800" b="1" dirty="0">
                <a:solidFill>
                  <a:srgbClr val="800000"/>
                </a:solidFill>
                <a:latin typeface="Times New Roman" panose="02020603050405020304" pitchFamily="18" charset="0"/>
                <a:ea typeface="宋体" panose="02010600030101010101" pitchFamily="2" charset="-122"/>
              </a:rPr>
              <a:t>分别是和位与进位。</a:t>
            </a:r>
          </a:p>
        </p:txBody>
      </p:sp>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日期占位符 2">
            <a:extLst>
              <a:ext uri="{FF2B5EF4-FFF2-40B4-BE49-F238E27FC236}">
                <a16:creationId xmlns:a16="http://schemas.microsoft.com/office/drawing/2014/main" id="{CA91B67F-014A-47FA-980D-366EFCB60AB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8229DFA-89F9-4F60-BF2B-870A21C32942}"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59747" name="页脚占位符 3">
            <a:extLst>
              <a:ext uri="{FF2B5EF4-FFF2-40B4-BE49-F238E27FC236}">
                <a16:creationId xmlns:a16="http://schemas.microsoft.com/office/drawing/2014/main" id="{8AB47EAA-E393-4C69-B019-1C056E7152D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59748" name="灯片编号占位符 4">
            <a:extLst>
              <a:ext uri="{FF2B5EF4-FFF2-40B4-BE49-F238E27FC236}">
                <a16:creationId xmlns:a16="http://schemas.microsoft.com/office/drawing/2014/main" id="{114B6BB7-89DB-4FB8-A907-2B95956154C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8D745D4-9D27-41EB-B114-A0F031B3F25E}" type="slidenum">
              <a:rPr lang="en-US" altLang="zh-CN" sz="1400" smtClean="0">
                <a:latin typeface="Times New Roman" panose="02020603050405020304" pitchFamily="18" charset="0"/>
                <a:ea typeface="宋体" panose="02010600030101010101" pitchFamily="2" charset="-122"/>
              </a:rPr>
              <a:pPr>
                <a:spcBef>
                  <a:spcPct val="0"/>
                </a:spcBef>
                <a:buFontTx/>
                <a:buNone/>
              </a:pPr>
              <a:t>153</a:t>
            </a:fld>
            <a:endParaRPr lang="en-US" altLang="zh-CN" sz="1400">
              <a:latin typeface="Times New Roman" panose="02020603050405020304" pitchFamily="18" charset="0"/>
              <a:ea typeface="宋体" panose="02010600030101010101" pitchFamily="2" charset="-122"/>
            </a:endParaRPr>
          </a:p>
        </p:txBody>
      </p:sp>
      <p:sp>
        <p:nvSpPr>
          <p:cNvPr id="159749" name="Text Box 2">
            <a:extLst>
              <a:ext uri="{FF2B5EF4-FFF2-40B4-BE49-F238E27FC236}">
                <a16:creationId xmlns:a16="http://schemas.microsoft.com/office/drawing/2014/main" id="{4A2A9444-D1E8-41FF-A07C-24B1A74D946A}"/>
              </a:ext>
            </a:extLst>
          </p:cNvPr>
          <p:cNvSpPr txBox="1">
            <a:spLocks noChangeArrowheads="1"/>
          </p:cNvSpPr>
          <p:nvPr/>
        </p:nvSpPr>
        <p:spPr bwMode="auto">
          <a:xfrm>
            <a:off x="1371600" y="714375"/>
            <a:ext cx="6224588"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加法器电路设计</a:t>
            </a:r>
          </a:p>
        </p:txBody>
      </p:sp>
      <p:pic>
        <p:nvPicPr>
          <p:cNvPr id="159750" name="Picture 6" descr="C:\Program Files\Microsoft Office\MEDIA\CAGCAT10\j0293844.wmf">
            <a:extLst>
              <a:ext uri="{FF2B5EF4-FFF2-40B4-BE49-F238E27FC236}">
                <a16:creationId xmlns:a16="http://schemas.microsoft.com/office/drawing/2014/main" id="{048F4641-867B-4B6E-9725-1734A9E42E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751" name="Rectangle 4">
            <a:extLst>
              <a:ext uri="{FF2B5EF4-FFF2-40B4-BE49-F238E27FC236}">
                <a16:creationId xmlns:a16="http://schemas.microsoft.com/office/drawing/2014/main" id="{75FEBE09-0D3C-4812-8D4A-0F2863081C5C}"/>
              </a:ext>
            </a:extLst>
          </p:cNvPr>
          <p:cNvSpPr>
            <a:spLocks noChangeArrowheads="1"/>
          </p:cNvSpPr>
          <p:nvPr/>
        </p:nvSpPr>
        <p:spPr bwMode="auto">
          <a:xfrm>
            <a:off x="1082675" y="2060575"/>
            <a:ext cx="1905000" cy="608013"/>
          </a:xfrm>
          <a:prstGeom prst="rect">
            <a:avLst/>
          </a:prstGeom>
          <a:noFill/>
          <a:ln w="28575">
            <a:solidFill>
              <a:srgbClr val="3366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zh-CN" altLang="en-US" sz="3200" b="1">
                <a:solidFill>
                  <a:srgbClr val="051AB3"/>
                </a:solidFill>
                <a:latin typeface="Times New Roman" panose="02020603050405020304" pitchFamily="18" charset="0"/>
                <a:ea typeface="宋体" panose="02010600030101010101" pitchFamily="2" charset="-122"/>
              </a:rPr>
              <a:t>半加法器</a:t>
            </a:r>
          </a:p>
        </p:txBody>
      </p:sp>
      <p:pic>
        <p:nvPicPr>
          <p:cNvPr id="159752" name="Picture 5">
            <a:extLst>
              <a:ext uri="{FF2B5EF4-FFF2-40B4-BE49-F238E27FC236}">
                <a16:creationId xmlns:a16="http://schemas.microsoft.com/office/drawing/2014/main" id="{0AD33513-B820-4D34-8DCD-ED57834449C0}"/>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black">
          <a:xfrm>
            <a:off x="900113" y="4508500"/>
            <a:ext cx="38100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9753" name="Rectangle 6">
            <a:extLst>
              <a:ext uri="{FF2B5EF4-FFF2-40B4-BE49-F238E27FC236}">
                <a16:creationId xmlns:a16="http://schemas.microsoft.com/office/drawing/2014/main" id="{B20B2FB3-F1D7-4C69-BB43-F5447B70D748}"/>
              </a:ext>
            </a:extLst>
          </p:cNvPr>
          <p:cNvSpPr>
            <a:spLocks noChangeArrowheads="1"/>
          </p:cNvSpPr>
          <p:nvPr/>
        </p:nvSpPr>
        <p:spPr bwMode="auto">
          <a:xfrm>
            <a:off x="971550" y="3341688"/>
            <a:ext cx="3671888" cy="519112"/>
          </a:xfrm>
          <a:prstGeom prst="rect">
            <a:avLst/>
          </a:prstGeom>
          <a:solidFill>
            <a:srgbClr val="99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zh-CN" altLang="en-US" sz="2800" b="1">
                <a:latin typeface="Times New Roman" panose="02020603050405020304" pitchFamily="18" charset="0"/>
                <a:ea typeface="宋体" panose="02010600030101010101" pitchFamily="2" charset="-122"/>
              </a:rPr>
              <a:t>由右表可以看出</a:t>
            </a:r>
            <a:r>
              <a:rPr kumimoji="0" lang="en-US" altLang="zh-CN" sz="2800" b="1">
                <a:latin typeface="Times New Roman" panose="02020603050405020304" pitchFamily="18" charset="0"/>
                <a:ea typeface="宋体" panose="02010600030101010101" pitchFamily="2" charset="-122"/>
              </a:rPr>
              <a:t>c=xy</a:t>
            </a:r>
          </a:p>
        </p:txBody>
      </p:sp>
      <p:pic>
        <p:nvPicPr>
          <p:cNvPr id="159754" name="Picture 7" descr="QQ截图20140126171011">
            <a:extLst>
              <a:ext uri="{FF2B5EF4-FFF2-40B4-BE49-F238E27FC236}">
                <a16:creationId xmlns:a16="http://schemas.microsoft.com/office/drawing/2014/main" id="{63DB1E3F-A5F9-4C73-8A46-50A8F3F46E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9700" y="2349500"/>
            <a:ext cx="3313113"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日期占位符 2">
            <a:extLst>
              <a:ext uri="{FF2B5EF4-FFF2-40B4-BE49-F238E27FC236}">
                <a16:creationId xmlns:a16="http://schemas.microsoft.com/office/drawing/2014/main" id="{7292F379-227F-4B33-B6DB-2BAB0C46BFF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B790717-362F-41E3-8734-044ED798AE88}"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60771" name="页脚占位符 3">
            <a:extLst>
              <a:ext uri="{FF2B5EF4-FFF2-40B4-BE49-F238E27FC236}">
                <a16:creationId xmlns:a16="http://schemas.microsoft.com/office/drawing/2014/main" id="{722904D1-DAE1-4FC0-8CEC-C43E71387F0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60772" name="灯片编号占位符 4">
            <a:extLst>
              <a:ext uri="{FF2B5EF4-FFF2-40B4-BE49-F238E27FC236}">
                <a16:creationId xmlns:a16="http://schemas.microsoft.com/office/drawing/2014/main" id="{870B8A2F-57D8-4232-9285-96B27BE86BCF}"/>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14973F2-3E28-4D18-92EB-56634F56D7F5}" type="slidenum">
              <a:rPr lang="en-US" altLang="zh-CN" sz="1400" smtClean="0">
                <a:latin typeface="Times New Roman" panose="02020603050405020304" pitchFamily="18" charset="0"/>
                <a:ea typeface="宋体" panose="02010600030101010101" pitchFamily="2" charset="-122"/>
              </a:rPr>
              <a:pPr>
                <a:spcBef>
                  <a:spcPct val="0"/>
                </a:spcBef>
                <a:buFontTx/>
                <a:buNone/>
              </a:pPr>
              <a:t>154</a:t>
            </a:fld>
            <a:endParaRPr lang="en-US" altLang="zh-CN" sz="1400">
              <a:latin typeface="Times New Roman" panose="02020603050405020304" pitchFamily="18" charset="0"/>
              <a:ea typeface="宋体" panose="02010600030101010101" pitchFamily="2" charset="-122"/>
            </a:endParaRPr>
          </a:p>
        </p:txBody>
      </p:sp>
      <p:sp>
        <p:nvSpPr>
          <p:cNvPr id="160773" name="Text Box 2">
            <a:extLst>
              <a:ext uri="{FF2B5EF4-FFF2-40B4-BE49-F238E27FC236}">
                <a16:creationId xmlns:a16="http://schemas.microsoft.com/office/drawing/2014/main" id="{3B608D33-BFA4-45D4-AF7A-03865C1EA2C1}"/>
              </a:ext>
            </a:extLst>
          </p:cNvPr>
          <p:cNvSpPr txBox="1">
            <a:spLocks noChangeArrowheads="1"/>
          </p:cNvSpPr>
          <p:nvPr/>
        </p:nvSpPr>
        <p:spPr bwMode="auto">
          <a:xfrm>
            <a:off x="1371600" y="714375"/>
            <a:ext cx="6224588"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加法器电路设计</a:t>
            </a:r>
          </a:p>
        </p:txBody>
      </p:sp>
      <p:pic>
        <p:nvPicPr>
          <p:cNvPr id="160774" name="Picture 6" descr="C:\Program Files\Microsoft Office\MEDIA\CAGCAT10\j0293844.wmf">
            <a:extLst>
              <a:ext uri="{FF2B5EF4-FFF2-40B4-BE49-F238E27FC236}">
                <a16:creationId xmlns:a16="http://schemas.microsoft.com/office/drawing/2014/main" id="{CF84B5A9-6F26-4331-B0E9-2BF3C4C04B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0775" name="Rectangle 4">
            <a:extLst>
              <a:ext uri="{FF2B5EF4-FFF2-40B4-BE49-F238E27FC236}">
                <a16:creationId xmlns:a16="http://schemas.microsoft.com/office/drawing/2014/main" id="{FA46D382-F001-408D-9581-B71AE23FECEA}"/>
              </a:ext>
            </a:extLst>
          </p:cNvPr>
          <p:cNvSpPr>
            <a:spLocks noChangeArrowheads="1"/>
          </p:cNvSpPr>
          <p:nvPr/>
        </p:nvSpPr>
        <p:spPr bwMode="auto">
          <a:xfrm>
            <a:off x="795338" y="1989138"/>
            <a:ext cx="3344862" cy="588962"/>
          </a:xfrm>
          <a:prstGeom prst="rect">
            <a:avLst/>
          </a:prstGeom>
          <a:solidFill>
            <a:srgbClr val="FFFF00"/>
          </a:solidFill>
          <a:ln w="9525">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zh-CN" altLang="en-US" sz="3200" b="1">
                <a:solidFill>
                  <a:srgbClr val="051AB3"/>
                </a:solidFill>
                <a:latin typeface="Times New Roman" panose="02020603050405020304" pitchFamily="18" charset="0"/>
                <a:ea typeface="宋体" panose="02010600030101010101" pitchFamily="2" charset="-122"/>
              </a:rPr>
              <a:t>半加法器的电路</a:t>
            </a:r>
          </a:p>
        </p:txBody>
      </p:sp>
      <p:pic>
        <p:nvPicPr>
          <p:cNvPr id="160776" name="Picture 5">
            <a:extLst>
              <a:ext uri="{FF2B5EF4-FFF2-40B4-BE49-F238E27FC236}">
                <a16:creationId xmlns:a16="http://schemas.microsoft.com/office/drawing/2014/main" id="{9CCE84F1-0A1D-4C1A-96DB-D42FD54640D4}"/>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black">
          <a:xfrm>
            <a:off x="1122363" y="2852738"/>
            <a:ext cx="7553325" cy="30368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日期占位符 2">
            <a:extLst>
              <a:ext uri="{FF2B5EF4-FFF2-40B4-BE49-F238E27FC236}">
                <a16:creationId xmlns:a16="http://schemas.microsoft.com/office/drawing/2014/main" id="{F0008E03-5095-4F57-BEE9-310D8726839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24372BE-B9E6-4718-8384-8C6B7BBAFB64}"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61795" name="页脚占位符 3">
            <a:extLst>
              <a:ext uri="{FF2B5EF4-FFF2-40B4-BE49-F238E27FC236}">
                <a16:creationId xmlns:a16="http://schemas.microsoft.com/office/drawing/2014/main" id="{F2A99B45-688A-4230-A537-2A228959BE30}"/>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61796" name="灯片编号占位符 4">
            <a:extLst>
              <a:ext uri="{FF2B5EF4-FFF2-40B4-BE49-F238E27FC236}">
                <a16:creationId xmlns:a16="http://schemas.microsoft.com/office/drawing/2014/main" id="{D5D5AE19-CDEB-4A22-B886-A6DB0798086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7AE3B60-8982-47C4-A5E0-0E5147432D9A}" type="slidenum">
              <a:rPr lang="en-US" altLang="zh-CN" sz="1400" smtClean="0">
                <a:latin typeface="Times New Roman" panose="02020603050405020304" pitchFamily="18" charset="0"/>
                <a:ea typeface="宋体" panose="02010600030101010101" pitchFamily="2" charset="-122"/>
              </a:rPr>
              <a:pPr>
                <a:spcBef>
                  <a:spcPct val="0"/>
                </a:spcBef>
                <a:buFontTx/>
                <a:buNone/>
              </a:pPr>
              <a:t>155</a:t>
            </a:fld>
            <a:endParaRPr lang="en-US" altLang="zh-CN" sz="1400">
              <a:latin typeface="Times New Roman" panose="02020603050405020304" pitchFamily="18" charset="0"/>
              <a:ea typeface="宋体" panose="02010600030101010101" pitchFamily="2" charset="-122"/>
            </a:endParaRPr>
          </a:p>
        </p:txBody>
      </p:sp>
      <p:sp>
        <p:nvSpPr>
          <p:cNvPr id="161797" name="Text Box 2">
            <a:extLst>
              <a:ext uri="{FF2B5EF4-FFF2-40B4-BE49-F238E27FC236}">
                <a16:creationId xmlns:a16="http://schemas.microsoft.com/office/drawing/2014/main" id="{1A084556-1503-4D9C-8187-63426C87DD13}"/>
              </a:ext>
            </a:extLst>
          </p:cNvPr>
          <p:cNvSpPr txBox="1">
            <a:spLocks noChangeArrowheads="1"/>
          </p:cNvSpPr>
          <p:nvPr/>
        </p:nvSpPr>
        <p:spPr bwMode="auto">
          <a:xfrm>
            <a:off x="1371600" y="714375"/>
            <a:ext cx="6369050"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加法器电路设计</a:t>
            </a:r>
          </a:p>
        </p:txBody>
      </p:sp>
      <p:pic>
        <p:nvPicPr>
          <p:cNvPr id="161798" name="Picture 6" descr="C:\Program Files\Microsoft Office\MEDIA\CAGCAT10\j0293844.wmf">
            <a:extLst>
              <a:ext uri="{FF2B5EF4-FFF2-40B4-BE49-F238E27FC236}">
                <a16:creationId xmlns:a16="http://schemas.microsoft.com/office/drawing/2014/main" id="{7853CA0C-6A4E-4060-B96E-7333B7366C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5438"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799" name="Rectangle 4">
            <a:extLst>
              <a:ext uri="{FF2B5EF4-FFF2-40B4-BE49-F238E27FC236}">
                <a16:creationId xmlns:a16="http://schemas.microsoft.com/office/drawing/2014/main" id="{7E9C7B2A-3B9B-4CB8-B713-391CA15F0D9D}"/>
              </a:ext>
            </a:extLst>
          </p:cNvPr>
          <p:cNvSpPr>
            <a:spLocks noChangeArrowheads="1"/>
          </p:cNvSpPr>
          <p:nvPr/>
        </p:nvSpPr>
        <p:spPr bwMode="auto">
          <a:xfrm>
            <a:off x="755650" y="1884363"/>
            <a:ext cx="1871663" cy="608012"/>
          </a:xfrm>
          <a:prstGeom prst="rect">
            <a:avLst/>
          </a:prstGeom>
          <a:noFill/>
          <a:ln w="2857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zh-CN" altLang="en-US" sz="3200" b="1">
                <a:solidFill>
                  <a:srgbClr val="051AB3"/>
                </a:solidFill>
                <a:latin typeface="Times New Roman" panose="02020603050405020304" pitchFamily="18" charset="0"/>
                <a:ea typeface="宋体" panose="02010600030101010101" pitchFamily="2" charset="-122"/>
              </a:rPr>
              <a:t>全加法器</a:t>
            </a:r>
          </a:p>
        </p:txBody>
      </p:sp>
      <p:sp>
        <p:nvSpPr>
          <p:cNvPr id="161800" name="Rectangle 5">
            <a:extLst>
              <a:ext uri="{FF2B5EF4-FFF2-40B4-BE49-F238E27FC236}">
                <a16:creationId xmlns:a16="http://schemas.microsoft.com/office/drawing/2014/main" id="{4259FDDA-55CD-4048-BB48-7F122816AA98}"/>
              </a:ext>
            </a:extLst>
          </p:cNvPr>
          <p:cNvSpPr>
            <a:spLocks noChangeArrowheads="1"/>
          </p:cNvSpPr>
          <p:nvPr/>
        </p:nvSpPr>
        <p:spPr bwMode="auto">
          <a:xfrm>
            <a:off x="720725" y="2703513"/>
            <a:ext cx="4498975" cy="1373187"/>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zh-CN" altLang="en-US" sz="2800" b="1">
                <a:latin typeface="Times New Roman" panose="02020603050405020304" pitchFamily="18" charset="0"/>
                <a:ea typeface="宋体" panose="02010600030101010101" pitchFamily="2" charset="-122"/>
              </a:rPr>
              <a:t>当两个二进制数字与一个进位相加时，用</a:t>
            </a:r>
            <a:r>
              <a:rPr kumimoji="0" lang="zh-CN" altLang="en-US" sz="2800" b="1">
                <a:solidFill>
                  <a:srgbClr val="800000"/>
                </a:solidFill>
                <a:latin typeface="Times New Roman" panose="02020603050405020304" pitchFamily="18" charset="0"/>
                <a:ea typeface="宋体" panose="02010600030101010101" pitchFamily="2" charset="-122"/>
              </a:rPr>
              <a:t>全加法器</a:t>
            </a:r>
            <a:r>
              <a:rPr kumimoji="0" lang="zh-CN" altLang="en-US" sz="2800" b="1">
                <a:latin typeface="Times New Roman" panose="02020603050405020304" pitchFamily="18" charset="0"/>
                <a:ea typeface="宋体" panose="02010600030101010101" pitchFamily="2" charset="-122"/>
              </a:rPr>
              <a:t>来计算和位与进位。</a:t>
            </a:r>
          </a:p>
        </p:txBody>
      </p:sp>
      <p:sp>
        <p:nvSpPr>
          <p:cNvPr id="161801" name="Rectangle 6">
            <a:extLst>
              <a:ext uri="{FF2B5EF4-FFF2-40B4-BE49-F238E27FC236}">
                <a16:creationId xmlns:a16="http://schemas.microsoft.com/office/drawing/2014/main" id="{2813635D-8E6B-4139-969F-EB06907429D6}"/>
              </a:ext>
            </a:extLst>
          </p:cNvPr>
          <p:cNvSpPr>
            <a:spLocks noChangeArrowheads="1"/>
          </p:cNvSpPr>
          <p:nvPr/>
        </p:nvSpPr>
        <p:spPr bwMode="auto">
          <a:xfrm>
            <a:off x="725488" y="4551363"/>
            <a:ext cx="4427537" cy="1200150"/>
          </a:xfrm>
          <a:prstGeom prst="rect">
            <a:avLst/>
          </a:prstGeom>
          <a:solidFill>
            <a:srgbClr val="99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zh-CN" altLang="en-US" b="1">
                <a:latin typeface="Times New Roman" panose="02020603050405020304" pitchFamily="18" charset="0"/>
                <a:ea typeface="宋体" panose="02010600030101010101" pitchFamily="2" charset="-122"/>
              </a:rPr>
              <a:t>输入是两个二进制数字</a:t>
            </a:r>
            <a:r>
              <a:rPr kumimoji="0" lang="en-US" altLang="zh-CN" b="1">
                <a:latin typeface="Times New Roman" panose="02020603050405020304" pitchFamily="18" charset="0"/>
                <a:ea typeface="宋体" panose="02010600030101010101" pitchFamily="2" charset="-122"/>
              </a:rPr>
              <a:t>x</a:t>
            </a:r>
            <a:r>
              <a:rPr kumimoji="0" lang="zh-CN" altLang="en-US" b="1">
                <a:latin typeface="Times New Roman" panose="02020603050405020304" pitchFamily="18" charset="0"/>
                <a:ea typeface="宋体" panose="02010600030101010101" pitchFamily="2" charset="-122"/>
              </a:rPr>
              <a:t>和</a:t>
            </a:r>
            <a:r>
              <a:rPr kumimoji="0" lang="en-US" altLang="zh-CN" b="1">
                <a:latin typeface="Times New Roman" panose="02020603050405020304" pitchFamily="18" charset="0"/>
                <a:ea typeface="宋体" panose="02010600030101010101" pitchFamily="2" charset="-122"/>
              </a:rPr>
              <a:t>y</a:t>
            </a:r>
            <a:r>
              <a:rPr kumimoji="0" lang="zh-CN" altLang="en-US" b="1">
                <a:latin typeface="Times New Roman" panose="02020603050405020304" pitchFamily="18" charset="0"/>
                <a:ea typeface="宋体" panose="02010600030101010101" pitchFamily="2" charset="-122"/>
              </a:rPr>
              <a:t>及进位</a:t>
            </a:r>
            <a:r>
              <a:rPr kumimoji="0" lang="en-US" altLang="zh-CN" b="1">
                <a:latin typeface="Times New Roman" panose="02020603050405020304" pitchFamily="18" charset="0"/>
                <a:ea typeface="宋体" panose="02010600030101010101" pitchFamily="2" charset="-122"/>
              </a:rPr>
              <a:t>c</a:t>
            </a:r>
            <a:r>
              <a:rPr kumimoji="0" lang="en-US" altLang="zh-CN" b="1" baseline="-25000">
                <a:latin typeface="Times New Roman" panose="02020603050405020304" pitchFamily="18" charset="0"/>
                <a:ea typeface="宋体" panose="02010600030101010101" pitchFamily="2" charset="-122"/>
              </a:rPr>
              <a:t>i</a:t>
            </a:r>
            <a:r>
              <a:rPr kumimoji="0" lang="zh-CN" altLang="en-US" b="1">
                <a:latin typeface="Times New Roman" panose="02020603050405020304" pitchFamily="18" charset="0"/>
                <a:ea typeface="宋体" panose="02010600030101010101" pitchFamily="2" charset="-122"/>
              </a:rPr>
              <a:t>，输出是和位</a:t>
            </a:r>
            <a:r>
              <a:rPr kumimoji="0" lang="en-US" altLang="zh-CN" b="1">
                <a:latin typeface="Times New Roman" panose="02020603050405020304" pitchFamily="18" charset="0"/>
                <a:ea typeface="宋体" panose="02010600030101010101" pitchFamily="2" charset="-122"/>
              </a:rPr>
              <a:t>s</a:t>
            </a:r>
            <a:r>
              <a:rPr kumimoji="0" lang="zh-CN" altLang="en-US" b="1">
                <a:latin typeface="Times New Roman" panose="02020603050405020304" pitchFamily="18" charset="0"/>
                <a:ea typeface="宋体" panose="02010600030101010101" pitchFamily="2" charset="-122"/>
              </a:rPr>
              <a:t>与新的进位</a:t>
            </a:r>
            <a:r>
              <a:rPr kumimoji="0" lang="en-US" altLang="zh-CN" b="1">
                <a:latin typeface="Times New Roman" panose="02020603050405020304" pitchFamily="18" charset="0"/>
                <a:ea typeface="宋体" panose="02010600030101010101" pitchFamily="2" charset="-122"/>
              </a:rPr>
              <a:t>c</a:t>
            </a:r>
            <a:r>
              <a:rPr kumimoji="0" lang="en-US" altLang="zh-CN" b="1" baseline="-25000">
                <a:latin typeface="Times New Roman" panose="02020603050405020304" pitchFamily="18" charset="0"/>
                <a:ea typeface="宋体" panose="02010600030101010101" pitchFamily="2" charset="-122"/>
              </a:rPr>
              <a:t>i+1</a:t>
            </a:r>
            <a:r>
              <a:rPr kumimoji="0" lang="en-US" altLang="zh-CN" b="1">
                <a:latin typeface="Times New Roman" panose="02020603050405020304" pitchFamily="18" charset="0"/>
                <a:ea typeface="宋体" panose="02010600030101010101" pitchFamily="2" charset="-122"/>
              </a:rPr>
              <a:t>. </a:t>
            </a:r>
            <a:r>
              <a:rPr kumimoji="0" lang="zh-CN" altLang="en-US" b="1">
                <a:latin typeface="Times New Roman" panose="02020603050405020304" pitchFamily="18" charset="0"/>
                <a:ea typeface="宋体" panose="02010600030101010101" pitchFamily="2" charset="-122"/>
              </a:rPr>
              <a:t>如右表所示。</a:t>
            </a:r>
          </a:p>
        </p:txBody>
      </p:sp>
      <p:pic>
        <p:nvPicPr>
          <p:cNvPr id="161802" name="Picture 7" descr="QQ截图20140126171815">
            <a:extLst>
              <a:ext uri="{FF2B5EF4-FFF2-40B4-BE49-F238E27FC236}">
                <a16:creationId xmlns:a16="http://schemas.microsoft.com/office/drawing/2014/main" id="{9515A2DC-BB03-4BC8-A645-4395ECFD12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625" y="2168525"/>
            <a:ext cx="3371850"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日期占位符 3">
            <a:extLst>
              <a:ext uri="{FF2B5EF4-FFF2-40B4-BE49-F238E27FC236}">
                <a16:creationId xmlns:a16="http://schemas.microsoft.com/office/drawing/2014/main" id="{2B04B434-CE63-4A0F-94A3-F11AE24F83D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44A89C3D-3971-4745-9B32-0C2F6642DCBE}"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62819" name="页脚占位符 4">
            <a:extLst>
              <a:ext uri="{FF2B5EF4-FFF2-40B4-BE49-F238E27FC236}">
                <a16:creationId xmlns:a16="http://schemas.microsoft.com/office/drawing/2014/main" id="{3A81F303-E2D5-455D-B71D-9C0B70142B0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62820" name="灯片编号占位符 5">
            <a:extLst>
              <a:ext uri="{FF2B5EF4-FFF2-40B4-BE49-F238E27FC236}">
                <a16:creationId xmlns:a16="http://schemas.microsoft.com/office/drawing/2014/main" id="{78E3DEBD-0811-4CCC-87C0-F6DC09D75B4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23F38FD-535F-42B2-9DCB-1C7B3CB6E44C}" type="slidenum">
              <a:rPr lang="en-US" altLang="zh-CN" sz="1400" smtClean="0">
                <a:latin typeface="Times New Roman" panose="02020603050405020304" pitchFamily="18" charset="0"/>
                <a:ea typeface="宋体" panose="02010600030101010101" pitchFamily="2" charset="-122"/>
              </a:rPr>
              <a:pPr>
                <a:spcBef>
                  <a:spcPct val="0"/>
                </a:spcBef>
                <a:buFontTx/>
                <a:buNone/>
              </a:pPr>
              <a:t>156</a:t>
            </a:fld>
            <a:endParaRPr lang="en-US" altLang="zh-CN" sz="1400">
              <a:latin typeface="Times New Roman" panose="02020603050405020304" pitchFamily="18" charset="0"/>
              <a:ea typeface="宋体" panose="02010600030101010101" pitchFamily="2" charset="-122"/>
            </a:endParaRPr>
          </a:p>
        </p:txBody>
      </p:sp>
      <p:sp>
        <p:nvSpPr>
          <p:cNvPr id="162821" name="Text Box 2">
            <a:extLst>
              <a:ext uri="{FF2B5EF4-FFF2-40B4-BE49-F238E27FC236}">
                <a16:creationId xmlns:a16="http://schemas.microsoft.com/office/drawing/2014/main" id="{6415A36F-C889-455F-88BA-21F68A4662C2}"/>
              </a:ext>
            </a:extLst>
          </p:cNvPr>
          <p:cNvSpPr txBox="1">
            <a:spLocks noChangeArrowheads="1"/>
          </p:cNvSpPr>
          <p:nvPr/>
        </p:nvSpPr>
        <p:spPr bwMode="auto">
          <a:xfrm>
            <a:off x="1476375" y="620713"/>
            <a:ext cx="62642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加法器电路设计</a:t>
            </a:r>
          </a:p>
        </p:txBody>
      </p:sp>
      <p:pic>
        <p:nvPicPr>
          <p:cNvPr id="162822" name="Picture 6" descr="C:\Program Files\Microsoft Office\MEDIA\CAGCAT10\j0293844.wmf">
            <a:extLst>
              <a:ext uri="{FF2B5EF4-FFF2-40B4-BE49-F238E27FC236}">
                <a16:creationId xmlns:a16="http://schemas.microsoft.com/office/drawing/2014/main" id="{5D3FEE8E-C9B2-4EAA-84D9-B23DCCF1A9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0363" y="549275"/>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74F6D6E4-5053-4332-9ED2-0366F2875CC0}"/>
              </a:ext>
            </a:extLst>
          </p:cNvPr>
          <p:cNvSpPr>
            <a:spLocks noRot="1" noChangeAspect="1" noMove="1" noResize="1" noEditPoints="1" noAdjustHandles="1" noChangeArrowheads="1" noChangeShapeType="1" noTextEdit="1"/>
          </p:cNvSpPr>
          <p:nvPr/>
        </p:nvSpPr>
        <p:spPr>
          <a:xfrm>
            <a:off x="467544" y="1728054"/>
            <a:ext cx="8136904" cy="3970318"/>
          </a:xfrm>
          <a:prstGeom prst="rect">
            <a:avLst/>
          </a:prstGeom>
          <a:blipFill>
            <a:blip r:embed="rId4"/>
            <a:stretch>
              <a:fillRect l="-1497" r="-1497"/>
            </a:stretch>
          </a:blipFill>
          <a:ln>
            <a:solidFill>
              <a:srgbClr val="C00000"/>
            </a:solidFill>
          </a:ln>
        </p:spPr>
        <p:txBody>
          <a:bodyPr/>
          <a:lstStyle/>
          <a:p>
            <a:pPr>
              <a:defRPr/>
            </a:pPr>
            <a:r>
              <a:rPr lang="zh-CN" altLang="en-US">
                <a:noFill/>
              </a:rPr>
              <a:t> </a:t>
            </a:r>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日期占位符 2">
            <a:extLst>
              <a:ext uri="{FF2B5EF4-FFF2-40B4-BE49-F238E27FC236}">
                <a16:creationId xmlns:a16="http://schemas.microsoft.com/office/drawing/2014/main" id="{2681EBF5-8A90-4BB0-BCBB-D72794CBFC6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AA31F9F-1D00-4167-A5EF-A34CBC8B4AC6}"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63843" name="页脚占位符 3">
            <a:extLst>
              <a:ext uri="{FF2B5EF4-FFF2-40B4-BE49-F238E27FC236}">
                <a16:creationId xmlns:a16="http://schemas.microsoft.com/office/drawing/2014/main" id="{05921368-040E-4A96-B346-A20DB4182DF7}"/>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63844" name="灯片编号占位符 4">
            <a:extLst>
              <a:ext uri="{FF2B5EF4-FFF2-40B4-BE49-F238E27FC236}">
                <a16:creationId xmlns:a16="http://schemas.microsoft.com/office/drawing/2014/main" id="{B880460B-6CF8-4174-88DC-169D7600BAE7}"/>
              </a:ext>
            </a:extLst>
          </p:cNvPr>
          <p:cNvSpPr>
            <a:spLocks noGrp="1"/>
          </p:cNvSpPr>
          <p:nvPr>
            <p:ph type="sldNum" sz="quarter" idx="12"/>
          </p:nvPr>
        </p:nvSpPr>
        <p:spPr>
          <a:xfrm>
            <a:off x="6588125" y="6400800"/>
            <a:ext cx="1905000" cy="457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FFBFFB5-A080-4017-90B7-1E2792621382}" type="slidenum">
              <a:rPr lang="en-US" altLang="zh-CN" sz="1400" smtClean="0">
                <a:latin typeface="Times New Roman" panose="02020603050405020304" pitchFamily="18" charset="0"/>
                <a:ea typeface="宋体" panose="02010600030101010101" pitchFamily="2" charset="-122"/>
              </a:rPr>
              <a:pPr>
                <a:spcBef>
                  <a:spcPct val="0"/>
                </a:spcBef>
                <a:buFontTx/>
                <a:buNone/>
              </a:pPr>
              <a:t>157</a:t>
            </a:fld>
            <a:endParaRPr lang="en-US" altLang="zh-CN" sz="1400">
              <a:latin typeface="Times New Roman" panose="02020603050405020304" pitchFamily="18" charset="0"/>
              <a:ea typeface="宋体" panose="02010600030101010101" pitchFamily="2" charset="-122"/>
            </a:endParaRPr>
          </a:p>
        </p:txBody>
      </p:sp>
      <p:sp>
        <p:nvSpPr>
          <p:cNvPr id="163845" name="Text Box 2">
            <a:extLst>
              <a:ext uri="{FF2B5EF4-FFF2-40B4-BE49-F238E27FC236}">
                <a16:creationId xmlns:a16="http://schemas.microsoft.com/office/drawing/2014/main" id="{0C8E26C4-744D-4E10-B794-A7C8231881D9}"/>
              </a:ext>
            </a:extLst>
          </p:cNvPr>
          <p:cNvSpPr txBox="1">
            <a:spLocks noChangeArrowheads="1"/>
          </p:cNvSpPr>
          <p:nvPr/>
        </p:nvSpPr>
        <p:spPr bwMode="auto">
          <a:xfrm>
            <a:off x="1371600" y="714375"/>
            <a:ext cx="6335713"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加法器电路设计</a:t>
            </a:r>
          </a:p>
        </p:txBody>
      </p:sp>
      <p:pic>
        <p:nvPicPr>
          <p:cNvPr id="163846" name="Picture 6" descr="C:\Program Files\Microsoft Office\MEDIA\CAGCAT10\j0293844.wmf">
            <a:extLst>
              <a:ext uri="{FF2B5EF4-FFF2-40B4-BE49-F238E27FC236}">
                <a16:creationId xmlns:a16="http://schemas.microsoft.com/office/drawing/2014/main" id="{EA2EF0B8-CAF4-4B0A-AA10-5AF0D29BC1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5438" y="476250"/>
            <a:ext cx="1163637"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47" name="Rectangle 4">
            <a:extLst>
              <a:ext uri="{FF2B5EF4-FFF2-40B4-BE49-F238E27FC236}">
                <a16:creationId xmlns:a16="http://schemas.microsoft.com/office/drawing/2014/main" id="{DFEFE876-6BD3-422E-AADF-B39D4D378608}"/>
              </a:ext>
            </a:extLst>
          </p:cNvPr>
          <p:cNvSpPr>
            <a:spLocks noChangeArrowheads="1"/>
          </p:cNvSpPr>
          <p:nvPr/>
        </p:nvSpPr>
        <p:spPr bwMode="auto">
          <a:xfrm>
            <a:off x="755650" y="1989138"/>
            <a:ext cx="4679950" cy="519112"/>
          </a:xfrm>
          <a:prstGeom prst="rect">
            <a:avLst/>
          </a:prstGeom>
          <a:solidFill>
            <a:srgbClr val="99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zh-CN" altLang="en-US" sz="2800" b="1">
                <a:latin typeface="Times New Roman" panose="02020603050405020304" pitchFamily="18" charset="0"/>
                <a:ea typeface="宋体" panose="02010600030101010101" pitchFamily="2" charset="-122"/>
              </a:rPr>
              <a:t>使用半加法器构造全加法器</a:t>
            </a:r>
          </a:p>
        </p:txBody>
      </p:sp>
      <p:pic>
        <p:nvPicPr>
          <p:cNvPr id="163848" name="Picture 5">
            <a:extLst>
              <a:ext uri="{FF2B5EF4-FFF2-40B4-BE49-F238E27FC236}">
                <a16:creationId xmlns:a16="http://schemas.microsoft.com/office/drawing/2014/main" id="{70D4DDA5-B209-461B-B984-F32A89AA1D2A}"/>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black">
          <a:xfrm>
            <a:off x="971550" y="2930525"/>
            <a:ext cx="8137525" cy="3019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日期占位符 2">
            <a:extLst>
              <a:ext uri="{FF2B5EF4-FFF2-40B4-BE49-F238E27FC236}">
                <a16:creationId xmlns:a16="http://schemas.microsoft.com/office/drawing/2014/main" id="{92AB6646-AE59-4FE3-B0D9-4419A303B567}"/>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E8080863-B17B-4A73-AC8E-9DA3911107F3}"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64867" name="页脚占位符 3">
            <a:extLst>
              <a:ext uri="{FF2B5EF4-FFF2-40B4-BE49-F238E27FC236}">
                <a16:creationId xmlns:a16="http://schemas.microsoft.com/office/drawing/2014/main" id="{8A4A5DCF-CC18-411D-ADBD-8D4EA0B05439}"/>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64868" name="灯片编号占位符 4">
            <a:extLst>
              <a:ext uri="{FF2B5EF4-FFF2-40B4-BE49-F238E27FC236}">
                <a16:creationId xmlns:a16="http://schemas.microsoft.com/office/drawing/2014/main" id="{4CB20936-711C-4233-9770-25CBF76BA70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630E09FC-478F-43B7-B71D-F83799AF38CD}" type="slidenum">
              <a:rPr lang="en-US" altLang="zh-CN" sz="1400" smtClean="0">
                <a:latin typeface="Times New Roman" panose="02020603050405020304" pitchFamily="18" charset="0"/>
                <a:ea typeface="宋体" panose="02010600030101010101" pitchFamily="2" charset="-122"/>
              </a:rPr>
              <a:pPr>
                <a:spcBef>
                  <a:spcPct val="0"/>
                </a:spcBef>
                <a:buFontTx/>
                <a:buNone/>
              </a:pPr>
              <a:t>158</a:t>
            </a:fld>
            <a:endParaRPr lang="en-US" altLang="zh-CN" sz="1400">
              <a:latin typeface="Times New Roman" panose="02020603050405020304" pitchFamily="18" charset="0"/>
              <a:ea typeface="宋体" panose="02010600030101010101" pitchFamily="2" charset="-122"/>
            </a:endParaRPr>
          </a:p>
        </p:txBody>
      </p:sp>
      <p:sp>
        <p:nvSpPr>
          <p:cNvPr id="164869" name="Text Box 2">
            <a:extLst>
              <a:ext uri="{FF2B5EF4-FFF2-40B4-BE49-F238E27FC236}">
                <a16:creationId xmlns:a16="http://schemas.microsoft.com/office/drawing/2014/main" id="{5E614EBF-F213-47CA-A1BB-6B6FEF0F4243}"/>
              </a:ext>
            </a:extLst>
          </p:cNvPr>
          <p:cNvSpPr txBox="1">
            <a:spLocks noChangeArrowheads="1"/>
          </p:cNvSpPr>
          <p:nvPr/>
        </p:nvSpPr>
        <p:spPr bwMode="auto">
          <a:xfrm>
            <a:off x="1371600" y="714375"/>
            <a:ext cx="6335713" cy="923925"/>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Char char="&amp;"/>
            </a:pPr>
            <a:r>
              <a:rPr lang="zh-CN" altLang="en-US" sz="5400" b="1">
                <a:solidFill>
                  <a:schemeClr val="bg1"/>
                </a:solidFill>
                <a:latin typeface="宋体" panose="02010600030101010101" pitchFamily="2" charset="-122"/>
                <a:ea typeface="宋体" panose="02010600030101010101" pitchFamily="2" charset="-122"/>
                <a:cs typeface="Arial" panose="020B0604020202020204" pitchFamily="34" charset="0"/>
              </a:rPr>
              <a:t> 加法器电路设计</a:t>
            </a:r>
          </a:p>
        </p:txBody>
      </p:sp>
      <p:pic>
        <p:nvPicPr>
          <p:cNvPr id="164870" name="Picture 6" descr="C:\Program Files\Microsoft Office\MEDIA\CAGCAT10\j0293844.wmf">
            <a:extLst>
              <a:ext uri="{FF2B5EF4-FFF2-40B4-BE49-F238E27FC236}">
                <a16:creationId xmlns:a16="http://schemas.microsoft.com/office/drawing/2014/main" id="{F0640432-6FA5-4500-B169-365944E2C4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7313" y="476250"/>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871" name="Rectangle 4">
            <a:extLst>
              <a:ext uri="{FF2B5EF4-FFF2-40B4-BE49-F238E27FC236}">
                <a16:creationId xmlns:a16="http://schemas.microsoft.com/office/drawing/2014/main" id="{C02DF38D-CDFA-48A0-A568-DB508E108156}"/>
              </a:ext>
            </a:extLst>
          </p:cNvPr>
          <p:cNvSpPr>
            <a:spLocks noChangeArrowheads="1"/>
          </p:cNvSpPr>
          <p:nvPr/>
        </p:nvSpPr>
        <p:spPr bwMode="auto">
          <a:xfrm>
            <a:off x="755650" y="1989138"/>
            <a:ext cx="6121400" cy="1031875"/>
          </a:xfrm>
          <a:prstGeom prst="rect">
            <a:avLst/>
          </a:prstGeom>
          <a:solidFill>
            <a:srgbClr val="99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eaLnBrk="1" hangingPunct="1">
              <a:buFontTx/>
              <a:buNone/>
            </a:pPr>
            <a:r>
              <a:rPr kumimoji="0" lang="zh-CN" altLang="en-US" sz="2800" b="1">
                <a:latin typeface="Times New Roman" panose="02020603050405020304" pitchFamily="18" charset="0"/>
                <a:ea typeface="宋体" panose="02010600030101010101" pitchFamily="2" charset="-122"/>
              </a:rPr>
              <a:t>加法器的实际使用：</a:t>
            </a:r>
          </a:p>
          <a:p>
            <a:pPr eaLnBrk="1" hangingPunct="1">
              <a:buFontTx/>
              <a:buNone/>
            </a:pPr>
            <a:r>
              <a:rPr kumimoji="0" lang="zh-CN" altLang="en-US" sz="2800" b="1">
                <a:latin typeface="Times New Roman" panose="02020603050405020304" pitchFamily="18" charset="0"/>
                <a:ea typeface="宋体" panose="02010600030101010101" pitchFamily="2" charset="-122"/>
              </a:rPr>
              <a:t>               计算两个</a:t>
            </a:r>
            <a:r>
              <a:rPr kumimoji="0" lang="en-US" altLang="zh-CN" sz="2800" b="1">
                <a:latin typeface="Times New Roman" panose="02020603050405020304" pitchFamily="18" charset="0"/>
                <a:ea typeface="宋体" panose="02010600030101010101" pitchFamily="2" charset="-122"/>
              </a:rPr>
              <a:t>3</a:t>
            </a:r>
            <a:r>
              <a:rPr kumimoji="0" lang="zh-CN" altLang="en-US" sz="2800" b="1">
                <a:latin typeface="Times New Roman" panose="02020603050405020304" pitchFamily="18" charset="0"/>
                <a:ea typeface="宋体" panose="02010600030101010101" pitchFamily="2" charset="-122"/>
              </a:rPr>
              <a:t>位二进制整数的和</a:t>
            </a:r>
          </a:p>
        </p:txBody>
      </p:sp>
      <p:pic>
        <p:nvPicPr>
          <p:cNvPr id="164872" name="Picture 5">
            <a:extLst>
              <a:ext uri="{FF2B5EF4-FFF2-40B4-BE49-F238E27FC236}">
                <a16:creationId xmlns:a16="http://schemas.microsoft.com/office/drawing/2014/main" id="{9BEE37B0-9569-473F-A62A-E6916E8D0DFA}"/>
              </a:ext>
            </a:extLst>
          </p:cNvPr>
          <p:cNvPicPr>
            <a:picLocks noChangeAspect="1" noChangeArrowheads="1"/>
          </p:cNvPicPr>
          <p:nvPr/>
        </p:nvPicPr>
        <p:blipFill>
          <a:blip r:embed="rId4" cstate="hqprint">
            <a:extLst>
              <a:ext uri="{28A0092B-C50C-407E-A947-70E740481C1C}">
                <a14:useLocalDpi xmlns:a14="http://schemas.microsoft.com/office/drawing/2010/main" val="0"/>
              </a:ext>
            </a:extLst>
          </a:blip>
          <a:srcRect/>
          <a:stretch>
            <a:fillRect/>
          </a:stretch>
        </p:blipFill>
        <p:spPr bwMode="black">
          <a:xfrm>
            <a:off x="1119188" y="3205163"/>
            <a:ext cx="7629525" cy="29606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日期占位符 3">
            <a:extLst>
              <a:ext uri="{FF2B5EF4-FFF2-40B4-BE49-F238E27FC236}">
                <a16:creationId xmlns:a16="http://schemas.microsoft.com/office/drawing/2014/main" id="{FDC20F9B-203E-49EA-B6D1-5F624E5BE450}"/>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ECF3BA3-7754-4E33-BDE9-347DE37E08C0}" type="datetime1">
              <a:rPr lang="zh-CN" altLang="en-US" sz="1400" smtClean="0">
                <a:latin typeface="Times New Roman" panose="02020603050405020304" pitchFamily="18" charset="0"/>
                <a:ea typeface="宋体" panose="02010600030101010101" pitchFamily="2" charset="-122"/>
              </a:rPr>
              <a:pPr>
                <a:spcBef>
                  <a:spcPct val="0"/>
                </a:spcBef>
                <a:buFontTx/>
                <a:buNone/>
              </a:pPr>
              <a:t>2020/9/7</a:t>
            </a:fld>
            <a:endParaRPr lang="en-US" altLang="zh-CN" sz="1400">
              <a:latin typeface="Times New Roman" panose="02020603050405020304" pitchFamily="18" charset="0"/>
              <a:ea typeface="宋体" panose="02010600030101010101" pitchFamily="2" charset="-122"/>
            </a:endParaRPr>
          </a:p>
        </p:txBody>
      </p:sp>
      <p:sp>
        <p:nvSpPr>
          <p:cNvPr id="165891" name="页脚占位符 4">
            <a:extLst>
              <a:ext uri="{FF2B5EF4-FFF2-40B4-BE49-F238E27FC236}">
                <a16:creationId xmlns:a16="http://schemas.microsoft.com/office/drawing/2014/main" id="{2762ABF7-112A-4705-AD47-B4E2491D61B9}"/>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1400">
                <a:latin typeface="Times New Roman" panose="02020603050405020304" pitchFamily="18" charset="0"/>
                <a:ea typeface="宋体" panose="02010600030101010101" pitchFamily="2" charset="-122"/>
              </a:rPr>
              <a:t>计算机应用技术研究所</a:t>
            </a:r>
          </a:p>
        </p:txBody>
      </p:sp>
      <p:sp>
        <p:nvSpPr>
          <p:cNvPr id="165892" name="灯片编号占位符 5">
            <a:extLst>
              <a:ext uri="{FF2B5EF4-FFF2-40B4-BE49-F238E27FC236}">
                <a16:creationId xmlns:a16="http://schemas.microsoft.com/office/drawing/2014/main" id="{74CDAA2B-27EB-4757-8D4A-CA9AEA715BC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Blip>
                <a:blip r:embed="rId2"/>
              </a:buBlip>
              <a:defRPr kumimoji="1" sz="2400">
                <a:solidFill>
                  <a:schemeClr val="tx1"/>
                </a:solidFill>
                <a:latin typeface="楷体_GB2312" pitchFamily="49" charset="-122"/>
                <a:ea typeface="楷体_GB2312" pitchFamily="49" charset="-122"/>
              </a:defRPr>
            </a:lvl1pPr>
            <a:lvl2pPr marL="742950" indent="-28575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33CD2CDA-2EA4-4E25-ABE0-9BF50F69982F}" type="slidenum">
              <a:rPr lang="en-US" altLang="zh-CN" sz="1400" smtClean="0">
                <a:latin typeface="Times New Roman" panose="02020603050405020304" pitchFamily="18" charset="0"/>
                <a:ea typeface="宋体" panose="02010600030101010101" pitchFamily="2" charset="-122"/>
              </a:rPr>
              <a:pPr>
                <a:spcBef>
                  <a:spcPct val="0"/>
                </a:spcBef>
                <a:buFontTx/>
                <a:buNone/>
              </a:pPr>
              <a:t>159</a:t>
            </a:fld>
            <a:endParaRPr lang="en-US" altLang="zh-CN" sz="1400">
              <a:latin typeface="Times New Roman" panose="02020603050405020304" pitchFamily="18" charset="0"/>
              <a:ea typeface="宋体" panose="02010600030101010101" pitchFamily="2" charset="-122"/>
            </a:endParaRPr>
          </a:p>
        </p:txBody>
      </p:sp>
      <p:sp>
        <p:nvSpPr>
          <p:cNvPr id="165893" name="Text Box 2">
            <a:extLst>
              <a:ext uri="{FF2B5EF4-FFF2-40B4-BE49-F238E27FC236}">
                <a16:creationId xmlns:a16="http://schemas.microsoft.com/office/drawing/2014/main" id="{5B4AFE29-B67E-450C-8C4B-F0A4F6C5E2C0}"/>
              </a:ext>
            </a:extLst>
          </p:cNvPr>
          <p:cNvSpPr txBox="1">
            <a:spLocks noChangeArrowheads="1"/>
          </p:cNvSpPr>
          <p:nvPr/>
        </p:nvSpPr>
        <p:spPr bwMode="auto">
          <a:xfrm>
            <a:off x="1676400" y="1524000"/>
            <a:ext cx="63357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spcBef>
                <a:spcPct val="20000"/>
              </a:spcBef>
              <a:buBlip>
                <a:blip r:embed="rId2"/>
              </a:buBlip>
              <a:defRPr kumimoji="1" sz="2400">
                <a:solidFill>
                  <a:schemeClr val="tx1"/>
                </a:solidFill>
                <a:latin typeface="楷体_GB2312" pitchFamily="49" charset="-122"/>
                <a:ea typeface="楷体_GB2312" pitchFamily="49" charset="-122"/>
              </a:defRPr>
            </a:lvl1pPr>
            <a:lvl2pPr marL="838200" indent="-381000">
              <a:spcBef>
                <a:spcPct val="20000"/>
              </a:spcBef>
              <a:buBlip>
                <a:blip r:embed="rId2"/>
              </a:buBlip>
              <a:defRPr kumimoji="1" sz="2000">
                <a:solidFill>
                  <a:schemeClr val="tx1"/>
                </a:solidFill>
                <a:latin typeface="Times New Roman" panose="02020603050405020304" pitchFamily="18" charset="0"/>
                <a:ea typeface="宋体" panose="02010600030101010101" pitchFamily="2" charset="-122"/>
              </a:defRPr>
            </a:lvl2pPr>
            <a:lvl3pPr marL="1295400" indent="-381000">
              <a:spcBef>
                <a:spcPct val="20000"/>
              </a:spcBef>
              <a:buChar char="•"/>
              <a:defRPr kumimoji="1">
                <a:solidFill>
                  <a:schemeClr val="tx1"/>
                </a:solidFill>
                <a:latin typeface="Times New Roman" panose="02020603050405020304" pitchFamily="18" charset="0"/>
                <a:ea typeface="宋体" panose="02010600030101010101" pitchFamily="2" charset="-122"/>
              </a:defRPr>
            </a:lvl3pPr>
            <a:lvl4pPr marL="17526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4pPr>
            <a:lvl5pPr marL="2209800" indent="-381000">
              <a:spcBef>
                <a:spcPct val="20000"/>
              </a:spcBef>
              <a:buChar char="»"/>
              <a:defRPr kumimoji="1" sz="1600">
                <a:solidFill>
                  <a:schemeClr val="tx1"/>
                </a:solidFill>
                <a:latin typeface="Times New Roman" panose="02020603050405020304" pitchFamily="18" charset="0"/>
                <a:ea typeface="宋体" panose="02010600030101010101" pitchFamily="2" charset="-122"/>
              </a:defRPr>
            </a:lvl5pPr>
            <a:lvl6pPr marL="26670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6pPr>
            <a:lvl7pPr marL="31242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7pPr>
            <a:lvl8pPr marL="35814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8pPr>
            <a:lvl9pPr marL="4038600" indent="-381000" eaLnBrk="0" fontAlgn="base" hangingPunct="0">
              <a:spcBef>
                <a:spcPct val="20000"/>
              </a:spcBef>
              <a:spcAft>
                <a:spcPct val="0"/>
              </a:spcAft>
              <a:buChar char="»"/>
              <a:defRPr kumimoji="1" sz="16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buClr>
                <a:schemeClr val="bg1"/>
              </a:buClr>
              <a:buFont typeface="Wingdings" panose="05000000000000000000" pitchFamily="2" charset="2"/>
              <a:buNone/>
            </a:pPr>
            <a:r>
              <a:rPr lang="zh-CN" altLang="en-US" sz="5400" b="1">
                <a:solidFill>
                  <a:schemeClr val="bg1"/>
                </a:solidFill>
                <a:latin typeface="宋体" panose="02010600030101010101" pitchFamily="2" charset="-122"/>
                <a:ea typeface="宋体" panose="02010600030101010101" pitchFamily="2" charset="-122"/>
              </a:rPr>
              <a:t>本章内容到此结束</a:t>
            </a:r>
          </a:p>
        </p:txBody>
      </p:sp>
      <p:sp>
        <p:nvSpPr>
          <p:cNvPr id="165894" name="WordArt 3">
            <a:extLst>
              <a:ext uri="{FF2B5EF4-FFF2-40B4-BE49-F238E27FC236}">
                <a16:creationId xmlns:a16="http://schemas.microsoft.com/office/drawing/2014/main" id="{914B9666-CA94-41F6-8A60-2124A415B172}"/>
              </a:ext>
            </a:extLst>
          </p:cNvPr>
          <p:cNvSpPr>
            <a:spLocks noChangeArrowheads="1" noChangeShapeType="1" noTextEdit="1"/>
          </p:cNvSpPr>
          <p:nvPr/>
        </p:nvSpPr>
        <p:spPr bwMode="auto">
          <a:xfrm>
            <a:off x="2590800" y="3048000"/>
            <a:ext cx="4419600" cy="2514600"/>
          </a:xfrm>
          <a:prstGeom prst="rect">
            <a:avLst/>
          </a:prstGeom>
        </p:spPr>
        <p:txBody>
          <a:bodyPr wrap="none" fromWordArt="1">
            <a:prstTxWarp prst="textCascadeUp">
              <a:avLst>
                <a:gd name="adj" fmla="val 44444"/>
              </a:avLst>
            </a:prstTxWarp>
            <a:scene3d>
              <a:camera prst="legacyPerspectiveFront">
                <a:rot lat="20519958" lon="1080000" rev="0"/>
              </a:camera>
              <a:lightRig rig="legacyHarsh2" dir="b"/>
            </a:scene3d>
            <a:sp3d extrusionH="430200" prstMaterial="legacyMatte">
              <a:extrusionClr>
                <a:srgbClr val="FF6600"/>
              </a:extrusionClr>
              <a:contourClr>
                <a:srgbClr val="FFE701"/>
              </a:contourClr>
            </a:sp3d>
          </a:bodyPr>
          <a:lstStyle/>
          <a:p>
            <a:pPr algn="ctr"/>
            <a:r>
              <a:rPr lang="zh-CN" altLang="en-US" sz="3600" kern="10">
                <a:ln w="9525">
                  <a:round/>
                  <a:headEnd/>
                  <a:tailEnd/>
                </a:ln>
                <a:gradFill rotWithShape="1">
                  <a:gsLst>
                    <a:gs pos="0">
                      <a:srgbClr val="FFE701"/>
                    </a:gs>
                    <a:gs pos="100000">
                      <a:srgbClr val="FE3E02"/>
                    </a:gs>
                  </a:gsLst>
                  <a:lin ang="5400000" scaled="1"/>
                </a:gradFill>
                <a:latin typeface="宋体" panose="02010600030101010101" pitchFamily="2" charset="-122"/>
              </a:rPr>
              <a:t>谢谢大家！</a:t>
            </a:r>
          </a:p>
        </p:txBody>
      </p:sp>
    </p:spTree>
  </p:cSld>
  <p:clrMapOvr>
    <a:masterClrMapping/>
  </p:clrMapOvr>
  <p:transition/>
</p:sld>
</file>

<file path=ppt/theme/theme1.xml><?xml version="1.0" encoding="utf-8"?>
<a:theme xmlns:a="http://schemas.openxmlformats.org/drawingml/2006/main" name="张勇-硕士答辩">
  <a:themeElements>
    <a:clrScheme name="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fontScheme name="张勇-硕士答辩">
      <a:majorFont>
        <a:latin typeface="Times New Roman"/>
        <a:ea typeface="宋体"/>
        <a:cs typeface=""/>
      </a:majorFont>
      <a:minorFont>
        <a:latin typeface="楷体_GB2312"/>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张勇-硕士答辩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张勇-硕士答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张勇-硕士答辩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张勇-硕士答辩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张勇-硕士答辩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张勇-硕士答辩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张勇-硕士答辩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张勇-硕士答辩">
  <a:themeElements>
    <a:clrScheme name="1_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fontScheme name="1_张勇-硕士答辩">
      <a:majorFont>
        <a:latin typeface="Times New Roman"/>
        <a:ea typeface="宋体"/>
        <a:cs typeface=""/>
      </a:majorFont>
      <a:minorFont>
        <a:latin typeface="楷体_GB2312"/>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1_张勇-硕士答辩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张勇-硕士答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张勇-硕士答辩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张勇-硕士答辩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张勇-硕士答辩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张勇-硕士答辩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张勇-硕士答辩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张勇-硕士答辩</Template>
  <TotalTime>11318</TotalTime>
  <Words>4643</Words>
  <Application>Microsoft Office PowerPoint</Application>
  <PresentationFormat>全屏显示(4:3)</PresentationFormat>
  <Paragraphs>1172</Paragraphs>
  <Slides>159</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159</vt:i4>
      </vt:variant>
    </vt:vector>
  </HeadingPairs>
  <TitlesOfParts>
    <vt:vector size="174" baseType="lpstr">
      <vt:lpstr>Kingsoft Phonetic Plain</vt:lpstr>
      <vt:lpstr>黑体</vt:lpstr>
      <vt:lpstr>华文行楷</vt:lpstr>
      <vt:lpstr>华文新魏</vt:lpstr>
      <vt:lpstr>楷体_GB2312</vt:lpstr>
      <vt:lpstr>隶书</vt:lpstr>
      <vt:lpstr>宋体</vt:lpstr>
      <vt:lpstr>Arial</vt:lpstr>
      <vt:lpstr>Calibri</vt:lpstr>
      <vt:lpstr>Symbol</vt:lpstr>
      <vt:lpstr>Times New Roman</vt:lpstr>
      <vt:lpstr>Wingdings</vt:lpstr>
      <vt:lpstr>Wingdings 2</vt:lpstr>
      <vt:lpstr>张勇-硕士答辩</vt:lpstr>
      <vt:lpstr>1_张勇-硕士答辩</vt:lpstr>
      <vt:lpstr>PowerPoint 演示文稿</vt:lpstr>
      <vt:lpstr>第3章 命题演算与推理 （下）</vt:lpstr>
      <vt:lpstr>PowerPoint 演示文稿</vt:lpstr>
      <vt:lpstr>命题公式的范式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命题的演绎推理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命题逻辑的应用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WWW.YlmF.CoM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图像中模糊边界目标的阈值分割方法研究</dc:title>
  <dc:creator>汪荣贵</dc:creator>
  <cp:lastModifiedBy>Windows 用户</cp:lastModifiedBy>
  <cp:revision>613</cp:revision>
  <dcterms:created xsi:type="dcterms:W3CDTF">2011-04-21T02:25:16Z</dcterms:created>
  <dcterms:modified xsi:type="dcterms:W3CDTF">2020-09-07T02:13:01Z</dcterms:modified>
</cp:coreProperties>
</file>