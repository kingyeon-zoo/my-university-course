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22" r:id="rId2"/>
    <p:sldId id="660" r:id="rId3"/>
    <p:sldId id="661" r:id="rId4"/>
    <p:sldId id="569" r:id="rId5"/>
    <p:sldId id="627" r:id="rId6"/>
    <p:sldId id="628" r:id="rId7"/>
    <p:sldId id="630" r:id="rId8"/>
    <p:sldId id="6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0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4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14 24575,'8'-1'0,"-1"0"0,1 0 0,10-3 0,-11 2 0,0 1 0,0-1 0,0 1 0,9 0 0,-13 1 0,-1 1 0,0-1 0,0 0 0,0 1 0,1-1 0,-1 1 0,0 0 0,0 0 0,0 0 0,0 0 0,0 0 0,0 0 0,-1 0 0,1 1 0,0-1 0,0 1 0,-1-1 0,2 3 0,1 1 0,-1 0 0,1 0 0,-1 1 0,-1-1 0,1 1 0,-1 0 0,0-1 0,0 1 0,1 8 0,0 8 0,1 27 0,-4-45 0,1 16 0,-1 0 0,-1 0 0,-1 0 0,-1 0 0,-1 0 0,-1 0 0,0-1 0,-2 1 0,0-2 0,-1 1 0,0-1 0,-2 0 0,0-1 0,-1 0 0,-1 0 0,-1-1 0,0-1 0,-1 0 0,0-1 0,-18 13 0,-11 3 0,-2-1 0,-58 27 0,72-40 0,7-1 0,19-9 0,8-3 0,10-2 0,24-5 55,42-10-1,-11 2-1528,-40 8-5352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4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24575,'0'5'0,"0"13"0,0 15 0,0 6 0,0 3 0,0 1 0,0-5-8191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4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24575,'0'-3'0,"0"-3"0,11-2 0,12-1 0,7-2 0,12-5 0,10-2 0,4-3 0,1-1 0,-6 3 0,-10 5 0,-12 5-8191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4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24575,'6'0'0,"4"3"0,3 4 0,2 11 0,7 11 0,2 11 0,3 4 0,-1 1 0,-2-5 0,-2-10 0,-6-9-8191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4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24575,'44'-24'0,"-23"12"0,36-15 0,-9 8 0,2 3 0,0 2 0,1 2 0,81-8 0,-125 20 0,1-1 0,0 1 0,0 0 0,0 1 0,9 1 0,-15-1 0,0-1 0,0 1 0,0 0 0,0-1 0,0 1 0,0 0 0,-1 0 0,1 0 0,0 1 0,-1-1 0,1 0 0,0 1 0,-1-1 0,0 1 0,1-1 0,-1 1 0,0-1 0,0 1 0,0 0 0,0 0 0,0 0 0,0 0 0,0 0 0,0 2 0,0 1 0,0 1 0,-1-1 0,0 0 0,0 1 0,0-1 0,0 1 0,-1-1 0,0 0 0,0 1 0,0-1 0,-4 7 0,-3 8 0,-16 28 0,21-42 0,-9 16-195,-1-1 0,0-1 0,-2 0 0,-1 0 0,0-2 0,-21 19 0,-10 2-6631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49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96 128 24575,'5'0'0,"8"-3"0,9 0 0,13-3 0,21-6 0,14-3 0,7-5 0,2-2 0,-6 4 0,-12 4 0,-13 4 0,-16 5-8191</inkml:trace>
  <inkml:trace contextRef="#ctx0" brushRef="#br0" timeOffset="1">0 368 24575,'0'3'0,"0"3"0,0 4 0,0 2 0,0 6 0,0 1 0,0 1 0,0-1 0,0 0 0,0-4-8191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24575,'3'0'0,"4"0"0,3 0 0,2 0 0,3 0 0,1 0 0,-3 3 0,3 0 0,-2 1-8191</inkml:trace>
  <inkml:trace contextRef="#ctx0" brushRef="#br0" timeOffset="1">369 1 24575,'2'0'0,"7"0"0,5 0 0,1 0 0,3 0 0,-3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24575,'3'0'0,"6"0"0,5 0 0,2 0 0,1 0 0,1 0 0,0 0 0,-1 3 0,3 0 0,0 3 0,-1 0 0,0 0 0,-1-2 0,-3-2-8191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1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49 24575,'-1'-2'0,"1"0"0,0 1 0,1-1 0,-1 0 0,0 0 0,0 0 0,1 0 0,-1 1 0,1-1 0,0 0 0,0 0 0,-1 1 0,1-1 0,0 0 0,0 1 0,2-2 0,-1 1 0,0 0 0,0 1 0,0 0 0,0-1 0,1 1 0,-1 0 0,0 0 0,1 0 0,-1 0 0,0 0 0,5 0 0,-4 0 0,1 1 0,-1-1 0,0 1 0,1 0 0,-1-1 0,1 1 0,-1 1 0,0-1 0,1 1 0,5 1 0,-7-2 0,-1 1 0,1 0 0,-1 0 0,1 0 0,-1 0 0,0 0 0,0 0 0,1 0 0,-1 0 0,0 1 0,0-1 0,0 0 0,0 1 0,0-1 0,-1 1 0,1-1 0,0 1 0,-1-1 0,1 1 0,-1-1 0,1 1 0,-1 0 0,0-1 0,0 1 0,1 2 0,-1 4 0,-1 1 0,1 0 0,-1 0 0,-1 0 0,0 0 0,0-1 0,0 1 0,-1-1 0,-1 1 0,1-1 0,-7 10 0,-4 4 0,0 0 0,-29 33 0,-77 62 0,54-56 0,66-61 0,-3 2 0,1 1 0,0-1 0,0 0 0,0 1 0,0-1 0,-2 4 0,4-5 0,-1 1 0,1-1 0,-1 0 0,1 0 0,0 0 0,0 1 0,0-1 0,0 0 0,0 0 0,0 1 0,0-1 0,0 0 0,0 0 0,1 1 0,-1-1 0,0 0 0,1 0 0,0 3 0,9 18 0,1 1 0,-1 0 0,10 38 0,-10-18 0,-2 1 0,-3-1 0,-1 2 0,-3 74 0,-2-100 0,-2 0 0,0 1 0,-1-1 0,-1-1 0,-12 30 0,12-35 0,-1-1 0,0-1 0,-1 1 0,-1-1 0,1 0 0,-2-1 0,1 0 0,-21 18 0,0-9-1365,4-7-5461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1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24575,'3'0'0,"5"10"0,6 13 0,2 12 0,-2 9 0,-2 2 0,-4-3 0,-4-10-8191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1 225 24575,'8'-3'0,"19"-8"0,51-23 0,37-7 0,10 3 0,-1 8 0,-10 4 0,-16 6 0,-23 6 0,-23 7-8191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2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24575,'0'3'0,"0"3"0,0 3 0,3 1 0,0 1 0,4 4 0,-1 2 0,2 1 0,0-2-8191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67 24575,'2'-2'0,"1"1"0,-1-1 0,1 1 0,-1 0 0,1 0 0,0 0 0,-1 0 0,1 0 0,4 0 0,6-3 0,30-7 0,1 1 0,73-6 0,92 5 0,-199 11 0,9-1 0,-9 0 0,1 1 0,0 0 0,0 0 0,16 4 0,-24-4 0,-1 1 0,0-1 0,0 1 0,0 0 0,1 0 0,-1 0 0,0 0 0,0 0 0,0 0 0,-1 0 0,1 1 0,0-1 0,0 1 0,-1-1 0,1 1 0,-1 0 0,1 0 0,-1 0 0,0 0 0,0 0 0,0 0 0,0 0 0,0 0 0,0 0 0,0 0 0,0 5 0,0-2 0,-1 0 0,1 0 0,-1 0 0,0 0 0,-1 0 0,1 1 0,-1-1 0,0 0 0,0 0 0,-1 0 0,-1 5 0,-1-3 0,0 1 0,0-1 0,0 0 0,-1 0 0,0-1 0,-8 9 0,-4 1 0,-1 0 0,-1-1 0,0-2 0,-22 13 0,-26 12 0,-1-3 0,-2-3 0,-2-3 0,0-4 0,-2-2 0,-1-4 0,-84 11 0,78-18 0,75-11-40,10-1 140,12-3-1525,-1-1-5401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24575,'0'2'0,"0"5"0,0 11 0,3 8 0,1 5 0,2 0 0,1 0 0,1 1 0,-1-3 0,-1-4 0,-2-3 0,-1-5-8191</inkml:trace>
  <inkml:trace contextRef="#ctx0" brushRef="#br0" timeOffset="1">225 193 24575,'2'0'0,"5"0"0,5 0 0,4 0 0,5 8 0,6 11 0,0 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3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24575,'2'0'0,"5"0"0,2 0 0,4 0 0,2 0 0,0 0 0,-1 0-8191</inkml:trace>
  <inkml:trace contextRef="#ctx0" brushRef="#br0" timeOffset="1">272 0 24575,'3'0'0,"3"0"0,7 0 0,6 8 0,2 6 0,1 3 0,-3-2-8191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4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24575,'3'0'0,"3"0"0,4 0 0,7 8 0,5 9 0,1 6 0,-1 5 0,1 0 0,0-1 0,-5-1 0,-4-1 0,-3-6 0,-3-5-8191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6:5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1 470 24575,'0'-3'0,"6"-6"0,9-10 0,11-7 0,20-13 0,12-5 0,6-3 0,7 4 0,0 0 0,4 3 0,1 0 0,0 4 0,-6 7 0,-17 8 0,-13 5 0,-9 7 0,-6 5 0,-8 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24575,'-3'0'0,"0"1"0,0 0 0,0 0 0,0 0 0,0 0 0,0 1 0,0-1 0,0 1 0,1-1 0,-1 1 0,1 0 0,-4 3 0,0 0 0,-33 27 0,2 1 0,-54 62 0,87-91 0,1 0 0,-1 1 0,1 0 0,-1-1 0,1 1 0,-3 7 0,6-11 0,0 0 0,0 0 0,-1-1 0,1 1 0,0 0 0,0 0 0,0 0 0,0 0 0,0 0 0,0 0 0,0 0 0,0 0 0,0 0 0,0-1 0,1 1 0,-1 0 0,0 0 0,1 0 0,0 1 0,-1-1 0,2 0 0,-1 0 0,0 0 0,0 0 0,0 0 0,0 0 0,1-1 0,-1 1 0,0 0 0,1-1 0,-1 1 0,0-1 0,1 1 0,-1-1 0,3 1 0,9 1 0,0-1 0,0 0 0,-1-1 0,1-1 0,13-1 0,2-1 0,405-10-1365,-386 12-5461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24575,'5'0'0,"8"6"0,9 7 0,15 20 0,4 7 0,-6 0 0,-5-4 0,-8-3 0,-5-5 0,-5-4 0,-6-6-8191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1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0 24575,'-8'8'0,"-5"6"0,-7 5 0,-7 6 0,-7 6 0,-9 6 0,-11 5 0,-7 6 0,-1 4 0,1 0 0,10-8 0,12-9 0,13-11-8191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6 179 24575,'2'0'0,"-1"1"0,1-1 0,-1 0 0,0 1 0,1-1 0,-1 1 0,0-1 0,1 1 0,-1 0 0,0 0 0,0-1 0,0 1 0,1 0 0,-1 0 0,0 0 0,0 0 0,0 0 0,0 1 0,-1-1 0,1 0 0,1 2 0,13 30 0,-13-28 0,10 28 0,-7-17 0,1 0 0,1 0 0,14 22 0,-19-33 0,1-1 0,1 0 0,-1 0 0,0 0 0,1-1 0,0 1 0,0-1 0,0 0 0,0 0 0,1 0 0,-1 0 0,1-1 0,-1 0 0,1 0 0,0 0 0,7 1 0,-7-2 0,1 0 0,0 0 0,0-1 0,0 1 0,0-2 0,0 1 0,0-1 0,0 1 0,0-1 0,-1-1 0,1 1 0,0-1 0,-1 0 0,1-1 0,-1 1 0,0-1 0,1 0 0,-2-1 0,6-3 0,-4 2 0,0-1 0,0 1 0,-1-1 0,0 0 0,0-1 0,-1 1 0,0-1 0,0 0 0,0 0 0,-1-1 0,0 1 0,0 0 0,2-14 0,-1-3 0,-1-1 0,-2 1 0,0 0 0,-2-1 0,-3-24 0,3 42 0,0 1 0,0-1 0,-1 0 0,0 1 0,0-1 0,-1 1 0,0-1 0,0 1 0,-4-6 0,5 9 0,0 1 0,0-1 0,0 1 0,0 0 0,-1-1 0,1 1 0,-1 0 0,0 0 0,1 0 0,-1 1 0,0-1 0,0 1 0,0 0 0,0-1 0,-1 1 0,1 0 0,0 1 0,0-1 0,0 1 0,-1-1 0,-3 1 0,-12 2 0,0 0 0,0 1 0,0 1 0,1 1 0,-1 1 0,1 0 0,0 2 0,1 0 0,-22 13 0,33-18-136,1 0-1,-1 1 1,1 0-1,-1 0 1,1 1-1,0-1 1,1 1-1,-1 0 0,-6 10 1,4-1-6690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0 24575,'0'3'0,"0"8"0,-6 12 0,-4 6 0,-8 5 0,-13 3 0,-19 10 0,-32 8 0,-15-3 0,9-11-8191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3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24575,'3'0'0,"3"3"0,7 9 0,0 10 0,-1 8 0,-3 6 0,-3 2 0,-3 1 0,-1-1 0,-5-4 0,0-6 0,-1-4 0,0-7-8191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3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0 253 24575,'8'-8'0,"6"-5"0,5-4 0,16-4 0,16-1 0,10-2 0,3 0 0,1-2 0,-5 5 0,-7 2 0,-2 2 0,-4 4 0,-7-2 0,-11 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3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24575,'0'-3'0,"5"10"0,5 10 0,9 15 0,6 13 0,7 17 0,1 10 0,3 6 0,1 1 0,2-6 0,-2-6 0,-9-12 0,-5-16 0,-7-24 0,-6-30 0,-5-22 0,-3-5-8191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24575,'8'17'0,"17"24"0,8 15 0,8 13 0,0 2 0,0-7 0,-6-13 0,-10-12 0,-8-13-8191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4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24575,'0'-2'0,"2"-2"0,4 1 0,7 0 0,14 15 0,16 23 0,9 10 0,4 10 0,1 6 0,-2 2 0,-7-8 0,-9-5 0,-3-5 0,-5 3 0,-3 2 0,-2-6 0,-7-7 0,-5-9-8191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4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633 126 24575,'-1'-1'0,"-1"0"0,1 0 0,-1 0 0,1 0 0,0 0 0,0-1 0,0 1 0,0 0 0,0-1 0,0 1 0,0-1 0,0 1 0,1-1 0,-1 1 0,0-1 0,1 0 0,-1-2 0,-3-29 0,3-18 0,1 50 0,0 0 0,0 0 0,0 0 0,0 1 0,0-1 0,0 0 0,-1 0 0,1 0 0,0 0 0,0 1 0,-1-1 0,1 0 0,-1 0 0,0-1 0,0 2 0,1 0 0,-1 0 0,1-1 0,-1 1 0,1 0 0,-1 0 0,1 0 0,-1 0 0,1 0 0,-1 0 0,1 0 0,-1 0 0,1 0 0,-1 0 0,1 0 0,-1 1 0,1-1 0,-1 0 0,1 0 0,-1 0 0,1 1 0,-1-1 0,1 0 0,0 1 0,-1-1 0,1 0 0,-1 1 0,0 0 0,-10 8 0,1 1 0,-17 21 0,11-14 0,-444 446 0,421-427-1365,11-11-5461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24575,'8'0'0,"9"0"0,3 0 0,7 5 0,1 2 0,2 3 0,1 7 0,-2 4 0,2 3 0,1 4 0,4 2 0,3 4 0,-4-1 0,-6-5 0,-5-4 0,4-4 0,-3-7-8191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6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0 393 24575,'8'-10'0,"1"0"0,0 0 0,0 1 0,1 0 0,0 1 0,17-11 0,1-1 0,71-50 0,4 5 0,150-71 0,-240 130 0,-8 3 0,0 0 0,0 1 0,0-1 0,0 1 0,1 0 0,-1 1 0,1-1 0,-1 1 0,1 0 0,6 0 0,-11 1 0,0 0 0,0 1 0,0-1 0,0 0 0,0 1 0,0-1 0,0 0 0,0 1 0,0-1 0,-1 1 0,1-1 0,0 1 0,0 0 0,0-1 0,-1 1 0,1 0 0,0 0 0,-1-1 0,1 1 0,-1 0 0,1 0 0,0 1 0,0 1 0,0 0 0,0 0 0,0-1 0,-1 1 0,1 0 0,-1 6 0,-1 2 0,0 1 0,-1 0 0,0-1 0,0 1 0,-2-1 0,1 0 0,-9 17 0,-10 21 0,-2 0 0,-54 80 0,-79 77 0,49-91 120,85-94-615,-1 0 0,-49 31 0,37-31-6331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7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1 24575,'0'11'0,"0"19"0,-3 16 0,-3 14 0,-9 7 0,-11 7 0,-8-5 0,-6-6 0,-6 0 0,-2-8 0,-2-5 0,9-2 0,7-11 0,8-8 0,5-9 0,3-5 0,5-5-8191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24575,'8'0'0,"5"0"0,4 3 0,1 0 0,0 1 0,3 2 0,3-1 0,0 0 0,-3-2-8191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24575,'8'0'0,"6"6"0,2 4 0,2 6 0,6 6 0,2 1 0,-2 0 0,-1 2 0,-5-1 0,-5-5-8191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8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24575,'0'0'0,"1"0"0,-1 0 0,1 0 0,-1 1 0,0-1 0,1 0 0,-1 0 0,0 0 0,1 1 0,-1-1 0,0 0 0,0 0 0,1 1 0,-1-1 0,0 0 0,0 1 0,1-1 0,-1 0 0,0 1 0,0-1 0,0 0 0,0 1 0,1-1 0,-1 0 0,0 1 0,0 0 0,2 13 0,-1-11 0,4 43 0,-2-20 0,0 1 0,2-1 0,1 0 0,17 48 0,-23-72 0,1 0 0,0 0 0,0-1 0,0 1 0,0 0 0,0-1 0,0 1 0,1-1 0,-1 1 0,0-1 0,1 1 0,-1-1 0,1 0 0,0 0 0,1 1 0,-1-1 0,-1-1 0,1 0 0,-1 0 0,1 1 0,-1-1 0,0 0 0,1 0 0,-1 0 0,1 0 0,-1-1 0,1 1 0,-1 0 0,1-1 0,-1 1 0,1-1 0,-1 1 0,0-1 0,1 0 0,-1 0 0,0 1 0,0-1 0,2-1 0,8-8 0,0 0 0,0 0 0,-1-1 0,0-1 0,14-20 0,36-68 0,-33 48 0,36-94 0,-61 142 0,0 0 0,0-1 0,0 1 0,0 0 0,4-4 0,-4 8 0,-2 4 0,0 8 0,-28 132 0,6-32 0,-1 8 0,-73 218 0,93-329 0,0-1 0,0 0 0,-1-1 0,0 1 0,0-1 0,-6 8 0,8-12 0,-1-1 0,1 0 0,0 1 0,-1-1 0,1 0 0,-1 0 0,0 0 0,0-1 0,0 1 0,0-1 0,0 0 0,0 0 0,0 0 0,0 0 0,0 0 0,-1 0 0,1-1 0,-5 1 0,-8-2-1365,2 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09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97 165 24575,'1'10'0,"-1"1"0,2 0 0,-1 0 0,2-1 0,-1 1 0,1-1 0,1 0 0,0 0 0,8 16 0,-2-11 0,0 1 0,1-2 0,0 1 0,25 23 0,-35-37 0,0 0 0,-1 0 0,1 0 0,1-1 0,-1 1 0,0 0 0,0 0 0,0 0 0,0-1 0,0 1 0,1-1 0,-1 1 0,0-1 0,1 1 0,-1-1 0,0 0 0,1 0 0,-1 1 0,0-1 0,1 0 0,-1 0 0,1-1 0,-1 1 0,2 0 0,-1-1 0,0 0 0,1-1 0,-1 1 0,0-1 0,0 1 0,0-1 0,-1 1 0,1-1 0,0 0 0,-1 0 0,1 0 0,2-4 0,5-10 0,-1 1 0,-1-2 0,0 1 0,5-23 0,0 5 0,13-51 0,-22 71 0,0 1 0,-2-1 0,1 0 0,-2-19 0,0 30 0,0 1 0,-1-1 0,1 1 0,-1 0 0,1-1 0,-1 1 0,0 0 0,0 0 0,0-1 0,0 1 0,-1 0 0,1 0 0,-1 0 0,1 1 0,-1-1 0,1 0 0,-1 0 0,0 1 0,0-1 0,0 1 0,0 0 0,0-1 0,0 1 0,0 0 0,-1 0 0,1 0 0,0 1 0,0-1 0,-3 0 0,-8-2 0,0 2 0,0-1 0,1 1 0,-18 2 0,15-1 0,11 0-29,-16-1 59,0 2 1,1 0 0,-1 1-1,-19 5 1,34-6-102,0 1 0,0-1 0,0 1 0,0 0 0,1 0 0,-1 1 0,1-1 1,-1 1-1,1 0 0,0 0 0,0 1 0,1-1 0,-1 1 0,1-1 0,-1 1 0,1 1 1,1-1-1,-1 0 0,0 1 0,-3 8 0,2 0-6755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3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24575,'3'0'0,"8"0"0,7 3 0,1 4 0,7 2 0,6 15 0,6 10 0,5 11 0,1 6 0,1 7 0,0 0 0,-1 4 0,-6-2 0,-7-7 0,-5-7 0,-8-10 0,-7-10-8191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3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24575,'0'6'0,"0"9"0,0 6 0,0 4 0,0 3 0,0 0 0,0-5-8191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1 172 24575,'2'-3'0,"10"-6"0,10-4 0,13-9 0,11-3 0,11-2 0,-1 3 0,-10 3 0,-10 4 0,-12 7-8191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24575,'3'0'0,"3"0"0,9 9 0,11 7 0,8 10 0,7 13 0,-4 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4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34 24575,'13'-3'0,"0"0"0,22-2 0,-3 1 0,21-4 0,79-2 0,-132 10 0,3-1 0,0 1 0,0 0 0,-1 0 0,1 1 0,0-1 0,-1 1 0,5 0 0,-6 0 0,-1-1 0,1 0 0,-1 0 0,0 1 0,1-1 0,-1 0 0,0 0 0,1 1 0,-1-1 0,0 0 0,0 1 0,1-1 0,-1 0 0,0 1 0,0-1 0,1 1 0,-1-1 0,0 0 0,0 1 0,0 0 0,0 0 0,0 0 0,0 1 0,0-1 0,0 0 0,0 0 0,0 0 0,-1 0 0,1 1 0,0-1 0,-1 0 0,0 1 0,-6 10 0,0-1 0,0 0 0,-1 0 0,-1-1 0,0 0 0,-1 0 0,-10 8 0,3-2 0,-141 120 0,124-110 0,-1-2 0,-73 36 0,23-22-1365,56-23-5461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24575,'0'2'0,"0"10"0,0 8 0,-2 8 0,-2 8 0,1 1 0,0-4 0,1-4 0,1-5 0,0-6-8191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5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 24575,'-80'6'0,"23"0"0,22-5 0,15 0 0,-36 4 0,54-5 0,0 1 0,1-1 0,-1 1 0,0-1 0,0 1 0,1 0 0,-1-1 0,0 1 0,1 0 0,-1 0 0,-1 2 0,3-3 0,-1 1 0,1-1 0,0 0 0,-1 1 0,1 0 0,0-1 0,0 1 0,0-1 0,-1 1 0,1-1 0,0 1 0,0-1 0,0 1 0,0-1 0,0 1 0,0 0 0,0-1 0,0 1 0,0-1 0,1 1 0,-1-1 0,0 1 0,0-1 0,0 1 0,1-1 0,-1 1 0,0-1 0,0 1 0,1-1 0,-1 1 0,0-1 0,1 1 0,-1-1 0,1 0 0,-1 1 0,1 0 0,10 9 0,-1-1 0,1 0 0,24 14 0,39 17 0,-11-13-1365,-39-20-5461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6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24575,'0'5'0,"0"14"0,0 7 0,0 9 0,0 9 0,0 5 0,0 5 0,0-4 0,0-3 0,0-6 0,0-7 0,0-10-8191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6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24575,'5'0'0,"5"0"0,6 0 0,3 3 0,1 4 0,-3 5 0,-1 2 0,-4 0 0,-4-1-8191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6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24575,'2'0'0,"-1"-1"0,0 0 0,1 0 0,-1 0 0,0 0 0,1 0 0,-1 0 0,0 0 0,2-3 0,5-4 0,0 3 0,-1 0 0,2 1 0,-1 0 0,0 0 0,17-5 0,48-7 0,-30 7 0,-25 5 0,-6 1 0,0 0 0,0 0 0,15-7 0,-26 9 0,0 1 0,0-1 0,0 1 0,0-1 0,0 1 0,1-1 0,-1 1 0,0 0 0,1-1 0,-1 1 0,0 0 0,3 0 0,-4 1 0,1-1 0,-1 1 0,1-1 0,0 1 0,-1-1 0,1 1 0,-1 0 0,0-1 0,1 1 0,-1 0 0,1-1 0,-1 1 0,0 0 0,0 0 0,1 0 0,-1-1 0,0 1 0,0 0 0,0 0 0,0-1 0,0 1 0,0 0 0,0 1 0,0 23 0,0-1 0,-2 1 0,-4 24 0,0-6 0,-31 255-1365,34-271-5461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7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24575,'6'0'0,"6"-3"0,8-1 0,2-2 0,1 0 0,4-5 0,1 0 0,-2 1 0,-3 3 0,-6 2-8191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7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24575,'2'-2'0,"2"6"0,-1 15 0,0 11 0,-1 6 0,-1 0 0,0 2 0,-1 0 0,0-4 0,0-7-8191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24575,'8'0'0,"6"0"0,5-3 0,8 0 0,10-1 0,10-1 0,10-1 0,2-1 0,-5 0 0,-9 2 0,-8 1 0,-12 1-8191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29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728 0 24575,'0'0'0,"0"0"0,1 1 0,-1-1 0,0 0 0,1 0 0,-1 0 0,1 0 0,-1 1 0,0-1 0,0 0 0,1 1 0,-1-1 0,0 0 0,1 0 0,-1 1 0,0-1 0,0 1 0,0-1 0,1 0 0,-1 1 0,0-1 0,0 0 0,0 1 0,0-1 0,0 1 0,0-1 0,0 1 0,3 14 0,-3-12 0,6 72 0,-5 90 0,-1-97 0,-3-42 0,0 0 0,-1 0 0,-2 0 0,0-1 0,-11 25 0,13-38 0,-64 149 0,48-118 0,-22 37 0,26-52 0,1 1 0,-18 50 0,25-53 0,-1 0 0,-1-1 0,-2 0 0,0 0 0,-2-2 0,-1 1 0,0-2 0,-2 0 0,-30 30 0,-76 63 0,50-48 0,55-50-120,3-2-87,0-1-1,-1 0 1,-1-1-1,0-1 0,-19 11 1,19-16-6619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37:30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24575,'-2'-1'0,"-3"5"0,-4 6 0,-278 318 0,281-323 0,3-1 0,0-1 0,0 0 0,0 1 0,0-1 0,1 1 0,-3 4 0,4-7 0,1 0 0,0 0 0,0-1 0,-1 1 0,1 0 0,0 0 0,0 0 0,0 0 0,0-1 0,0 1 0,0 0 0,0 0 0,0 0 0,1-1 0,-1 1 0,0 0 0,0 0 0,1-1 0,-1 1 0,0 0 0,1 0 0,-1-1 0,1 1 0,-1 0 0,1-1 0,-1 1 0,1-1 0,-1 1 0,1 0 0,0-1 0,-1 1 0,1-1 0,0 0 0,-1 1 0,1-1 0,0 0 0,0 1 0,0-1 0,-1 0 0,2 1 0,12 2 0,-1 1 0,0-1 0,1-1 0,0-1 0,0 0 0,21-1 0,-10 0 0,334 1-204,-266-2-957,-27 1-5665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4:06:49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FAD5C-F9E5-A7A5-2778-107431864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1625AB-9CE6-7167-4916-EE6D6B2CA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0C0B0-7C0F-ADE7-40FA-66B1C2F1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92186-3B5B-7D64-EA3A-A513588C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B783DF-222C-A2D0-F74D-25C47D69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79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04374-3B4B-A322-C3D9-547B4110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6E8C4F-9B6D-8EBE-C742-6EFAC1FF4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71650-4934-D779-751B-12414BF5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EAB21-F7EF-F94E-BFE8-9C615BB4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0DA5B-D9D5-DFAC-6885-A3C19678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22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ED447-CD6C-C675-2F80-21D4B1CA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2FACCC-80F9-029F-C642-0FCC22692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F20230-5858-1EAC-2D78-603DEFF74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3BAAA-4434-4914-6F8D-078E83DB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913324-044E-68F0-8F73-EAD76252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65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74059-E243-0D84-A708-EDCF2522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526351-7E9A-827D-5674-9E33F753F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0F6777-F053-64B7-28E0-813E3877C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3BC980-F510-EBD5-870D-012724A8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BB74B7-D4A4-1778-2112-E5E49A5B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864D55-EB63-79BD-F058-2B53AC93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30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C41D6-95CC-D645-2588-EA6FA780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1FFA0C-61FD-20B2-5E9C-64F9EF339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3A886B-3BB2-C06C-30EF-BB7F4EDEF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4C5620-E24D-A488-E408-9EB241311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CCA2FC-0CDC-0002-E82A-EE87ED679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B6D944-5BC3-FA96-7A77-8A9BF41CB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95A973-3A0E-5AE9-5953-6ED7702C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B8ED07-4C4D-2DE7-9321-AB1B7581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70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69179-3DB1-B3C8-62FF-E73914B1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2A0D6D-8AD2-56BA-D585-E06CBA552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71A137-CB4A-BDF6-AA65-24DE3748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5EC049-7607-9E00-F3A6-326EE1A7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11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6010DA-F32D-44EC-9BAB-1C5E2B9A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F15F85-A40A-F46A-02DE-479F4C6B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908273-76C7-7F2E-13ED-F65E05E12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0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E2158-6975-216B-509C-01C93571F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2371F-C548-DD99-765A-20F2C2E2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6A686D-83E6-5B1C-83E5-862FC49D8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A4FD74-FD2B-8E06-AF7E-7E9007C7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947989-B51B-2B33-2458-7636BD90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D90B04-8342-3AA9-E9DE-8D045D6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08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1210D-E44C-16D0-2FD2-1D159C33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3AC58A-A293-2110-EAA3-CE3151883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FB729B-73F0-C9A5-9EEB-399BD8A9D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BDB0DD-93FB-4DB7-D7F0-6DC53C34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54CE11-F971-E9D8-D3FB-38FC932C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1466FC-547A-778E-9591-C2FDABBE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7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0E3E3-1DF7-882E-5762-750AA467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794720-B5BB-2CEA-6071-29602B465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37687-6637-06B7-6F54-87EF6FD2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395E7-1092-2FAB-34D5-B8FE2740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C65DF-F917-0EC0-C760-2174D35E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10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84D14A-D65A-34DD-7919-0B7999E63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83CEEA-1CF5-A0CB-D48B-6942D2D2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D568D-7E73-03CC-F157-7A53025F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C95166-1E81-0656-BA08-C37771CE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5E056-FEF7-E6AE-EA92-52F0C105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30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33375"/>
            <a:ext cx="10972800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196975"/>
            <a:ext cx="53848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196975"/>
            <a:ext cx="53848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E90C1C-45BE-8D3F-9442-4AEFB07808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95BB535-730B-CDFD-F11A-067346919396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00578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2EFE95-60EF-C61E-D985-A26E97A97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74CB29-6E04-0BDA-7DBA-792FC1811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8D5F34-2D4F-0434-9EBB-4958664FE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452E-3337-453D-BE6A-E05A5F3523F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3A5267-09D8-4BC5-EE8C-8A26EC340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D86FFC-B66E-3931-29DD-3C1DACD64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2B205-C072-4EB9-91B8-5BC95612C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493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.xml"/><Relationship Id="rId21" Type="http://schemas.openxmlformats.org/officeDocument/2006/relationships/image" Target="../media/image10.png"/><Relationship Id="rId42" Type="http://schemas.openxmlformats.org/officeDocument/2006/relationships/customXml" Target="../ink/ink15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28.xml"/><Relationship Id="rId84" Type="http://schemas.openxmlformats.org/officeDocument/2006/relationships/customXml" Target="../ink/ink36.xml"/><Relationship Id="rId89" Type="http://schemas.openxmlformats.org/officeDocument/2006/relationships/image" Target="../media/image44.png"/><Relationship Id="rId112" Type="http://schemas.openxmlformats.org/officeDocument/2006/relationships/customXml" Target="../ink/ink50.xml"/><Relationship Id="rId16" Type="http://schemas.openxmlformats.org/officeDocument/2006/relationships/customXml" Target="../ink/ink2.xml"/><Relationship Id="rId107" Type="http://schemas.openxmlformats.org/officeDocument/2006/relationships/image" Target="../media/image53.png"/><Relationship Id="rId11" Type="http://schemas.openxmlformats.org/officeDocument/2006/relationships/image" Target="../media/image5.wmf"/><Relationship Id="rId32" Type="http://schemas.openxmlformats.org/officeDocument/2006/relationships/customXml" Target="../ink/ink10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3.xml"/><Relationship Id="rId74" Type="http://schemas.openxmlformats.org/officeDocument/2006/relationships/customXml" Target="../ink/ink31.xml"/><Relationship Id="rId79" Type="http://schemas.openxmlformats.org/officeDocument/2006/relationships/image" Target="../media/image39.png"/><Relationship Id="rId102" Type="http://schemas.openxmlformats.org/officeDocument/2006/relationships/customXml" Target="../ink/ink45.xml"/><Relationship Id="rId5" Type="http://schemas.openxmlformats.org/officeDocument/2006/relationships/image" Target="../media/image2.emf"/><Relationship Id="rId90" Type="http://schemas.openxmlformats.org/officeDocument/2006/relationships/customXml" Target="../ink/ink39.xml"/><Relationship Id="rId95" Type="http://schemas.openxmlformats.org/officeDocument/2006/relationships/image" Target="../media/image47.png"/><Relationship Id="rId22" Type="http://schemas.openxmlformats.org/officeDocument/2006/relationships/customXml" Target="../ink/ink5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18.xml"/><Relationship Id="rId64" Type="http://schemas.openxmlformats.org/officeDocument/2006/relationships/customXml" Target="../ink/ink26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34.xml"/><Relationship Id="rId85" Type="http://schemas.openxmlformats.org/officeDocument/2006/relationships/image" Target="../media/image42.png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3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48.xml"/><Relationship Id="rId54" Type="http://schemas.openxmlformats.org/officeDocument/2006/relationships/customXml" Target="../ink/ink21.xml"/><Relationship Id="rId70" Type="http://schemas.openxmlformats.org/officeDocument/2006/relationships/customXml" Target="../ink/ink29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8.xml"/><Relationship Id="rId36" Type="http://schemas.openxmlformats.org/officeDocument/2006/relationships/customXml" Target="../ink/ink12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47.xml"/><Relationship Id="rId114" Type="http://schemas.openxmlformats.org/officeDocument/2006/relationships/customXml" Target="../ink/ink51.xml"/><Relationship Id="rId10" Type="http://schemas.openxmlformats.org/officeDocument/2006/relationships/oleObject" Target="../embeddings/oleObject5.bin"/><Relationship Id="rId31" Type="http://schemas.openxmlformats.org/officeDocument/2006/relationships/image" Target="../media/image15.png"/><Relationship Id="rId44" Type="http://schemas.openxmlformats.org/officeDocument/2006/relationships/customXml" Target="../ink/ink16.xml"/><Relationship Id="rId52" Type="http://schemas.openxmlformats.org/officeDocument/2006/relationships/customXml" Target="../ink/ink20.xml"/><Relationship Id="rId60" Type="http://schemas.openxmlformats.org/officeDocument/2006/relationships/customXml" Target="../ink/ink24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3.xml"/><Relationship Id="rId81" Type="http://schemas.openxmlformats.org/officeDocument/2006/relationships/image" Target="../media/image40.png"/><Relationship Id="rId86" Type="http://schemas.openxmlformats.org/officeDocument/2006/relationships/customXml" Target="../ink/ink37.xml"/><Relationship Id="rId94" Type="http://schemas.openxmlformats.org/officeDocument/2006/relationships/customXml" Target="../ink/ink41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3" Type="http://schemas.openxmlformats.org/officeDocument/2006/relationships/image" Target="../media/image6.wmf"/><Relationship Id="rId18" Type="http://schemas.openxmlformats.org/officeDocument/2006/relationships/customXml" Target="../ink/ink3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1.xml"/><Relationship Id="rId50" Type="http://schemas.openxmlformats.org/officeDocument/2006/relationships/customXml" Target="../ink/ink19.xml"/><Relationship Id="rId55" Type="http://schemas.openxmlformats.org/officeDocument/2006/relationships/image" Target="../media/image27.png"/><Relationship Id="rId76" Type="http://schemas.openxmlformats.org/officeDocument/2006/relationships/customXml" Target="../ink/ink32.xml"/><Relationship Id="rId97" Type="http://schemas.openxmlformats.org/officeDocument/2006/relationships/image" Target="../media/image48.png"/><Relationship Id="rId104" Type="http://schemas.openxmlformats.org/officeDocument/2006/relationships/customXml" Target="../ink/ink46.xml"/><Relationship Id="rId7" Type="http://schemas.openxmlformats.org/officeDocument/2006/relationships/image" Target="../media/image3.emf"/><Relationship Id="rId71" Type="http://schemas.openxmlformats.org/officeDocument/2006/relationships/image" Target="../media/image35.png"/><Relationship Id="rId92" Type="http://schemas.openxmlformats.org/officeDocument/2006/relationships/customXml" Target="../ink/ink40.xml"/><Relationship Id="rId2" Type="http://schemas.openxmlformats.org/officeDocument/2006/relationships/oleObject" Target="../embeddings/oleObject1.bin"/><Relationship Id="rId29" Type="http://schemas.openxmlformats.org/officeDocument/2006/relationships/image" Target="../media/image14.png"/><Relationship Id="rId24" Type="http://schemas.openxmlformats.org/officeDocument/2006/relationships/customXml" Target="../ink/ink6.xml"/><Relationship Id="rId40" Type="http://schemas.openxmlformats.org/officeDocument/2006/relationships/customXml" Target="../ink/ink14.xml"/><Relationship Id="rId45" Type="http://schemas.openxmlformats.org/officeDocument/2006/relationships/image" Target="../media/image22.png"/><Relationship Id="rId66" Type="http://schemas.openxmlformats.org/officeDocument/2006/relationships/customXml" Target="../ink/ink27.xml"/><Relationship Id="rId87" Type="http://schemas.openxmlformats.org/officeDocument/2006/relationships/image" Target="../media/image43.png"/><Relationship Id="rId110" Type="http://schemas.openxmlformats.org/officeDocument/2006/relationships/customXml" Target="../ink/ink49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35.xml"/><Relationship Id="rId19" Type="http://schemas.openxmlformats.org/officeDocument/2006/relationships/image" Target="../media/image9.png"/><Relationship Id="rId14" Type="http://schemas.openxmlformats.org/officeDocument/2006/relationships/customXml" Target="../ink/ink1.xml"/><Relationship Id="rId30" Type="http://schemas.openxmlformats.org/officeDocument/2006/relationships/customXml" Target="../ink/ink9.xml"/><Relationship Id="rId35" Type="http://schemas.openxmlformats.org/officeDocument/2006/relationships/image" Target="../media/image17.png"/><Relationship Id="rId56" Type="http://schemas.openxmlformats.org/officeDocument/2006/relationships/customXml" Target="../ink/ink22.xml"/><Relationship Id="rId77" Type="http://schemas.openxmlformats.org/officeDocument/2006/relationships/image" Target="../media/image38.png"/><Relationship Id="rId100" Type="http://schemas.openxmlformats.org/officeDocument/2006/relationships/customXml" Target="../ink/ink44.xml"/><Relationship Id="rId105" Type="http://schemas.openxmlformats.org/officeDocument/2006/relationships/image" Target="../media/image52.png"/><Relationship Id="rId8" Type="http://schemas.openxmlformats.org/officeDocument/2006/relationships/oleObject" Target="../embeddings/oleObject4.bin"/><Relationship Id="rId51" Type="http://schemas.openxmlformats.org/officeDocument/2006/relationships/image" Target="../media/image25.png"/><Relationship Id="rId72" Type="http://schemas.openxmlformats.org/officeDocument/2006/relationships/customXml" Target="../ink/ink30.xml"/><Relationship Id="rId93" Type="http://schemas.openxmlformats.org/officeDocument/2006/relationships/image" Target="../media/image46.png"/><Relationship Id="rId98" Type="http://schemas.openxmlformats.org/officeDocument/2006/relationships/customXml" Target="../ink/ink43.xml"/><Relationship Id="rId3" Type="http://schemas.openxmlformats.org/officeDocument/2006/relationships/image" Target="../media/image1.emf"/><Relationship Id="rId25" Type="http://schemas.openxmlformats.org/officeDocument/2006/relationships/image" Target="../media/image12.png"/><Relationship Id="rId46" Type="http://schemas.openxmlformats.org/officeDocument/2006/relationships/customXml" Target="../ink/ink17.xml"/><Relationship Id="rId67" Type="http://schemas.openxmlformats.org/officeDocument/2006/relationships/image" Target="../media/image33.png"/><Relationship Id="rId116" Type="http://schemas.openxmlformats.org/officeDocument/2006/relationships/image" Target="../media/image58.png"/><Relationship Id="rId20" Type="http://schemas.openxmlformats.org/officeDocument/2006/relationships/customXml" Target="../ink/ink4.xml"/><Relationship Id="rId41" Type="http://schemas.openxmlformats.org/officeDocument/2006/relationships/image" Target="../media/image20.png"/><Relationship Id="rId62" Type="http://schemas.openxmlformats.org/officeDocument/2006/relationships/customXml" Target="../ink/ink25.xml"/><Relationship Id="rId83" Type="http://schemas.openxmlformats.org/officeDocument/2006/relationships/image" Target="../media/image41.png"/><Relationship Id="rId88" Type="http://schemas.openxmlformats.org/officeDocument/2006/relationships/customXml" Target="../ink/ink38.xml"/><Relationship Id="rId111" Type="http://schemas.openxmlformats.org/officeDocument/2006/relationships/image" Target="../media/image5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wmf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39" Type="http://schemas.openxmlformats.org/officeDocument/2006/relationships/image" Target="../media/image76.wmf"/><Relationship Id="rId21" Type="http://schemas.openxmlformats.org/officeDocument/2006/relationships/image" Target="../media/image67.wmf"/><Relationship Id="rId34" Type="http://schemas.openxmlformats.org/officeDocument/2006/relationships/oleObject" Target="../embeddings/oleObject26.bin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13.bin"/><Relationship Id="rId17" Type="http://schemas.openxmlformats.org/officeDocument/2006/relationships/oleObject" Target="../embeddings/oleObject17.bin"/><Relationship Id="rId25" Type="http://schemas.openxmlformats.org/officeDocument/2006/relationships/image" Target="../media/image69.wmf"/><Relationship Id="rId33" Type="http://schemas.openxmlformats.org/officeDocument/2006/relationships/image" Target="../media/image73.wmf"/><Relationship Id="rId38" Type="http://schemas.openxmlformats.org/officeDocument/2006/relationships/oleObject" Target="../embeddings/oleObject28.bin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9.bin"/><Relationship Id="rId29" Type="http://schemas.openxmlformats.org/officeDocument/2006/relationships/image" Target="../media/image71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5.bin"/><Relationship Id="rId37" Type="http://schemas.openxmlformats.org/officeDocument/2006/relationships/image" Target="../media/image75.wmf"/><Relationship Id="rId5" Type="http://schemas.openxmlformats.org/officeDocument/2006/relationships/image" Target="../media/image61.wmf"/><Relationship Id="rId15" Type="http://schemas.openxmlformats.org/officeDocument/2006/relationships/oleObject" Target="../embeddings/oleObject15.bin"/><Relationship Id="rId23" Type="http://schemas.openxmlformats.org/officeDocument/2006/relationships/image" Target="../media/image68.wmf"/><Relationship Id="rId28" Type="http://schemas.openxmlformats.org/officeDocument/2006/relationships/oleObject" Target="../embeddings/oleObject23.bin"/><Relationship Id="rId36" Type="http://schemas.openxmlformats.org/officeDocument/2006/relationships/oleObject" Target="../embeddings/oleObject27.bin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66.wmf"/><Relationship Id="rId31" Type="http://schemas.openxmlformats.org/officeDocument/2006/relationships/image" Target="../media/image72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70.wmf"/><Relationship Id="rId30" Type="http://schemas.openxmlformats.org/officeDocument/2006/relationships/oleObject" Target="../embeddings/oleObject24.bin"/><Relationship Id="rId35" Type="http://schemas.openxmlformats.org/officeDocument/2006/relationships/image" Target="../media/image74.wmf"/><Relationship Id="rId8" Type="http://schemas.openxmlformats.org/officeDocument/2006/relationships/oleObject" Target="../embeddings/oleObject11.bin"/><Relationship Id="rId3" Type="http://schemas.openxmlformats.org/officeDocument/2006/relationships/image" Target="../media/image60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3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85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87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image" Target="../media/image85.w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89.png"/><Relationship Id="rId4" Type="http://schemas.openxmlformats.org/officeDocument/2006/relationships/image" Target="../media/image8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C4946A8C-9398-449E-7449-FF38B54A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4450"/>
            <a:ext cx="2459038" cy="865188"/>
          </a:xfrm>
          <a:ln w="12700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/>
              <a:t>拉格朗日</a:t>
            </a:r>
            <a:br>
              <a:rPr lang="en-US" altLang="zh-CN" sz="2800"/>
            </a:br>
            <a:r>
              <a:rPr lang="zh-CN" altLang="en-US" sz="2800"/>
              <a:t>插值公式复习</a:t>
            </a:r>
          </a:p>
        </p:txBody>
      </p:sp>
      <p:graphicFrame>
        <p:nvGraphicFramePr>
          <p:cNvPr id="5123" name="对象 3">
            <a:extLst>
              <a:ext uri="{FF2B5EF4-FFF2-40B4-BE49-F238E27FC236}">
                <a16:creationId xmlns:a16="http://schemas.microsoft.com/office/drawing/2014/main" id="{52EDB608-C6D2-9179-1C9A-C9019BF345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1052514"/>
          <a:ext cx="280828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852" imgH="330215" progId="Equation.DSMT4">
                  <p:embed/>
                </p:oleObj>
              </mc:Choice>
              <mc:Fallback>
                <p:oleObj name="Equation" r:id="rId2" imgW="1650852" imgH="330215" progId="Equation.DSMT4">
                  <p:embed/>
                  <p:pic>
                    <p:nvPicPr>
                      <p:cNvPr id="5123" name="对象 3">
                        <a:extLst>
                          <a:ext uri="{FF2B5EF4-FFF2-40B4-BE49-F238E27FC236}">
                            <a16:creationId xmlns:a16="http://schemas.microsoft.com/office/drawing/2014/main" id="{52EDB608-C6D2-9179-1C9A-C9019BF345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052514"/>
                        <a:ext cx="2808288" cy="750887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对象 4">
            <a:extLst>
              <a:ext uri="{FF2B5EF4-FFF2-40B4-BE49-F238E27FC236}">
                <a16:creationId xmlns:a16="http://schemas.microsoft.com/office/drawing/2014/main" id="{EB87DA9B-1022-2C94-BD1B-1B4304DE2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290745"/>
              </p:ext>
            </p:extLst>
          </p:nvPr>
        </p:nvGraphicFramePr>
        <p:xfrm>
          <a:off x="2063751" y="1863726"/>
          <a:ext cx="5040313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76365" imgH="787283" progId="Equation.DSMT4">
                  <p:embed/>
                </p:oleObj>
              </mc:Choice>
              <mc:Fallback>
                <p:oleObj name="Equation" r:id="rId4" imgW="2876365" imgH="787283" progId="Equation.DSMT4">
                  <p:embed/>
                  <p:pic>
                    <p:nvPicPr>
                      <p:cNvPr id="5124" name="对象 4">
                        <a:extLst>
                          <a:ext uri="{FF2B5EF4-FFF2-40B4-BE49-F238E27FC236}">
                            <a16:creationId xmlns:a16="http://schemas.microsoft.com/office/drawing/2014/main" id="{EB87DA9B-1022-2C94-BD1B-1B4304DE2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863726"/>
                        <a:ext cx="5040313" cy="1344613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对象 5">
            <a:extLst>
              <a:ext uri="{FF2B5EF4-FFF2-40B4-BE49-F238E27FC236}">
                <a16:creationId xmlns:a16="http://schemas.microsoft.com/office/drawing/2014/main" id="{B7FA50E4-C640-4B1C-C5F2-D58606A361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9938" y="3289301"/>
          <a:ext cx="6640512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21299" imgH="787283" progId="Equation.DSMT4">
                  <p:embed/>
                </p:oleObj>
              </mc:Choice>
              <mc:Fallback>
                <p:oleObj name="Equation" r:id="rId6" imgW="4521299" imgH="787283" progId="Equation.DSMT4">
                  <p:embed/>
                  <p:pic>
                    <p:nvPicPr>
                      <p:cNvPr id="5125" name="对象 5">
                        <a:extLst>
                          <a:ext uri="{FF2B5EF4-FFF2-40B4-BE49-F238E27FC236}">
                            <a16:creationId xmlns:a16="http://schemas.microsoft.com/office/drawing/2014/main" id="{B7FA50E4-C640-4B1C-C5F2-D58606A361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3289301"/>
                        <a:ext cx="6640512" cy="1476375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6">
            <a:extLst>
              <a:ext uri="{FF2B5EF4-FFF2-40B4-BE49-F238E27FC236}">
                <a16:creationId xmlns:a16="http://schemas.microsoft.com/office/drawing/2014/main" id="{4E0A87A0-4E9F-CC19-D2FF-F7DF0E775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4" y="1044575"/>
            <a:ext cx="1944687" cy="503238"/>
          </a:xfrm>
          <a:prstGeom prst="rect">
            <a:avLst/>
          </a:prstGeom>
          <a:solidFill>
            <a:srgbClr val="00CCFF"/>
          </a:solidFill>
          <a:ln w="158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2400" u="none"/>
              <a:t>线性插值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9A3DD21-F2BD-7365-AD87-DC0B78E2B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826" y="3289300"/>
            <a:ext cx="1116013" cy="863600"/>
          </a:xfrm>
          <a:prstGeom prst="rect">
            <a:avLst/>
          </a:prstGeom>
          <a:solidFill>
            <a:srgbClr val="00CCFF"/>
          </a:solidFill>
          <a:ln w="158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4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i="1" dirty="0">
                <a:latin typeface="+mn-lt"/>
                <a:ea typeface="黑体" pitchFamily="49" charset="-122"/>
              </a:rPr>
              <a:t>n</a:t>
            </a:r>
            <a:r>
              <a:rPr lang="zh-CN" altLang="en-US" sz="2400" dirty="0">
                <a:latin typeface="Arial" charset="0"/>
                <a:ea typeface="黑体" pitchFamily="49" charset="-122"/>
              </a:rPr>
              <a:t>次</a:t>
            </a:r>
            <a:endParaRPr lang="en-US" altLang="zh-CN" sz="2400" dirty="0">
              <a:latin typeface="Arial" charset="0"/>
              <a:ea typeface="黑体" pitchFamily="49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charset="0"/>
                <a:ea typeface="黑体" pitchFamily="49" charset="-122"/>
              </a:rPr>
              <a:t>插值</a:t>
            </a:r>
          </a:p>
        </p:txBody>
      </p:sp>
      <p:sp>
        <p:nvSpPr>
          <p:cNvPr id="5128" name="Rectangle 6">
            <a:extLst>
              <a:ext uri="{FF2B5EF4-FFF2-40B4-BE49-F238E27FC236}">
                <a16:creationId xmlns:a16="http://schemas.microsoft.com/office/drawing/2014/main" id="{33823383-50BD-93A2-3252-16F6A31E6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551" y="1844675"/>
            <a:ext cx="1763713" cy="503238"/>
          </a:xfrm>
          <a:prstGeom prst="rect">
            <a:avLst/>
          </a:prstGeom>
          <a:solidFill>
            <a:srgbClr val="00CCFF"/>
          </a:solidFill>
          <a:ln w="158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2400" u="none"/>
              <a:t>抛物线插值</a:t>
            </a:r>
          </a:p>
        </p:txBody>
      </p:sp>
      <p:graphicFrame>
        <p:nvGraphicFramePr>
          <p:cNvPr id="5129" name="对象 9">
            <a:extLst>
              <a:ext uri="{FF2B5EF4-FFF2-40B4-BE49-F238E27FC236}">
                <a16:creationId xmlns:a16="http://schemas.microsoft.com/office/drawing/2014/main" id="{FFC22EC0-7804-6EA9-FA0F-259856E5A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26" y="331788"/>
          <a:ext cx="20304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500" imgH="203200" progId="Equation.DSMT4">
                  <p:embed/>
                </p:oleObj>
              </mc:Choice>
              <mc:Fallback>
                <p:oleObj name="Equation" r:id="rId8" imgW="1206500" imgH="203200" progId="Equation.DSMT4">
                  <p:embed/>
                  <p:pic>
                    <p:nvPicPr>
                      <p:cNvPr id="5129" name="对象 9">
                        <a:extLst>
                          <a:ext uri="{FF2B5EF4-FFF2-40B4-BE49-F238E27FC236}">
                            <a16:creationId xmlns:a16="http://schemas.microsoft.com/office/drawing/2014/main" id="{FFC22EC0-7804-6EA9-FA0F-259856E5AE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6" y="331788"/>
                        <a:ext cx="2030413" cy="342900"/>
                      </a:xfrm>
                      <a:prstGeom prst="rect">
                        <a:avLst/>
                      </a:prstGeom>
                      <a:solidFill>
                        <a:srgbClr val="FFFF7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对象 10">
            <a:extLst>
              <a:ext uri="{FF2B5EF4-FFF2-40B4-BE49-F238E27FC236}">
                <a16:creationId xmlns:a16="http://schemas.microsoft.com/office/drawing/2014/main" id="{266DB298-ECA1-3926-3275-6006DD742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115888"/>
          <a:ext cx="23431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457200" progId="Equation.DSMT4">
                  <p:embed/>
                </p:oleObj>
              </mc:Choice>
              <mc:Fallback>
                <p:oleObj name="Equation" r:id="rId10" imgW="1371600" imgH="457200" progId="Equation.DSMT4">
                  <p:embed/>
                  <p:pic>
                    <p:nvPicPr>
                      <p:cNvPr id="5130" name="对象 10">
                        <a:extLst>
                          <a:ext uri="{FF2B5EF4-FFF2-40B4-BE49-F238E27FC236}">
                            <a16:creationId xmlns:a16="http://schemas.microsoft.com/office/drawing/2014/main" id="{266DB298-ECA1-3926-3275-6006DD742D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115888"/>
                        <a:ext cx="2343150" cy="785812"/>
                      </a:xfrm>
                      <a:prstGeom prst="rect">
                        <a:avLst/>
                      </a:prstGeom>
                      <a:solidFill>
                        <a:srgbClr val="FFFF7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对象 11">
            <a:extLst>
              <a:ext uri="{FF2B5EF4-FFF2-40B4-BE49-F238E27FC236}">
                <a16:creationId xmlns:a16="http://schemas.microsoft.com/office/drawing/2014/main" id="{DB951836-A01E-0721-9F31-FCF94AFA0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950" y="4862514"/>
          <a:ext cx="892810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95800" imgH="546100" progId="Equation.DSMT4">
                  <p:embed/>
                </p:oleObj>
              </mc:Choice>
              <mc:Fallback>
                <p:oleObj name="Equation" r:id="rId12" imgW="4495800" imgH="546100" progId="Equation.DSMT4">
                  <p:embed/>
                  <p:pic>
                    <p:nvPicPr>
                      <p:cNvPr id="5131" name="对象 11">
                        <a:extLst>
                          <a:ext uri="{FF2B5EF4-FFF2-40B4-BE49-F238E27FC236}">
                            <a16:creationId xmlns:a16="http://schemas.microsoft.com/office/drawing/2014/main" id="{DB951836-A01E-0721-9F31-FCF94AFA0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4862514"/>
                        <a:ext cx="8928100" cy="137477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6">
            <a:extLst>
              <a:ext uri="{FF2B5EF4-FFF2-40B4-BE49-F238E27FC236}">
                <a16:creationId xmlns:a16="http://schemas.microsoft.com/office/drawing/2014/main" id="{5E29B382-1601-DDC4-E840-791600C65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1" y="260351"/>
            <a:ext cx="1114425" cy="504825"/>
          </a:xfrm>
          <a:prstGeom prst="rect">
            <a:avLst/>
          </a:prstGeom>
          <a:solidFill>
            <a:srgbClr val="00CCFF"/>
          </a:solidFill>
          <a:ln w="158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2400" u="none"/>
              <a:t>余项</a:t>
            </a:r>
            <a:endParaRPr lang="en-US" altLang="zh-CN" sz="2400" u="none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2ED9168-B722-FC23-679A-F862FAA43E3B}"/>
              </a:ext>
            </a:extLst>
          </p:cNvPr>
          <p:cNvGrpSpPr/>
          <p:nvPr/>
        </p:nvGrpSpPr>
        <p:grpSpPr>
          <a:xfrm>
            <a:off x="7097359" y="1000270"/>
            <a:ext cx="591120" cy="544680"/>
            <a:chOff x="7097359" y="1000270"/>
            <a:chExt cx="591120" cy="54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10CD34A-4A63-A8AA-BF63-F637BCC11C07}"/>
                    </a:ext>
                  </a:extLst>
                </p14:cNvPr>
                <p14:cNvContentPartPr/>
                <p14:nvPr/>
              </p14:nvContentPartPr>
              <p14:xfrm>
                <a:off x="7097359" y="1179910"/>
                <a:ext cx="155160" cy="2534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10CD34A-4A63-A8AA-BF63-F637BCC11C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91239" y="1173790"/>
                  <a:ext cx="167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08077C26-7CCB-112E-B77A-E7041FF06A46}"/>
                    </a:ext>
                  </a:extLst>
                </p14:cNvPr>
                <p14:cNvContentPartPr/>
                <p14:nvPr/>
              </p14:nvContentPartPr>
              <p14:xfrm>
                <a:off x="7533319" y="1000270"/>
                <a:ext cx="360" cy="788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08077C26-7CCB-112E-B77A-E7041FF06A4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27199" y="994150"/>
                  <a:ext cx="12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1DD6EB2E-B415-BC2F-0C5B-2036E9F701B5}"/>
                    </a:ext>
                  </a:extLst>
                </p14:cNvPr>
                <p14:cNvContentPartPr/>
                <p14:nvPr/>
              </p14:nvContentPartPr>
              <p14:xfrm>
                <a:off x="7499119" y="1082350"/>
                <a:ext cx="141480" cy="565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1DD6EB2E-B415-BC2F-0C5B-2036E9F701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92999" y="1076230"/>
                  <a:ext cx="153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56D13CC-8C8A-B93D-68E7-51931C9B6C3F}"/>
                    </a:ext>
                  </a:extLst>
                </p14:cNvPr>
                <p14:cNvContentPartPr/>
                <p14:nvPr/>
              </p14:nvContentPartPr>
              <p14:xfrm>
                <a:off x="7338199" y="1253350"/>
                <a:ext cx="74160" cy="10008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56D13CC-8C8A-B93D-68E7-51931C9B6C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32079" y="1247230"/>
                  <a:ext cx="86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5E071C7-198C-3B20-3640-993BFC2E691C}"/>
                    </a:ext>
                  </a:extLst>
                </p14:cNvPr>
                <p14:cNvContentPartPr/>
                <p14:nvPr/>
              </p14:nvContentPartPr>
              <p14:xfrm>
                <a:off x="7487599" y="1183870"/>
                <a:ext cx="197640" cy="1375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5E071C7-198C-3B20-3640-993BFC2E69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81479" y="1177750"/>
                  <a:ext cx="209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BCD1CDD1-3278-C4BD-E98B-23AAB4100735}"/>
                    </a:ext>
                  </a:extLst>
                </p14:cNvPr>
                <p14:cNvContentPartPr/>
                <p14:nvPr/>
              </p14:nvContentPartPr>
              <p14:xfrm>
                <a:off x="7338199" y="1333990"/>
                <a:ext cx="240480" cy="18360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BCD1CDD1-3278-C4BD-E98B-23AAB410073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2079" y="1327870"/>
                  <a:ext cx="252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CEFC636F-EDB7-2ED5-AE47-0EC7125BBEAB}"/>
                    </a:ext>
                  </a:extLst>
                </p14:cNvPr>
                <p14:cNvContentPartPr/>
                <p14:nvPr/>
              </p14:nvContentPartPr>
              <p14:xfrm>
                <a:off x="7383919" y="1517950"/>
                <a:ext cx="159120" cy="2700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CEFC636F-EDB7-2ED5-AE47-0EC7125BBE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77799" y="1511830"/>
                  <a:ext cx="171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0813D04-5ED1-7E7B-1404-7C77E23B31E6}"/>
                    </a:ext>
                  </a:extLst>
                </p14:cNvPr>
                <p14:cNvContentPartPr/>
                <p14:nvPr/>
              </p14:nvContentPartPr>
              <p14:xfrm>
                <a:off x="7608199" y="1494910"/>
                <a:ext cx="80280" cy="111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0813D04-5ED1-7E7B-1404-7C77E23B31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02079" y="1488790"/>
                  <a:ext cx="925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F631056-3186-4F00-6702-8A2FAC88B552}"/>
              </a:ext>
            </a:extLst>
          </p:cNvPr>
          <p:cNvGrpSpPr/>
          <p:nvPr/>
        </p:nvGrpSpPr>
        <p:grpSpPr>
          <a:xfrm>
            <a:off x="9425479" y="2081350"/>
            <a:ext cx="797400" cy="457560"/>
            <a:chOff x="9425479" y="2081350"/>
            <a:chExt cx="79740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150636A2-747B-017A-FF65-7DCEA21FB3A2}"/>
                    </a:ext>
                  </a:extLst>
                </p14:cNvPr>
                <p14:cNvContentPartPr/>
                <p14:nvPr/>
              </p14:nvContentPartPr>
              <p14:xfrm>
                <a:off x="9425479" y="2081350"/>
                <a:ext cx="142920" cy="4287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150636A2-747B-017A-FF65-7DCEA21FB3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19359" y="2075230"/>
                  <a:ext cx="1551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71EF0F8C-A22D-4390-CE7E-4879E72B0E67}"/>
                    </a:ext>
                  </a:extLst>
                </p14:cNvPr>
                <p14:cNvContentPartPr/>
                <p14:nvPr/>
              </p14:nvContentPartPr>
              <p14:xfrm>
                <a:off x="9701599" y="2093230"/>
                <a:ext cx="29160" cy="846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71EF0F8C-A22D-4390-CE7E-4879E72B0E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95479" y="2087110"/>
                  <a:ext cx="41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1945DD6F-D7FA-8A52-CB4F-F0BF5B755283}"/>
                    </a:ext>
                  </a:extLst>
                </p14:cNvPr>
                <p14:cNvContentPartPr/>
                <p14:nvPr/>
              </p14:nvContentPartPr>
              <p14:xfrm>
                <a:off x="9753439" y="2110150"/>
                <a:ext cx="294120" cy="81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1945DD6F-D7FA-8A52-CB4F-F0BF5B75528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47319" y="2104030"/>
                  <a:ext cx="306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BDCA189A-F6EF-2CAF-3B1E-A5FC582C61D6}"/>
                    </a:ext>
                  </a:extLst>
                </p14:cNvPr>
                <p14:cNvContentPartPr/>
                <p14:nvPr/>
              </p14:nvContentPartPr>
              <p14:xfrm>
                <a:off x="9816439" y="2242630"/>
                <a:ext cx="12960" cy="381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BDCA189A-F6EF-2CAF-3B1E-A5FC582C61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10319" y="2236510"/>
                  <a:ext cx="25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A87E4DF-4D9B-F8A4-5711-0E5DB7EAAD2B}"/>
                    </a:ext>
                  </a:extLst>
                </p14:cNvPr>
                <p14:cNvContentPartPr/>
                <p14:nvPr/>
              </p14:nvContentPartPr>
              <p14:xfrm>
                <a:off x="9723919" y="2235790"/>
                <a:ext cx="326520" cy="18072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A87E4DF-4D9B-F8A4-5711-0E5DB7EAAD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17799" y="2229670"/>
                  <a:ext cx="338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51906300-0E07-EE50-C4E8-795235176F50}"/>
                    </a:ext>
                  </a:extLst>
                </p14:cNvPr>
                <p14:cNvContentPartPr/>
                <p14:nvPr/>
              </p14:nvContentPartPr>
              <p14:xfrm>
                <a:off x="9718879" y="2426590"/>
                <a:ext cx="121680" cy="979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51906300-0E07-EE50-C4E8-795235176F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12759" y="2420470"/>
                  <a:ext cx="133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FAB2B720-870E-D7B0-648E-E03F20D847BE}"/>
                    </a:ext>
                  </a:extLst>
                </p14:cNvPr>
                <p14:cNvContentPartPr/>
                <p14:nvPr/>
              </p14:nvContentPartPr>
              <p14:xfrm>
                <a:off x="9954679" y="2484190"/>
                <a:ext cx="135000" cy="2952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FAB2B720-870E-D7B0-648E-E03F20D847B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48559" y="2478070"/>
                  <a:ext cx="147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A16C9B24-6CEB-2E66-68F6-1D7AC5E1B261}"/>
                    </a:ext>
                  </a:extLst>
                </p14:cNvPr>
                <p14:cNvContentPartPr/>
                <p14:nvPr/>
              </p14:nvContentPartPr>
              <p14:xfrm>
                <a:off x="10150519" y="2461150"/>
                <a:ext cx="72360" cy="777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A16C9B24-6CEB-2E66-68F6-1D7AC5E1B2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44399" y="2455030"/>
                  <a:ext cx="8460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20" name="组合 5119">
            <a:extLst>
              <a:ext uri="{FF2B5EF4-FFF2-40B4-BE49-F238E27FC236}">
                <a16:creationId xmlns:a16="http://schemas.microsoft.com/office/drawing/2014/main" id="{6E0EA844-A172-F94D-8A90-26B075081051}"/>
              </a:ext>
            </a:extLst>
          </p:cNvPr>
          <p:cNvGrpSpPr/>
          <p:nvPr/>
        </p:nvGrpSpPr>
        <p:grpSpPr>
          <a:xfrm>
            <a:off x="4531639" y="1633150"/>
            <a:ext cx="2180520" cy="1225440"/>
            <a:chOff x="4531639" y="1633150"/>
            <a:chExt cx="2180520" cy="12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0031599A-DE64-6A37-4B0D-A5F3ABA67980}"/>
                    </a:ext>
                  </a:extLst>
                </p14:cNvPr>
                <p14:cNvContentPartPr/>
                <p14:nvPr/>
              </p14:nvContentPartPr>
              <p14:xfrm>
                <a:off x="4588879" y="1872550"/>
                <a:ext cx="295560" cy="16956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0031599A-DE64-6A37-4B0D-A5F3ABA679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82759" y="1866430"/>
                  <a:ext cx="307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8D9BF4C-E48D-BC68-2462-D874083D7C8E}"/>
                    </a:ext>
                  </a:extLst>
                </p14:cNvPr>
                <p14:cNvContentPartPr/>
                <p14:nvPr/>
              </p14:nvContentPartPr>
              <p14:xfrm>
                <a:off x="4559359" y="1949230"/>
                <a:ext cx="225000" cy="9360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8D9BF4C-E48D-BC68-2462-D874083D7C8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53239" y="1943110"/>
                  <a:ext cx="2372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CA2678B-D056-B9CA-5B6B-B26AE2EFB4E9}"/>
                    </a:ext>
                  </a:extLst>
                </p14:cNvPr>
                <p14:cNvContentPartPr/>
                <p14:nvPr/>
              </p14:nvContentPartPr>
              <p14:xfrm>
                <a:off x="4974079" y="1776790"/>
                <a:ext cx="87120" cy="9792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CA2678B-D056-B9CA-5B6B-B26AE2EFB4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7959" y="1770670"/>
                  <a:ext cx="99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29D445E9-7B6F-849C-E655-E60EF3FBD80F}"/>
                    </a:ext>
                  </a:extLst>
                </p14:cNvPr>
                <p14:cNvContentPartPr/>
                <p14:nvPr/>
              </p14:nvContentPartPr>
              <p14:xfrm>
                <a:off x="4966879" y="1782550"/>
                <a:ext cx="180000" cy="15552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29D445E9-7B6F-849C-E655-E60EF3FBD8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60759" y="1776430"/>
                  <a:ext cx="192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059A9BC6-41DF-A943-2649-B87BE402022D}"/>
                    </a:ext>
                  </a:extLst>
                </p14:cNvPr>
                <p14:cNvContentPartPr/>
                <p14:nvPr/>
              </p14:nvContentPartPr>
              <p14:xfrm>
                <a:off x="5259919" y="1787230"/>
                <a:ext cx="131400" cy="14868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059A9BC6-41DF-A943-2649-B87BE40202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53799" y="1781110"/>
                  <a:ext cx="143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BAD5110F-95FA-9CC7-1C67-D01ACDF2E424}"/>
                    </a:ext>
                  </a:extLst>
                </p14:cNvPr>
                <p14:cNvContentPartPr/>
                <p14:nvPr/>
              </p14:nvContentPartPr>
              <p14:xfrm>
                <a:off x="5400319" y="1719550"/>
                <a:ext cx="137880" cy="11988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BAD5110F-95FA-9CC7-1C67-D01ACDF2E4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94199" y="1713430"/>
                  <a:ext cx="150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DF43C16D-440A-2811-B372-D78C16DF6399}"/>
                    </a:ext>
                  </a:extLst>
                </p14:cNvPr>
                <p14:cNvContentPartPr/>
                <p14:nvPr/>
              </p14:nvContentPartPr>
              <p14:xfrm>
                <a:off x="5463319" y="1776790"/>
                <a:ext cx="24120" cy="11592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DF43C16D-440A-2811-B372-D78C16DF63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57199" y="1770670"/>
                  <a:ext cx="36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88651B1C-D91A-8F84-F02C-D3BA77B50C81}"/>
                    </a:ext>
                  </a:extLst>
                </p14:cNvPr>
                <p14:cNvContentPartPr/>
                <p14:nvPr/>
              </p14:nvContentPartPr>
              <p14:xfrm>
                <a:off x="5509399" y="1777870"/>
                <a:ext cx="215280" cy="9144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88651B1C-D91A-8F84-F02C-D3BA77B50C8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03279" y="1771750"/>
                  <a:ext cx="22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A408C36E-19D3-E658-6C8B-11D5E969280D}"/>
                    </a:ext>
                  </a:extLst>
                </p14:cNvPr>
                <p14:cNvContentPartPr/>
                <p14:nvPr/>
              </p14:nvContentPartPr>
              <p14:xfrm>
                <a:off x="5607319" y="1758790"/>
                <a:ext cx="128880" cy="23076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A408C36E-19D3-E658-6C8B-11D5E96928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01199" y="1752670"/>
                  <a:ext cx="141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933FD17E-8997-B315-E359-FBD896016E02}"/>
                    </a:ext>
                  </a:extLst>
                </p14:cNvPr>
                <p14:cNvContentPartPr/>
                <p14:nvPr/>
              </p14:nvContentPartPr>
              <p14:xfrm>
                <a:off x="5698759" y="1730710"/>
                <a:ext cx="96120" cy="15660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933FD17E-8997-B315-E359-FBD896016E0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92639" y="1724590"/>
                  <a:ext cx="108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74D4C3BA-D21F-9383-FEA8-CC10F8DF55BB}"/>
                    </a:ext>
                  </a:extLst>
                </p14:cNvPr>
                <p14:cNvContentPartPr/>
                <p14:nvPr/>
              </p14:nvContentPartPr>
              <p14:xfrm>
                <a:off x="5888839" y="1663030"/>
                <a:ext cx="199080" cy="22644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74D4C3BA-D21F-9383-FEA8-CC10F8DF55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82719" y="1656910"/>
                  <a:ext cx="211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7D857185-D364-6188-2774-4C91E9D81D3D}"/>
                    </a:ext>
                  </a:extLst>
                </p14:cNvPr>
                <p14:cNvContentPartPr/>
                <p14:nvPr/>
              </p14:nvContentPartPr>
              <p14:xfrm>
                <a:off x="5810719" y="1806310"/>
                <a:ext cx="227880" cy="21492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7D857185-D364-6188-2774-4C91E9D81D3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04599" y="1800190"/>
                  <a:ext cx="240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BDCC7CAD-1401-5A85-0B35-B41BEC78FF77}"/>
                    </a:ext>
                  </a:extLst>
                </p14:cNvPr>
                <p14:cNvContentPartPr/>
                <p14:nvPr/>
              </p14:nvContentPartPr>
              <p14:xfrm>
                <a:off x="5032039" y="1863190"/>
                <a:ext cx="169200" cy="10656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BDCC7CAD-1401-5A85-0B35-B41BEC78FF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25919" y="1857070"/>
                  <a:ext cx="181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CEABC211-C157-901F-0CE2-D05BDCFC1365}"/>
                    </a:ext>
                  </a:extLst>
                </p14:cNvPr>
                <p14:cNvContentPartPr/>
                <p14:nvPr/>
              </p14:nvContentPartPr>
              <p14:xfrm>
                <a:off x="6170719" y="1664110"/>
                <a:ext cx="240480" cy="29196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CEABC211-C157-901F-0CE2-D05BDCFC13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64599" y="1657990"/>
                  <a:ext cx="2527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13AB3B55-0C21-8506-2B43-022DD6856E22}"/>
                    </a:ext>
                  </a:extLst>
                </p14:cNvPr>
                <p14:cNvContentPartPr/>
                <p14:nvPr/>
              </p14:nvContentPartPr>
              <p14:xfrm>
                <a:off x="6094039" y="1633150"/>
                <a:ext cx="151560" cy="26928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13AB3B55-0C21-8506-2B43-022DD6856E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87919" y="1627030"/>
                  <a:ext cx="1638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6101744B-6085-6205-21CD-A8F57D02CC1A}"/>
                    </a:ext>
                  </a:extLst>
                </p14:cNvPr>
                <p14:cNvContentPartPr/>
                <p14:nvPr/>
              </p14:nvContentPartPr>
              <p14:xfrm>
                <a:off x="6107359" y="1701910"/>
                <a:ext cx="59400" cy="1116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6101744B-6085-6205-21CD-A8F57D02CC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01239" y="1695790"/>
                  <a:ext cx="7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D33EC0C5-366E-9642-BB01-39AEB837AC24}"/>
                    </a:ext>
                  </a:extLst>
                </p14:cNvPr>
                <p14:cNvContentPartPr/>
                <p14:nvPr/>
              </p14:nvContentPartPr>
              <p14:xfrm>
                <a:off x="6216799" y="1776790"/>
                <a:ext cx="66600" cy="6084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D33EC0C5-366E-9642-BB01-39AEB837AC2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10679" y="1770670"/>
                  <a:ext cx="78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0A20D9A2-AA81-3233-9F3F-13189FF04B44}"/>
                    </a:ext>
                  </a:extLst>
                </p14:cNvPr>
                <p14:cNvContentPartPr/>
                <p14:nvPr/>
              </p14:nvContentPartPr>
              <p14:xfrm>
                <a:off x="6510199" y="1690390"/>
                <a:ext cx="128160" cy="29592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0A20D9A2-AA81-3233-9F3F-13189FF04B4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04079" y="1684270"/>
                  <a:ext cx="140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B41F16B4-A1F4-BD62-9D6F-147A272C4B01}"/>
                    </a:ext>
                  </a:extLst>
                </p14:cNvPr>
                <p14:cNvContentPartPr/>
                <p14:nvPr/>
              </p14:nvContentPartPr>
              <p14:xfrm>
                <a:off x="6584359" y="1804150"/>
                <a:ext cx="127800" cy="14220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B41F16B4-A1F4-BD62-9D6F-147A272C4B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78239" y="1798030"/>
                  <a:ext cx="140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812CBDA2-E7BB-57F9-DC82-C6FD9EAC8057}"/>
                    </a:ext>
                  </a:extLst>
                </p14:cNvPr>
                <p14:cNvContentPartPr/>
                <p14:nvPr/>
              </p14:nvContentPartPr>
              <p14:xfrm>
                <a:off x="4571599" y="2478430"/>
                <a:ext cx="177840" cy="20628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812CBDA2-E7BB-57F9-DC82-C6FD9EAC80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65479" y="2472310"/>
                  <a:ext cx="190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637A9E69-0E60-2291-8CFE-6D4432F557D3}"/>
                    </a:ext>
                  </a:extLst>
                </p14:cNvPr>
                <p14:cNvContentPartPr/>
                <p14:nvPr/>
              </p14:nvContentPartPr>
              <p14:xfrm>
                <a:off x="4554679" y="2461150"/>
                <a:ext cx="360" cy="5292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637A9E69-0E60-2291-8CFE-6D4432F557D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48559" y="2455030"/>
                  <a:ext cx="12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90855783-0839-0360-2F7A-104ABAEB1B2B}"/>
                    </a:ext>
                  </a:extLst>
                </p14:cNvPr>
                <p14:cNvContentPartPr/>
                <p14:nvPr/>
              </p14:nvContentPartPr>
              <p14:xfrm>
                <a:off x="4531639" y="2457190"/>
                <a:ext cx="121680" cy="6192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90855783-0839-0360-2F7A-104ABAEB1B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25519" y="2451070"/>
                  <a:ext cx="133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7665BDA0-4745-A471-BFCA-7F1D2B7D348B}"/>
                    </a:ext>
                  </a:extLst>
                </p14:cNvPr>
                <p14:cNvContentPartPr/>
                <p14:nvPr/>
              </p14:nvContentPartPr>
              <p14:xfrm>
                <a:off x="4738639" y="2524510"/>
                <a:ext cx="58680" cy="4716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7665BDA0-4745-A471-BFCA-7F1D2B7D34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32519" y="2518390"/>
                  <a:ext cx="70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BCE21B10-3F41-8A61-9E44-6FEBC7FF8996}"/>
                    </a:ext>
                  </a:extLst>
                </p14:cNvPr>
                <p14:cNvContentPartPr/>
                <p14:nvPr/>
              </p14:nvContentPartPr>
              <p14:xfrm>
                <a:off x="4728559" y="2633230"/>
                <a:ext cx="196920" cy="15660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BCE21B10-3F41-8A61-9E44-6FEBC7FF89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22439" y="2627110"/>
                  <a:ext cx="209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45FF39E4-634C-900E-366B-10110F3D6133}"/>
                    </a:ext>
                  </a:extLst>
                </p14:cNvPr>
                <p14:cNvContentPartPr/>
                <p14:nvPr/>
              </p14:nvContentPartPr>
              <p14:xfrm>
                <a:off x="4801999" y="2771830"/>
                <a:ext cx="6120" cy="8676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45FF39E4-634C-900E-366B-10110F3D613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95879" y="2765710"/>
                  <a:ext cx="18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8194B150-AC75-D5DA-AC24-6492639EFCCE}"/>
                    </a:ext>
                  </a:extLst>
                </p14:cNvPr>
                <p14:cNvContentPartPr/>
                <p14:nvPr/>
              </p14:nvContentPartPr>
              <p14:xfrm>
                <a:off x="4801279" y="2743030"/>
                <a:ext cx="98640" cy="6300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8194B150-AC75-D5DA-AC24-6492639EFC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95159" y="2736910"/>
                  <a:ext cx="110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B0DC4B08-11A3-3E68-E3F2-8600BEB18743}"/>
                    </a:ext>
                  </a:extLst>
                </p14:cNvPr>
                <p14:cNvContentPartPr/>
                <p14:nvPr/>
              </p14:nvContentPartPr>
              <p14:xfrm>
                <a:off x="4974079" y="2604790"/>
                <a:ext cx="360" cy="15480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B0DC4B08-11A3-3E68-E3F2-8600BEB1874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67959" y="2598670"/>
                  <a:ext cx="12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7590A586-29E4-7B60-1979-7D097B3EBF83}"/>
                    </a:ext>
                  </a:extLst>
                </p14:cNvPr>
                <p14:cNvContentPartPr/>
                <p14:nvPr/>
              </p14:nvContentPartPr>
              <p14:xfrm>
                <a:off x="5025919" y="2685430"/>
                <a:ext cx="44640" cy="22680"/>
              </p14:xfrm>
            </p:contentPart>
          </mc:Choice>
          <mc:Fallback xmlns=""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7590A586-29E4-7B60-1979-7D097B3EBF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19799" y="2679310"/>
                  <a:ext cx="56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22007E34-685D-E027-302D-09FF7782A506}"/>
                    </a:ext>
                  </a:extLst>
                </p14:cNvPr>
                <p14:cNvContentPartPr/>
                <p14:nvPr/>
              </p14:nvContentPartPr>
              <p14:xfrm>
                <a:off x="5100799" y="2579230"/>
                <a:ext cx="111960" cy="18360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22007E34-685D-E027-302D-09FF7782A50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94679" y="2573110"/>
                  <a:ext cx="124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C63E7849-40B3-72CF-8BE4-EB818E8B7F98}"/>
                    </a:ext>
                  </a:extLst>
                </p14:cNvPr>
                <p14:cNvContentPartPr/>
                <p14:nvPr/>
              </p14:nvContentPartPr>
              <p14:xfrm>
                <a:off x="5215999" y="2703430"/>
                <a:ext cx="73800" cy="2268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C63E7849-40B3-72CF-8BE4-EB818E8B7F9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09879" y="2697310"/>
                  <a:ext cx="86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E7613579-779A-FA95-83C0-8DE491B9C77A}"/>
                    </a:ext>
                  </a:extLst>
                </p14:cNvPr>
                <p14:cNvContentPartPr/>
                <p14:nvPr/>
              </p14:nvContentPartPr>
              <p14:xfrm>
                <a:off x="5118079" y="2684350"/>
                <a:ext cx="6120" cy="9468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E7613579-779A-FA95-83C0-8DE491B9C7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11959" y="2678230"/>
                  <a:ext cx="18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64D604C6-93C0-1F10-FDEC-5CA11822253B}"/>
                    </a:ext>
                  </a:extLst>
                </p14:cNvPr>
                <p14:cNvContentPartPr/>
                <p14:nvPr/>
              </p14:nvContentPartPr>
              <p14:xfrm>
                <a:off x="5112319" y="2789470"/>
                <a:ext cx="154800" cy="17280"/>
              </p14:xfrm>
            </p:contentPart>
          </mc:Choice>
          <mc:Fallback xmlns=""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64D604C6-93C0-1F10-FDEC-5CA1182225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06199" y="2783350"/>
                  <a:ext cx="167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AD5E5FBD-FB33-284B-D817-C10B3C56A9DD}"/>
                    </a:ext>
                  </a:extLst>
                </p14:cNvPr>
                <p14:cNvContentPartPr/>
                <p14:nvPr/>
              </p14:nvContentPartPr>
              <p14:xfrm>
                <a:off x="4879399" y="1989910"/>
                <a:ext cx="267840" cy="545040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AD5E5FBD-FB33-284B-D817-C10B3C56A9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73279" y="1983790"/>
                  <a:ext cx="2800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98485ED5-0990-54B1-57D5-BF3636171292}"/>
                    </a:ext>
                  </a:extLst>
                </p14:cNvPr>
                <p14:cNvContentPartPr/>
                <p14:nvPr/>
              </p14:nvContentPartPr>
              <p14:xfrm>
                <a:off x="4837639" y="2408950"/>
                <a:ext cx="243720" cy="150840"/>
              </p14:xfrm>
            </p:contentPart>
          </mc:Choice>
          <mc:Fallback xmlns=""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98485ED5-0990-54B1-57D5-BF363617129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31519" y="2402830"/>
                  <a:ext cx="25596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121" name="墨迹 5120">
                <a:extLst>
                  <a:ext uri="{FF2B5EF4-FFF2-40B4-BE49-F238E27FC236}">
                    <a16:creationId xmlns:a16="http://schemas.microsoft.com/office/drawing/2014/main" id="{11624140-5D46-23A3-3E95-ED439862CA54}"/>
                  </a:ext>
                </a:extLst>
              </p14:cNvPr>
              <p14:cNvContentPartPr/>
              <p14:nvPr/>
            </p14:nvContentPartPr>
            <p14:xfrm>
              <a:off x="8804479" y="1253350"/>
              <a:ext cx="360" cy="360"/>
            </p14:xfrm>
          </p:contentPart>
        </mc:Choice>
        <mc:Fallback xmlns="">
          <p:pic>
            <p:nvPicPr>
              <p:cNvPr id="5121" name="墨迹 5120">
                <a:extLst>
                  <a:ext uri="{FF2B5EF4-FFF2-40B4-BE49-F238E27FC236}">
                    <a16:creationId xmlns:a16="http://schemas.microsoft.com/office/drawing/2014/main" id="{11624140-5D46-23A3-3E95-ED439862CA5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798359" y="124723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127" name="图片 5126">
            <a:extLst>
              <a:ext uri="{FF2B5EF4-FFF2-40B4-BE49-F238E27FC236}">
                <a16:creationId xmlns:a16="http://schemas.microsoft.com/office/drawing/2014/main" id="{6BDA881E-0419-9E9C-FE89-4315E11DFAFC}"/>
              </a:ext>
            </a:extLst>
          </p:cNvPr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7912902" y="1077500"/>
            <a:ext cx="4150142" cy="602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  <p:bldP spid="8" grpId="0" animBg="1"/>
      <p:bldP spid="5128" grpId="0" animBg="1"/>
      <p:bldP spid="51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4341D70-4277-5B2A-F069-E359AFEDE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/>
              <a:t>§4.3 Newton</a:t>
            </a:r>
            <a:r>
              <a:rPr lang="zh-CN" altLang="en-US"/>
              <a:t>插值多项式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4086DD6-5A65-88CA-4EDD-3031ABF4DA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74826" y="1196975"/>
            <a:ext cx="8435975" cy="4751388"/>
          </a:xfrm>
        </p:spPr>
        <p:txBody>
          <a:bodyPr/>
          <a:lstStyle/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1. </a:t>
            </a:r>
            <a:r>
              <a:rPr lang="zh-CN" altLang="en-US"/>
              <a:t>定义</a:t>
            </a:r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CE21D36D-B5E8-3257-972C-F3DD469CACE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495550" y="1628775"/>
          <a:ext cx="7848600" cy="456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13200" imgH="2476500" progId="Equation.3">
                  <p:embed/>
                </p:oleObj>
              </mc:Choice>
              <mc:Fallback>
                <p:oleObj name="公式" r:id="rId2" imgW="4013200" imgH="2476500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CE21D36D-B5E8-3257-972C-F3DD469CA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628775"/>
                        <a:ext cx="7848600" cy="456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AutoShape 5">
            <a:extLst>
              <a:ext uri="{FF2B5EF4-FFF2-40B4-BE49-F238E27FC236}">
                <a16:creationId xmlns:a16="http://schemas.microsoft.com/office/drawing/2014/main" id="{7B016821-0C9F-BF10-3A43-AD55B75F7B39}"/>
              </a:ext>
            </a:extLst>
          </p:cNvPr>
          <p:cNvSpPr>
            <a:spLocks/>
          </p:cNvSpPr>
          <p:nvPr/>
        </p:nvSpPr>
        <p:spPr bwMode="auto">
          <a:xfrm>
            <a:off x="9048751" y="2636838"/>
            <a:ext cx="1357313" cy="800100"/>
          </a:xfrm>
          <a:prstGeom prst="borderCallout2">
            <a:avLst>
              <a:gd name="adj1" fmla="val 101407"/>
              <a:gd name="adj2" fmla="val 51162"/>
              <a:gd name="adj3" fmla="val 150315"/>
              <a:gd name="adj4" fmla="val 52352"/>
              <a:gd name="adj5" fmla="val 152167"/>
              <a:gd name="adj6" fmla="val 50833"/>
            </a:avLst>
          </a:prstGeom>
          <a:solidFill>
            <a:srgbClr val="00CCFF"/>
          </a:solidFill>
          <a:ln w="158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2200" u="none"/>
              <a:t>一阶差商的差商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BF125C76-961C-49B1-DB81-26DD63E9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差商表</a:t>
            </a:r>
          </a:p>
        </p:txBody>
      </p:sp>
      <p:graphicFrame>
        <p:nvGraphicFramePr>
          <p:cNvPr id="8" name="Group 91">
            <a:extLst>
              <a:ext uri="{FF2B5EF4-FFF2-40B4-BE49-F238E27FC236}">
                <a16:creationId xmlns:a16="http://schemas.microsoft.com/office/drawing/2014/main" id="{A37E703C-47EA-25B4-AD3D-EF991EC7FB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62200" y="1143001"/>
          <a:ext cx="7634288" cy="4692651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书宋简体" pitchFamily="2" charset="-122"/>
                        </a:rPr>
                        <a:t>零阶差商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书宋简体" pitchFamily="2" charset="-122"/>
                        </a:rPr>
                        <a:t>一阶差商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书宋简体" pitchFamily="2" charset="-122"/>
                        </a:rPr>
                        <a:t>二阶差商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书宋简体" pitchFamily="2" charset="-122"/>
                        </a:rPr>
                        <a:t>乘积因子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…….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167" name="组合 48">
            <a:extLst>
              <a:ext uri="{FF2B5EF4-FFF2-40B4-BE49-F238E27FC236}">
                <a16:creationId xmlns:a16="http://schemas.microsoft.com/office/drawing/2014/main" id="{BAF7A1FC-DD28-CA42-EAE1-2222587DEB4C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447801"/>
            <a:ext cx="6850063" cy="4176713"/>
            <a:chOff x="1371600" y="1447800"/>
            <a:chExt cx="6850063" cy="4176713"/>
          </a:xfrm>
        </p:grpSpPr>
        <p:graphicFrame>
          <p:nvGraphicFramePr>
            <p:cNvPr id="5168" name="Object 47">
              <a:extLst>
                <a:ext uri="{FF2B5EF4-FFF2-40B4-BE49-F238E27FC236}">
                  <a16:creationId xmlns:a16="http://schemas.microsoft.com/office/drawing/2014/main" id="{748CDC68-8C62-8003-AA41-F4E5274A6B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1600" y="1447800"/>
            <a:ext cx="288925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5028" imgH="228501" progId="Equation.DSMT4">
                    <p:embed/>
                  </p:oleObj>
                </mc:Choice>
                <mc:Fallback>
                  <p:oleObj name="Equation" r:id="rId2" imgW="165028" imgH="228501" progId="Equation.DSMT4">
                    <p:embed/>
                    <p:pic>
                      <p:nvPicPr>
                        <p:cNvPr id="5168" name="Object 47">
                          <a:extLst>
                            <a:ext uri="{FF2B5EF4-FFF2-40B4-BE49-F238E27FC236}">
                              <a16:creationId xmlns:a16="http://schemas.microsoft.com/office/drawing/2014/main" id="{748CDC68-8C62-8003-AA41-F4E5274A6B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15590" b="15590"/>
                        <a:stretch>
                          <a:fillRect/>
                        </a:stretch>
                      </p:blipFill>
                      <p:spPr bwMode="auto">
                        <a:xfrm>
                          <a:off x="1371600" y="1447800"/>
                          <a:ext cx="288925" cy="288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9" name="Rectangle 48">
              <a:extLst>
                <a:ext uri="{FF2B5EF4-FFF2-40B4-BE49-F238E27FC236}">
                  <a16:creationId xmlns:a16="http://schemas.microsoft.com/office/drawing/2014/main" id="{68909D27-7AD9-F42C-2440-013BBF8A7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5150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70" name="Object 49">
              <a:extLst>
                <a:ext uri="{FF2B5EF4-FFF2-40B4-BE49-F238E27FC236}">
                  <a16:creationId xmlns:a16="http://schemas.microsoft.com/office/drawing/2014/main" id="{ADFB641B-8272-DF27-90CB-5DA8D28E3F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800" y="2286000"/>
            <a:ext cx="233363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5028" imgH="228501" progId="Equation.DSMT4">
                    <p:embed/>
                  </p:oleObj>
                </mc:Choice>
                <mc:Fallback>
                  <p:oleObj name="Equation" r:id="rId4" imgW="165028" imgH="228501" progId="Equation.DSMT4">
                    <p:embed/>
                    <p:pic>
                      <p:nvPicPr>
                        <p:cNvPr id="5170" name="Object 49">
                          <a:extLst>
                            <a:ext uri="{FF2B5EF4-FFF2-40B4-BE49-F238E27FC236}">
                              <a16:creationId xmlns:a16="http://schemas.microsoft.com/office/drawing/2014/main" id="{ADFB641B-8272-DF27-90CB-5DA8D28E3F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2286000"/>
                          <a:ext cx="233363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1" name="Rectangle 50">
              <a:extLst>
                <a:ext uri="{FF2B5EF4-FFF2-40B4-BE49-F238E27FC236}">
                  <a16:creationId xmlns:a16="http://schemas.microsoft.com/office/drawing/2014/main" id="{2A6D12E6-59AF-5C89-09BF-F5CDC4EC9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038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72" name="Object 51">
              <a:extLst>
                <a:ext uri="{FF2B5EF4-FFF2-40B4-BE49-F238E27FC236}">
                  <a16:creationId xmlns:a16="http://schemas.microsoft.com/office/drawing/2014/main" id="{BA8C66B8-BEB6-A181-648B-E3AD9C3C1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800" y="3048000"/>
            <a:ext cx="230188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334" imgH="228501" progId="Equation.DSMT4">
                    <p:embed/>
                  </p:oleObj>
                </mc:Choice>
                <mc:Fallback>
                  <p:oleObj name="Equation" r:id="rId6" imgW="152334" imgH="228501" progId="Equation.DSMT4">
                    <p:embed/>
                    <p:pic>
                      <p:nvPicPr>
                        <p:cNvPr id="5172" name="Object 51">
                          <a:extLst>
                            <a:ext uri="{FF2B5EF4-FFF2-40B4-BE49-F238E27FC236}">
                              <a16:creationId xmlns:a16="http://schemas.microsoft.com/office/drawing/2014/main" id="{BA8C66B8-BEB6-A181-648B-E3AD9C3C15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3048000"/>
                          <a:ext cx="230188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3" name="Rectangle 52">
              <a:extLst>
                <a:ext uri="{FF2B5EF4-FFF2-40B4-BE49-F238E27FC236}">
                  <a16:creationId xmlns:a16="http://schemas.microsoft.com/office/drawing/2014/main" id="{1137921D-4E15-F451-D782-FACB888BF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038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74" name="Rectangle 53">
              <a:extLst>
                <a:ext uri="{FF2B5EF4-FFF2-40B4-BE49-F238E27FC236}">
                  <a16:creationId xmlns:a16="http://schemas.microsoft.com/office/drawing/2014/main" id="{094D6A27-F727-E2A3-0743-DDA9CFA72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5150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75" name="Object 54">
              <a:extLst>
                <a:ext uri="{FF2B5EF4-FFF2-40B4-BE49-F238E27FC236}">
                  <a16:creationId xmlns:a16="http://schemas.microsoft.com/office/drawing/2014/main" id="{54659623-37DB-E699-E46E-87AE32BBBF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800" y="3733800"/>
            <a:ext cx="223838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5028" imgH="228501" progId="Equation.DSMT4">
                    <p:embed/>
                  </p:oleObj>
                </mc:Choice>
                <mc:Fallback>
                  <p:oleObj name="Equation" r:id="rId8" imgW="165028" imgH="228501" progId="Equation.DSMT4">
                    <p:embed/>
                    <p:pic>
                      <p:nvPicPr>
                        <p:cNvPr id="5175" name="Object 54">
                          <a:extLst>
                            <a:ext uri="{FF2B5EF4-FFF2-40B4-BE49-F238E27FC236}">
                              <a16:creationId xmlns:a16="http://schemas.microsoft.com/office/drawing/2014/main" id="{54659623-37DB-E699-E46E-87AE32BBBF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3733800"/>
                          <a:ext cx="223838" cy="320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6" name="Rectangle 55">
              <a:extLst>
                <a:ext uri="{FF2B5EF4-FFF2-40B4-BE49-F238E27FC236}">
                  <a16:creationId xmlns:a16="http://schemas.microsoft.com/office/drawing/2014/main" id="{ADBBAFEE-6202-634A-9271-7D311346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5150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77" name="Object 56">
              <a:extLst>
                <a:ext uri="{FF2B5EF4-FFF2-40B4-BE49-F238E27FC236}">
                  <a16:creationId xmlns:a16="http://schemas.microsoft.com/office/drawing/2014/main" id="{6633E9F7-A115-B5F2-B7C0-9DD96915FC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1600" y="4572000"/>
            <a:ext cx="233363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5028" imgH="228501" progId="Equation.DSMT4">
                    <p:embed/>
                  </p:oleObj>
                </mc:Choice>
                <mc:Fallback>
                  <p:oleObj name="Equation" r:id="rId10" imgW="165028" imgH="228501" progId="Equation.DSMT4">
                    <p:embed/>
                    <p:pic>
                      <p:nvPicPr>
                        <p:cNvPr id="5177" name="Object 56">
                          <a:extLst>
                            <a:ext uri="{FF2B5EF4-FFF2-40B4-BE49-F238E27FC236}">
                              <a16:creationId xmlns:a16="http://schemas.microsoft.com/office/drawing/2014/main" id="{6633E9F7-A115-B5F2-B7C0-9DD96915FC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600" y="4572000"/>
                          <a:ext cx="233363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8" name="Rectangle 58">
              <a:extLst>
                <a:ext uri="{FF2B5EF4-FFF2-40B4-BE49-F238E27FC236}">
                  <a16:creationId xmlns:a16="http://schemas.microsoft.com/office/drawing/2014/main" id="{000B4E95-A957-0C07-EABC-923AB9B01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991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79" name="Object 59">
              <a:extLst>
                <a:ext uri="{FF2B5EF4-FFF2-40B4-BE49-F238E27FC236}">
                  <a16:creationId xmlns:a16="http://schemas.microsoft.com/office/drawing/2014/main" id="{EDC9AEDC-BA3A-9172-B528-655E90C5AA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1000" y="5334000"/>
            <a:ext cx="122238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6035" imgH="177415" progId="Equation.DSMT4">
                    <p:embed/>
                  </p:oleObj>
                </mc:Choice>
                <mc:Fallback>
                  <p:oleObj name="Equation" r:id="rId12" imgW="76035" imgH="177415" progId="Equation.DSMT4">
                    <p:embed/>
                    <p:pic>
                      <p:nvPicPr>
                        <p:cNvPr id="5179" name="Object 59">
                          <a:extLst>
                            <a:ext uri="{FF2B5EF4-FFF2-40B4-BE49-F238E27FC236}">
                              <a16:creationId xmlns:a16="http://schemas.microsoft.com/office/drawing/2014/main" id="{EDC9AEDC-BA3A-9172-B528-655E90C5AA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5334000"/>
                          <a:ext cx="122238" cy="290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0" name="Rectangle 60">
              <a:extLst>
                <a:ext uri="{FF2B5EF4-FFF2-40B4-BE49-F238E27FC236}">
                  <a16:creationId xmlns:a16="http://schemas.microsoft.com/office/drawing/2014/main" id="{12000CB3-6705-EF38-C204-ED2544B5A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991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81" name="Object 61">
              <a:extLst>
                <a:ext uri="{FF2B5EF4-FFF2-40B4-BE49-F238E27FC236}">
                  <a16:creationId xmlns:a16="http://schemas.microsoft.com/office/drawing/2014/main" id="{AE6A5EBB-43A2-0A9E-48E6-706E05EE88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9400" y="5334000"/>
            <a:ext cx="122238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6035" imgH="177415" progId="Equation.DSMT4">
                    <p:embed/>
                  </p:oleObj>
                </mc:Choice>
                <mc:Fallback>
                  <p:oleObj name="Equation" r:id="rId14" imgW="76035" imgH="177415" progId="Equation.DSMT4">
                    <p:embed/>
                    <p:pic>
                      <p:nvPicPr>
                        <p:cNvPr id="5181" name="Object 61">
                          <a:extLst>
                            <a:ext uri="{FF2B5EF4-FFF2-40B4-BE49-F238E27FC236}">
                              <a16:creationId xmlns:a16="http://schemas.microsoft.com/office/drawing/2014/main" id="{AE6A5EBB-43A2-0A9E-48E6-706E05EE88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400" y="5334000"/>
                          <a:ext cx="122238" cy="290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2" name="Rectangle 62">
              <a:extLst>
                <a:ext uri="{FF2B5EF4-FFF2-40B4-BE49-F238E27FC236}">
                  <a16:creationId xmlns:a16="http://schemas.microsoft.com/office/drawing/2014/main" id="{50438E94-297F-7123-4CC9-0207B110F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991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83" name="Object 63">
              <a:extLst>
                <a:ext uri="{FF2B5EF4-FFF2-40B4-BE49-F238E27FC236}">
                  <a16:creationId xmlns:a16="http://schemas.microsoft.com/office/drawing/2014/main" id="{2885A392-EC3A-6DA7-D563-821490B922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800" y="5334000"/>
            <a:ext cx="122238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6035" imgH="177415" progId="Equation.DSMT4">
                    <p:embed/>
                  </p:oleObj>
                </mc:Choice>
                <mc:Fallback>
                  <p:oleObj name="Equation" r:id="rId15" imgW="76035" imgH="177415" progId="Equation.DSMT4">
                    <p:embed/>
                    <p:pic>
                      <p:nvPicPr>
                        <p:cNvPr id="5183" name="Object 63">
                          <a:extLst>
                            <a:ext uri="{FF2B5EF4-FFF2-40B4-BE49-F238E27FC236}">
                              <a16:creationId xmlns:a16="http://schemas.microsoft.com/office/drawing/2014/main" id="{2885A392-EC3A-6DA7-D563-821490B922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5334000"/>
                          <a:ext cx="122238" cy="290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4" name="Rectangle 64">
              <a:extLst>
                <a:ext uri="{FF2B5EF4-FFF2-40B4-BE49-F238E27FC236}">
                  <a16:creationId xmlns:a16="http://schemas.microsoft.com/office/drawing/2014/main" id="{CCE08964-336C-450D-6A0D-0FB1E691A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991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85" name="Object 65">
              <a:extLst>
                <a:ext uri="{FF2B5EF4-FFF2-40B4-BE49-F238E27FC236}">
                  <a16:creationId xmlns:a16="http://schemas.microsoft.com/office/drawing/2014/main" id="{829E02E5-6BED-079E-A53B-FFD2069F23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67600" y="5334000"/>
            <a:ext cx="122238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6035" imgH="177415" progId="Equation.DSMT4">
                    <p:embed/>
                  </p:oleObj>
                </mc:Choice>
                <mc:Fallback>
                  <p:oleObj name="Equation" r:id="rId16" imgW="76035" imgH="177415" progId="Equation.DSMT4">
                    <p:embed/>
                    <p:pic>
                      <p:nvPicPr>
                        <p:cNvPr id="5185" name="Object 65">
                          <a:extLst>
                            <a:ext uri="{FF2B5EF4-FFF2-40B4-BE49-F238E27FC236}">
                              <a16:creationId xmlns:a16="http://schemas.microsoft.com/office/drawing/2014/main" id="{829E02E5-6BED-079E-A53B-FFD2069F23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7600" y="5334000"/>
                          <a:ext cx="122238" cy="290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6" name="Object 66">
              <a:extLst>
                <a:ext uri="{FF2B5EF4-FFF2-40B4-BE49-F238E27FC236}">
                  <a16:creationId xmlns:a16="http://schemas.microsoft.com/office/drawing/2014/main" id="{1ACB4E76-7F8E-E1CF-A6EE-1F4C0646C1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5000" y="5334000"/>
            <a:ext cx="122238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76035" imgH="177415" progId="Equation.DSMT4">
                    <p:embed/>
                  </p:oleObj>
                </mc:Choice>
                <mc:Fallback>
                  <p:oleObj name="Equation" r:id="rId17" imgW="76035" imgH="177415" progId="Equation.DSMT4">
                    <p:embed/>
                    <p:pic>
                      <p:nvPicPr>
                        <p:cNvPr id="5186" name="Object 66">
                          <a:extLst>
                            <a:ext uri="{FF2B5EF4-FFF2-40B4-BE49-F238E27FC236}">
                              <a16:creationId xmlns:a16="http://schemas.microsoft.com/office/drawing/2014/main" id="{1ACB4E76-7F8E-E1CF-A6EE-1F4C0646C1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0" y="5334000"/>
                          <a:ext cx="122238" cy="290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7" name="Rectangle 68">
              <a:extLst>
                <a:ext uri="{FF2B5EF4-FFF2-40B4-BE49-F238E27FC236}">
                  <a16:creationId xmlns:a16="http://schemas.microsoft.com/office/drawing/2014/main" id="{C4FB525D-2A38-9A2E-C4B1-87F2E5D0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1943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88" name="Object 69">
              <a:extLst>
                <a:ext uri="{FF2B5EF4-FFF2-40B4-BE49-F238E27FC236}">
                  <a16:creationId xmlns:a16="http://schemas.microsoft.com/office/drawing/2014/main" id="{90495664-0F51-DD71-6FB8-22DCF077B1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800" y="2362200"/>
            <a:ext cx="5032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93529" imgH="228501" progId="Equation.DSMT4">
                    <p:embed/>
                  </p:oleObj>
                </mc:Choice>
                <mc:Fallback>
                  <p:oleObj name="Equation" r:id="rId18" imgW="393529" imgH="228501" progId="Equation.DSMT4">
                    <p:embed/>
                    <p:pic>
                      <p:nvPicPr>
                        <p:cNvPr id="5188" name="Object 69">
                          <a:extLst>
                            <a:ext uri="{FF2B5EF4-FFF2-40B4-BE49-F238E27FC236}">
                              <a16:creationId xmlns:a16="http://schemas.microsoft.com/office/drawing/2014/main" id="{90495664-0F51-DD71-6FB8-22DCF077B1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2362200"/>
                          <a:ext cx="503238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9" name="Rectangle 70">
              <a:extLst>
                <a:ext uri="{FF2B5EF4-FFF2-40B4-BE49-F238E27FC236}">
                  <a16:creationId xmlns:a16="http://schemas.microsoft.com/office/drawing/2014/main" id="{AA43C65A-4380-FF86-5D12-6A0986B20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1943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90" name="Object 71">
              <a:extLst>
                <a:ext uri="{FF2B5EF4-FFF2-40B4-BE49-F238E27FC236}">
                  <a16:creationId xmlns:a16="http://schemas.microsoft.com/office/drawing/2014/main" id="{6859B650-6DA1-0AAD-B80B-40172E8E8B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800" y="3048000"/>
            <a:ext cx="522288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81000" imgH="228600" progId="Equation.DSMT4">
                    <p:embed/>
                  </p:oleObj>
                </mc:Choice>
                <mc:Fallback>
                  <p:oleObj name="Equation" r:id="rId20" imgW="381000" imgH="228600" progId="Equation.DSMT4">
                    <p:embed/>
                    <p:pic>
                      <p:nvPicPr>
                        <p:cNvPr id="5190" name="Object 71">
                          <a:extLst>
                            <a:ext uri="{FF2B5EF4-FFF2-40B4-BE49-F238E27FC236}">
                              <a16:creationId xmlns:a16="http://schemas.microsoft.com/office/drawing/2014/main" id="{6859B650-6DA1-0AAD-B80B-40172E8E8B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3048000"/>
                          <a:ext cx="522288" cy="306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1" name="Rectangle 72">
              <a:extLst>
                <a:ext uri="{FF2B5EF4-FFF2-40B4-BE49-F238E27FC236}">
                  <a16:creationId xmlns:a16="http://schemas.microsoft.com/office/drawing/2014/main" id="{AAA82A7C-C942-98DF-7F39-2E72E2E13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1943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92" name="Object 73">
              <a:extLst>
                <a:ext uri="{FF2B5EF4-FFF2-40B4-BE49-F238E27FC236}">
                  <a16:creationId xmlns:a16="http://schemas.microsoft.com/office/drawing/2014/main" id="{3EA462A0-D3B7-249D-0DC0-0EE95A9DF5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0800" y="3810000"/>
            <a:ext cx="5032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93529" imgH="228501" progId="Equation.DSMT4">
                    <p:embed/>
                  </p:oleObj>
                </mc:Choice>
                <mc:Fallback>
                  <p:oleObj name="Equation" r:id="rId22" imgW="393529" imgH="228501" progId="Equation.DSMT4">
                    <p:embed/>
                    <p:pic>
                      <p:nvPicPr>
                        <p:cNvPr id="5192" name="Object 73">
                          <a:extLst>
                            <a:ext uri="{FF2B5EF4-FFF2-40B4-BE49-F238E27FC236}">
                              <a16:creationId xmlns:a16="http://schemas.microsoft.com/office/drawing/2014/main" id="{3EA462A0-D3B7-249D-0DC0-0EE95A9DF5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3810000"/>
                          <a:ext cx="503238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3" name="Rectangle 74">
              <a:extLst>
                <a:ext uri="{FF2B5EF4-FFF2-40B4-BE49-F238E27FC236}">
                  <a16:creationId xmlns:a16="http://schemas.microsoft.com/office/drawing/2014/main" id="{AF0AAAC4-1FFB-540C-5E18-3033BAC42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991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94" name="Object 75">
              <a:extLst>
                <a:ext uri="{FF2B5EF4-FFF2-40B4-BE49-F238E27FC236}">
                  <a16:creationId xmlns:a16="http://schemas.microsoft.com/office/drawing/2014/main" id="{C7A43D4D-520B-FE59-D677-A1FD2CE33F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4600" y="4572000"/>
            <a:ext cx="547688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93529" imgH="228501" progId="Equation.DSMT4">
                    <p:embed/>
                  </p:oleObj>
                </mc:Choice>
                <mc:Fallback>
                  <p:oleObj name="Equation" r:id="rId24" imgW="393529" imgH="228501" progId="Equation.DSMT4">
                    <p:embed/>
                    <p:pic>
                      <p:nvPicPr>
                        <p:cNvPr id="5194" name="Object 75">
                          <a:extLst>
                            <a:ext uri="{FF2B5EF4-FFF2-40B4-BE49-F238E27FC236}">
                              <a16:creationId xmlns:a16="http://schemas.microsoft.com/office/drawing/2014/main" id="{C7A43D4D-520B-FE59-D677-A1FD2CE33F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4572000"/>
                          <a:ext cx="547688" cy="32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5" name="Rectangle 76">
              <a:extLst>
                <a:ext uri="{FF2B5EF4-FFF2-40B4-BE49-F238E27FC236}">
                  <a16:creationId xmlns:a16="http://schemas.microsoft.com/office/drawing/2014/main" id="{22C443C3-2DE5-936C-36CB-4D769BBEB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14675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96" name="Object 77">
              <a:extLst>
                <a:ext uri="{FF2B5EF4-FFF2-40B4-BE49-F238E27FC236}">
                  <a16:creationId xmlns:a16="http://schemas.microsoft.com/office/drawing/2014/main" id="{4566C19D-EA14-72B8-AF1D-2EA5C21EC0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0000" y="3048000"/>
            <a:ext cx="7556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45863" imgH="228501" progId="Equation.DSMT4">
                    <p:embed/>
                  </p:oleObj>
                </mc:Choice>
                <mc:Fallback>
                  <p:oleObj name="Equation" r:id="rId26" imgW="545863" imgH="228501" progId="Equation.DSMT4">
                    <p:embed/>
                    <p:pic>
                      <p:nvPicPr>
                        <p:cNvPr id="5196" name="Object 77">
                          <a:extLst>
                            <a:ext uri="{FF2B5EF4-FFF2-40B4-BE49-F238E27FC236}">
                              <a16:creationId xmlns:a16="http://schemas.microsoft.com/office/drawing/2014/main" id="{4566C19D-EA14-72B8-AF1D-2EA5C21EC0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0" y="3048000"/>
                          <a:ext cx="75565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7" name="Rectangle 78">
              <a:extLst>
                <a:ext uri="{FF2B5EF4-FFF2-40B4-BE49-F238E27FC236}">
                  <a16:creationId xmlns:a16="http://schemas.microsoft.com/office/drawing/2014/main" id="{AC1E5758-8721-678A-BB66-D3A646C3F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9913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98" name="Object 79">
              <a:extLst>
                <a:ext uri="{FF2B5EF4-FFF2-40B4-BE49-F238E27FC236}">
                  <a16:creationId xmlns:a16="http://schemas.microsoft.com/office/drawing/2014/main" id="{6A8B8C92-29E4-4BCE-FC57-F702EDBDFF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0000" y="3810000"/>
            <a:ext cx="784225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58800" imgH="228600" progId="Equation.DSMT4">
                    <p:embed/>
                  </p:oleObj>
                </mc:Choice>
                <mc:Fallback>
                  <p:oleObj name="Equation" r:id="rId28" imgW="558800" imgH="228600" progId="Equation.DSMT4">
                    <p:embed/>
                    <p:pic>
                      <p:nvPicPr>
                        <p:cNvPr id="5198" name="Object 79">
                          <a:extLst>
                            <a:ext uri="{FF2B5EF4-FFF2-40B4-BE49-F238E27FC236}">
                              <a16:creationId xmlns:a16="http://schemas.microsoft.com/office/drawing/2014/main" id="{6A8B8C92-29E4-4BCE-FC57-F702EDBDFF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0" y="3810000"/>
                          <a:ext cx="784225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9" name="Rectangle 80">
              <a:extLst>
                <a:ext uri="{FF2B5EF4-FFF2-40B4-BE49-F238E27FC236}">
                  <a16:creationId xmlns:a16="http://schemas.microsoft.com/office/drawing/2014/main" id="{F6F09C18-812E-E827-224F-45479F846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038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00" name="Object 81">
              <a:extLst>
                <a:ext uri="{FF2B5EF4-FFF2-40B4-BE49-F238E27FC236}">
                  <a16:creationId xmlns:a16="http://schemas.microsoft.com/office/drawing/2014/main" id="{1CEE7010-5D5D-B376-F61D-C6C97C0667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0000" y="4572000"/>
            <a:ext cx="766763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58800" imgH="228600" progId="Equation.DSMT4">
                    <p:embed/>
                  </p:oleObj>
                </mc:Choice>
                <mc:Fallback>
                  <p:oleObj name="Equation" r:id="rId30" imgW="558800" imgH="228600" progId="Equation.DSMT4">
                    <p:embed/>
                    <p:pic>
                      <p:nvPicPr>
                        <p:cNvPr id="5200" name="Object 81">
                          <a:extLst>
                            <a:ext uri="{FF2B5EF4-FFF2-40B4-BE49-F238E27FC236}">
                              <a16:creationId xmlns:a16="http://schemas.microsoft.com/office/drawing/2014/main" id="{1CEE7010-5D5D-B376-F61D-C6C97C0667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0" y="4572000"/>
                          <a:ext cx="766763" cy="30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1" name="Rectangle 82">
              <a:extLst>
                <a:ext uri="{FF2B5EF4-FFF2-40B4-BE49-F238E27FC236}">
                  <a16:creationId xmlns:a16="http://schemas.microsoft.com/office/drawing/2014/main" id="{2996DB56-D2A5-A6EE-71EB-C44FD56B8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1943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02" name="Object 83">
              <a:extLst>
                <a:ext uri="{FF2B5EF4-FFF2-40B4-BE49-F238E27FC236}">
                  <a16:creationId xmlns:a16="http://schemas.microsoft.com/office/drawing/2014/main" id="{CE9E889A-9BD6-E7D5-301A-842AB6D8A9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57800" y="3810000"/>
            <a:ext cx="971550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736600" imgH="228600" progId="Equation.DSMT4">
                    <p:embed/>
                  </p:oleObj>
                </mc:Choice>
                <mc:Fallback>
                  <p:oleObj name="Equation" r:id="rId32" imgW="736600" imgH="228600" progId="Equation.DSMT4">
                    <p:embed/>
                    <p:pic>
                      <p:nvPicPr>
                        <p:cNvPr id="5202" name="Object 83">
                          <a:extLst>
                            <a:ext uri="{FF2B5EF4-FFF2-40B4-BE49-F238E27FC236}">
                              <a16:creationId xmlns:a16="http://schemas.microsoft.com/office/drawing/2014/main" id="{CE9E889A-9BD6-E7D5-301A-842AB6D8A9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3810000"/>
                          <a:ext cx="971550" cy="306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3" name="Rectangle 84">
              <a:extLst>
                <a:ext uri="{FF2B5EF4-FFF2-40B4-BE49-F238E27FC236}">
                  <a16:creationId xmlns:a16="http://schemas.microsoft.com/office/drawing/2014/main" id="{B6EFFF11-D2E1-E83B-DCD0-4E289DFB8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038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04" name="Object 85">
              <a:extLst>
                <a:ext uri="{FF2B5EF4-FFF2-40B4-BE49-F238E27FC236}">
                  <a16:creationId xmlns:a16="http://schemas.microsoft.com/office/drawing/2014/main" id="{93ED9FF7-C43F-3D73-7438-8693619323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57800" y="4495800"/>
            <a:ext cx="1003300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736600" imgH="228600" progId="Equation.DSMT4">
                    <p:embed/>
                  </p:oleObj>
                </mc:Choice>
                <mc:Fallback>
                  <p:oleObj name="Equation" r:id="rId34" imgW="736600" imgH="228600" progId="Equation.DSMT4">
                    <p:embed/>
                    <p:pic>
                      <p:nvPicPr>
                        <p:cNvPr id="5204" name="Object 85">
                          <a:extLst>
                            <a:ext uri="{FF2B5EF4-FFF2-40B4-BE49-F238E27FC236}">
                              <a16:creationId xmlns:a16="http://schemas.microsoft.com/office/drawing/2014/main" id="{93ED9FF7-C43F-3D73-7438-8693619323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4495800"/>
                          <a:ext cx="1003300" cy="30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5" name="Rectangle 86">
              <a:extLst>
                <a:ext uri="{FF2B5EF4-FFF2-40B4-BE49-F238E27FC236}">
                  <a16:creationId xmlns:a16="http://schemas.microsoft.com/office/drawing/2014/main" id="{6247864A-7EDC-2AD8-735F-432843509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925" y="310038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342900" indent="-3429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06" name="Object 88">
              <a:extLst>
                <a:ext uri="{FF2B5EF4-FFF2-40B4-BE49-F238E27FC236}">
                  <a16:creationId xmlns:a16="http://schemas.microsoft.com/office/drawing/2014/main" id="{FA36B007-86F2-7802-601B-95809586C7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56450" y="3048000"/>
            <a:ext cx="684213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495085" imgH="228501" progId="Equation.DSMT4">
                    <p:embed/>
                  </p:oleObj>
                </mc:Choice>
                <mc:Fallback>
                  <p:oleObj name="Equation" r:id="rId36" imgW="495085" imgH="228501" progId="Equation.DSMT4">
                    <p:embed/>
                    <p:pic>
                      <p:nvPicPr>
                        <p:cNvPr id="5206" name="Object 88">
                          <a:extLst>
                            <a:ext uri="{FF2B5EF4-FFF2-40B4-BE49-F238E27FC236}">
                              <a16:creationId xmlns:a16="http://schemas.microsoft.com/office/drawing/2014/main" id="{FA36B007-86F2-7802-601B-95809586C7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6450" y="3048000"/>
                          <a:ext cx="684213" cy="30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07" name="Object 89">
              <a:extLst>
                <a:ext uri="{FF2B5EF4-FFF2-40B4-BE49-F238E27FC236}">
                  <a16:creationId xmlns:a16="http://schemas.microsoft.com/office/drawing/2014/main" id="{9A079BCA-B64B-8EEB-49A2-908FFD59A4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40550" y="3810000"/>
            <a:ext cx="1281113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927100" imgH="228600" progId="Equation.DSMT4">
                    <p:embed/>
                  </p:oleObj>
                </mc:Choice>
                <mc:Fallback>
                  <p:oleObj name="Equation" r:id="rId38" imgW="927100" imgH="228600" progId="Equation.DSMT4">
                    <p:embed/>
                    <p:pic>
                      <p:nvPicPr>
                        <p:cNvPr id="5207" name="Object 89">
                          <a:extLst>
                            <a:ext uri="{FF2B5EF4-FFF2-40B4-BE49-F238E27FC236}">
                              <a16:creationId xmlns:a16="http://schemas.microsoft.com/office/drawing/2014/main" id="{9A079BCA-B64B-8EEB-49A2-908FFD59A4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0550" y="3810000"/>
                          <a:ext cx="1281113" cy="30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6">
            <a:extLst>
              <a:ext uri="{FF2B5EF4-FFF2-40B4-BE49-F238E27FC236}">
                <a16:creationId xmlns:a16="http://schemas.microsoft.com/office/drawing/2014/main" id="{C963209E-9F2F-17E6-6ADA-553A2EB6F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63726"/>
            <a:ext cx="7620000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）    </a:t>
            </a:r>
            <a:r>
              <a:rPr lang="en-US" altLang="zh-CN" sz="2400" i="1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阶差商                        是函数值                           的线性组合，即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400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 u="none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）   </a:t>
            </a:r>
            <a:r>
              <a:rPr kumimoji="1"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差商具有对称性：任意改变节点的次序差商值不变。例如 </a:t>
            </a:r>
            <a:r>
              <a:rPr kumimoji="1" lang="en-US" altLang="zh-CN" sz="2400" i="1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[0,2,4]</a:t>
            </a:r>
            <a:r>
              <a:rPr kumimoji="1" lang="en-US" altLang="zh-CN" sz="2400" i="1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 = f</a:t>
            </a:r>
            <a:r>
              <a:rPr kumimoji="1" lang="en-US" altLang="zh-CN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[2,0,4]</a:t>
            </a:r>
            <a:r>
              <a:rPr kumimoji="1" lang="en-US" altLang="zh-CN" sz="2400" i="1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 = f</a:t>
            </a:r>
            <a:r>
              <a:rPr kumimoji="1" lang="en-US" altLang="zh-CN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[4,2,0]</a:t>
            </a:r>
            <a:r>
              <a:rPr kumimoji="1" lang="zh-CN" altLang="en-US" sz="2400" u="none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408F25A-7B0F-3E0E-CFD2-6220407F6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/>
              <a:t>§4.4 Newton</a:t>
            </a:r>
            <a:r>
              <a:rPr lang="zh-CN" altLang="en-US"/>
              <a:t>插值多项式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7BABF7C-2426-E833-6538-7256CD253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0353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317" name="Object 6">
            <a:extLst>
              <a:ext uri="{FF2B5EF4-FFF2-40B4-BE49-F238E27FC236}">
                <a16:creationId xmlns:a16="http://schemas.microsoft.com/office/drawing/2014/main" id="{8D2B7887-99B5-1745-4EF6-0DE0BAFE8F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5450" y="1876426"/>
          <a:ext cx="17272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800" imgH="228600" progId="Equation.DSMT4">
                  <p:embed/>
                </p:oleObj>
              </mc:Choice>
              <mc:Fallback>
                <p:oleObj name="Equation" r:id="rId2" imgW="939800" imgH="228600" progId="Equation.DSMT4">
                  <p:embed/>
                  <p:pic>
                    <p:nvPicPr>
                      <p:cNvPr id="13317" name="Object 6">
                        <a:extLst>
                          <a:ext uri="{FF2B5EF4-FFF2-40B4-BE49-F238E27FC236}">
                            <a16:creationId xmlns:a16="http://schemas.microsoft.com/office/drawing/2014/main" id="{8D2B7887-99B5-1745-4EF6-0DE0BAFE8F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1876426"/>
                        <a:ext cx="17272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7">
            <a:extLst>
              <a:ext uri="{FF2B5EF4-FFF2-40B4-BE49-F238E27FC236}">
                <a16:creationId xmlns:a16="http://schemas.microsoft.com/office/drawing/2014/main" id="{B0258087-DA42-4B10-D822-F9363BA91E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5" y="1916113"/>
          <a:ext cx="23637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228600" progId="Equation.DSMT4">
                  <p:embed/>
                </p:oleObj>
              </mc:Choice>
              <mc:Fallback>
                <p:oleObj name="Equation" r:id="rId4" imgW="1384300" imgH="228600" progId="Equation.DSMT4">
                  <p:embed/>
                  <p:pic>
                    <p:nvPicPr>
                      <p:cNvPr id="13318" name="Object 7">
                        <a:extLst>
                          <a:ext uri="{FF2B5EF4-FFF2-40B4-BE49-F238E27FC236}">
                            <a16:creationId xmlns:a16="http://schemas.microsoft.com/office/drawing/2014/main" id="{B0258087-DA42-4B10-D822-F9363BA91E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1916113"/>
                        <a:ext cx="236378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8">
            <a:extLst>
              <a:ext uri="{FF2B5EF4-FFF2-40B4-BE49-F238E27FC236}">
                <a16:creationId xmlns:a16="http://schemas.microsoft.com/office/drawing/2014/main" id="{BF5C72D3-F096-A04B-C141-4AF7A0EC0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3863" y="2701926"/>
          <a:ext cx="62738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48100" imgH="444500" progId="Equation.DSMT4">
                  <p:embed/>
                </p:oleObj>
              </mc:Choice>
              <mc:Fallback>
                <p:oleObj name="Equation" r:id="rId6" imgW="3848100" imgH="444500" progId="Equation.DSMT4">
                  <p:embed/>
                  <p:pic>
                    <p:nvPicPr>
                      <p:cNvPr id="13319" name="Object 8">
                        <a:extLst>
                          <a:ext uri="{FF2B5EF4-FFF2-40B4-BE49-F238E27FC236}">
                            <a16:creationId xmlns:a16="http://schemas.microsoft.com/office/drawing/2014/main" id="{BF5C72D3-F096-A04B-C141-4AF7A0EC0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863" y="2701926"/>
                        <a:ext cx="62738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9">
            <a:extLst>
              <a:ext uri="{FF2B5EF4-FFF2-40B4-BE49-F238E27FC236}">
                <a16:creationId xmlns:a16="http://schemas.microsoft.com/office/drawing/2014/main" id="{B2646E53-A2F7-A7CC-287B-56297DA06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7068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1" name="Rectangle 11">
            <a:extLst>
              <a:ext uri="{FF2B5EF4-FFF2-40B4-BE49-F238E27FC236}">
                <a16:creationId xmlns:a16="http://schemas.microsoft.com/office/drawing/2014/main" id="{F9A4BB65-684F-13A2-F319-FC89A85E9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211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2" name="Rectangle 13">
            <a:extLst>
              <a:ext uri="{FF2B5EF4-FFF2-40B4-BE49-F238E27FC236}">
                <a16:creationId xmlns:a16="http://schemas.microsoft.com/office/drawing/2014/main" id="{F0B00A1C-C443-2021-228F-F87123ED0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211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3" name="Rectangle 15">
            <a:extLst>
              <a:ext uri="{FF2B5EF4-FFF2-40B4-BE49-F238E27FC236}">
                <a16:creationId xmlns:a16="http://schemas.microsoft.com/office/drawing/2014/main" id="{A283F4F0-57B3-1571-8E2C-25651AC59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496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4" name="Rectangle 17">
            <a:extLst>
              <a:ext uri="{FF2B5EF4-FFF2-40B4-BE49-F238E27FC236}">
                <a16:creationId xmlns:a16="http://schemas.microsoft.com/office/drawing/2014/main" id="{BEE77D6D-CC05-53DC-C03D-68B695799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068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5" name="Rectangle 19">
            <a:extLst>
              <a:ext uri="{FF2B5EF4-FFF2-40B4-BE49-F238E27FC236}">
                <a16:creationId xmlns:a16="http://schemas.microsoft.com/office/drawing/2014/main" id="{0EF4A202-55E3-EE15-BED8-B5C432B59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496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6" name="Rectangle 21">
            <a:extLst>
              <a:ext uri="{FF2B5EF4-FFF2-40B4-BE49-F238E27FC236}">
                <a16:creationId xmlns:a16="http://schemas.microsoft.com/office/drawing/2014/main" id="{E6F0CD17-58CB-0996-DCFB-3CD667484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7115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7" name="Rectangle 23">
            <a:extLst>
              <a:ext uri="{FF2B5EF4-FFF2-40B4-BE49-F238E27FC236}">
                <a16:creationId xmlns:a16="http://schemas.microsoft.com/office/drawing/2014/main" id="{D9B298B1-6FBB-0B5C-5C29-00360FE78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211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zh-CN" sz="2400" u="none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8" name="Rectangle 27">
            <a:extLst>
              <a:ext uri="{FF2B5EF4-FFF2-40B4-BE49-F238E27FC236}">
                <a16:creationId xmlns:a16="http://schemas.microsoft.com/office/drawing/2014/main" id="{BFF0D55A-3B12-0012-7E29-C568DC94A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6" y="1052513"/>
            <a:ext cx="22447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200" u="none">
                <a:latin typeface="Times New Roman" panose="02020603050405020304" pitchFamily="18" charset="0"/>
                <a:ea typeface="宋体" panose="02010600030101010101" pitchFamily="2" charset="-122"/>
              </a:rPr>
              <a:t>差商的性质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F2E623-3425-C1BB-A303-E0EEEE42F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69334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6193A885-1C6A-4A03-BF9D-B2BF6B837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1" y="1123950"/>
          <a:ext cx="87471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03700" imgH="457200" progId="Equation.DSMT4">
                  <p:embed/>
                </p:oleObj>
              </mc:Choice>
              <mc:Fallback>
                <p:oleObj name="Equation" r:id="rId2" imgW="4203700" imgH="457200" progId="Equation.DSMT4">
                  <p:embed/>
                  <p:pic>
                    <p:nvPicPr>
                      <p:cNvPr id="17411" name="Object 3">
                        <a:extLst>
                          <a:ext uri="{FF2B5EF4-FFF2-40B4-BE49-F238E27FC236}">
                            <a16:creationId xmlns:a16="http://schemas.microsoft.com/office/drawing/2014/main" id="{6193A885-1C6A-4A03-BF9D-B2BF6B837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1" y="1123950"/>
                        <a:ext cx="87471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AB2C06D5-2E90-FB87-E4EE-57D1D356A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85975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lt"/>
              </a:rPr>
              <a:t>牛顿插值的特点</a:t>
            </a:r>
          </a:p>
          <a:p>
            <a:pPr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lt"/>
              </a:rPr>
              <a:t>     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(1)  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P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次数不超过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次，项数不超过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n+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项。各项系数是差商表上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对角线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的各阶差商值。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latin typeface="+mn-lt"/>
              </a:rPr>
              <a:t>     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(2)  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P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满足插值条件，在节点上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f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+mn-lt"/>
              </a:rPr>
              <a:t>i 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)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=P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  <a:latin typeface="+mn-lt"/>
              </a:rPr>
              <a:t>i 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)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i="1" dirty="0">
                <a:solidFill>
                  <a:schemeClr val="tx1"/>
                </a:solidFill>
                <a:latin typeface="+mn-lt"/>
              </a:rPr>
              <a:t>。</a:t>
            </a:r>
            <a:endParaRPr lang="en-US" altLang="zh-CN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+mn-lt"/>
              </a:rPr>
              <a:t>     (3) 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增加一个节点，只需增加一项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。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与拉格朗日的区别）</a:t>
            </a:r>
          </a:p>
        </p:txBody>
      </p:sp>
      <p:graphicFrame>
        <p:nvGraphicFramePr>
          <p:cNvPr id="20485" name="Object 9">
            <a:extLst>
              <a:ext uri="{FF2B5EF4-FFF2-40B4-BE49-F238E27FC236}">
                <a16:creationId xmlns:a16="http://schemas.microsoft.com/office/drawing/2014/main" id="{3D4DFFDB-9E24-43A4-F6BD-75C557E95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4389438"/>
          <a:ext cx="78041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52900" imgH="876300" progId="Equation.DSMT4">
                  <p:embed/>
                </p:oleObj>
              </mc:Choice>
              <mc:Fallback>
                <p:oleObj name="Equation" r:id="rId4" imgW="4152900" imgH="876300" progId="Equation.DSMT4">
                  <p:embed/>
                  <p:pic>
                    <p:nvPicPr>
                      <p:cNvPr id="20485" name="Object 9">
                        <a:extLst>
                          <a:ext uri="{FF2B5EF4-FFF2-40B4-BE49-F238E27FC236}">
                            <a16:creationId xmlns:a16="http://schemas.microsoft.com/office/drawing/2014/main" id="{3D4DFFDB-9E24-43A4-F6BD-75C557E95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4389438"/>
                        <a:ext cx="780415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2E34B4BC-45AD-3F90-0774-B3FC8437C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995738"/>
            <a:ext cx="44640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6600"/>
                </a:solidFill>
                <a:latin typeface="+mj-ea"/>
                <a:ea typeface="+mj-ea"/>
              </a:rPr>
              <a:t>牛顿差商型线性插值多项式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4E02347-6852-2328-5491-E2BCB52B8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4" y="4868863"/>
            <a:ext cx="44656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6600"/>
                </a:solidFill>
                <a:latin typeface="+mj-ea"/>
                <a:ea typeface="+mj-ea"/>
              </a:rPr>
              <a:t>牛顿差商型二次插值多项式</a:t>
            </a:r>
          </a:p>
        </p:txBody>
      </p:sp>
      <p:sp>
        <p:nvSpPr>
          <p:cNvPr id="17416" name="Rectangle 2">
            <a:extLst>
              <a:ext uri="{FF2B5EF4-FFF2-40B4-BE49-F238E27FC236}">
                <a16:creationId xmlns:a16="http://schemas.microsoft.com/office/drawing/2014/main" id="{666FB3B5-D81E-20C6-73B0-913CA627D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§4.4 Newton</a:t>
            </a:r>
            <a:r>
              <a:rPr lang="zh-CN" altLang="en-US"/>
              <a:t>插值多项式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6">
            <a:extLst>
              <a:ext uri="{FF2B5EF4-FFF2-40B4-BE49-F238E27FC236}">
                <a16:creationId xmlns:a16="http://schemas.microsoft.com/office/drawing/2014/main" id="{21F1DBD7-5967-B3D7-C61D-631106FD0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165225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u="none">
                <a:latin typeface="Times New Roman" panose="02020603050405020304" pitchFamily="18" charset="0"/>
                <a:ea typeface="华文琥珀" panose="02010800040101010101" pitchFamily="2" charset="-122"/>
              </a:rPr>
              <a:t>次牛顿插值多项式</a:t>
            </a:r>
          </a:p>
        </p:txBody>
      </p:sp>
      <p:graphicFrame>
        <p:nvGraphicFramePr>
          <p:cNvPr id="18435" name="Object 8">
            <a:extLst>
              <a:ext uri="{FF2B5EF4-FFF2-40B4-BE49-F238E27FC236}">
                <a16:creationId xmlns:a16="http://schemas.microsoft.com/office/drawing/2014/main" id="{8DAF005A-E66D-3A24-5440-7566A4037E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1" y="1698625"/>
          <a:ext cx="6581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228600" progId="Equation.DSMT4">
                  <p:embed/>
                </p:oleObj>
              </mc:Choice>
              <mc:Fallback>
                <p:oleObj name="Equation" r:id="rId2" imgW="3657600" imgH="228600" progId="Equation.DSMT4">
                  <p:embed/>
                  <p:pic>
                    <p:nvPicPr>
                      <p:cNvPr id="18435" name="Object 8">
                        <a:extLst>
                          <a:ext uri="{FF2B5EF4-FFF2-40B4-BE49-F238E27FC236}">
                            <a16:creationId xmlns:a16="http://schemas.microsoft.com/office/drawing/2014/main" id="{8DAF005A-E66D-3A24-5440-7566A4037E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1698625"/>
                        <a:ext cx="6581775" cy="457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0">
            <a:extLst>
              <a:ext uri="{FF2B5EF4-FFF2-40B4-BE49-F238E27FC236}">
                <a16:creationId xmlns:a16="http://schemas.microsoft.com/office/drawing/2014/main" id="{53E3E77A-C484-D150-D441-9627D33704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2155825"/>
          <a:ext cx="5713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5000" imgH="228600" progId="Equation.3">
                  <p:embed/>
                </p:oleObj>
              </mc:Choice>
              <mc:Fallback>
                <p:oleObj name="Equation" r:id="rId4" imgW="3175000" imgH="228600" progId="Equation.3">
                  <p:embed/>
                  <p:pic>
                    <p:nvPicPr>
                      <p:cNvPr id="18436" name="Object 10">
                        <a:extLst>
                          <a:ext uri="{FF2B5EF4-FFF2-40B4-BE49-F238E27FC236}">
                            <a16:creationId xmlns:a16="http://schemas.microsoft.com/office/drawing/2014/main" id="{53E3E77A-C484-D150-D441-9627D3370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2155825"/>
                        <a:ext cx="5713413" cy="457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11">
            <a:extLst>
              <a:ext uri="{FF2B5EF4-FFF2-40B4-BE49-F238E27FC236}">
                <a16:creationId xmlns:a16="http://schemas.microsoft.com/office/drawing/2014/main" id="{07B26E2D-F858-41E2-8E2A-2287F9B23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298825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69BA6649-9188-44F3-3959-187D67BC4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527426"/>
            <a:ext cx="845820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zh-CN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计算牛顿插值多项式的步骤</a:t>
            </a:r>
          </a:p>
          <a:p>
            <a:pPr algn="just"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latin typeface="+mn-lt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(1)  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作差商表。</a:t>
            </a:r>
            <a:endParaRPr lang="en-US" altLang="zh-CN" dirty="0">
              <a:solidFill>
                <a:schemeClr val="tx1"/>
              </a:solidFill>
              <a:latin typeface="+mn-lt"/>
            </a:endParaRPr>
          </a:p>
          <a:p>
            <a:pPr algn="just"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+mn-lt"/>
              </a:rPr>
              <a:t>  (2) 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写出牛顿插值多项式（表中对角线上各差商值就是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P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的各项系数）。</a:t>
            </a:r>
          </a:p>
          <a:p>
            <a:pPr algn="just"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latin typeface="+mn-lt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(3)  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计算插值点的近似值。 </a:t>
            </a:r>
          </a:p>
        </p:txBody>
      </p:sp>
      <p:sp>
        <p:nvSpPr>
          <p:cNvPr id="18439" name="Text Box 14">
            <a:extLst>
              <a:ext uri="{FF2B5EF4-FFF2-40B4-BE49-F238E27FC236}">
                <a16:creationId xmlns:a16="http://schemas.microsoft.com/office/drawing/2014/main" id="{E6CAC597-3B8F-10C7-AC15-5B1D529B6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89225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anose="02020603050405020304" pitchFamily="18" charset="0"/>
                <a:ea typeface="华文琥珀" panose="02010800040101010101" pitchFamily="2" charset="-122"/>
              </a:rPr>
              <a:t>余项公式</a:t>
            </a:r>
          </a:p>
        </p:txBody>
      </p:sp>
      <p:graphicFrame>
        <p:nvGraphicFramePr>
          <p:cNvPr id="18440" name="Object 15">
            <a:extLst>
              <a:ext uri="{FF2B5EF4-FFF2-40B4-BE49-F238E27FC236}">
                <a16:creationId xmlns:a16="http://schemas.microsoft.com/office/drawing/2014/main" id="{D1E472D4-6B27-A07A-5544-191EE879F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765425"/>
          <a:ext cx="54371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22600" imgH="228600" progId="Equation.DSMT4">
                  <p:embed/>
                </p:oleObj>
              </mc:Choice>
              <mc:Fallback>
                <p:oleObj name="Equation" r:id="rId6" imgW="3022600" imgH="228600" progId="Equation.DSMT4">
                  <p:embed/>
                  <p:pic>
                    <p:nvPicPr>
                      <p:cNvPr id="18440" name="Object 15">
                        <a:extLst>
                          <a:ext uri="{FF2B5EF4-FFF2-40B4-BE49-F238E27FC236}">
                            <a16:creationId xmlns:a16="http://schemas.microsoft.com/office/drawing/2014/main" id="{D1E472D4-6B27-A07A-5544-191EE879F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765425"/>
                        <a:ext cx="5437188" cy="457200"/>
                      </a:xfrm>
                      <a:prstGeom prst="rect">
                        <a:avLst/>
                      </a:prstGeom>
                      <a:solidFill>
                        <a:srgbClr val="00F4B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2">
            <a:extLst>
              <a:ext uri="{FF2B5EF4-FFF2-40B4-BE49-F238E27FC236}">
                <a16:creationId xmlns:a16="http://schemas.microsoft.com/office/drawing/2014/main" id="{816822FC-0D27-18AA-7EF3-66C25D544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§4.4 Newton</a:t>
            </a:r>
            <a:r>
              <a:rPr lang="zh-CN" altLang="en-US"/>
              <a:t>插值多项式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01100AA6-C7D6-5DB5-2802-E3955B3A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6" y="990601"/>
            <a:ext cx="7915275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u="none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差商和导数</a:t>
            </a:r>
            <a:endParaRPr lang="en-US" altLang="zh-CN" sz="2400" u="none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zh-CN" altLang="en-US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en-US" altLang="zh-CN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r>
              <a:rPr lang="zh-CN" altLang="en-US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上存在</a:t>
            </a:r>
            <a:r>
              <a:rPr lang="en-US" altLang="zh-CN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阶导数，由余项表达式可得，</a:t>
            </a:r>
            <a:r>
              <a:rPr lang="en-US" altLang="zh-CN" sz="2400" i="1" u="none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u="none">
                <a:latin typeface="Times New Roman" panose="02020603050405020304" pitchFamily="18" charset="0"/>
                <a:ea typeface="宋体" panose="02010600030101010101" pitchFamily="2" charset="-122"/>
              </a:rPr>
              <a:t>阶差商与导数有如下关系</a:t>
            </a:r>
          </a:p>
          <a:p>
            <a:pPr eaLnBrk="1" hangingPunct="1">
              <a:spcBef>
                <a:spcPct val="50000"/>
              </a:spcBef>
            </a:pPr>
            <a:endParaRPr kumimoji="1" lang="en-US" altLang="zh-CN" sz="240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E6005F71-4A4B-D42E-09B9-75EC95BC5D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2950" y="5373689"/>
          <a:ext cx="57150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900" imgH="419100" progId="Equation.DSMT4">
                  <p:embed/>
                </p:oleObj>
              </mc:Choice>
              <mc:Fallback>
                <p:oleObj name="Equation" r:id="rId2" imgW="2882900" imgH="419100" progId="Equation.DSMT4">
                  <p:embed/>
                  <p:pic>
                    <p:nvPicPr>
                      <p:cNvPr id="22531" name="Object 4">
                        <a:extLst>
                          <a:ext uri="{FF2B5EF4-FFF2-40B4-BE49-F238E27FC236}">
                            <a16:creationId xmlns:a16="http://schemas.microsoft.com/office/drawing/2014/main" id="{E6005F71-4A4B-D42E-09B9-75EC95BC5D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5373689"/>
                        <a:ext cx="57150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对象 6">
            <a:extLst>
              <a:ext uri="{FF2B5EF4-FFF2-40B4-BE49-F238E27FC236}">
                <a16:creationId xmlns:a16="http://schemas.microsoft.com/office/drawing/2014/main" id="{DD419408-C474-90C0-6147-7C1302305D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1557338"/>
          <a:ext cx="23431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57200" progId="Equation.DSMT4">
                  <p:embed/>
                </p:oleObj>
              </mc:Choice>
              <mc:Fallback>
                <p:oleObj name="Equation" r:id="rId4" imgW="1371600" imgH="457200" progId="Equation.DSMT4">
                  <p:embed/>
                  <p:pic>
                    <p:nvPicPr>
                      <p:cNvPr id="22532" name="对象 6">
                        <a:extLst>
                          <a:ext uri="{FF2B5EF4-FFF2-40B4-BE49-F238E27FC236}">
                            <a16:creationId xmlns:a16="http://schemas.microsoft.com/office/drawing/2014/main" id="{DD419408-C474-90C0-6147-7C1302305D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557338"/>
                        <a:ext cx="2343150" cy="785812"/>
                      </a:xfrm>
                      <a:prstGeom prst="rect">
                        <a:avLst/>
                      </a:prstGeom>
                      <a:solidFill>
                        <a:srgbClr val="FFFF7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对象 7">
            <a:extLst>
              <a:ext uri="{FF2B5EF4-FFF2-40B4-BE49-F238E27FC236}">
                <a16:creationId xmlns:a16="http://schemas.microsoft.com/office/drawing/2014/main" id="{32F83D4A-52EC-E3BC-A1BC-AB5902FAF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1700214"/>
          <a:ext cx="597693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22600" imgH="228600" progId="Equation.DSMT4">
                  <p:embed/>
                </p:oleObj>
              </mc:Choice>
              <mc:Fallback>
                <p:oleObj name="Equation" r:id="rId6" imgW="3022600" imgH="228600" progId="Equation.DSMT4">
                  <p:embed/>
                  <p:pic>
                    <p:nvPicPr>
                      <p:cNvPr id="22533" name="对象 7">
                        <a:extLst>
                          <a:ext uri="{FF2B5EF4-FFF2-40B4-BE49-F238E27FC236}">
                            <a16:creationId xmlns:a16="http://schemas.microsoft.com/office/drawing/2014/main" id="{32F83D4A-52EC-E3BC-A1BC-AB5902FAF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1700214"/>
                        <a:ext cx="5976938" cy="528637"/>
                      </a:xfrm>
                      <a:prstGeom prst="rect">
                        <a:avLst/>
                      </a:prstGeom>
                      <a:solidFill>
                        <a:srgbClr val="00F4B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8">
            <a:extLst>
              <a:ext uri="{FF2B5EF4-FFF2-40B4-BE49-F238E27FC236}">
                <a16:creationId xmlns:a16="http://schemas.microsoft.com/office/drawing/2014/main" id="{2EB5B15C-0D3F-60FB-7129-BFE85B34CF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565401"/>
          <a:ext cx="37512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300" imgH="419100" progId="Equation.DSMT4">
                  <p:embed/>
                </p:oleObj>
              </mc:Choice>
              <mc:Fallback>
                <p:oleObj name="Equation" r:id="rId8" imgW="1892300" imgH="419100" progId="Equation.DSMT4">
                  <p:embed/>
                  <p:pic>
                    <p:nvPicPr>
                      <p:cNvPr id="22534" name="对象 8">
                        <a:extLst>
                          <a:ext uri="{FF2B5EF4-FFF2-40B4-BE49-F238E27FC236}">
                            <a16:creationId xmlns:a16="http://schemas.microsoft.com/office/drawing/2014/main" id="{2EB5B15C-0D3F-60FB-7129-BFE85B34CF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565401"/>
                        <a:ext cx="375126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9">
            <a:extLst>
              <a:ext uri="{FF2B5EF4-FFF2-40B4-BE49-F238E27FC236}">
                <a16:creationId xmlns:a16="http://schemas.microsoft.com/office/drawing/2014/main" id="{8F832883-CF13-6975-8A1B-7A6E5CBCB3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2175" y="2565401"/>
          <a:ext cx="35750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03400" imgH="419100" progId="Equation.DSMT4">
                  <p:embed/>
                </p:oleObj>
              </mc:Choice>
              <mc:Fallback>
                <p:oleObj name="Equation" r:id="rId10" imgW="1803400" imgH="419100" progId="Equation.DSMT4">
                  <p:embed/>
                  <p:pic>
                    <p:nvPicPr>
                      <p:cNvPr id="22535" name="对象 9">
                        <a:extLst>
                          <a:ext uri="{FF2B5EF4-FFF2-40B4-BE49-F238E27FC236}">
                            <a16:creationId xmlns:a16="http://schemas.microsoft.com/office/drawing/2014/main" id="{8F832883-CF13-6975-8A1B-7A6E5CBCB3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2565401"/>
                        <a:ext cx="35750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2">
            <a:extLst>
              <a:ext uri="{FF2B5EF4-FFF2-40B4-BE49-F238E27FC236}">
                <a16:creationId xmlns:a16="http://schemas.microsoft.com/office/drawing/2014/main" id="{77A9D268-BB4E-C64F-B815-3CB536F92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9709" y="3810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dirty="0"/>
              <a:t>§4.4 Newton</a:t>
            </a:r>
            <a:r>
              <a:rPr lang="zh-CN" altLang="en-US" dirty="0"/>
              <a:t>插值多项式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47C82-2972-3C1F-1E16-B21D21A2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差商和导数</a:t>
            </a:r>
            <a:endParaRPr lang="en-US" altLang="zh-CN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CN" sz="2400" dirty="0"/>
              <a:t> Lagrange </a:t>
            </a:r>
            <a:r>
              <a:rPr lang="zh-CN" altLang="en-US" sz="2400" dirty="0"/>
              <a:t>插值多项式余项：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Newton</a:t>
            </a:r>
            <a:r>
              <a:rPr lang="zh-CN" altLang="en-US" sz="2400" dirty="0"/>
              <a:t>插值多项式余项：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400" dirty="0"/>
          </a:p>
          <a:p>
            <a:pPr marL="0" indent="0">
              <a:buNone/>
              <a:defRPr/>
            </a:pPr>
            <a:r>
              <a:rPr lang="zh-CN" altLang="en-US" sz="2400" dirty="0"/>
              <a:t>差商和导数（第二章</a:t>
            </a:r>
            <a:r>
              <a:rPr lang="zh-CN" altLang="en-US" sz="2400" dirty="0">
                <a:highlight>
                  <a:srgbClr val="FFFF00"/>
                </a:highlight>
              </a:rPr>
              <a:t>弦截法</a:t>
            </a:r>
            <a:r>
              <a:rPr lang="zh-CN" altLang="en-US" sz="2400" dirty="0"/>
              <a:t>）：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827D1CE-F0F6-21BC-B50D-F9323354C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§4.3 Newton</a:t>
            </a:r>
            <a:r>
              <a:rPr lang="zh-CN" altLang="en-US"/>
              <a:t>插值多项式</a:t>
            </a:r>
          </a:p>
        </p:txBody>
      </p:sp>
      <p:pic>
        <p:nvPicPr>
          <p:cNvPr id="7172" name="图片 5">
            <a:extLst>
              <a:ext uri="{FF2B5EF4-FFF2-40B4-BE49-F238E27FC236}">
                <a16:creationId xmlns:a16="http://schemas.microsoft.com/office/drawing/2014/main" id="{0F3C112D-2A4A-54E8-444A-3B4C6981B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4" y="1844676"/>
            <a:ext cx="4465637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3" name="组合 7">
            <a:extLst>
              <a:ext uri="{FF2B5EF4-FFF2-40B4-BE49-F238E27FC236}">
                <a16:creationId xmlns:a16="http://schemas.microsoft.com/office/drawing/2014/main" id="{FDBEDE1E-915E-D793-E2E0-E3F9F7E81233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4365626"/>
            <a:ext cx="5770562" cy="468313"/>
            <a:chOff x="2723257" y="5699193"/>
            <a:chExt cx="5771030" cy="469084"/>
          </a:xfrm>
        </p:grpSpPr>
        <p:graphicFrame>
          <p:nvGraphicFramePr>
            <p:cNvPr id="7175" name="Object 15">
              <a:extLst>
                <a:ext uri="{FF2B5EF4-FFF2-40B4-BE49-F238E27FC236}">
                  <a16:creationId xmlns:a16="http://schemas.microsoft.com/office/drawing/2014/main" id="{B61EDBF4-F33F-5A54-2CE3-5931BFA877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5770" y="5699193"/>
            <a:ext cx="5578517" cy="469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022600" imgH="228600" progId="Equation.DSMT4">
                    <p:embed/>
                  </p:oleObj>
                </mc:Choice>
                <mc:Fallback>
                  <p:oleObj name="Equation" r:id="rId3" imgW="3022600" imgH="228600" progId="Equation.DSMT4">
                    <p:embed/>
                    <p:pic>
                      <p:nvPicPr>
                        <p:cNvPr id="7175" name="Object 15">
                          <a:extLst>
                            <a:ext uri="{FF2B5EF4-FFF2-40B4-BE49-F238E27FC236}">
                              <a16:creationId xmlns:a16="http://schemas.microsoft.com/office/drawing/2014/main" id="{B61EDBF4-F33F-5A54-2CE3-5931BFA877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770" y="5699193"/>
                          <a:ext cx="5578517" cy="469084"/>
                        </a:xfrm>
                        <a:prstGeom prst="rect">
                          <a:avLst/>
                        </a:prstGeom>
                        <a:solidFill>
                          <a:srgbClr val="E3F5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176" name="图片 9">
              <a:extLst>
                <a:ext uri="{FF2B5EF4-FFF2-40B4-BE49-F238E27FC236}">
                  <a16:creationId xmlns:a16="http://schemas.microsoft.com/office/drawing/2014/main" id="{DBC32DE6-0DF4-8ABC-A079-68BC42CDE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3257" y="5743225"/>
              <a:ext cx="1047804" cy="381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7174" name="Object 4">
            <a:extLst>
              <a:ext uri="{FF2B5EF4-FFF2-40B4-BE49-F238E27FC236}">
                <a16:creationId xmlns:a16="http://schemas.microsoft.com/office/drawing/2014/main" id="{86095B48-347C-FD85-1DD7-99FAF3454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838614"/>
              </p:ext>
            </p:extLst>
          </p:nvPr>
        </p:nvGraphicFramePr>
        <p:xfrm>
          <a:off x="3873501" y="5013326"/>
          <a:ext cx="66167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900" imgH="419100" progId="Equation.DSMT4">
                  <p:embed/>
                </p:oleObj>
              </mc:Choice>
              <mc:Fallback>
                <p:oleObj name="Equation" r:id="rId6" imgW="2882900" imgH="419100" progId="Equation.DSMT4">
                  <p:embed/>
                  <p:pic>
                    <p:nvPicPr>
                      <p:cNvPr id="7174" name="Object 4">
                        <a:extLst>
                          <a:ext uri="{FF2B5EF4-FFF2-40B4-BE49-F238E27FC236}">
                            <a16:creationId xmlns:a16="http://schemas.microsoft.com/office/drawing/2014/main" id="{86095B48-347C-FD85-1DD7-99FAF3454C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1" y="5013326"/>
                        <a:ext cx="661670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317</Words>
  <Application>Microsoft Office PowerPoint</Application>
  <PresentationFormat>宽屏</PresentationFormat>
  <Paragraphs>53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Arial</vt:lpstr>
      <vt:lpstr>Times New Roman</vt:lpstr>
      <vt:lpstr>Wingdings</vt:lpstr>
      <vt:lpstr>Office 主题​​</vt:lpstr>
      <vt:lpstr>Equation</vt:lpstr>
      <vt:lpstr>公式</vt:lpstr>
      <vt:lpstr>拉格朗日 插值公式复习</vt:lpstr>
      <vt:lpstr>§4.3 Newton插值多项式</vt:lpstr>
      <vt:lpstr>差商表</vt:lpstr>
      <vt:lpstr>§4.4 Newton插值多项式</vt:lpstr>
      <vt:lpstr>§4.4 Newton插值多项式</vt:lpstr>
      <vt:lpstr>§4.4 Newton插值多项式</vt:lpstr>
      <vt:lpstr>§4.4 Newton插值多项式</vt:lpstr>
      <vt:lpstr>§4.3 Newton插值多项式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Z</dc:creator>
  <cp:lastModifiedBy>QY Z</cp:lastModifiedBy>
  <cp:revision>2</cp:revision>
  <dcterms:created xsi:type="dcterms:W3CDTF">2024-12-06T03:33:17Z</dcterms:created>
  <dcterms:modified xsi:type="dcterms:W3CDTF">2024-12-06T04:55:52Z</dcterms:modified>
</cp:coreProperties>
</file>