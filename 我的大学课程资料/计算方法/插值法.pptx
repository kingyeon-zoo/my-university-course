
<file path=[Content_Types].xml><?xml version="1.0" encoding="utf-8"?>
<Types xmlns="http://schemas.openxmlformats.org/package/2006/content-types">
  <Default Extension="bin" ContentType="application/vnd.openxmlformats-officedocument.oleObject"/>
  <Default Extension="png" ContentType="image/png"/>
  <Default Extension="wmf" ContentType="image/x-wmf"/>
  <Default Extension="jpeg" ContentType="image/jpeg"/>
  <Default Extension="emf" ContentType="image/x-emf"/>
  <Default Extension="rels" ContentType="application/vnd.openxmlformats-package.relationships+xml"/>
  <Default Extension="xml" ContentType="application/xml"/>
  <Default Extension="wav" ContentType="audio/x-wav"/>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3" r:id="rId2"/>
    <p:sldMasterId id="2147483675" r:id="rId3"/>
  </p:sldMasterIdLst>
  <p:notesMasterIdLst>
    <p:notesMasterId r:id="rId83"/>
  </p:notesMasterIdLst>
  <p:sldIdLst>
    <p:sldId id="256" r:id="rId4"/>
    <p:sldId id="257" r:id="rId5"/>
    <p:sldId id="379" r:id="rId6"/>
    <p:sldId id="380" r:id="rId7"/>
    <p:sldId id="327" r:id="rId8"/>
    <p:sldId id="328" r:id="rId9"/>
    <p:sldId id="329" r:id="rId10"/>
    <p:sldId id="388" r:id="rId11"/>
    <p:sldId id="330" r:id="rId12"/>
    <p:sldId id="331" r:id="rId13"/>
    <p:sldId id="332" r:id="rId14"/>
    <p:sldId id="333" r:id="rId15"/>
    <p:sldId id="334" r:id="rId16"/>
    <p:sldId id="335" r:id="rId17"/>
    <p:sldId id="336" r:id="rId18"/>
    <p:sldId id="337" r:id="rId19"/>
    <p:sldId id="338" r:id="rId20"/>
    <p:sldId id="339" r:id="rId21"/>
    <p:sldId id="340" r:id="rId22"/>
    <p:sldId id="341" r:id="rId23"/>
    <p:sldId id="342" r:id="rId24"/>
    <p:sldId id="343" r:id="rId25"/>
    <p:sldId id="344" r:id="rId26"/>
    <p:sldId id="345" r:id="rId27"/>
    <p:sldId id="348" r:id="rId28"/>
    <p:sldId id="461" r:id="rId29"/>
    <p:sldId id="381" r:id="rId30"/>
    <p:sldId id="382" r:id="rId31"/>
    <p:sldId id="383" r:id="rId32"/>
    <p:sldId id="384" r:id="rId33"/>
    <p:sldId id="385" r:id="rId34"/>
    <p:sldId id="386" r:id="rId35"/>
    <p:sldId id="387" r:id="rId36"/>
    <p:sldId id="390" r:id="rId37"/>
    <p:sldId id="391" r:id="rId38"/>
    <p:sldId id="392" r:id="rId39"/>
    <p:sldId id="393" r:id="rId40"/>
    <p:sldId id="394" r:id="rId41"/>
    <p:sldId id="395" r:id="rId42"/>
    <p:sldId id="396" r:id="rId43"/>
    <p:sldId id="397" r:id="rId44"/>
    <p:sldId id="398" r:id="rId45"/>
    <p:sldId id="399" r:id="rId46"/>
    <p:sldId id="400" r:id="rId47"/>
    <p:sldId id="401" r:id="rId48"/>
    <p:sldId id="402" r:id="rId49"/>
    <p:sldId id="403" r:id="rId50"/>
    <p:sldId id="359" r:id="rId51"/>
    <p:sldId id="360" r:id="rId52"/>
    <p:sldId id="361" r:id="rId53"/>
    <p:sldId id="362" r:id="rId54"/>
    <p:sldId id="363" r:id="rId55"/>
    <p:sldId id="364" r:id="rId56"/>
    <p:sldId id="404" r:id="rId57"/>
    <p:sldId id="405" r:id="rId58"/>
    <p:sldId id="406" r:id="rId59"/>
    <p:sldId id="407" r:id="rId60"/>
    <p:sldId id="408" r:id="rId61"/>
    <p:sldId id="462" r:id="rId62"/>
    <p:sldId id="367" r:id="rId63"/>
    <p:sldId id="368" r:id="rId64"/>
    <p:sldId id="460" r:id="rId65"/>
    <p:sldId id="452" r:id="rId66"/>
    <p:sldId id="453" r:id="rId67"/>
    <p:sldId id="454" r:id="rId68"/>
    <p:sldId id="455" r:id="rId69"/>
    <p:sldId id="456" r:id="rId70"/>
    <p:sldId id="457" r:id="rId71"/>
    <p:sldId id="458" r:id="rId72"/>
    <p:sldId id="459" r:id="rId73"/>
    <p:sldId id="370" r:id="rId74"/>
    <p:sldId id="371" r:id="rId75"/>
    <p:sldId id="372" r:id="rId76"/>
    <p:sldId id="373" r:id="rId77"/>
    <p:sldId id="374" r:id="rId78"/>
    <p:sldId id="375" r:id="rId79"/>
    <p:sldId id="376" r:id="rId80"/>
    <p:sldId id="377" r:id="rId81"/>
    <p:sldId id="316" r:id="rId82"/>
  </p:sldIdLst>
  <p:sldSz cx="9144000" cy="6858000" type="screen4x3"/>
  <p:notesSz cx="6858000" cy="9144000"/>
  <p:defaultTex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60">
          <p15:clr>
            <a:srgbClr val="A4A3A4"/>
          </p15:clr>
        </p15:guide>
        <p15:guide id="2" pos="2856">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autoAdjust="0"/>
    <p:restoredTop sz="84533" autoAdjust="0"/>
  </p:normalViewPr>
  <p:slideViewPr>
    <p:cSldViewPr>
      <p:cViewPr varScale="1">
        <p:scale>
          <a:sx n="48" d="100"/>
          <a:sy n="48" d="100"/>
        </p:scale>
        <p:origin x="1157" y="43"/>
      </p:cViewPr>
      <p:guideLst>
        <p:guide orient="horz" pos="2160"/>
        <p:guide pos="2856"/>
      </p:guideLst>
    </p:cSldViewPr>
  </p:slideViewPr>
  <p:notesTextViewPr>
    <p:cViewPr>
      <p:scale>
        <a:sx n="100" d="100"/>
        <a:sy n="100" d="100"/>
      </p:scale>
      <p:origin x="0" y="0"/>
    </p:cViewPr>
  </p:notesTextViewPr>
  <p:gridSpacing cx="76198" cy="7619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presProps" Target="presProps.xml"/><Relationship Id="rId16" Type="http://schemas.openxmlformats.org/officeDocument/2006/relationships/slide" Target="slides/slide13.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5" Type="http://schemas.openxmlformats.org/officeDocument/2006/relationships/slide" Target="slides/slide2.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tableStyles" Target="tableStyles.xml"/><Relationship Id="rId61" Type="http://schemas.openxmlformats.org/officeDocument/2006/relationships/slide" Target="slides/slide58.xml"/><Relationship Id="rId82" Type="http://schemas.openxmlformats.org/officeDocument/2006/relationships/slide" Target="slides/slide79.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image" Target="../media/image3.wmf"/><Relationship Id="rId1" Type="http://schemas.openxmlformats.org/officeDocument/2006/relationships/image" Target="../media/image2.wmf"/><Relationship Id="rId4" Type="http://schemas.openxmlformats.org/officeDocument/2006/relationships/image" Target="../media/image5.wmf"/></Relationships>
</file>

<file path=ppt/drawings/_rels/vmlDrawing3.v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image" Target="../media/image9.wmf"/><Relationship Id="rId1" Type="http://schemas.openxmlformats.org/officeDocument/2006/relationships/image" Target="../media/image8.wmf"/><Relationship Id="rId4" Type="http://schemas.openxmlformats.org/officeDocument/2006/relationships/image" Target="../media/image11.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image" Target="../media/image13.wmf"/><Relationship Id="rId1" Type="http://schemas.openxmlformats.org/officeDocument/2006/relationships/image" Target="../media/image12.wmf"/><Relationship Id="rId4" Type="http://schemas.openxmlformats.org/officeDocument/2006/relationships/image" Target="../media/image15.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20.wmf"/><Relationship Id="rId1" Type="http://schemas.openxmlformats.org/officeDocument/2006/relationships/image" Target="../media/image19.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image" Target="../media/image22.wmf"/><Relationship Id="rId1" Type="http://schemas.openxmlformats.org/officeDocument/2006/relationships/image" Target="../media/image21.wmf"/><Relationship Id="rId5" Type="http://schemas.openxmlformats.org/officeDocument/2006/relationships/image" Target="../media/image20.wmf"/><Relationship Id="rId4" Type="http://schemas.openxmlformats.org/officeDocument/2006/relationships/image" Target="../media/image24.wmf"/></Relationships>
</file>

<file path=ppt/drawings/_rels/vmlDrawing7.vml.rels><?xml version="1.0" encoding="UTF-8" standalone="yes"?>
<Relationships xmlns="http://schemas.openxmlformats.org/package/2006/relationships"><Relationship Id="rId8" Type="http://schemas.openxmlformats.org/officeDocument/2006/relationships/image" Target="../media/image33.wmf"/><Relationship Id="rId13" Type="http://schemas.openxmlformats.org/officeDocument/2006/relationships/image" Target="../media/image38.wmf"/><Relationship Id="rId18" Type="http://schemas.openxmlformats.org/officeDocument/2006/relationships/image" Target="../media/image43.wmf"/><Relationship Id="rId3" Type="http://schemas.openxmlformats.org/officeDocument/2006/relationships/image" Target="../media/image28.wmf"/><Relationship Id="rId7" Type="http://schemas.openxmlformats.org/officeDocument/2006/relationships/image" Target="../media/image32.wmf"/><Relationship Id="rId12" Type="http://schemas.openxmlformats.org/officeDocument/2006/relationships/image" Target="../media/image37.wmf"/><Relationship Id="rId17" Type="http://schemas.openxmlformats.org/officeDocument/2006/relationships/image" Target="../media/image42.wmf"/><Relationship Id="rId2" Type="http://schemas.openxmlformats.org/officeDocument/2006/relationships/image" Target="../media/image27.wmf"/><Relationship Id="rId16" Type="http://schemas.openxmlformats.org/officeDocument/2006/relationships/image" Target="../media/image41.wmf"/><Relationship Id="rId1" Type="http://schemas.openxmlformats.org/officeDocument/2006/relationships/image" Target="../media/image26.wmf"/><Relationship Id="rId6" Type="http://schemas.openxmlformats.org/officeDocument/2006/relationships/image" Target="../media/image31.wmf"/><Relationship Id="rId11" Type="http://schemas.openxmlformats.org/officeDocument/2006/relationships/image" Target="../media/image36.wmf"/><Relationship Id="rId5" Type="http://schemas.openxmlformats.org/officeDocument/2006/relationships/image" Target="../media/image30.wmf"/><Relationship Id="rId15" Type="http://schemas.openxmlformats.org/officeDocument/2006/relationships/image" Target="../media/image40.wmf"/><Relationship Id="rId10" Type="http://schemas.openxmlformats.org/officeDocument/2006/relationships/image" Target="../media/image35.wmf"/><Relationship Id="rId4" Type="http://schemas.openxmlformats.org/officeDocument/2006/relationships/image" Target="../media/image29.wmf"/><Relationship Id="rId9" Type="http://schemas.openxmlformats.org/officeDocument/2006/relationships/image" Target="../media/image34.wmf"/><Relationship Id="rId14" Type="http://schemas.openxmlformats.org/officeDocument/2006/relationships/image" Target="../media/image39.wmf"/></Relationships>
</file>

<file path=ppt/drawings/_rels/vmlDrawing8.v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image" Target="../media/image47.wmf"/><Relationship Id="rId1" Type="http://schemas.openxmlformats.org/officeDocument/2006/relationships/image" Target="../media/image46.wmf"/><Relationship Id="rId6" Type="http://schemas.openxmlformats.org/officeDocument/2006/relationships/image" Target="../media/image51.wmf"/><Relationship Id="rId5" Type="http://schemas.openxmlformats.org/officeDocument/2006/relationships/image" Target="../media/image50.wmf"/><Relationship Id="rId4" Type="http://schemas.openxmlformats.org/officeDocument/2006/relationships/image" Target="../media/image49.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53.wmf"/><Relationship Id="rId1" Type="http://schemas.openxmlformats.org/officeDocument/2006/relationships/image" Target="../media/image52.wmf"/></Relationships>
</file>

<file path=ppt/drawings/_rels/vmlDrawing10.vml.rels><?xml version="1.0" encoding="UTF-8" standalone="yes"?>
<Relationships xmlns="http://schemas.openxmlformats.org/package/2006/relationships"><Relationship Id="rId8" Type="http://schemas.openxmlformats.org/officeDocument/2006/relationships/image" Target="../media/image61.wmf"/><Relationship Id="rId3" Type="http://schemas.openxmlformats.org/officeDocument/2006/relationships/image" Target="../media/image56.wmf"/><Relationship Id="rId7" Type="http://schemas.openxmlformats.org/officeDocument/2006/relationships/image" Target="../media/image60.wmf"/><Relationship Id="rId12" Type="http://schemas.openxmlformats.org/officeDocument/2006/relationships/image" Target="../media/image65.wmf"/><Relationship Id="rId2" Type="http://schemas.openxmlformats.org/officeDocument/2006/relationships/image" Target="../media/image55.wmf"/><Relationship Id="rId1" Type="http://schemas.openxmlformats.org/officeDocument/2006/relationships/image" Target="../media/image54.wmf"/><Relationship Id="rId6" Type="http://schemas.openxmlformats.org/officeDocument/2006/relationships/image" Target="../media/image59.wmf"/><Relationship Id="rId11" Type="http://schemas.openxmlformats.org/officeDocument/2006/relationships/image" Target="../media/image64.wmf"/><Relationship Id="rId5" Type="http://schemas.openxmlformats.org/officeDocument/2006/relationships/image" Target="../media/image58.wmf"/><Relationship Id="rId10" Type="http://schemas.openxmlformats.org/officeDocument/2006/relationships/image" Target="../media/image63.wmf"/><Relationship Id="rId4" Type="http://schemas.openxmlformats.org/officeDocument/2006/relationships/image" Target="../media/image57.wmf"/><Relationship Id="rId9" Type="http://schemas.openxmlformats.org/officeDocument/2006/relationships/image" Target="../media/image62.wmf"/></Relationships>
</file>

<file path=ppt/drawings/_rels/vmlDrawing11.vml.rels><?xml version="1.0" encoding="UTF-8" standalone="yes"?>
<Relationships xmlns="http://schemas.openxmlformats.org/package/2006/relationships"><Relationship Id="rId3" Type="http://schemas.openxmlformats.org/officeDocument/2006/relationships/image" Target="../media/image68.wmf"/><Relationship Id="rId2" Type="http://schemas.openxmlformats.org/officeDocument/2006/relationships/image" Target="../media/image67.wmf"/><Relationship Id="rId1" Type="http://schemas.openxmlformats.org/officeDocument/2006/relationships/image" Target="../media/image66.wmf"/></Relationships>
</file>

<file path=ppt/drawings/_rels/vmlDrawing12.vml.rels><?xml version="1.0" encoding="UTF-8" standalone="yes"?>
<Relationships xmlns="http://schemas.openxmlformats.org/package/2006/relationships"><Relationship Id="rId8" Type="http://schemas.openxmlformats.org/officeDocument/2006/relationships/image" Target="../media/image77.wmf"/><Relationship Id="rId3" Type="http://schemas.openxmlformats.org/officeDocument/2006/relationships/image" Target="../media/image72.wmf"/><Relationship Id="rId7" Type="http://schemas.openxmlformats.org/officeDocument/2006/relationships/image" Target="../media/image76.wmf"/><Relationship Id="rId2" Type="http://schemas.openxmlformats.org/officeDocument/2006/relationships/image" Target="../media/image71.wmf"/><Relationship Id="rId1" Type="http://schemas.openxmlformats.org/officeDocument/2006/relationships/image" Target="../media/image70.wmf"/><Relationship Id="rId6" Type="http://schemas.openxmlformats.org/officeDocument/2006/relationships/image" Target="../media/image75.wmf"/><Relationship Id="rId5" Type="http://schemas.openxmlformats.org/officeDocument/2006/relationships/image" Target="../media/image74.wmf"/><Relationship Id="rId4" Type="http://schemas.openxmlformats.org/officeDocument/2006/relationships/image" Target="../media/image73.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78.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20.wmf"/><Relationship Id="rId1" Type="http://schemas.openxmlformats.org/officeDocument/2006/relationships/image" Target="../media/image19.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81.wmf"/><Relationship Id="rId2" Type="http://schemas.openxmlformats.org/officeDocument/2006/relationships/image" Target="../media/image80.wmf"/><Relationship Id="rId1" Type="http://schemas.openxmlformats.org/officeDocument/2006/relationships/image" Target="../media/image79.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83.wmf"/><Relationship Id="rId2" Type="http://schemas.openxmlformats.org/officeDocument/2006/relationships/image" Target="../media/image82.wmf"/><Relationship Id="rId1" Type="http://schemas.openxmlformats.org/officeDocument/2006/relationships/image" Target="../media/image81.wmf"/><Relationship Id="rId5" Type="http://schemas.openxmlformats.org/officeDocument/2006/relationships/image" Target="../media/image85.wmf"/><Relationship Id="rId4" Type="http://schemas.openxmlformats.org/officeDocument/2006/relationships/image" Target="../media/image84.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86.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image" Target="../media/image88.wmf"/><Relationship Id="rId1" Type="http://schemas.openxmlformats.org/officeDocument/2006/relationships/image" Target="../media/image87.wmf"/><Relationship Id="rId5" Type="http://schemas.openxmlformats.org/officeDocument/2006/relationships/image" Target="../media/image91.wmf"/><Relationship Id="rId4" Type="http://schemas.openxmlformats.org/officeDocument/2006/relationships/image" Target="../media/image90.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94.wmf"/><Relationship Id="rId7" Type="http://schemas.openxmlformats.org/officeDocument/2006/relationships/image" Target="../media/image98.wmf"/><Relationship Id="rId2" Type="http://schemas.openxmlformats.org/officeDocument/2006/relationships/image" Target="../media/image93.wmf"/><Relationship Id="rId1" Type="http://schemas.openxmlformats.org/officeDocument/2006/relationships/image" Target="../media/image92.wmf"/><Relationship Id="rId6" Type="http://schemas.openxmlformats.org/officeDocument/2006/relationships/image" Target="../media/image97.wmf"/><Relationship Id="rId5" Type="http://schemas.openxmlformats.org/officeDocument/2006/relationships/image" Target="../media/image96.wmf"/><Relationship Id="rId4" Type="http://schemas.openxmlformats.org/officeDocument/2006/relationships/image" Target="../media/image95.wmf"/></Relationships>
</file>

<file path=ppt/drawings/_rels/vmlDrawing20.vml.rels><?xml version="1.0" encoding="UTF-8" standalone="yes"?>
<Relationships xmlns="http://schemas.openxmlformats.org/package/2006/relationships"><Relationship Id="rId8" Type="http://schemas.openxmlformats.org/officeDocument/2006/relationships/image" Target="../media/image106.wmf"/><Relationship Id="rId3" Type="http://schemas.openxmlformats.org/officeDocument/2006/relationships/image" Target="../media/image101.wmf"/><Relationship Id="rId7" Type="http://schemas.openxmlformats.org/officeDocument/2006/relationships/image" Target="../media/image105.wmf"/><Relationship Id="rId2" Type="http://schemas.openxmlformats.org/officeDocument/2006/relationships/image" Target="../media/image100.wmf"/><Relationship Id="rId1" Type="http://schemas.openxmlformats.org/officeDocument/2006/relationships/image" Target="../media/image99.wmf"/><Relationship Id="rId6" Type="http://schemas.openxmlformats.org/officeDocument/2006/relationships/image" Target="../media/image104.wmf"/><Relationship Id="rId11" Type="http://schemas.openxmlformats.org/officeDocument/2006/relationships/image" Target="../media/image109.wmf"/><Relationship Id="rId5" Type="http://schemas.openxmlformats.org/officeDocument/2006/relationships/image" Target="../media/image103.wmf"/><Relationship Id="rId10" Type="http://schemas.openxmlformats.org/officeDocument/2006/relationships/image" Target="../media/image108.wmf"/><Relationship Id="rId4" Type="http://schemas.openxmlformats.org/officeDocument/2006/relationships/image" Target="../media/image102.wmf"/><Relationship Id="rId9" Type="http://schemas.openxmlformats.org/officeDocument/2006/relationships/image" Target="../media/image107.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112.wmf"/><Relationship Id="rId7" Type="http://schemas.openxmlformats.org/officeDocument/2006/relationships/image" Target="../media/image116.wmf"/><Relationship Id="rId2" Type="http://schemas.openxmlformats.org/officeDocument/2006/relationships/image" Target="../media/image111.wmf"/><Relationship Id="rId1" Type="http://schemas.openxmlformats.org/officeDocument/2006/relationships/image" Target="../media/image110.wmf"/><Relationship Id="rId6" Type="http://schemas.openxmlformats.org/officeDocument/2006/relationships/image" Target="../media/image115.wmf"/><Relationship Id="rId5" Type="http://schemas.openxmlformats.org/officeDocument/2006/relationships/image" Target="../media/image114.wmf"/><Relationship Id="rId4" Type="http://schemas.openxmlformats.org/officeDocument/2006/relationships/image" Target="../media/image113.w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119.wmf"/><Relationship Id="rId7" Type="http://schemas.openxmlformats.org/officeDocument/2006/relationships/image" Target="../media/image123.wmf"/><Relationship Id="rId2" Type="http://schemas.openxmlformats.org/officeDocument/2006/relationships/image" Target="../media/image118.wmf"/><Relationship Id="rId1" Type="http://schemas.openxmlformats.org/officeDocument/2006/relationships/image" Target="../media/image117.wmf"/><Relationship Id="rId6" Type="http://schemas.openxmlformats.org/officeDocument/2006/relationships/image" Target="../media/image122.wmf"/><Relationship Id="rId5" Type="http://schemas.openxmlformats.org/officeDocument/2006/relationships/image" Target="../media/image121.wmf"/><Relationship Id="rId4" Type="http://schemas.openxmlformats.org/officeDocument/2006/relationships/image" Target="../media/image120.wmf"/></Relationships>
</file>

<file path=ppt/drawings/_rels/vmlDrawing23.vml.rels><?xml version="1.0" encoding="UTF-8" standalone="yes"?>
<Relationships xmlns="http://schemas.openxmlformats.org/package/2006/relationships"><Relationship Id="rId3" Type="http://schemas.openxmlformats.org/officeDocument/2006/relationships/image" Target="../media/image126.wmf"/><Relationship Id="rId7" Type="http://schemas.openxmlformats.org/officeDocument/2006/relationships/image" Target="../media/image130.wmf"/><Relationship Id="rId2" Type="http://schemas.openxmlformats.org/officeDocument/2006/relationships/image" Target="../media/image125.wmf"/><Relationship Id="rId1" Type="http://schemas.openxmlformats.org/officeDocument/2006/relationships/image" Target="../media/image124.wmf"/><Relationship Id="rId6" Type="http://schemas.openxmlformats.org/officeDocument/2006/relationships/image" Target="../media/image129.wmf"/><Relationship Id="rId5" Type="http://schemas.openxmlformats.org/officeDocument/2006/relationships/image" Target="../media/image128.wmf"/><Relationship Id="rId4" Type="http://schemas.openxmlformats.org/officeDocument/2006/relationships/image" Target="../media/image127.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32.wmf"/><Relationship Id="rId1" Type="http://schemas.openxmlformats.org/officeDocument/2006/relationships/image" Target="../media/image131.wmf"/></Relationships>
</file>

<file path=ppt/drawings/_rels/vmlDrawing25.vml.rels><?xml version="1.0" encoding="UTF-8" standalone="yes"?>
<Relationships xmlns="http://schemas.openxmlformats.org/package/2006/relationships"><Relationship Id="rId8" Type="http://schemas.openxmlformats.org/officeDocument/2006/relationships/image" Target="../media/image140.wmf"/><Relationship Id="rId3" Type="http://schemas.openxmlformats.org/officeDocument/2006/relationships/image" Target="../media/image135.wmf"/><Relationship Id="rId7" Type="http://schemas.openxmlformats.org/officeDocument/2006/relationships/image" Target="../media/image139.wmf"/><Relationship Id="rId2" Type="http://schemas.openxmlformats.org/officeDocument/2006/relationships/image" Target="../media/image134.wmf"/><Relationship Id="rId1" Type="http://schemas.openxmlformats.org/officeDocument/2006/relationships/image" Target="../media/image133.wmf"/><Relationship Id="rId6" Type="http://schemas.openxmlformats.org/officeDocument/2006/relationships/image" Target="../media/image138.wmf"/><Relationship Id="rId11" Type="http://schemas.openxmlformats.org/officeDocument/2006/relationships/image" Target="../media/image143.wmf"/><Relationship Id="rId5" Type="http://schemas.openxmlformats.org/officeDocument/2006/relationships/image" Target="../media/image137.wmf"/><Relationship Id="rId10" Type="http://schemas.openxmlformats.org/officeDocument/2006/relationships/image" Target="../media/image142.wmf"/><Relationship Id="rId4" Type="http://schemas.openxmlformats.org/officeDocument/2006/relationships/image" Target="../media/image136.wmf"/><Relationship Id="rId9" Type="http://schemas.openxmlformats.org/officeDocument/2006/relationships/image" Target="../media/image141.wmf"/></Relationships>
</file>

<file path=ppt/drawings/_rels/vmlDrawing26.vml.rels><?xml version="1.0" encoding="UTF-8" standalone="yes"?>
<Relationships xmlns="http://schemas.openxmlformats.org/package/2006/relationships"><Relationship Id="rId8" Type="http://schemas.openxmlformats.org/officeDocument/2006/relationships/image" Target="../media/image153.wmf"/><Relationship Id="rId13" Type="http://schemas.openxmlformats.org/officeDocument/2006/relationships/image" Target="../media/image158.wmf"/><Relationship Id="rId18" Type="http://schemas.openxmlformats.org/officeDocument/2006/relationships/image" Target="../media/image163.wmf"/><Relationship Id="rId3" Type="http://schemas.openxmlformats.org/officeDocument/2006/relationships/image" Target="../media/image148.wmf"/><Relationship Id="rId21" Type="http://schemas.openxmlformats.org/officeDocument/2006/relationships/image" Target="../media/image166.wmf"/><Relationship Id="rId7" Type="http://schemas.openxmlformats.org/officeDocument/2006/relationships/image" Target="../media/image152.wmf"/><Relationship Id="rId12" Type="http://schemas.openxmlformats.org/officeDocument/2006/relationships/image" Target="../media/image157.wmf"/><Relationship Id="rId17" Type="http://schemas.openxmlformats.org/officeDocument/2006/relationships/image" Target="../media/image162.wmf"/><Relationship Id="rId2" Type="http://schemas.openxmlformats.org/officeDocument/2006/relationships/image" Target="../media/image147.wmf"/><Relationship Id="rId16" Type="http://schemas.openxmlformats.org/officeDocument/2006/relationships/image" Target="../media/image161.wmf"/><Relationship Id="rId20" Type="http://schemas.openxmlformats.org/officeDocument/2006/relationships/image" Target="../media/image165.wmf"/><Relationship Id="rId1" Type="http://schemas.openxmlformats.org/officeDocument/2006/relationships/image" Target="../media/image146.wmf"/><Relationship Id="rId6" Type="http://schemas.openxmlformats.org/officeDocument/2006/relationships/image" Target="../media/image151.wmf"/><Relationship Id="rId11" Type="http://schemas.openxmlformats.org/officeDocument/2006/relationships/image" Target="../media/image156.wmf"/><Relationship Id="rId5" Type="http://schemas.openxmlformats.org/officeDocument/2006/relationships/image" Target="../media/image150.wmf"/><Relationship Id="rId15" Type="http://schemas.openxmlformats.org/officeDocument/2006/relationships/image" Target="../media/image160.wmf"/><Relationship Id="rId10" Type="http://schemas.openxmlformats.org/officeDocument/2006/relationships/image" Target="../media/image155.wmf"/><Relationship Id="rId19" Type="http://schemas.openxmlformats.org/officeDocument/2006/relationships/image" Target="../media/image164.wmf"/><Relationship Id="rId4" Type="http://schemas.openxmlformats.org/officeDocument/2006/relationships/image" Target="../media/image149.wmf"/><Relationship Id="rId9" Type="http://schemas.openxmlformats.org/officeDocument/2006/relationships/image" Target="../media/image154.wmf"/><Relationship Id="rId14" Type="http://schemas.openxmlformats.org/officeDocument/2006/relationships/image" Target="../media/image159.wmf"/></Relationships>
</file>

<file path=ppt/drawings/_rels/vmlDrawing27.vml.rels><?xml version="1.0" encoding="UTF-8" standalone="yes"?>
<Relationships xmlns="http://schemas.openxmlformats.org/package/2006/relationships"><Relationship Id="rId8" Type="http://schemas.openxmlformats.org/officeDocument/2006/relationships/image" Target="../media/image173.wmf"/><Relationship Id="rId13" Type="http://schemas.openxmlformats.org/officeDocument/2006/relationships/image" Target="../media/image176.wmf"/><Relationship Id="rId3" Type="http://schemas.openxmlformats.org/officeDocument/2006/relationships/image" Target="../media/image168.wmf"/><Relationship Id="rId7" Type="http://schemas.openxmlformats.org/officeDocument/2006/relationships/image" Target="../media/image172.wmf"/><Relationship Id="rId12" Type="http://schemas.openxmlformats.org/officeDocument/2006/relationships/image" Target="../media/image161.wmf"/><Relationship Id="rId2" Type="http://schemas.openxmlformats.org/officeDocument/2006/relationships/image" Target="../media/image167.wmf"/><Relationship Id="rId16" Type="http://schemas.openxmlformats.org/officeDocument/2006/relationships/image" Target="../media/image179.wmf"/><Relationship Id="rId1" Type="http://schemas.openxmlformats.org/officeDocument/2006/relationships/image" Target="../media/image146.wmf"/><Relationship Id="rId6" Type="http://schemas.openxmlformats.org/officeDocument/2006/relationships/image" Target="../media/image171.wmf"/><Relationship Id="rId11" Type="http://schemas.openxmlformats.org/officeDocument/2006/relationships/image" Target="../media/image175.wmf"/><Relationship Id="rId5" Type="http://schemas.openxmlformats.org/officeDocument/2006/relationships/image" Target="../media/image170.wmf"/><Relationship Id="rId15" Type="http://schemas.openxmlformats.org/officeDocument/2006/relationships/image" Target="../media/image178.wmf"/><Relationship Id="rId10" Type="http://schemas.openxmlformats.org/officeDocument/2006/relationships/image" Target="../media/image174.wmf"/><Relationship Id="rId4" Type="http://schemas.openxmlformats.org/officeDocument/2006/relationships/image" Target="../media/image169.wmf"/><Relationship Id="rId9" Type="http://schemas.openxmlformats.org/officeDocument/2006/relationships/image" Target="../media/image157.wmf"/><Relationship Id="rId14" Type="http://schemas.openxmlformats.org/officeDocument/2006/relationships/image" Target="../media/image177.wmf"/></Relationships>
</file>

<file path=ppt/drawings/_rels/vmlDrawing28.vml.rels><?xml version="1.0" encoding="UTF-8" standalone="yes"?>
<Relationships xmlns="http://schemas.openxmlformats.org/package/2006/relationships"><Relationship Id="rId3" Type="http://schemas.openxmlformats.org/officeDocument/2006/relationships/image" Target="../media/image183.wmf"/><Relationship Id="rId2" Type="http://schemas.openxmlformats.org/officeDocument/2006/relationships/image" Target="../media/image182.wmf"/><Relationship Id="rId1" Type="http://schemas.openxmlformats.org/officeDocument/2006/relationships/image" Target="../media/image181.wmf"/><Relationship Id="rId6" Type="http://schemas.openxmlformats.org/officeDocument/2006/relationships/image" Target="../media/image186.wmf"/><Relationship Id="rId5" Type="http://schemas.openxmlformats.org/officeDocument/2006/relationships/image" Target="../media/image185.wmf"/><Relationship Id="rId4" Type="http://schemas.openxmlformats.org/officeDocument/2006/relationships/image" Target="../media/image184.wmf"/></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196.wmf"/><Relationship Id="rId2" Type="http://schemas.openxmlformats.org/officeDocument/2006/relationships/image" Target="../media/image195.wmf"/><Relationship Id="rId1" Type="http://schemas.openxmlformats.org/officeDocument/2006/relationships/image" Target="../media/image194.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208.wmf"/><Relationship Id="rId2" Type="http://schemas.openxmlformats.org/officeDocument/2006/relationships/image" Target="../media/image207.wmf"/><Relationship Id="rId1" Type="http://schemas.openxmlformats.org/officeDocument/2006/relationships/image" Target="../media/image206.wmf"/><Relationship Id="rId5" Type="http://schemas.openxmlformats.org/officeDocument/2006/relationships/image" Target="../media/image210.wmf"/><Relationship Id="rId4" Type="http://schemas.openxmlformats.org/officeDocument/2006/relationships/image" Target="../media/image209.wmf"/></Relationships>
</file>

<file path=ppt/drawings/_rels/vmlDrawing31.vml.rels><?xml version="1.0" encoding="UTF-8" standalone="yes"?>
<Relationships xmlns="http://schemas.openxmlformats.org/package/2006/relationships"><Relationship Id="rId2" Type="http://schemas.openxmlformats.org/officeDocument/2006/relationships/image" Target="../media/image212.wmf"/><Relationship Id="rId1" Type="http://schemas.openxmlformats.org/officeDocument/2006/relationships/image" Target="../media/image211.wmf"/></Relationships>
</file>

<file path=ppt/drawings/_rels/vmlDrawing32.vml.rels><?xml version="1.0" encoding="UTF-8" standalone="yes"?>
<Relationships xmlns="http://schemas.openxmlformats.org/package/2006/relationships"><Relationship Id="rId2" Type="http://schemas.openxmlformats.org/officeDocument/2006/relationships/image" Target="../media/image214.wmf"/><Relationship Id="rId1" Type="http://schemas.openxmlformats.org/officeDocument/2006/relationships/image" Target="../media/image213.w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215.png"/></Relationships>
</file>

<file path=ppt/drawings/_rels/vmlDrawing34.vml.rels><?xml version="1.0" encoding="UTF-8" standalone="yes"?>
<Relationships xmlns="http://schemas.openxmlformats.org/package/2006/relationships"><Relationship Id="rId3" Type="http://schemas.openxmlformats.org/officeDocument/2006/relationships/image" Target="../media/image221.wmf"/><Relationship Id="rId2" Type="http://schemas.openxmlformats.org/officeDocument/2006/relationships/image" Target="../media/image220.wmf"/><Relationship Id="rId1" Type="http://schemas.openxmlformats.org/officeDocument/2006/relationships/image" Target="../media/image219.wmf"/></Relationships>
</file>

<file path=ppt/drawings/_rels/vmlDrawing35.vml.rels><?xml version="1.0" encoding="UTF-8" standalone="yes"?>
<Relationships xmlns="http://schemas.openxmlformats.org/package/2006/relationships"><Relationship Id="rId8" Type="http://schemas.openxmlformats.org/officeDocument/2006/relationships/image" Target="../media/image229.wmf"/><Relationship Id="rId3" Type="http://schemas.openxmlformats.org/officeDocument/2006/relationships/image" Target="../media/image224.wmf"/><Relationship Id="rId7" Type="http://schemas.openxmlformats.org/officeDocument/2006/relationships/image" Target="../media/image228.wmf"/><Relationship Id="rId2" Type="http://schemas.openxmlformats.org/officeDocument/2006/relationships/image" Target="../media/image223.wmf"/><Relationship Id="rId1" Type="http://schemas.openxmlformats.org/officeDocument/2006/relationships/image" Target="../media/image222.wmf"/><Relationship Id="rId6" Type="http://schemas.openxmlformats.org/officeDocument/2006/relationships/image" Target="../media/image227.wmf"/><Relationship Id="rId5" Type="http://schemas.openxmlformats.org/officeDocument/2006/relationships/image" Target="../media/image226.wmf"/><Relationship Id="rId4" Type="http://schemas.openxmlformats.org/officeDocument/2006/relationships/image" Target="../media/image225.wmf"/></Relationships>
</file>

<file path=ppt/drawings/_rels/vmlDrawing36.vml.rels><?xml version="1.0" encoding="UTF-8" standalone="yes"?>
<Relationships xmlns="http://schemas.openxmlformats.org/package/2006/relationships"><Relationship Id="rId8" Type="http://schemas.openxmlformats.org/officeDocument/2006/relationships/image" Target="../media/image237.wmf"/><Relationship Id="rId3" Type="http://schemas.openxmlformats.org/officeDocument/2006/relationships/image" Target="../media/image232.wmf"/><Relationship Id="rId7" Type="http://schemas.openxmlformats.org/officeDocument/2006/relationships/image" Target="../media/image236.wmf"/><Relationship Id="rId2" Type="http://schemas.openxmlformats.org/officeDocument/2006/relationships/image" Target="../media/image231.wmf"/><Relationship Id="rId1" Type="http://schemas.openxmlformats.org/officeDocument/2006/relationships/image" Target="../media/image230.wmf"/><Relationship Id="rId6" Type="http://schemas.openxmlformats.org/officeDocument/2006/relationships/image" Target="../media/image235.wmf"/><Relationship Id="rId11" Type="http://schemas.openxmlformats.org/officeDocument/2006/relationships/image" Target="../media/image240.wmf"/><Relationship Id="rId5" Type="http://schemas.openxmlformats.org/officeDocument/2006/relationships/image" Target="../media/image234.wmf"/><Relationship Id="rId10" Type="http://schemas.openxmlformats.org/officeDocument/2006/relationships/image" Target="../media/image239.wmf"/><Relationship Id="rId4" Type="http://schemas.openxmlformats.org/officeDocument/2006/relationships/image" Target="../media/image233.wmf"/><Relationship Id="rId9" Type="http://schemas.openxmlformats.org/officeDocument/2006/relationships/image" Target="../media/image238.wmf"/></Relationships>
</file>

<file path=ppt/drawings/_rels/vmlDrawing37.vml.rels><?xml version="1.0" encoding="UTF-8" standalone="yes"?>
<Relationships xmlns="http://schemas.openxmlformats.org/package/2006/relationships"><Relationship Id="rId8" Type="http://schemas.openxmlformats.org/officeDocument/2006/relationships/image" Target="../media/image248.wmf"/><Relationship Id="rId3" Type="http://schemas.openxmlformats.org/officeDocument/2006/relationships/image" Target="../media/image243.wmf"/><Relationship Id="rId7" Type="http://schemas.openxmlformats.org/officeDocument/2006/relationships/image" Target="../media/image247.wmf"/><Relationship Id="rId2" Type="http://schemas.openxmlformats.org/officeDocument/2006/relationships/image" Target="../media/image242.wmf"/><Relationship Id="rId1" Type="http://schemas.openxmlformats.org/officeDocument/2006/relationships/image" Target="../media/image241.wmf"/><Relationship Id="rId6" Type="http://schemas.openxmlformats.org/officeDocument/2006/relationships/image" Target="../media/image246.wmf"/><Relationship Id="rId5" Type="http://schemas.openxmlformats.org/officeDocument/2006/relationships/image" Target="../media/image245.wmf"/><Relationship Id="rId4" Type="http://schemas.openxmlformats.org/officeDocument/2006/relationships/image" Target="../media/image244.wmf"/><Relationship Id="rId9" Type="http://schemas.openxmlformats.org/officeDocument/2006/relationships/image" Target="../media/image249.w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252.wmf"/><Relationship Id="rId7" Type="http://schemas.openxmlformats.org/officeDocument/2006/relationships/image" Target="../media/image256.wmf"/><Relationship Id="rId2" Type="http://schemas.openxmlformats.org/officeDocument/2006/relationships/image" Target="../media/image251.wmf"/><Relationship Id="rId1" Type="http://schemas.openxmlformats.org/officeDocument/2006/relationships/image" Target="../media/image250.wmf"/><Relationship Id="rId6" Type="http://schemas.openxmlformats.org/officeDocument/2006/relationships/image" Target="../media/image255.wmf"/><Relationship Id="rId5" Type="http://schemas.openxmlformats.org/officeDocument/2006/relationships/image" Target="../media/image254.wmf"/><Relationship Id="rId4" Type="http://schemas.openxmlformats.org/officeDocument/2006/relationships/image" Target="../media/image253.wmf"/></Relationships>
</file>

<file path=ppt/drawings/_rels/vmlDrawing39.vml.rels><?xml version="1.0" encoding="UTF-8" standalone="yes"?>
<Relationships xmlns="http://schemas.openxmlformats.org/package/2006/relationships"><Relationship Id="rId8" Type="http://schemas.openxmlformats.org/officeDocument/2006/relationships/image" Target="../media/image264.wmf"/><Relationship Id="rId3" Type="http://schemas.openxmlformats.org/officeDocument/2006/relationships/image" Target="../media/image259.wmf"/><Relationship Id="rId7" Type="http://schemas.openxmlformats.org/officeDocument/2006/relationships/image" Target="../media/image263.wmf"/><Relationship Id="rId2" Type="http://schemas.openxmlformats.org/officeDocument/2006/relationships/image" Target="../media/image258.wmf"/><Relationship Id="rId1" Type="http://schemas.openxmlformats.org/officeDocument/2006/relationships/image" Target="../media/image257.wmf"/><Relationship Id="rId6" Type="http://schemas.openxmlformats.org/officeDocument/2006/relationships/image" Target="../media/image262.wmf"/><Relationship Id="rId5" Type="http://schemas.openxmlformats.org/officeDocument/2006/relationships/image" Target="../media/image261.wmf"/><Relationship Id="rId4" Type="http://schemas.openxmlformats.org/officeDocument/2006/relationships/image" Target="../media/image260.wmf"/></Relationships>
</file>

<file path=ppt/drawings/_rels/vmlDrawing40.vml.rels><?xml version="1.0" encoding="UTF-8" standalone="yes"?>
<Relationships xmlns="http://schemas.openxmlformats.org/package/2006/relationships"><Relationship Id="rId2" Type="http://schemas.openxmlformats.org/officeDocument/2006/relationships/image" Target="../media/image266.wmf"/><Relationship Id="rId1" Type="http://schemas.openxmlformats.org/officeDocument/2006/relationships/image" Target="../media/image265.wmf"/></Relationships>
</file>

<file path=ppt/drawings/_rels/vmlDrawing41.vml.rels><?xml version="1.0" encoding="UTF-8" standalone="yes"?>
<Relationships xmlns="http://schemas.openxmlformats.org/package/2006/relationships"><Relationship Id="rId3" Type="http://schemas.openxmlformats.org/officeDocument/2006/relationships/image" Target="../media/image269.wmf"/><Relationship Id="rId2" Type="http://schemas.openxmlformats.org/officeDocument/2006/relationships/image" Target="../media/image268.wmf"/><Relationship Id="rId1" Type="http://schemas.openxmlformats.org/officeDocument/2006/relationships/image" Target="../media/image267.wmf"/></Relationships>
</file>

<file path=ppt/drawings/_rels/vmlDrawing42.vml.rels><?xml version="1.0" encoding="UTF-8" standalone="yes"?>
<Relationships xmlns="http://schemas.openxmlformats.org/package/2006/relationships"><Relationship Id="rId2" Type="http://schemas.openxmlformats.org/officeDocument/2006/relationships/image" Target="../media/image271.wmf"/><Relationship Id="rId1" Type="http://schemas.openxmlformats.org/officeDocument/2006/relationships/image" Target="../media/image270.w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272.w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273.w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274.wmf"/></Relationships>
</file>

<file path=ppt/drawings/_rels/vmlDrawing46.vml.rels><?xml version="1.0" encoding="UTF-8" standalone="yes"?>
<Relationships xmlns="http://schemas.openxmlformats.org/package/2006/relationships"><Relationship Id="rId3" Type="http://schemas.openxmlformats.org/officeDocument/2006/relationships/image" Target="../media/image278.wmf"/><Relationship Id="rId2" Type="http://schemas.openxmlformats.org/officeDocument/2006/relationships/image" Target="../media/image277.wmf"/><Relationship Id="rId1" Type="http://schemas.openxmlformats.org/officeDocument/2006/relationships/image" Target="../media/image276.wmf"/><Relationship Id="rId5" Type="http://schemas.openxmlformats.org/officeDocument/2006/relationships/image" Target="../media/image280.wmf"/><Relationship Id="rId4" Type="http://schemas.openxmlformats.org/officeDocument/2006/relationships/image" Target="../media/image279.w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281.w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282.w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283.wmf"/></Relationships>
</file>

<file path=ppt/drawings/_rels/vmlDrawing50.vml.rels><?xml version="1.0" encoding="UTF-8" standalone="yes"?>
<Relationships xmlns="http://schemas.openxmlformats.org/package/2006/relationships"><Relationship Id="rId2" Type="http://schemas.openxmlformats.org/officeDocument/2006/relationships/image" Target="../media/image285.wmf"/><Relationship Id="rId1" Type="http://schemas.openxmlformats.org/officeDocument/2006/relationships/image" Target="../media/image284.wmf"/></Relationships>
</file>

<file path=ppt/drawings/_rels/vmlDrawing51.vml.rels><?xml version="1.0" encoding="UTF-8" standalone="yes"?>
<Relationships xmlns="http://schemas.openxmlformats.org/package/2006/relationships"><Relationship Id="rId8" Type="http://schemas.openxmlformats.org/officeDocument/2006/relationships/image" Target="../media/image293.wmf"/><Relationship Id="rId3" Type="http://schemas.openxmlformats.org/officeDocument/2006/relationships/image" Target="../media/image288.wmf"/><Relationship Id="rId7" Type="http://schemas.openxmlformats.org/officeDocument/2006/relationships/image" Target="../media/image292.wmf"/><Relationship Id="rId2" Type="http://schemas.openxmlformats.org/officeDocument/2006/relationships/image" Target="../media/image287.wmf"/><Relationship Id="rId1" Type="http://schemas.openxmlformats.org/officeDocument/2006/relationships/image" Target="../media/image286.wmf"/><Relationship Id="rId6" Type="http://schemas.openxmlformats.org/officeDocument/2006/relationships/image" Target="../media/image291.wmf"/><Relationship Id="rId5" Type="http://schemas.openxmlformats.org/officeDocument/2006/relationships/image" Target="../media/image290.wmf"/><Relationship Id="rId4" Type="http://schemas.openxmlformats.org/officeDocument/2006/relationships/image" Target="../media/image289.wmf"/></Relationships>
</file>

<file path=ppt/drawings/_rels/vmlDrawing52.vml.rels><?xml version="1.0" encoding="UTF-8" standalone="yes"?>
<Relationships xmlns="http://schemas.openxmlformats.org/package/2006/relationships"><Relationship Id="rId3" Type="http://schemas.openxmlformats.org/officeDocument/2006/relationships/image" Target="../media/image298.wmf"/><Relationship Id="rId2" Type="http://schemas.openxmlformats.org/officeDocument/2006/relationships/image" Target="../media/image297.wmf"/><Relationship Id="rId1" Type="http://schemas.openxmlformats.org/officeDocument/2006/relationships/image" Target="../media/image296.wmf"/><Relationship Id="rId4" Type="http://schemas.openxmlformats.org/officeDocument/2006/relationships/image" Target="../media/image299.wmf"/></Relationships>
</file>

<file path=ppt/drawings/_rels/vmlDrawing53.vml.rels><?xml version="1.0" encoding="UTF-8" standalone="yes"?>
<Relationships xmlns="http://schemas.openxmlformats.org/package/2006/relationships"><Relationship Id="rId2" Type="http://schemas.openxmlformats.org/officeDocument/2006/relationships/image" Target="../media/image302.wmf"/><Relationship Id="rId1" Type="http://schemas.openxmlformats.org/officeDocument/2006/relationships/image" Target="../media/image301.w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303.wmf"/></Relationships>
</file>

<file path=ppt/drawings/_rels/vmlDrawing55.vml.rels><?xml version="1.0" encoding="UTF-8" standalone="yes"?>
<Relationships xmlns="http://schemas.openxmlformats.org/package/2006/relationships"><Relationship Id="rId2" Type="http://schemas.openxmlformats.org/officeDocument/2006/relationships/image" Target="../media/image305.wmf"/><Relationship Id="rId1" Type="http://schemas.openxmlformats.org/officeDocument/2006/relationships/image" Target="../media/image30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129026"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buFontTx/>
              <a:buNone/>
              <a:defRPr sz="1200"/>
            </a:lvl1pPr>
          </a:lstStyle>
          <a:p>
            <a:pPr>
              <a:defRPr/>
            </a:pPr>
            <a:endParaRPr lang="en-US" altLang="zh-CN"/>
          </a:p>
        </p:txBody>
      </p:sp>
      <p:sp>
        <p:nvSpPr>
          <p:cNvPr id="129027" name="Rectangle 3"/>
          <p:cNvSpPr>
            <a:spLocks noGrp="1" noChangeArrowheads="1"/>
          </p:cNvSpPr>
          <p:nvPr>
            <p:ph type="dt" idx="1"/>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buFontTx/>
              <a:buNone/>
              <a:defRPr sz="1200"/>
            </a:lvl1pPr>
          </a:lstStyle>
          <a:p>
            <a:pPr>
              <a:defRPr/>
            </a:pPr>
            <a:endParaRPr lang="en-US" altLang="zh-CN"/>
          </a:p>
        </p:txBody>
      </p:sp>
      <p:sp>
        <p:nvSpPr>
          <p:cNvPr id="7172" name="Rectangle 4"/>
          <p:cNvSpPr>
            <a:spLocks noGrp="1" noRot="1" noChangeAspect="1" noChangeArrowheads="1" noTextEdit="1"/>
          </p:cNvSpPr>
          <p:nvPr>
            <p:ph type="sldImg" idx="4294967295"/>
          </p:nvPr>
        </p:nvSpPr>
        <p:spPr bwMode="auto">
          <a:xfrm>
            <a:off x="1143000" y="685800"/>
            <a:ext cx="4572000" cy="3429000"/>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9029" name="Rectangle 5"/>
          <p:cNvSpPr>
            <a:spLocks noGrp="1" noChangeArrowheads="1"/>
          </p:cNvSpPr>
          <p:nvPr>
            <p:ph type="body" sz="quarter" idx="3"/>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129030" name="Rectangle 6"/>
          <p:cNvSpPr>
            <a:spLocks noGrp="1" noChangeArrowheads="1"/>
          </p:cNvSpPr>
          <p:nvPr>
            <p:ph type="ftr" sz="quarter" idx="4"/>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eaLnBrk="1" hangingPunct="1">
              <a:buFontTx/>
              <a:buNone/>
              <a:defRPr sz="1200"/>
            </a:lvl1pPr>
          </a:lstStyle>
          <a:p>
            <a:pPr>
              <a:defRPr/>
            </a:pPr>
            <a:endParaRPr lang="en-US" altLang="zh-CN"/>
          </a:p>
        </p:txBody>
      </p:sp>
      <p:sp>
        <p:nvSpPr>
          <p:cNvPr id="129031"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eaLnBrk="1" hangingPunct="1">
              <a:buFontTx/>
              <a:buNone/>
              <a:defRPr sz="1200"/>
            </a:lvl1pPr>
          </a:lstStyle>
          <a:p>
            <a:pPr>
              <a:defRPr/>
            </a:pPr>
            <a:fld id="{7F8A8057-2448-4D8B-A849-EE99972FFFE8}" type="slidenum">
              <a:rPr lang="en-US" altLang="zh-CN"/>
              <a:t>‹#›</a:t>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30000"/>
      </a:spcBef>
      <a:spcAft>
        <a:spcPct val="0"/>
      </a:spcAft>
      <a:defRPr sz="1200"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幻灯片图像占位符 1"/>
          <p:cNvSpPr>
            <a:spLocks noGrp="1" noRot="1" noChangeAspect="1" noChangeArrowheads="1" noTextEdit="1"/>
          </p:cNvSpPr>
          <p:nvPr>
            <p:ph type="sldImg" idx="4294967295"/>
          </p:nvPr>
        </p:nvSpPr>
        <p:spPr/>
      </p:sp>
      <p:sp>
        <p:nvSpPr>
          <p:cNvPr id="13314" name="备注占位符 2"/>
          <p:cNvSpPr>
            <a:spLocks noGrp="1" noChangeArrowheads="1"/>
          </p:cNvSpPr>
          <p:nvPr>
            <p:ph type="body" idx="4294967295"/>
          </p:nvPr>
        </p:nvSpPr>
        <p:spPr/>
        <p:txBody>
          <a:bodyPr/>
          <a:lstStyle/>
          <a:p>
            <a:endParaRPr lang="zh-CN" altLang="en-US"/>
          </a:p>
        </p:txBody>
      </p:sp>
      <p:sp>
        <p:nvSpPr>
          <p:cNvPr id="13315" name="灯片编号占位符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Char char="•"/>
            </a:pPr>
            <a:fld id="{7CD96934-7343-4FA2-BD3D-BC8F345AEBF7}" type="slidenum">
              <a:rPr lang="en-US" altLang="zh-CN" smtClean="0">
                <a:ea typeface="等线" panose="02010600030101010101" pitchFamily="2" charset="-122"/>
              </a:rPr>
              <a:t>5</a:t>
            </a:fld>
            <a:endParaRPr lang="en-US" altLang="zh-CN">
              <a:ea typeface="等线" panose="02010600030101010101"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幻灯片图像占位符 1"/>
          <p:cNvSpPr>
            <a:spLocks noGrp="1" noRot="1" noChangeAspect="1" noChangeArrowheads="1" noTextEdit="1"/>
          </p:cNvSpPr>
          <p:nvPr>
            <p:ph type="sldImg" idx="4294967295"/>
          </p:nvPr>
        </p:nvSpPr>
        <p:spPr/>
      </p:sp>
      <p:sp>
        <p:nvSpPr>
          <p:cNvPr id="36866" name="备注占位符 2"/>
          <p:cNvSpPr>
            <a:spLocks noGrp="1" noChangeArrowheads="1"/>
          </p:cNvSpPr>
          <p:nvPr>
            <p:ph type="body" idx="4294967295"/>
          </p:nvPr>
        </p:nvSpPr>
        <p:spPr/>
        <p:txBody>
          <a:bodyPr/>
          <a:lstStyle/>
          <a:p>
            <a:endParaRPr lang="zh-CN" altLang="en-US"/>
          </a:p>
        </p:txBody>
      </p:sp>
      <p:sp>
        <p:nvSpPr>
          <p:cNvPr id="36867" name="灯片编号占位符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Char char="•"/>
            </a:pPr>
            <a:fld id="{44EEB966-1D90-4A5F-AAD3-8E1F9B94D8B1}" type="slidenum">
              <a:rPr lang="en-US" altLang="zh-CN" smtClean="0">
                <a:ea typeface="等线" panose="02010600030101010101" pitchFamily="2" charset="-122"/>
              </a:rPr>
              <a:t>27</a:t>
            </a:fld>
            <a:endParaRPr lang="en-US" altLang="zh-CN">
              <a:ea typeface="等线" panose="02010600030101010101" pitchFamily="2"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幻灯片图像占位符 1"/>
          <p:cNvSpPr>
            <a:spLocks noGrp="1" noRot="1" noChangeAspect="1" noChangeArrowheads="1" noTextEdit="1"/>
          </p:cNvSpPr>
          <p:nvPr>
            <p:ph type="sldImg" idx="4294967295"/>
          </p:nvPr>
        </p:nvSpPr>
        <p:spPr/>
      </p:sp>
      <p:sp>
        <p:nvSpPr>
          <p:cNvPr id="59394" name="备注占位符 2"/>
          <p:cNvSpPr>
            <a:spLocks noGrp="1" noChangeArrowheads="1"/>
          </p:cNvSpPr>
          <p:nvPr>
            <p:ph type="body" idx="4294967295"/>
          </p:nvPr>
        </p:nvSpPr>
        <p:spPr/>
        <p:txBody>
          <a:bodyPr/>
          <a:lstStyle/>
          <a:p>
            <a:endParaRPr lang="zh-CN" altLang="en-US"/>
          </a:p>
        </p:txBody>
      </p:sp>
      <p:sp>
        <p:nvSpPr>
          <p:cNvPr id="59395" name="灯片编号占位符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Char char="•"/>
            </a:pPr>
            <a:fld id="{51468C9E-0423-42D0-9682-776D0D0DF004}" type="slidenum">
              <a:rPr lang="en-US" altLang="zh-CN" smtClean="0">
                <a:ea typeface="等线" panose="02010600030101010101" pitchFamily="2" charset="-122"/>
              </a:rPr>
              <a:t>48</a:t>
            </a:fld>
            <a:endParaRPr lang="en-US" altLang="zh-CN">
              <a:ea typeface="等线" panose="02010600030101010101" pitchFamily="2" charset="-122"/>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noProof="1"/>
              <a:t>单击此处编辑母版标题样式</a:t>
            </a:r>
          </a:p>
        </p:txBody>
      </p:sp>
      <p:sp>
        <p:nvSpPr>
          <p:cNvPr id="3" name="副标题 2"/>
          <p:cNvSpPr>
            <a:spLocks noGrp="1"/>
          </p:cNvSpPr>
          <p:nvPr>
            <p:ph type="subTitle" idx="1" hasCustomPrompt="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单击以编辑母版副标题样式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2C5A5317-4BF5-4B29-BA1F-A92DE42A8C2A}" type="slidenum">
              <a:rPr lang="en-US" altLang="zh-CN"/>
              <a:t>‹#›</a:t>
            </a:fld>
            <a:endParaRPr lang="en-US" altLang="zh-CN"/>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496C635E-C066-48D8-8D98-BFB0011E1541}" type="slidenum">
              <a:rPr lang="en-US" altLang="zh-CN"/>
              <a:t>‹#›</a:t>
            </a:fld>
            <a:endParaRPr lang="en-US" altLang="zh-CN"/>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noProof="1"/>
              <a:t>单击此处编辑母版标题样式</a:t>
            </a:r>
          </a:p>
        </p:txBody>
      </p:sp>
      <p:sp>
        <p:nvSpPr>
          <p:cNvPr id="3" name="文本占位符 2"/>
          <p:cNvSpPr>
            <a:spLocks noGrp="1"/>
          </p:cNvSpPr>
          <p:nvPr>
            <p:ph type="body" idx="1" hasCustomPrompt="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编辑母版文本样式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C3E77A9C-2CFE-4796-B2BB-0ADE1561FF7F}" type="slidenum">
              <a:rPr lang="en-US" altLang="zh-CN"/>
              <a:t>‹#›</a:t>
            </a:fld>
            <a:endParaRPr lang="en-US" altLang="zh-CN"/>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sz="half" idx="1" hasCustomPrompt="1"/>
          </p:nvPr>
        </p:nvSpPr>
        <p:spPr>
          <a:xfrm>
            <a:off x="457200" y="1600200"/>
            <a:ext cx="4038600" cy="4525963"/>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hasCustomPrompt="1"/>
          </p:nvPr>
        </p:nvSpPr>
        <p:spPr>
          <a:xfrm>
            <a:off x="4648200" y="1600200"/>
            <a:ext cx="4038600" cy="4525963"/>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947EEB96-1FC7-49D8-9FEC-4461326C8AD1}" type="slidenum">
              <a:rPr lang="en-US" altLang="zh-CN"/>
              <a:t>‹#›</a:t>
            </a:fld>
            <a:endParaRPr lang="en-US" altLang="zh-CN"/>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p>
        </p:txBody>
      </p:sp>
      <p:sp>
        <p:nvSpPr>
          <p:cNvPr id="3" name="文本占位符 2"/>
          <p:cNvSpPr>
            <a:spLocks noGrp="1"/>
          </p:cNvSpPr>
          <p:nvPr>
            <p:ph type="body" idx="1" hasCustomPrompt="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4" name="内容占位符 3"/>
          <p:cNvSpPr>
            <a:spLocks noGrp="1"/>
          </p:cNvSpPr>
          <p:nvPr>
            <p:ph sz="half" idx="2" hasCustomPrompt="1"/>
          </p:nvPr>
        </p:nvSpPr>
        <p:spPr>
          <a:xfrm>
            <a:off x="630238" y="2505075"/>
            <a:ext cx="3868737"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文本占位符 4"/>
          <p:cNvSpPr>
            <a:spLocks noGrp="1"/>
          </p:cNvSpPr>
          <p:nvPr>
            <p:ph type="body" sz="quarter" idx="3" hasCustomPrompt="1"/>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6" name="内容占位符 5"/>
          <p:cNvSpPr>
            <a:spLocks noGrp="1"/>
          </p:cNvSpPr>
          <p:nvPr>
            <p:ph sz="quarter" idx="4" hasCustomPrompt="1"/>
          </p:nvPr>
        </p:nvSpPr>
        <p:spPr>
          <a:xfrm>
            <a:off x="4629150" y="2505075"/>
            <a:ext cx="3887788"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7" name="Rectangle 4"/>
          <p:cNvSpPr>
            <a:spLocks noGrp="1" noChangeArrowheads="1"/>
          </p:cNvSpPr>
          <p:nvPr>
            <p:ph type="dt" sz="half" idx="10"/>
          </p:nvPr>
        </p:nvSpPr>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endParaRPr lang="en-US" altLang="zh-CN"/>
          </a:p>
        </p:txBody>
      </p:sp>
      <p:sp>
        <p:nvSpPr>
          <p:cNvPr id="9" name="Rectangle 6"/>
          <p:cNvSpPr>
            <a:spLocks noGrp="1" noChangeArrowheads="1"/>
          </p:cNvSpPr>
          <p:nvPr>
            <p:ph type="sldNum" sz="quarter" idx="12"/>
          </p:nvPr>
        </p:nvSpPr>
        <p:spPr/>
        <p:txBody>
          <a:bodyPr/>
          <a:lstStyle>
            <a:lvl1pPr>
              <a:defRPr/>
            </a:lvl1pPr>
          </a:lstStyle>
          <a:p>
            <a:pPr>
              <a:defRPr/>
            </a:pPr>
            <a:fld id="{783ED356-25D3-4B24-AEA6-7F2BF1FCE89B}" type="slidenum">
              <a:rPr lang="en-US" altLang="zh-CN"/>
              <a:t>‹#›</a:t>
            </a:fld>
            <a:endParaRPr lang="en-US" altLang="zh-CN"/>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Rectangle 4"/>
          <p:cNvSpPr>
            <a:spLocks noGrp="1" noChangeArrowheads="1"/>
          </p:cNvSpPr>
          <p:nvPr>
            <p:ph type="dt" sz="half" idx="10"/>
          </p:nvPr>
        </p:nvSpPr>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endParaRPr lang="en-US" altLang="zh-CN"/>
          </a:p>
        </p:txBody>
      </p:sp>
      <p:sp>
        <p:nvSpPr>
          <p:cNvPr id="5" name="Rectangle 6"/>
          <p:cNvSpPr>
            <a:spLocks noGrp="1" noChangeArrowheads="1"/>
          </p:cNvSpPr>
          <p:nvPr>
            <p:ph type="sldNum" sz="quarter" idx="12"/>
          </p:nvPr>
        </p:nvSpPr>
        <p:spPr/>
        <p:txBody>
          <a:bodyPr/>
          <a:lstStyle>
            <a:lvl1pPr>
              <a:defRPr/>
            </a:lvl1pPr>
          </a:lstStyle>
          <a:p>
            <a:pPr>
              <a:defRPr/>
            </a:pPr>
            <a:fld id="{19978ECA-EEEB-4D59-8622-24319FD7229F}" type="slidenum">
              <a:rPr lang="en-US" altLang="zh-CN"/>
              <a:t>‹#›</a:t>
            </a:fld>
            <a:endParaRPr lang="en-US" altLang="zh-CN"/>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ltLang="zh-CN"/>
          </a:p>
        </p:txBody>
      </p:sp>
      <p:sp>
        <p:nvSpPr>
          <p:cNvPr id="3" name="Rectangle 5"/>
          <p:cNvSpPr>
            <a:spLocks noGrp="1" noChangeArrowheads="1"/>
          </p:cNvSpPr>
          <p:nvPr>
            <p:ph type="ftr" sz="quarter" idx="11"/>
          </p:nvPr>
        </p:nvSpPr>
        <p:spPr/>
        <p:txBody>
          <a:bodyPr/>
          <a:lstStyle>
            <a:lvl1pPr>
              <a:defRPr/>
            </a:lvl1pPr>
          </a:lstStyle>
          <a:p>
            <a:pPr>
              <a:defRPr/>
            </a:pPr>
            <a:endParaRPr lang="en-US" altLang="zh-CN"/>
          </a:p>
        </p:txBody>
      </p:sp>
      <p:sp>
        <p:nvSpPr>
          <p:cNvPr id="4" name="Rectangle 6"/>
          <p:cNvSpPr>
            <a:spLocks noGrp="1" noChangeArrowheads="1"/>
          </p:cNvSpPr>
          <p:nvPr>
            <p:ph type="sldNum" sz="quarter" idx="12"/>
          </p:nvPr>
        </p:nvSpPr>
        <p:spPr/>
        <p:txBody>
          <a:bodyPr/>
          <a:lstStyle>
            <a:lvl1pPr>
              <a:defRPr/>
            </a:lvl1pPr>
          </a:lstStyle>
          <a:p>
            <a:pPr>
              <a:defRPr/>
            </a:pPr>
            <a:fld id="{81B9DE50-4215-4D51-AE77-D31078F62322}" type="slidenum">
              <a:rPr lang="en-US" altLang="zh-CN"/>
              <a:t>‹#›</a:t>
            </a:fld>
            <a:endParaRPr lang="en-US" altLang="zh-CN"/>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内容占位符 2"/>
          <p:cNvSpPr>
            <a:spLocks noGrp="1"/>
          </p:cNvSpPr>
          <p:nvPr>
            <p:ph idx="1" hasCustomPrompt="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2B49BD95-9472-44AB-8479-65000E34FC0C}" type="slidenum">
              <a:rPr lang="en-US" altLang="zh-CN"/>
              <a:t>‹#›</a:t>
            </a:fld>
            <a:endParaRPr lang="en-US" altLang="zh-CN"/>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图片占位符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40025517-D479-4760-9885-F26991813DF1}" type="slidenum">
              <a:rPr lang="en-US" altLang="zh-CN"/>
              <a:t>‹#›</a:t>
            </a:fld>
            <a:endParaRPr lang="en-US" altLang="zh-CN"/>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竖排文字占位符 2"/>
          <p:cNvSpPr>
            <a:spLocks noGrp="1"/>
          </p:cNvSpPr>
          <p:nvPr>
            <p:ph type="body" orient="vert" idx="1" hasCustomPrompt="1"/>
          </p:nvPr>
        </p:nvSpPr>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26AFAFAE-00ED-430C-864C-E5819B14C94F}" type="slidenum">
              <a:rPr lang="en-US" altLang="zh-CN"/>
              <a:t>‹#›</a:t>
            </a:fld>
            <a:endParaRPr lang="en-US" altLang="zh-CN"/>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p:spPr>
        <p:txBody>
          <a:bodyPr vert="eaVert"/>
          <a:lstStyle/>
          <a:p>
            <a:r>
              <a:rPr lang="zh-CN" altLang="en-US" noProof="1"/>
              <a:t>单击此处编辑母版标题样式</a:t>
            </a:r>
          </a:p>
        </p:txBody>
      </p:sp>
      <p:sp>
        <p:nvSpPr>
          <p:cNvPr id="3" name="竖排文字占位符 2"/>
          <p:cNvSpPr>
            <a:spLocks noGrp="1"/>
          </p:cNvSpPr>
          <p:nvPr>
            <p:ph type="body" orient="vert" idx="1" hasCustomPrompt="1"/>
          </p:nvPr>
        </p:nvSpPr>
        <p:spPr>
          <a:xfrm>
            <a:off x="457200" y="274638"/>
            <a:ext cx="6019800" cy="5851525"/>
          </a:xfrm>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2836065A-F26D-4F15-96B3-A5CE7035C131}" type="slidenum">
              <a:rPr lang="en-US" altLang="zh-CN"/>
              <a:t>‹#›</a:t>
            </a:fld>
            <a:endParaRPr lang="en-US" altLang="zh-CN"/>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fourObj" preserve="1">
  <p:cSld name="标题和四项内容">
    <p:spTree>
      <p:nvGrpSpPr>
        <p:cNvPr id="1" name=""/>
        <p:cNvGrpSpPr/>
        <p:nvPr/>
      </p:nvGrpSpPr>
      <p:grpSpPr>
        <a:xfrm>
          <a:off x="0" y="0"/>
          <a:ext cx="0" cy="0"/>
          <a:chOff x="0" y="0"/>
          <a:chExt cx="0" cy="0"/>
        </a:xfrm>
      </p:grpSpPr>
      <p:sp>
        <p:nvSpPr>
          <p:cNvPr id="2" name="标题 1"/>
          <p:cNvSpPr>
            <a:spLocks noGrp="1"/>
          </p:cNvSpPr>
          <p:nvPr>
            <p:ph type="title" sz="quarter"/>
          </p:nvPr>
        </p:nvSpPr>
        <p:spPr>
          <a:xfrm>
            <a:off x="457200" y="274638"/>
            <a:ext cx="8229600" cy="1143000"/>
          </a:xfrm>
        </p:spPr>
        <p:txBody>
          <a:bodyPr/>
          <a:lstStyle/>
          <a:p>
            <a:r>
              <a:rPr lang="zh-CN" altLang="en-US" noProof="1"/>
              <a:t>单击此处编辑母版标题样式</a:t>
            </a:r>
          </a:p>
        </p:txBody>
      </p:sp>
      <p:sp>
        <p:nvSpPr>
          <p:cNvPr id="3" name="内容占位符 2"/>
          <p:cNvSpPr>
            <a:spLocks noGrp="1"/>
          </p:cNvSpPr>
          <p:nvPr>
            <p:ph sz="quarter" idx="1" hasCustomPrompt="1"/>
          </p:nvPr>
        </p:nvSpPr>
        <p:spPr>
          <a:xfrm>
            <a:off x="457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quarter" idx="2" hasCustomPrompt="1"/>
          </p:nvPr>
        </p:nvSpPr>
        <p:spPr>
          <a:xfrm>
            <a:off x="4648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内容占位符 4"/>
          <p:cNvSpPr>
            <a:spLocks noGrp="1"/>
          </p:cNvSpPr>
          <p:nvPr>
            <p:ph sz="quarter" idx="3" hasCustomPrompt="1"/>
          </p:nvPr>
        </p:nvSpPr>
        <p:spPr>
          <a:xfrm>
            <a:off x="457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6" name="内容占位符 5"/>
          <p:cNvSpPr>
            <a:spLocks noGrp="1"/>
          </p:cNvSpPr>
          <p:nvPr>
            <p:ph sz="quarter" idx="4" hasCustomPrompt="1"/>
          </p:nvPr>
        </p:nvSpPr>
        <p:spPr>
          <a:xfrm>
            <a:off x="4648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7" name="Rectangle 4"/>
          <p:cNvSpPr>
            <a:spLocks noGrp="1" noChangeArrowheads="1"/>
          </p:cNvSpPr>
          <p:nvPr>
            <p:ph type="dt" sz="half" idx="10"/>
          </p:nvPr>
        </p:nvSpPr>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endParaRPr lang="en-US" altLang="zh-CN"/>
          </a:p>
        </p:txBody>
      </p:sp>
      <p:sp>
        <p:nvSpPr>
          <p:cNvPr id="9" name="Rectangle 6"/>
          <p:cNvSpPr>
            <a:spLocks noGrp="1" noChangeArrowheads="1"/>
          </p:cNvSpPr>
          <p:nvPr>
            <p:ph type="sldNum" sz="quarter" idx="12"/>
          </p:nvPr>
        </p:nvSpPr>
        <p:spPr/>
        <p:txBody>
          <a:bodyPr/>
          <a:lstStyle>
            <a:lvl1pPr>
              <a:defRPr/>
            </a:lvl1pPr>
          </a:lstStyle>
          <a:p>
            <a:pPr>
              <a:defRPr/>
            </a:pPr>
            <a:fld id="{DA816754-1E15-4E4D-A37D-2E3EA8B4C4DD}" type="slidenum">
              <a:rPr lang="en-US" altLang="zh-CN"/>
              <a:t>‹#›</a:t>
            </a:fld>
            <a:endParaRPr lang="en-US" altLang="zh-CN"/>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hasCustomPrompt="1"/>
          </p:nvPr>
        </p:nvSpPr>
        <p:spPr>
          <a:xfrm>
            <a:off x="457200" y="274638"/>
            <a:ext cx="8229600" cy="585152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3" name="Rectangle 4"/>
          <p:cNvSpPr>
            <a:spLocks noGrp="1" noChangeArrowheads="1"/>
          </p:cNvSpPr>
          <p:nvPr>
            <p:ph type="dt" sz="half" idx="10"/>
          </p:nvPr>
        </p:nvSpPr>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endParaRPr lang="en-US" altLang="zh-CN"/>
          </a:p>
        </p:txBody>
      </p:sp>
      <p:sp>
        <p:nvSpPr>
          <p:cNvPr id="5" name="Rectangle 6"/>
          <p:cNvSpPr>
            <a:spLocks noGrp="1" noChangeArrowheads="1"/>
          </p:cNvSpPr>
          <p:nvPr>
            <p:ph type="sldNum" sz="quarter" idx="12"/>
          </p:nvPr>
        </p:nvSpPr>
        <p:spPr/>
        <p:txBody>
          <a:bodyPr/>
          <a:lstStyle>
            <a:lvl1pPr>
              <a:defRPr/>
            </a:lvl1pPr>
          </a:lstStyle>
          <a:p>
            <a:pPr>
              <a:defRPr/>
            </a:pPr>
            <a:fld id="{E15FA2ED-FB68-49EA-AFC6-85CD213AFEA8}" type="slidenum">
              <a:rPr lang="en-US" altLang="zh-CN"/>
              <a:t>‹#›</a:t>
            </a:fld>
            <a:endParaRPr lang="en-US" altLang="zh-CN"/>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p>
            <a:r>
              <a:rPr lang="zh-CN" altLang="en-US" noProof="1"/>
              <a:t>单击此处编辑母版标题样式</a:t>
            </a:r>
          </a:p>
        </p:txBody>
      </p:sp>
      <p:sp>
        <p:nvSpPr>
          <p:cNvPr id="3" name="文本占位符 2"/>
          <p:cNvSpPr>
            <a:spLocks noGrp="1"/>
          </p:cNvSpPr>
          <p:nvPr>
            <p:ph type="body" sz="half" idx="1" hasCustomPrompt="1"/>
          </p:nvPr>
        </p:nvSpPr>
        <p:spPr>
          <a:xfrm>
            <a:off x="457200" y="1600200"/>
            <a:ext cx="4038600" cy="4525963"/>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quarter" idx="2" hasCustomPrompt="1"/>
          </p:nvPr>
        </p:nvSpPr>
        <p:spPr>
          <a:xfrm>
            <a:off x="4648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内容占位符 4"/>
          <p:cNvSpPr>
            <a:spLocks noGrp="1"/>
          </p:cNvSpPr>
          <p:nvPr>
            <p:ph sz="quarter" idx="3" hasCustomPrompt="1"/>
          </p:nvPr>
        </p:nvSpPr>
        <p:spPr>
          <a:xfrm>
            <a:off x="4648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6" name="Rectangle 4"/>
          <p:cNvSpPr>
            <a:spLocks noGrp="1" noChangeArrowheads="1"/>
          </p:cNvSpPr>
          <p:nvPr>
            <p:ph type="dt" sz="half" idx="10"/>
          </p:nvPr>
        </p:nvSpPr>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p:txBody>
          <a:bodyPr/>
          <a:lstStyle>
            <a:lvl1pPr>
              <a:defRPr/>
            </a:lvl1pPr>
          </a:lstStyle>
          <a:p>
            <a:pPr>
              <a:defRPr/>
            </a:pPr>
            <a:fld id="{0C656052-C8E9-46F5-B7A7-45688CF5ABAD}" type="slidenum">
              <a:rPr lang="en-US" altLang="zh-CN"/>
              <a:t>‹#›</a:t>
            </a:fld>
            <a:endParaRPr lang="en-US" altLang="zh-CN"/>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4" name="Line 7"/>
          <p:cNvSpPr>
            <a:spLocks noChangeShapeType="1"/>
          </p:cNvSpPr>
          <p:nvPr/>
        </p:nvSpPr>
        <p:spPr bwMode="auto">
          <a:xfrm>
            <a:off x="1905000" y="1219200"/>
            <a:ext cx="0" cy="2057400"/>
          </a:xfrm>
          <a:prstGeom prst="line">
            <a:avLst/>
          </a:prstGeom>
          <a:noFill/>
          <a:ln w="34925">
            <a:solidFill>
              <a:schemeClr val="tx2"/>
            </a:solidFill>
            <a:round/>
          </a:ln>
          <a:extLst>
            <a:ext uri="{909E8E84-426E-40DD-AFC4-6F175D3DCCD1}">
              <a14:hiddenFill xmlns:a14="http://schemas.microsoft.com/office/drawing/2010/main">
                <a:noFill/>
              </a14:hiddenFill>
            </a:ext>
          </a:extLst>
        </p:spPr>
        <p:txBody>
          <a:bodyPr/>
          <a:lstStyle/>
          <a:p>
            <a:endParaRPr lang="zh-CN" altLang="en-US"/>
          </a:p>
        </p:txBody>
      </p:sp>
      <p:sp>
        <p:nvSpPr>
          <p:cNvPr id="5" name="Oval 8"/>
          <p:cNvSpPr>
            <a:spLocks noChangeArrowheads="1"/>
          </p:cNvSpPr>
          <p:nvPr/>
        </p:nvSpPr>
        <p:spPr bwMode="auto">
          <a:xfrm>
            <a:off x="163513" y="2103438"/>
            <a:ext cx="347662" cy="347662"/>
          </a:xfrm>
          <a:prstGeom prst="ellipse">
            <a:avLst/>
          </a:prstGeom>
          <a:solidFill>
            <a:schemeClr val="tx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
        <p:nvSpPr>
          <p:cNvPr id="6" name="Oval 9"/>
          <p:cNvSpPr>
            <a:spLocks noChangeArrowheads="1"/>
          </p:cNvSpPr>
          <p:nvPr/>
        </p:nvSpPr>
        <p:spPr bwMode="auto">
          <a:xfrm>
            <a:off x="739775" y="2105025"/>
            <a:ext cx="349250" cy="347663"/>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
        <p:nvSpPr>
          <p:cNvPr id="7" name="Oval 10"/>
          <p:cNvSpPr>
            <a:spLocks noChangeArrowheads="1"/>
          </p:cNvSpPr>
          <p:nvPr/>
        </p:nvSpPr>
        <p:spPr bwMode="auto">
          <a:xfrm>
            <a:off x="1317625" y="2105025"/>
            <a:ext cx="347663" cy="347663"/>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
        <p:nvSpPr>
          <p:cNvPr id="59394" name="Rectangle 2"/>
          <p:cNvSpPr>
            <a:spLocks noGrp="1" noChangeArrowheads="1"/>
          </p:cNvSpPr>
          <p:nvPr>
            <p:ph type="ctrTitle"/>
          </p:nvPr>
        </p:nvSpPr>
        <p:spPr>
          <a:xfrm>
            <a:off x="2133600" y="1371600"/>
            <a:ext cx="6477000" cy="1752600"/>
          </a:xfrm>
        </p:spPr>
        <p:txBody>
          <a:bodyPr/>
          <a:lstStyle>
            <a:lvl1pPr>
              <a:defRPr sz="5400"/>
            </a:lvl1pPr>
          </a:lstStyle>
          <a:p>
            <a:pPr lvl="0"/>
            <a:r>
              <a:rPr lang="zh-CN" altLang="en-US" noProof="0"/>
              <a:t>单击此处编辑母版标题样式</a:t>
            </a:r>
          </a:p>
        </p:txBody>
      </p:sp>
      <p:sp>
        <p:nvSpPr>
          <p:cNvPr id="59395" name="Rectangle 3"/>
          <p:cNvSpPr>
            <a:spLocks noGrp="1" noChangeArrowheads="1"/>
          </p:cNvSpPr>
          <p:nvPr>
            <p:ph type="subTitle" idx="1"/>
          </p:nvPr>
        </p:nvSpPr>
        <p:spPr>
          <a:xfrm>
            <a:off x="2133600" y="3733800"/>
            <a:ext cx="6477000" cy="1981200"/>
          </a:xfrm>
        </p:spPr>
        <p:txBody>
          <a:bodyPr/>
          <a:lstStyle>
            <a:lvl1pPr marL="0" indent="0">
              <a:buFont typeface="Wingdings" panose="05000000000000000000" pitchFamily="2" charset="2"/>
              <a:buNone/>
              <a:defRPr/>
            </a:lvl1pPr>
          </a:lstStyle>
          <a:p>
            <a:pPr lvl="0"/>
            <a:r>
              <a:rPr lang="zh-CN" altLang="en-US" noProof="0"/>
              <a:t>单击此处编辑母版副标题样式</a:t>
            </a:r>
          </a:p>
        </p:txBody>
      </p:sp>
      <p:sp>
        <p:nvSpPr>
          <p:cNvPr id="8" name="Rectangle 4"/>
          <p:cNvSpPr>
            <a:spLocks noGrp="1" noChangeArrowheads="1"/>
          </p:cNvSpPr>
          <p:nvPr>
            <p:ph type="dt" sz="half" idx="10"/>
          </p:nvPr>
        </p:nvSpPr>
        <p:spPr>
          <a:xfrm>
            <a:off x="7086600" y="6248400"/>
            <a:ext cx="1524000" cy="457200"/>
          </a:xfrm>
        </p:spPr>
        <p:txBody>
          <a:bodyPr/>
          <a:lstStyle>
            <a:lvl1pPr>
              <a:defRPr/>
            </a:lvl1pPr>
          </a:lstStyle>
          <a:p>
            <a:pPr>
              <a:defRPr/>
            </a:pPr>
            <a:endParaRPr lang="en-US" altLang="zh-CN"/>
          </a:p>
        </p:txBody>
      </p:sp>
      <p:sp>
        <p:nvSpPr>
          <p:cNvPr id="9" name="Rectangle 5"/>
          <p:cNvSpPr>
            <a:spLocks noGrp="1" noChangeArrowheads="1"/>
          </p:cNvSpPr>
          <p:nvPr>
            <p:ph type="ftr" sz="quarter" idx="11"/>
          </p:nvPr>
        </p:nvSpPr>
        <p:spPr>
          <a:xfrm>
            <a:off x="3810000" y="6248400"/>
            <a:ext cx="2895600" cy="457200"/>
          </a:xfrm>
        </p:spPr>
        <p:txBody>
          <a:bodyPr/>
          <a:lstStyle>
            <a:lvl1pPr>
              <a:defRPr/>
            </a:lvl1pPr>
          </a:lstStyle>
          <a:p>
            <a:pPr>
              <a:defRPr/>
            </a:pPr>
            <a:endParaRPr lang="en-US" altLang="zh-CN"/>
          </a:p>
        </p:txBody>
      </p:sp>
      <p:sp>
        <p:nvSpPr>
          <p:cNvPr id="10" name="Rectangle 6"/>
          <p:cNvSpPr>
            <a:spLocks noGrp="1" noChangeArrowheads="1"/>
          </p:cNvSpPr>
          <p:nvPr>
            <p:ph type="sldNum" sz="quarter" idx="12"/>
          </p:nvPr>
        </p:nvSpPr>
        <p:spPr>
          <a:xfrm>
            <a:off x="2209800" y="6248400"/>
            <a:ext cx="1219200" cy="457200"/>
          </a:xfrm>
        </p:spPr>
        <p:txBody>
          <a:bodyPr/>
          <a:lstStyle>
            <a:lvl1pPr>
              <a:defRPr/>
            </a:lvl1pPr>
          </a:lstStyle>
          <a:p>
            <a:pPr>
              <a:defRPr/>
            </a:pPr>
            <a:fld id="{4632A3A0-7A29-4B5A-8FD6-EF3AB84F9D1A}" type="slidenum">
              <a:rPr lang="en-US" altLang="zh-CN"/>
              <a:t>‹#›</a:t>
            </a:fld>
            <a:endParaRPr lang="en-US" altLang="zh-CN"/>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798DB758-C3F1-4A22-BCB8-8C2CFFFF3B55}" type="slidenum">
              <a:rPr lang="en-US" altLang="zh-CN"/>
              <a:t>‹#›</a:t>
            </a:fld>
            <a:endParaRPr lang="en-US" altLang="zh-CN"/>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noProof="1"/>
              <a:t>单击此处编辑母版标题样式</a:t>
            </a:r>
          </a:p>
        </p:txBody>
      </p:sp>
      <p:sp>
        <p:nvSpPr>
          <p:cNvPr id="3" name="文本占位符 2"/>
          <p:cNvSpPr>
            <a:spLocks noGrp="1"/>
          </p:cNvSpPr>
          <p:nvPr>
            <p:ph type="body" idx="1" hasCustomPrompt="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编辑母版文本样式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DA3F4CFA-7867-4F1B-B911-265296692AFE}" type="slidenum">
              <a:rPr lang="en-US" altLang="zh-CN"/>
              <a:t>‹#›</a:t>
            </a:fld>
            <a:endParaRPr lang="en-US" altLang="zh-CN"/>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sz="half" idx="1" hasCustomPrompt="1"/>
          </p:nvPr>
        </p:nvSpPr>
        <p:spPr>
          <a:xfrm>
            <a:off x="1524000" y="1905000"/>
            <a:ext cx="3429000" cy="4114800"/>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hasCustomPrompt="1"/>
          </p:nvPr>
        </p:nvSpPr>
        <p:spPr>
          <a:xfrm>
            <a:off x="5105400" y="1905000"/>
            <a:ext cx="3429000" cy="4114800"/>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49DFECA9-4946-4EFF-A549-E43354D42778}" type="slidenum">
              <a:rPr lang="en-US" altLang="zh-CN"/>
              <a:t>‹#›</a:t>
            </a:fld>
            <a:endParaRPr lang="en-US" altLang="zh-CN"/>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p>
        </p:txBody>
      </p:sp>
      <p:sp>
        <p:nvSpPr>
          <p:cNvPr id="3" name="文本占位符 2"/>
          <p:cNvSpPr>
            <a:spLocks noGrp="1"/>
          </p:cNvSpPr>
          <p:nvPr>
            <p:ph type="body" idx="1" hasCustomPrompt="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4" name="内容占位符 3"/>
          <p:cNvSpPr>
            <a:spLocks noGrp="1"/>
          </p:cNvSpPr>
          <p:nvPr>
            <p:ph sz="half" idx="2" hasCustomPrompt="1"/>
          </p:nvPr>
        </p:nvSpPr>
        <p:spPr>
          <a:xfrm>
            <a:off x="630238" y="2505075"/>
            <a:ext cx="3868737"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文本占位符 4"/>
          <p:cNvSpPr>
            <a:spLocks noGrp="1"/>
          </p:cNvSpPr>
          <p:nvPr>
            <p:ph type="body" sz="quarter" idx="3" hasCustomPrompt="1"/>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6" name="内容占位符 5"/>
          <p:cNvSpPr>
            <a:spLocks noGrp="1"/>
          </p:cNvSpPr>
          <p:nvPr>
            <p:ph sz="quarter" idx="4" hasCustomPrompt="1"/>
          </p:nvPr>
        </p:nvSpPr>
        <p:spPr>
          <a:xfrm>
            <a:off x="4629150" y="2505075"/>
            <a:ext cx="3887788"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7" name="Rectangle 4"/>
          <p:cNvSpPr>
            <a:spLocks noGrp="1" noChangeArrowheads="1"/>
          </p:cNvSpPr>
          <p:nvPr>
            <p:ph type="dt" sz="half" idx="10"/>
          </p:nvPr>
        </p:nvSpPr>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endParaRPr lang="en-US" altLang="zh-CN"/>
          </a:p>
        </p:txBody>
      </p:sp>
      <p:sp>
        <p:nvSpPr>
          <p:cNvPr id="9" name="Rectangle 6"/>
          <p:cNvSpPr>
            <a:spLocks noGrp="1" noChangeArrowheads="1"/>
          </p:cNvSpPr>
          <p:nvPr>
            <p:ph type="sldNum" sz="quarter" idx="12"/>
          </p:nvPr>
        </p:nvSpPr>
        <p:spPr/>
        <p:txBody>
          <a:bodyPr/>
          <a:lstStyle>
            <a:lvl1pPr>
              <a:defRPr/>
            </a:lvl1pPr>
          </a:lstStyle>
          <a:p>
            <a:pPr>
              <a:defRPr/>
            </a:pPr>
            <a:fld id="{5F695590-0B72-42FF-9868-1EE922B33826}" type="slidenum">
              <a:rPr lang="en-US" altLang="zh-CN"/>
              <a:t>‹#›</a:t>
            </a:fld>
            <a:endParaRPr lang="en-US" altLang="zh-CN"/>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Rectangle 4"/>
          <p:cNvSpPr>
            <a:spLocks noGrp="1" noChangeArrowheads="1"/>
          </p:cNvSpPr>
          <p:nvPr>
            <p:ph type="dt" sz="half" idx="10"/>
          </p:nvPr>
        </p:nvSpPr>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endParaRPr lang="en-US" altLang="zh-CN"/>
          </a:p>
        </p:txBody>
      </p:sp>
      <p:sp>
        <p:nvSpPr>
          <p:cNvPr id="5" name="Rectangle 6"/>
          <p:cNvSpPr>
            <a:spLocks noGrp="1" noChangeArrowheads="1"/>
          </p:cNvSpPr>
          <p:nvPr>
            <p:ph type="sldNum" sz="quarter" idx="12"/>
          </p:nvPr>
        </p:nvSpPr>
        <p:spPr/>
        <p:txBody>
          <a:bodyPr/>
          <a:lstStyle>
            <a:lvl1pPr>
              <a:defRPr/>
            </a:lvl1pPr>
          </a:lstStyle>
          <a:p>
            <a:pPr>
              <a:defRPr/>
            </a:pPr>
            <a:fld id="{70C6676C-7154-4240-9942-D524C9D9CA82}" type="slidenum">
              <a:rPr lang="en-US" altLang="zh-CN"/>
              <a:t>‹#›</a:t>
            </a:fld>
            <a:endParaRPr lang="en-US" altLang="zh-CN"/>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ltLang="zh-CN"/>
          </a:p>
        </p:txBody>
      </p:sp>
      <p:sp>
        <p:nvSpPr>
          <p:cNvPr id="3" name="Rectangle 5"/>
          <p:cNvSpPr>
            <a:spLocks noGrp="1" noChangeArrowheads="1"/>
          </p:cNvSpPr>
          <p:nvPr>
            <p:ph type="ftr" sz="quarter" idx="11"/>
          </p:nvPr>
        </p:nvSpPr>
        <p:spPr/>
        <p:txBody>
          <a:bodyPr/>
          <a:lstStyle>
            <a:lvl1pPr>
              <a:defRPr/>
            </a:lvl1pPr>
          </a:lstStyle>
          <a:p>
            <a:pPr>
              <a:defRPr/>
            </a:pPr>
            <a:endParaRPr lang="en-US" altLang="zh-CN"/>
          </a:p>
        </p:txBody>
      </p:sp>
      <p:sp>
        <p:nvSpPr>
          <p:cNvPr id="4" name="Rectangle 6"/>
          <p:cNvSpPr>
            <a:spLocks noGrp="1" noChangeArrowheads="1"/>
          </p:cNvSpPr>
          <p:nvPr>
            <p:ph type="sldNum" sz="quarter" idx="12"/>
          </p:nvPr>
        </p:nvSpPr>
        <p:spPr/>
        <p:txBody>
          <a:bodyPr/>
          <a:lstStyle>
            <a:lvl1pPr>
              <a:defRPr/>
            </a:lvl1pPr>
          </a:lstStyle>
          <a:p>
            <a:pPr>
              <a:defRPr/>
            </a:pPr>
            <a:fld id="{6577965A-10F5-4D86-B354-F3C0DFDD6211}" type="slidenum">
              <a:rPr lang="en-US" altLang="zh-CN"/>
              <a:t>‹#›</a:t>
            </a:fld>
            <a:endParaRPr lang="en-US" altLang="zh-CN"/>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内容占位符 2"/>
          <p:cNvSpPr>
            <a:spLocks noGrp="1"/>
          </p:cNvSpPr>
          <p:nvPr>
            <p:ph idx="1" hasCustomPrompt="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03498F6E-6EE3-4C0C-B7DA-8227F8AA1308}" type="slidenum">
              <a:rPr lang="en-US" altLang="zh-CN"/>
              <a:t>‹#›</a:t>
            </a:fld>
            <a:endParaRPr lang="en-US" altLang="zh-CN"/>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图片占位符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235CDF87-95C1-46C6-A363-DD34E6962514}" type="slidenum">
              <a:rPr lang="en-US" altLang="zh-CN"/>
              <a:t>‹#›</a:t>
            </a:fld>
            <a:endParaRPr lang="en-US" altLang="zh-CN"/>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竖排文字占位符 2"/>
          <p:cNvSpPr>
            <a:spLocks noGrp="1"/>
          </p:cNvSpPr>
          <p:nvPr>
            <p:ph type="body" orient="vert" idx="1" hasCustomPrompt="1"/>
          </p:nvPr>
        </p:nvSpPr>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DCE2BBC4-C838-4EC1-BF10-FA0056F474C6}" type="slidenum">
              <a:rPr lang="en-US" altLang="zh-CN"/>
              <a:t>‹#›</a:t>
            </a:fld>
            <a:endParaRPr lang="en-US" altLang="zh-CN"/>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781800" y="190500"/>
            <a:ext cx="1752600" cy="5829300"/>
          </a:xfrm>
        </p:spPr>
        <p:txBody>
          <a:bodyPr vert="eaVert"/>
          <a:lstStyle/>
          <a:p>
            <a:r>
              <a:rPr lang="zh-CN" altLang="en-US" noProof="1"/>
              <a:t>单击此处编辑母版标题样式</a:t>
            </a:r>
          </a:p>
        </p:txBody>
      </p:sp>
      <p:sp>
        <p:nvSpPr>
          <p:cNvPr id="3" name="竖排文字占位符 2"/>
          <p:cNvSpPr>
            <a:spLocks noGrp="1"/>
          </p:cNvSpPr>
          <p:nvPr>
            <p:ph type="body" orient="vert" idx="1" hasCustomPrompt="1"/>
          </p:nvPr>
        </p:nvSpPr>
        <p:spPr>
          <a:xfrm>
            <a:off x="1524000" y="190500"/>
            <a:ext cx="5105400" cy="5829300"/>
          </a:xfrm>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33029E16-12ED-42B5-9113-BA73118F722D}" type="slidenum">
              <a:rPr lang="en-US" altLang="zh-CN"/>
              <a:t>‹#›</a:t>
            </a:fld>
            <a:endParaRPr lang="en-US" altLang="zh-CN"/>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noProof="1"/>
              <a:t>单击此处编辑母版标题样式</a:t>
            </a:r>
          </a:p>
        </p:txBody>
      </p:sp>
      <p:sp>
        <p:nvSpPr>
          <p:cNvPr id="3" name="副标题 2"/>
          <p:cNvSpPr>
            <a:spLocks noGrp="1"/>
          </p:cNvSpPr>
          <p:nvPr>
            <p:ph type="subTitle" idx="1" hasCustomPrompt="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单击以编辑母版副标题样式</a:t>
            </a:r>
          </a:p>
        </p:txBody>
      </p:sp>
      <p:sp>
        <p:nvSpPr>
          <p:cNvPr id="4"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0BADB22F-BC14-4704-99A5-3B8A80E818B5}" type="slidenum">
              <a:rPr lang="zh-CN" altLang="en-US"/>
              <a:t>‹#›</a:t>
            </a:fld>
            <a:endParaRPr lang="en-US" altLang="zh-CN"/>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897237EB-3B84-4DB2-8E32-0B3F4BDD9BD7}" type="slidenum">
              <a:rPr lang="zh-CN" altLang="en-US"/>
              <a:t>‹#›</a:t>
            </a:fld>
            <a:endParaRPr lang="en-US" altLang="zh-CN"/>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noProof="1"/>
              <a:t>单击此处编辑母版标题样式</a:t>
            </a:r>
          </a:p>
        </p:txBody>
      </p:sp>
      <p:sp>
        <p:nvSpPr>
          <p:cNvPr id="3" name="文本占位符 2"/>
          <p:cNvSpPr>
            <a:spLocks noGrp="1"/>
          </p:cNvSpPr>
          <p:nvPr>
            <p:ph type="body" idx="1" hasCustomPrompt="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编辑母版文本样式</a:t>
            </a:r>
          </a:p>
        </p:txBody>
      </p:sp>
      <p:sp>
        <p:nvSpPr>
          <p:cNvPr id="4"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12083D7B-012A-4790-AAF1-40F0AAA11292}" type="slidenum">
              <a:rPr lang="zh-CN" altLang="en-US"/>
              <a:t>‹#›</a:t>
            </a:fld>
            <a:endParaRPr lang="en-US" altLang="zh-CN"/>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sz="half" idx="1" hasCustomPrompt="1"/>
          </p:nvPr>
        </p:nvSpPr>
        <p:spPr>
          <a:xfrm>
            <a:off x="685800" y="1981200"/>
            <a:ext cx="3810000" cy="4114800"/>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hasCustomPrompt="1"/>
          </p:nvPr>
        </p:nvSpPr>
        <p:spPr>
          <a:xfrm>
            <a:off x="4648200" y="1981200"/>
            <a:ext cx="3810000" cy="4114800"/>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CA5B13D8-FAA6-4006-8BF6-28D89C1B99A7}" type="slidenum">
              <a:rPr lang="zh-CN" altLang="en-US"/>
              <a:t>‹#›</a:t>
            </a:fld>
            <a:endParaRPr lang="en-US" altLang="zh-CN"/>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p>
        </p:txBody>
      </p:sp>
      <p:sp>
        <p:nvSpPr>
          <p:cNvPr id="3" name="文本占位符 2"/>
          <p:cNvSpPr>
            <a:spLocks noGrp="1"/>
          </p:cNvSpPr>
          <p:nvPr>
            <p:ph type="body" idx="1" hasCustomPrompt="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4" name="内容占位符 3"/>
          <p:cNvSpPr>
            <a:spLocks noGrp="1"/>
          </p:cNvSpPr>
          <p:nvPr>
            <p:ph sz="half" idx="2" hasCustomPrompt="1"/>
          </p:nvPr>
        </p:nvSpPr>
        <p:spPr>
          <a:xfrm>
            <a:off x="630238" y="2505075"/>
            <a:ext cx="3868737"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文本占位符 4"/>
          <p:cNvSpPr>
            <a:spLocks noGrp="1"/>
          </p:cNvSpPr>
          <p:nvPr>
            <p:ph type="body" sz="quarter" idx="3" hasCustomPrompt="1"/>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编辑母版文本样式</a:t>
            </a:r>
          </a:p>
        </p:txBody>
      </p:sp>
      <p:sp>
        <p:nvSpPr>
          <p:cNvPr id="6" name="内容占位符 5"/>
          <p:cNvSpPr>
            <a:spLocks noGrp="1"/>
          </p:cNvSpPr>
          <p:nvPr>
            <p:ph sz="quarter" idx="4" hasCustomPrompt="1"/>
          </p:nvPr>
        </p:nvSpPr>
        <p:spPr>
          <a:xfrm>
            <a:off x="4629150" y="2505075"/>
            <a:ext cx="3887788" cy="36845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7"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9" name="Rectangle 6"/>
          <p:cNvSpPr>
            <a:spLocks noGrp="1" noChangeArrowheads="1"/>
          </p:cNvSpPr>
          <p:nvPr>
            <p:ph type="sldNum" sz="quarter" idx="12"/>
          </p:nvPr>
        </p:nvSpPr>
        <p:spPr/>
        <p:txBody>
          <a:bodyPr/>
          <a:lstStyle>
            <a:lvl1pPr>
              <a:defRPr/>
            </a:lvl1pPr>
          </a:lstStyle>
          <a:p>
            <a:pPr>
              <a:defRPr/>
            </a:pPr>
            <a:fld id="{DA1D1892-7DD0-4121-8315-49ED8F1213DB}" type="slidenum">
              <a:rPr lang="zh-CN" altLang="en-US"/>
              <a:t>‹#›</a:t>
            </a:fld>
            <a:endParaRPr lang="en-US" altLang="zh-CN"/>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5" name="Rectangle 6"/>
          <p:cNvSpPr>
            <a:spLocks noGrp="1" noChangeArrowheads="1"/>
          </p:cNvSpPr>
          <p:nvPr>
            <p:ph type="sldNum" sz="quarter" idx="12"/>
          </p:nvPr>
        </p:nvSpPr>
        <p:spPr/>
        <p:txBody>
          <a:bodyPr/>
          <a:lstStyle>
            <a:lvl1pPr>
              <a:defRPr/>
            </a:lvl1pPr>
          </a:lstStyle>
          <a:p>
            <a:pPr>
              <a:defRPr/>
            </a:pPr>
            <a:fld id="{41F0F22C-9602-4AA6-9D13-4AE8670760A9}" type="slidenum">
              <a:rPr lang="zh-CN" altLang="en-US"/>
              <a:t>‹#›</a:t>
            </a:fld>
            <a:endParaRPr lang="en-US" altLang="zh-CN"/>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3"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4" name="Rectangle 6"/>
          <p:cNvSpPr>
            <a:spLocks noGrp="1" noChangeArrowheads="1"/>
          </p:cNvSpPr>
          <p:nvPr>
            <p:ph type="sldNum" sz="quarter" idx="12"/>
          </p:nvPr>
        </p:nvSpPr>
        <p:spPr/>
        <p:txBody>
          <a:bodyPr/>
          <a:lstStyle>
            <a:lvl1pPr>
              <a:defRPr/>
            </a:lvl1pPr>
          </a:lstStyle>
          <a:p>
            <a:pPr>
              <a:defRPr/>
            </a:pPr>
            <a:fld id="{0004BB5F-95AA-4B11-99C7-1944A193BDA0}" type="slidenum">
              <a:rPr lang="zh-CN" altLang="en-US"/>
              <a:t>‹#›</a:t>
            </a:fld>
            <a:endParaRPr lang="en-US" altLang="zh-CN"/>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内容占位符 2"/>
          <p:cNvSpPr>
            <a:spLocks noGrp="1"/>
          </p:cNvSpPr>
          <p:nvPr>
            <p:ph idx="1" hasCustomPrompt="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A9589C56-F5DA-4F09-AF41-FAFA5DC51E62}" type="slidenum">
              <a:rPr lang="zh-CN" altLang="en-US"/>
              <a:t>‹#›</a:t>
            </a:fld>
            <a:endParaRPr lang="en-US" altLang="zh-CN"/>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p>
        </p:txBody>
      </p:sp>
      <p:sp>
        <p:nvSpPr>
          <p:cNvPr id="3" name="图片占位符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hasCustomPrompt="1"/>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编辑母版文本样式</a:t>
            </a:r>
          </a:p>
        </p:txBody>
      </p:sp>
      <p:sp>
        <p:nvSpPr>
          <p:cNvPr id="5"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7" name="Rectangle 6"/>
          <p:cNvSpPr>
            <a:spLocks noGrp="1" noChangeArrowheads="1"/>
          </p:cNvSpPr>
          <p:nvPr>
            <p:ph type="sldNum" sz="quarter" idx="12"/>
          </p:nvPr>
        </p:nvSpPr>
        <p:spPr/>
        <p:txBody>
          <a:bodyPr/>
          <a:lstStyle>
            <a:lvl1pPr>
              <a:defRPr/>
            </a:lvl1pPr>
          </a:lstStyle>
          <a:p>
            <a:pPr>
              <a:defRPr/>
            </a:pPr>
            <a:fld id="{6C7539BB-F3C8-4FFA-A330-885872F60EFD}" type="slidenum">
              <a:rPr lang="zh-CN" altLang="en-US"/>
              <a:t>‹#›</a:t>
            </a:fld>
            <a:endParaRPr lang="en-US" altLang="zh-CN"/>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竖排文字占位符 2"/>
          <p:cNvSpPr>
            <a:spLocks noGrp="1"/>
          </p:cNvSpPr>
          <p:nvPr>
            <p:ph type="body" orient="vert" idx="1" hasCustomPrompt="1"/>
          </p:nvPr>
        </p:nvSpPr>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B7063D81-37FA-400A-B4C9-DF9F42F672B8}" type="slidenum">
              <a:rPr lang="zh-CN" altLang="en-US"/>
              <a:t>‹#›</a:t>
            </a:fld>
            <a:endParaRPr lang="en-US" altLang="zh-CN"/>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15100" y="609600"/>
            <a:ext cx="1943100" cy="5486400"/>
          </a:xfrm>
        </p:spPr>
        <p:txBody>
          <a:bodyPr vert="eaVert"/>
          <a:lstStyle/>
          <a:p>
            <a:r>
              <a:rPr lang="zh-CN" altLang="en-US" noProof="1"/>
              <a:t>单击此处编辑母版标题样式</a:t>
            </a:r>
          </a:p>
        </p:txBody>
      </p:sp>
      <p:sp>
        <p:nvSpPr>
          <p:cNvPr id="3" name="竖排文字占位符 2"/>
          <p:cNvSpPr>
            <a:spLocks noGrp="1"/>
          </p:cNvSpPr>
          <p:nvPr>
            <p:ph type="body" orient="vert" idx="1" hasCustomPrompt="1"/>
          </p:nvPr>
        </p:nvSpPr>
        <p:spPr>
          <a:xfrm>
            <a:off x="685800" y="609600"/>
            <a:ext cx="5676900" cy="5486400"/>
          </a:xfrm>
        </p:spPr>
        <p:txBody>
          <a:bodyPr vert="eaVert"/>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6" name="Rectangle 6"/>
          <p:cNvSpPr>
            <a:spLocks noGrp="1" noChangeArrowheads="1"/>
          </p:cNvSpPr>
          <p:nvPr>
            <p:ph type="sldNum" sz="quarter" idx="12"/>
          </p:nvPr>
        </p:nvSpPr>
        <p:spPr/>
        <p:txBody>
          <a:bodyPr/>
          <a:lstStyle>
            <a:lvl1pPr>
              <a:defRPr/>
            </a:lvl1pPr>
          </a:lstStyle>
          <a:p>
            <a:pPr>
              <a:defRPr/>
            </a:pPr>
            <a:fld id="{10CE9686-23BC-409A-A737-514F8E1F0DAB}" type="slidenum">
              <a:rPr lang="zh-CN" altLang="en-US"/>
              <a:t>‹#›</a:t>
            </a:fld>
            <a:endParaRPr lang="en-US" altLang="zh-CN"/>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hasCustomPrompt="1"/>
          </p:nvPr>
        </p:nvSpPr>
        <p:spPr>
          <a:xfrm>
            <a:off x="685800" y="609600"/>
            <a:ext cx="7772400" cy="5486400"/>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3" name="Rectangle 4"/>
          <p:cNvSpPr>
            <a:spLocks noGrp="1" noChangeArrowheads="1"/>
          </p:cNvSpPr>
          <p:nvPr>
            <p:ph type="dt" sz="half" idx="10"/>
          </p:nvPr>
        </p:nvSpPr>
        <p:spPr/>
        <p:txBody>
          <a:bodyPr/>
          <a:lstStyle>
            <a:lvl1pPr>
              <a:defRPr/>
            </a:lvl1pPr>
          </a:lstStyle>
          <a:p>
            <a:pPr>
              <a:defRPr/>
            </a:pPr>
            <a:fld id="{E68D050C-C5DF-49E4-9055-8C8786651423}" type="datetime1">
              <a:rPr lang="zh-CN" altLang="en-US"/>
              <a:t>2020/10/28</a:t>
            </a:fld>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r>
              <a:rPr lang="zh-CN" altLang="en-US"/>
              <a:t>数值分析    </a:t>
            </a:r>
            <a:endParaRPr lang="en-US" altLang="zh-CN"/>
          </a:p>
        </p:txBody>
      </p:sp>
      <p:sp>
        <p:nvSpPr>
          <p:cNvPr id="5" name="Rectangle 6"/>
          <p:cNvSpPr>
            <a:spLocks noGrp="1" noChangeArrowheads="1"/>
          </p:cNvSpPr>
          <p:nvPr>
            <p:ph type="sldNum" sz="quarter" idx="12"/>
          </p:nvPr>
        </p:nvSpPr>
        <p:spPr/>
        <p:txBody>
          <a:bodyPr/>
          <a:lstStyle>
            <a:lvl1pPr>
              <a:defRPr/>
            </a:lvl1pPr>
          </a:lstStyle>
          <a:p>
            <a:pPr>
              <a:defRPr/>
            </a:pPr>
            <a:fld id="{D3009292-0F73-4231-91E1-B8A3AA441473}" type="slidenum">
              <a:rPr lang="zh-CN" altLang="en-US"/>
              <a:t>‹#›</a:t>
            </a:fld>
            <a:endParaRPr lang="en-US" altLang="zh-CN"/>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AndTwoObj">
  <p:cSld name="标题，一项大型内容和两项小型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p>
            <a:r>
              <a:rPr lang="zh-CN" altLang="en-US" noProof="1"/>
              <a:t>单击此处编辑母版标题样式</a:t>
            </a:r>
          </a:p>
        </p:txBody>
      </p:sp>
      <p:sp>
        <p:nvSpPr>
          <p:cNvPr id="3" name="内容占位符 2"/>
          <p:cNvSpPr>
            <a:spLocks noGrp="1"/>
          </p:cNvSpPr>
          <p:nvPr>
            <p:ph sz="half" idx="1" hasCustomPrompt="1"/>
          </p:nvPr>
        </p:nvSpPr>
        <p:spPr>
          <a:xfrm>
            <a:off x="457200" y="1600200"/>
            <a:ext cx="4038600" cy="4525963"/>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quarter" idx="2" hasCustomPrompt="1"/>
          </p:nvPr>
        </p:nvSpPr>
        <p:spPr>
          <a:xfrm>
            <a:off x="4648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内容占位符 4"/>
          <p:cNvSpPr>
            <a:spLocks noGrp="1"/>
          </p:cNvSpPr>
          <p:nvPr>
            <p:ph sz="quarter" idx="3" hasCustomPrompt="1"/>
          </p:nvPr>
        </p:nvSpPr>
        <p:spPr>
          <a:xfrm>
            <a:off x="4648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6" name="日期占位符 5"/>
          <p:cNvSpPr>
            <a:spLocks noGrp="1"/>
          </p:cNvSpPr>
          <p:nvPr>
            <p:ph type="dt" sz="half" idx="10"/>
          </p:nvPr>
        </p:nvSpPr>
        <p:spPr>
          <a:xfrm>
            <a:off x="457200" y="6245225"/>
            <a:ext cx="2133600" cy="476250"/>
          </a:xfrm>
        </p:spPr>
        <p:txBody>
          <a:bodyPr/>
          <a:lstStyle>
            <a:lvl1pPr>
              <a:defRPr/>
            </a:lvl1pPr>
          </a:lstStyle>
          <a:p>
            <a:pPr>
              <a:defRPr/>
            </a:pPr>
            <a:fld id="{F29C7D6E-65B9-44D0-936C-13D17786B54A}" type="datetimeFigureOut">
              <a:rPr lang="zh-CN" altLang="en-US"/>
              <a:t>2020/10/28</a:t>
            </a:fld>
            <a:endParaRPr lang="en-US" altLang="zh-CN"/>
          </a:p>
        </p:txBody>
      </p:sp>
      <p:sp>
        <p:nvSpPr>
          <p:cNvPr id="7" name="页脚占位符 6"/>
          <p:cNvSpPr>
            <a:spLocks noGrp="1"/>
          </p:cNvSpPr>
          <p:nvPr>
            <p:ph type="ftr" sz="quarter" idx="11"/>
          </p:nvPr>
        </p:nvSpPr>
        <p:spPr>
          <a:xfrm>
            <a:off x="3124200" y="6245225"/>
            <a:ext cx="2895600" cy="476250"/>
          </a:xfrm>
        </p:spPr>
        <p:txBody>
          <a:bodyPr/>
          <a:lstStyle>
            <a:lvl1pPr>
              <a:defRPr/>
            </a:lvl1pPr>
          </a:lstStyle>
          <a:p>
            <a:pPr>
              <a:defRPr/>
            </a:pPr>
            <a:endParaRPr lang="en-US" altLang="zh-CN"/>
          </a:p>
        </p:txBody>
      </p:sp>
      <p:sp>
        <p:nvSpPr>
          <p:cNvPr id="8" name="灯片编号占位符 7"/>
          <p:cNvSpPr>
            <a:spLocks noGrp="1"/>
          </p:cNvSpPr>
          <p:nvPr>
            <p:ph type="sldNum" sz="quarter" idx="12"/>
          </p:nvPr>
        </p:nvSpPr>
        <p:spPr>
          <a:xfrm>
            <a:off x="6553200" y="6245225"/>
            <a:ext cx="2133600" cy="476250"/>
          </a:xfrm>
        </p:spPr>
        <p:txBody>
          <a:bodyPr/>
          <a:lstStyle>
            <a:lvl1pPr>
              <a:defRPr/>
            </a:lvl1pPr>
          </a:lstStyle>
          <a:p>
            <a:pPr>
              <a:defRPr/>
            </a:pPr>
            <a:fld id="{DEB9223A-9349-4B15-8E21-A9885D333165}" type="slidenum">
              <a:rPr lang="zh-CN" altLang="en-US"/>
              <a:t>‹#›</a:t>
            </a:fld>
            <a:endParaRPr lang="en-US" altLang="zh-CN"/>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fourObj">
  <p:cSld name="标题和四项内容">
    <p:spTree>
      <p:nvGrpSpPr>
        <p:cNvPr id="1" name=""/>
        <p:cNvGrpSpPr/>
        <p:nvPr/>
      </p:nvGrpSpPr>
      <p:grpSpPr>
        <a:xfrm>
          <a:off x="0" y="0"/>
          <a:ext cx="0" cy="0"/>
          <a:chOff x="0" y="0"/>
          <a:chExt cx="0" cy="0"/>
        </a:xfrm>
      </p:grpSpPr>
      <p:sp>
        <p:nvSpPr>
          <p:cNvPr id="2" name="标题 1"/>
          <p:cNvSpPr>
            <a:spLocks noGrp="1"/>
          </p:cNvSpPr>
          <p:nvPr>
            <p:ph type="title" sz="quarter"/>
          </p:nvPr>
        </p:nvSpPr>
        <p:spPr>
          <a:xfrm>
            <a:off x="457200" y="274638"/>
            <a:ext cx="8229600" cy="1143000"/>
          </a:xfrm>
        </p:spPr>
        <p:txBody>
          <a:bodyPr/>
          <a:lstStyle/>
          <a:p>
            <a:r>
              <a:rPr lang="zh-CN" altLang="en-US" noProof="1"/>
              <a:t>单击此处编辑母版标题样式</a:t>
            </a:r>
          </a:p>
        </p:txBody>
      </p:sp>
      <p:sp>
        <p:nvSpPr>
          <p:cNvPr id="3" name="内容占位符 2"/>
          <p:cNvSpPr>
            <a:spLocks noGrp="1"/>
          </p:cNvSpPr>
          <p:nvPr>
            <p:ph sz="quarter" idx="1" hasCustomPrompt="1"/>
          </p:nvPr>
        </p:nvSpPr>
        <p:spPr>
          <a:xfrm>
            <a:off x="457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quarter" idx="2" hasCustomPrompt="1"/>
          </p:nvPr>
        </p:nvSpPr>
        <p:spPr>
          <a:xfrm>
            <a:off x="4648200" y="1600200"/>
            <a:ext cx="4038600" cy="2185988"/>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5" name="内容占位符 4"/>
          <p:cNvSpPr>
            <a:spLocks noGrp="1"/>
          </p:cNvSpPr>
          <p:nvPr>
            <p:ph sz="quarter" idx="3" hasCustomPrompt="1"/>
          </p:nvPr>
        </p:nvSpPr>
        <p:spPr>
          <a:xfrm>
            <a:off x="457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6" name="内容占位符 5"/>
          <p:cNvSpPr>
            <a:spLocks noGrp="1"/>
          </p:cNvSpPr>
          <p:nvPr>
            <p:ph sz="quarter" idx="4" hasCustomPrompt="1"/>
          </p:nvPr>
        </p:nvSpPr>
        <p:spPr>
          <a:xfrm>
            <a:off x="4648200" y="3938588"/>
            <a:ext cx="4038600" cy="2187575"/>
          </a:xfrm>
        </p:spPr>
        <p:txBody>
          <a:bodyPr/>
          <a:lstStyle/>
          <a:p>
            <a:pPr lvl="0"/>
            <a:r>
              <a:rPr lang="zh-CN" altLang="en-US" noProof="1"/>
              <a:t>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7" name="日期占位符 6"/>
          <p:cNvSpPr>
            <a:spLocks noGrp="1"/>
          </p:cNvSpPr>
          <p:nvPr>
            <p:ph type="dt" sz="half" idx="10"/>
          </p:nvPr>
        </p:nvSpPr>
        <p:spPr>
          <a:xfrm>
            <a:off x="457200" y="6245225"/>
            <a:ext cx="2133600" cy="476250"/>
          </a:xfrm>
        </p:spPr>
        <p:txBody>
          <a:bodyPr/>
          <a:lstStyle>
            <a:lvl1pPr>
              <a:defRPr/>
            </a:lvl1pPr>
          </a:lstStyle>
          <a:p>
            <a:pPr>
              <a:defRPr/>
            </a:pPr>
            <a:fld id="{D2DD2CC6-37C8-4CE7-BB7A-AC8F354C7AEB}" type="datetimeFigureOut">
              <a:rPr lang="zh-CN" altLang="en-US"/>
              <a:t>2020/10/28</a:t>
            </a:fld>
            <a:endParaRPr lang="en-US" altLang="zh-CN"/>
          </a:p>
        </p:txBody>
      </p:sp>
      <p:sp>
        <p:nvSpPr>
          <p:cNvPr id="8" name="页脚占位符 7"/>
          <p:cNvSpPr>
            <a:spLocks noGrp="1"/>
          </p:cNvSpPr>
          <p:nvPr>
            <p:ph type="ftr" sz="quarter" idx="11"/>
          </p:nvPr>
        </p:nvSpPr>
        <p:spPr>
          <a:xfrm>
            <a:off x="3124200" y="6245225"/>
            <a:ext cx="2895600" cy="476250"/>
          </a:xfrm>
        </p:spPr>
        <p:txBody>
          <a:bodyPr/>
          <a:lstStyle>
            <a:lvl1pPr>
              <a:defRPr/>
            </a:lvl1pPr>
          </a:lstStyle>
          <a:p>
            <a:pPr>
              <a:defRPr/>
            </a:pPr>
            <a:endParaRPr lang="en-US" altLang="zh-CN"/>
          </a:p>
        </p:txBody>
      </p:sp>
      <p:sp>
        <p:nvSpPr>
          <p:cNvPr id="9" name="灯片编号占位符 8"/>
          <p:cNvSpPr>
            <a:spLocks noGrp="1"/>
          </p:cNvSpPr>
          <p:nvPr>
            <p:ph type="sldNum" sz="quarter" idx="12"/>
          </p:nvPr>
        </p:nvSpPr>
        <p:spPr>
          <a:xfrm>
            <a:off x="6553200" y="6245225"/>
            <a:ext cx="2133600" cy="476250"/>
          </a:xfrm>
        </p:spPr>
        <p:txBody>
          <a:bodyPr/>
          <a:lstStyle>
            <a:lvl1pPr>
              <a:defRPr/>
            </a:lvl1pPr>
          </a:lstStyle>
          <a:p>
            <a:pPr>
              <a:defRPr/>
            </a:pPr>
            <a:fld id="{2207E8F8-9E72-4BFE-B5BB-39E424C53CD5}" type="slidenum">
              <a:rPr lang="zh-CN" altLang="en-US"/>
              <a:t>‹#›</a:t>
            </a:fld>
            <a:endParaRPr lang="en-US" altLang="zh-CN"/>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theme" Target="../theme/theme2.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2" Type="http://schemas.openxmlformats.org/officeDocument/2006/relationships/slideLayout" Target="../slideLayouts/slideLayout27.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theme" Target="../theme/theme3.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idx="4294967295"/>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zh-CN" altLang="en-US"/>
              <a:t>单击此处编辑母版标题样式</a:t>
            </a:r>
          </a:p>
        </p:txBody>
      </p:sp>
      <p:sp>
        <p:nvSpPr>
          <p:cNvPr id="1027" name="Rectangle 3"/>
          <p:cNvSpPr>
            <a:spLocks noGrp="1" noChangeArrowheads="1"/>
          </p:cNvSpPr>
          <p:nvPr>
            <p:ph type="body" idx="9"/>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1204"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buFontTx/>
              <a:buNone/>
              <a:defRPr sz="1400"/>
            </a:lvl1pPr>
          </a:lstStyle>
          <a:p>
            <a:pPr>
              <a:defRPr/>
            </a:pPr>
            <a:endParaRPr lang="en-US" altLang="zh-CN"/>
          </a:p>
        </p:txBody>
      </p:sp>
      <p:sp>
        <p:nvSpPr>
          <p:cNvPr id="51205"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ctr" eaLnBrk="1" hangingPunct="1">
              <a:buFontTx/>
              <a:buNone/>
              <a:defRPr sz="1400"/>
            </a:lvl1pPr>
          </a:lstStyle>
          <a:p>
            <a:pPr>
              <a:defRPr/>
            </a:pPr>
            <a:endParaRPr lang="en-US" altLang="zh-CN"/>
          </a:p>
        </p:txBody>
      </p:sp>
      <p:sp>
        <p:nvSpPr>
          <p:cNvPr id="51206"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buFontTx/>
              <a:buNone/>
              <a:defRPr sz="1400"/>
            </a:lvl1pPr>
          </a:lstStyle>
          <a:p>
            <a:pPr>
              <a:defRPr/>
            </a:pPr>
            <a:fld id="{C9D529CF-E7AC-4F8D-9A91-DE5B753AB70E}" type="slidenum">
              <a:rPr lang="en-US" altLang="zh-CN"/>
              <a:t>‹#›</a:t>
            </a:fld>
            <a:endParaRPr lang="en-US" altLang="zh-CN"/>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2pPr>
      <a:lvl3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3pPr>
      <a:lvl4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4pPr>
      <a:lvl5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5pPr>
      <a:lvl6pPr marL="4572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6pPr>
      <a:lvl7pPr marL="9144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7pPr>
      <a:lvl8pPr marL="13716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8pPr>
      <a:lvl9pPr marL="18288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idx="4294967295"/>
          </p:nvPr>
        </p:nvSpPr>
        <p:spPr bwMode="auto">
          <a:xfrm>
            <a:off x="1524000" y="190500"/>
            <a:ext cx="7010400" cy="152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zh-CN" altLang="en-US"/>
              <a:t>单击此处编辑母版标题样式</a:t>
            </a:r>
          </a:p>
        </p:txBody>
      </p:sp>
      <p:sp>
        <p:nvSpPr>
          <p:cNvPr id="2051" name="Rectangle 3"/>
          <p:cNvSpPr>
            <a:spLocks noGrp="1" noChangeArrowheads="1"/>
          </p:cNvSpPr>
          <p:nvPr>
            <p:ph type="body" idx="9"/>
          </p:nvPr>
        </p:nvSpPr>
        <p:spPr bwMode="auto">
          <a:xfrm>
            <a:off x="1524000" y="1905000"/>
            <a:ext cx="7010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8372" name="Rectangle 4"/>
          <p:cNvSpPr>
            <a:spLocks noGrp="1" noChangeArrowheads="1"/>
          </p:cNvSpPr>
          <p:nvPr>
            <p:ph type="dt" sz="half" idx="2"/>
          </p:nvPr>
        </p:nvSpPr>
        <p:spPr bwMode="auto">
          <a:xfrm>
            <a:off x="66294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1" hangingPunct="1">
              <a:buFontTx/>
              <a:buNone/>
              <a:defRPr sz="1000"/>
            </a:lvl1pPr>
          </a:lstStyle>
          <a:p>
            <a:pPr>
              <a:defRPr/>
            </a:pPr>
            <a:endParaRPr lang="en-US" altLang="zh-CN"/>
          </a:p>
        </p:txBody>
      </p:sp>
      <p:sp>
        <p:nvSpPr>
          <p:cNvPr id="58373" name="Rectangle 5"/>
          <p:cNvSpPr>
            <a:spLocks noGrp="1" noChangeArrowheads="1"/>
          </p:cNvSpPr>
          <p:nvPr>
            <p:ph type="ftr" sz="quarter" idx="3"/>
          </p:nvPr>
        </p:nvSpPr>
        <p:spPr bwMode="auto">
          <a:xfrm>
            <a:off x="32766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ctr" eaLnBrk="1" hangingPunct="1">
              <a:buFontTx/>
              <a:buNone/>
              <a:defRPr sz="1000"/>
            </a:lvl1pPr>
          </a:lstStyle>
          <a:p>
            <a:pPr>
              <a:defRPr/>
            </a:pPr>
            <a:endParaRPr lang="en-US" altLang="zh-CN"/>
          </a:p>
        </p:txBody>
      </p:sp>
      <p:sp>
        <p:nvSpPr>
          <p:cNvPr id="58374" name="Rectangle 6"/>
          <p:cNvSpPr>
            <a:spLocks noGrp="1" noChangeArrowheads="1"/>
          </p:cNvSpPr>
          <p:nvPr>
            <p:ph type="sldNum" sz="quarter" idx="4"/>
          </p:nvPr>
        </p:nvSpPr>
        <p:spPr bwMode="auto">
          <a:xfrm>
            <a:off x="1524000" y="6248400"/>
            <a:ext cx="1295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1" hangingPunct="1">
              <a:buFontTx/>
              <a:buNone/>
              <a:defRPr sz="1400"/>
            </a:lvl1pPr>
          </a:lstStyle>
          <a:p>
            <a:pPr>
              <a:defRPr/>
            </a:pPr>
            <a:fld id="{16DB419C-C118-406B-8C75-0E1F278093C5}" type="slidenum">
              <a:rPr lang="en-US" altLang="zh-CN"/>
              <a:t>‹#›</a:t>
            </a:fld>
            <a:endParaRPr lang="en-US" altLang="zh-CN"/>
          </a:p>
        </p:txBody>
      </p:sp>
      <p:sp>
        <p:nvSpPr>
          <p:cNvPr id="2055" name="Line 7"/>
          <p:cNvSpPr>
            <a:spLocks noChangeShapeType="1"/>
          </p:cNvSpPr>
          <p:nvPr/>
        </p:nvSpPr>
        <p:spPr bwMode="auto">
          <a:xfrm flipV="1">
            <a:off x="1371600" y="304800"/>
            <a:ext cx="0" cy="1295400"/>
          </a:xfrm>
          <a:prstGeom prst="line">
            <a:avLst/>
          </a:prstGeom>
          <a:noFill/>
          <a:ln w="38100">
            <a:solidFill>
              <a:schemeClr val="tx2"/>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56" name="Oval 8"/>
          <p:cNvSpPr>
            <a:spLocks noChangeArrowheads="1"/>
          </p:cNvSpPr>
          <p:nvPr/>
        </p:nvSpPr>
        <p:spPr bwMode="auto">
          <a:xfrm>
            <a:off x="152400" y="838200"/>
            <a:ext cx="228600" cy="228600"/>
          </a:xfrm>
          <a:prstGeom prst="ellipse">
            <a:avLst/>
          </a:prstGeom>
          <a:solidFill>
            <a:schemeClr val="tx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
        <p:nvSpPr>
          <p:cNvPr id="2057" name="Oval 9"/>
          <p:cNvSpPr>
            <a:spLocks noChangeArrowheads="1"/>
          </p:cNvSpPr>
          <p:nvPr/>
        </p:nvSpPr>
        <p:spPr bwMode="auto">
          <a:xfrm>
            <a:off x="539750" y="838200"/>
            <a:ext cx="228600" cy="228600"/>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
        <p:nvSpPr>
          <p:cNvPr id="2058" name="Oval 10"/>
          <p:cNvSpPr>
            <a:spLocks noChangeArrowheads="1"/>
          </p:cNvSpPr>
          <p:nvPr/>
        </p:nvSpPr>
        <p:spPr bwMode="auto">
          <a:xfrm>
            <a:off x="927100" y="838200"/>
            <a:ext cx="228600" cy="228600"/>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buFontTx/>
              <a:buNone/>
              <a:defRPr/>
            </a:pPr>
            <a:endParaRPr lang="zh-CN" altLang="zh-CN" sz="2400">
              <a:latin typeface="Times New Roman" panose="02020603050405020304" pitchFamily="18" charset="0"/>
            </a:endParaRPr>
          </a:p>
        </p:txBody>
      </p:sp>
    </p:spTree>
  </p:cSld>
  <p:clrMap bg1="lt1" tx1="dk1" bg2="lt2" tx2="dk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 id="2147483668" r:id="rId5"/>
    <p:sldLayoutId id="2147483669" r:id="rId6"/>
    <p:sldLayoutId id="2147483670" r:id="rId7"/>
    <p:sldLayoutId id="2147483671" r:id="rId8"/>
    <p:sldLayoutId id="2147483672" r:id="rId9"/>
    <p:sldLayoutId id="2147483673" r:id="rId10"/>
    <p:sldLayoutId id="2147483674" r:id="rId11"/>
  </p:sldLayoutIdLst>
  <p:txStyles>
    <p:titleStyle>
      <a:lvl1pPr algn="l" rtl="0" eaLnBrk="0" fontAlgn="base" hangingPunct="0">
        <a:spcBef>
          <a:spcPct val="0"/>
        </a:spcBef>
        <a:spcAft>
          <a:spcPct val="0"/>
        </a:spcAft>
        <a:defRPr sz="4200" kern="1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anose="020B0604020202020204" pitchFamily="34" charset="0"/>
          <a:ea typeface="宋体" panose="02010600030101010101" pitchFamily="2" charset="-122"/>
        </a:defRPr>
      </a:lvl2pPr>
      <a:lvl3pPr algn="l" rtl="0" eaLnBrk="0" fontAlgn="base" hangingPunct="0">
        <a:spcBef>
          <a:spcPct val="0"/>
        </a:spcBef>
        <a:spcAft>
          <a:spcPct val="0"/>
        </a:spcAft>
        <a:defRPr sz="4200">
          <a:solidFill>
            <a:schemeClr val="tx2"/>
          </a:solidFill>
          <a:latin typeface="Arial" panose="020B0604020202020204" pitchFamily="34" charset="0"/>
          <a:ea typeface="宋体" panose="02010600030101010101" pitchFamily="2" charset="-122"/>
        </a:defRPr>
      </a:lvl3pPr>
      <a:lvl4pPr algn="l" rtl="0" eaLnBrk="0" fontAlgn="base" hangingPunct="0">
        <a:spcBef>
          <a:spcPct val="0"/>
        </a:spcBef>
        <a:spcAft>
          <a:spcPct val="0"/>
        </a:spcAft>
        <a:defRPr sz="4200">
          <a:solidFill>
            <a:schemeClr val="tx2"/>
          </a:solidFill>
          <a:latin typeface="Arial" panose="020B0604020202020204" pitchFamily="34" charset="0"/>
          <a:ea typeface="宋体" panose="02010600030101010101" pitchFamily="2" charset="-122"/>
        </a:defRPr>
      </a:lvl4pPr>
      <a:lvl5pPr algn="l" rtl="0" eaLnBrk="0" fontAlgn="base" hangingPunct="0">
        <a:spcBef>
          <a:spcPct val="0"/>
        </a:spcBef>
        <a:spcAft>
          <a:spcPct val="0"/>
        </a:spcAft>
        <a:defRPr sz="4200">
          <a:solidFill>
            <a:schemeClr val="tx2"/>
          </a:solidFill>
          <a:latin typeface="Arial" panose="020B0604020202020204" pitchFamily="34" charset="0"/>
          <a:ea typeface="宋体" panose="02010600030101010101" pitchFamily="2" charset="-122"/>
        </a:defRPr>
      </a:lvl5pPr>
      <a:lvl6pPr marL="457200" algn="l" rtl="0" fontAlgn="base">
        <a:spcBef>
          <a:spcPct val="0"/>
        </a:spcBef>
        <a:spcAft>
          <a:spcPct val="0"/>
        </a:spcAft>
        <a:defRPr sz="4200">
          <a:solidFill>
            <a:schemeClr val="tx2"/>
          </a:solidFill>
          <a:latin typeface="Arial" panose="020B0604020202020204" pitchFamily="34" charset="0"/>
          <a:ea typeface="宋体" panose="02010600030101010101" pitchFamily="2" charset="-122"/>
        </a:defRPr>
      </a:lvl6pPr>
      <a:lvl7pPr marL="914400" algn="l" rtl="0" fontAlgn="base">
        <a:spcBef>
          <a:spcPct val="0"/>
        </a:spcBef>
        <a:spcAft>
          <a:spcPct val="0"/>
        </a:spcAft>
        <a:defRPr sz="4200">
          <a:solidFill>
            <a:schemeClr val="tx2"/>
          </a:solidFill>
          <a:latin typeface="Arial" panose="020B0604020202020204" pitchFamily="34" charset="0"/>
          <a:ea typeface="宋体" panose="02010600030101010101" pitchFamily="2" charset="-122"/>
        </a:defRPr>
      </a:lvl7pPr>
      <a:lvl8pPr marL="1371600" algn="l" rtl="0" fontAlgn="base">
        <a:spcBef>
          <a:spcPct val="0"/>
        </a:spcBef>
        <a:spcAft>
          <a:spcPct val="0"/>
        </a:spcAft>
        <a:defRPr sz="4200">
          <a:solidFill>
            <a:schemeClr val="tx2"/>
          </a:solidFill>
          <a:latin typeface="Arial" panose="020B0604020202020204" pitchFamily="34" charset="0"/>
          <a:ea typeface="宋体" panose="02010600030101010101" pitchFamily="2" charset="-122"/>
        </a:defRPr>
      </a:lvl8pPr>
      <a:lvl9pPr marL="1828800" algn="l" rtl="0" fontAlgn="base">
        <a:spcBef>
          <a:spcPct val="0"/>
        </a:spcBef>
        <a:spcAft>
          <a:spcPct val="0"/>
        </a:spcAft>
        <a:defRPr sz="4200">
          <a:solidFill>
            <a:schemeClr val="tx2"/>
          </a:solidFill>
          <a:latin typeface="Arial" panose="020B0604020202020204" pitchFamily="34" charset="0"/>
          <a:ea typeface="宋体" panose="02010600030101010101" pitchFamily="2" charset="-122"/>
        </a:defRPr>
      </a:lvl9pPr>
    </p:titleStyle>
    <p:bodyStyle>
      <a:lvl1pPr marL="342900" indent="-342900" algn="l" rtl="0" eaLnBrk="0" fontAlgn="base" hangingPunct="0">
        <a:spcBef>
          <a:spcPct val="20000"/>
        </a:spcBef>
        <a:spcAft>
          <a:spcPct val="0"/>
        </a:spcAft>
        <a:buClr>
          <a:schemeClr val="tx1"/>
        </a:buClr>
        <a:buSzPct val="70000"/>
        <a:buFont typeface="Wingdings" panose="05000000000000000000" pitchFamily="2" charset="2"/>
        <a:buChar char="¢"/>
        <a:defRPr sz="3000" kern="1200">
          <a:solidFill>
            <a:schemeClr val="tx2"/>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l"/>
        <a:defRPr sz="2800" kern="1200">
          <a:solidFill>
            <a:schemeClr val="tx2"/>
          </a:solidFill>
          <a:latin typeface="+mn-lt"/>
          <a:ea typeface="+mn-ea"/>
          <a:cs typeface="+mn-cs"/>
        </a:defRPr>
      </a:lvl2pPr>
      <a:lvl3pPr marL="1143000" indent="-228600" algn="l" rtl="0" eaLnBrk="0" fontAlgn="base" hangingPunct="0">
        <a:spcBef>
          <a:spcPct val="20000"/>
        </a:spcBef>
        <a:spcAft>
          <a:spcPct val="0"/>
        </a:spcAft>
        <a:buClr>
          <a:schemeClr val="accent2"/>
        </a:buClr>
        <a:buChar char="•"/>
        <a:defRPr sz="2400" kern="1200">
          <a:solidFill>
            <a:schemeClr val="tx2"/>
          </a:solidFill>
          <a:latin typeface="+mn-lt"/>
          <a:ea typeface="+mn-ea"/>
          <a:cs typeface="+mn-cs"/>
        </a:defRPr>
      </a:lvl3pPr>
      <a:lvl4pPr marL="1600200" indent="-228600" algn="l" rtl="0" eaLnBrk="0" fontAlgn="base" hangingPunct="0">
        <a:spcBef>
          <a:spcPct val="20000"/>
        </a:spcBef>
        <a:spcAft>
          <a:spcPct val="0"/>
        </a:spcAft>
        <a:buClr>
          <a:schemeClr val="tx1"/>
        </a:buClr>
        <a:buChar char="•"/>
        <a:defRPr sz="2000" kern="1200">
          <a:solidFill>
            <a:schemeClr val="tx2"/>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title" idx="4294967295"/>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zh-CN" altLang="en-US"/>
              <a:t>单击此处编辑母版标题样式</a:t>
            </a:r>
          </a:p>
        </p:txBody>
      </p:sp>
      <p:sp>
        <p:nvSpPr>
          <p:cNvPr id="3075" name="Rectangle 3"/>
          <p:cNvSpPr>
            <a:spLocks noGrp="1" noChangeArrowheads="1"/>
          </p:cNvSpPr>
          <p:nvPr>
            <p:ph type="body" idx="9"/>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0" hangingPunct="0">
              <a:buFontTx/>
              <a:buNone/>
              <a:defRPr sz="1400">
                <a:ea typeface="+mn-ea"/>
              </a:defRPr>
            </a:lvl1pPr>
          </a:lstStyle>
          <a:p>
            <a:pPr>
              <a:defRPr/>
            </a:pPr>
            <a:fld id="{E68D050C-C5DF-49E4-9055-8C8786651423}" type="datetime1">
              <a:rPr lang="zh-CN" altLang="en-US"/>
              <a:t>2020/10/28</a:t>
            </a:fld>
            <a:endParaRPr lang="en-US" altLang="zh-CN"/>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ctr" eaLnBrk="0" hangingPunct="0">
              <a:buFontTx/>
              <a:buNone/>
              <a:defRPr sz="1400">
                <a:ea typeface="+mn-ea"/>
              </a:defRPr>
            </a:lvl1pPr>
          </a:lstStyle>
          <a:p>
            <a:pPr>
              <a:defRPr/>
            </a:pPr>
            <a:r>
              <a:rPr lang="zh-CN" altLang="en-US"/>
              <a:t>数值分析    </a:t>
            </a:r>
            <a:endParaRPr lang="en-US" altLang="zh-CN"/>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0" hangingPunct="0">
              <a:buFontTx/>
              <a:buNone/>
              <a:defRPr sz="1400">
                <a:ea typeface="+mn-ea"/>
              </a:defRPr>
            </a:lvl1pPr>
          </a:lstStyle>
          <a:p>
            <a:pPr>
              <a:defRPr/>
            </a:pPr>
            <a:fld id="{7E5FB64E-151C-474F-8182-F34DF79B07FA}" type="slidenum">
              <a:rPr lang="zh-CN" altLang="en-US"/>
              <a:t>‹#›</a:t>
            </a:fld>
            <a:endParaRPr lang="en-US" altLang="zh-CN"/>
          </a:p>
        </p:txBody>
      </p:sp>
    </p:spTree>
  </p:cSld>
  <p:clrMap bg1="lt1" tx1="dk1" bg2="lt2" tx2="dk2" accent1="accent1" accent2="accent2" accent3="accent3" accent4="accent4" accent5="accent5" accent6="accent6" hlink="hlink" folHlink="folHlink"/>
  <p:sldLayoutIdLst>
    <p:sldLayoutId id="2147483676" r:id="rId1"/>
    <p:sldLayoutId id="2147483677" r:id="rId2"/>
    <p:sldLayoutId id="2147483678" r:id="rId3"/>
    <p:sldLayoutId id="2147483679" r:id="rId4"/>
    <p:sldLayoutId id="2147483680" r:id="rId5"/>
    <p:sldLayoutId id="2147483681" r:id="rId6"/>
    <p:sldLayoutId id="2147483682" r:id="rId7"/>
    <p:sldLayoutId id="2147483683" r:id="rId8"/>
    <p:sldLayoutId id="2147483684" r:id="rId9"/>
    <p:sldLayoutId id="2147483685" r:id="rId10"/>
    <p:sldLayoutId id="2147483686" r:id="rId11"/>
    <p:sldLayoutId id="2147483687" r:id="rId12"/>
    <p:sldLayoutId id="2147483688" r:id="rId13"/>
    <p:sldLayoutId id="2147483689" r:id="rId14"/>
  </p:sldLayoutIdLst>
  <p:hf sldNum="0" hdr="0" ftr="0"/>
  <p:txStyles>
    <p:titleStyle>
      <a:lvl1pPr algn="ctr" rtl="0" fontAlgn="base">
        <a:spcBef>
          <a:spcPct val="0"/>
        </a:spcBef>
        <a:spcAft>
          <a:spcPct val="0"/>
        </a:spcAft>
        <a:defRPr sz="4400" kern="12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2pPr>
      <a:lvl3pPr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3pPr>
      <a:lvl4pPr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4pPr>
      <a:lvl5pPr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5pPr>
      <a:lvl6pPr marL="457200"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6pPr>
      <a:lvl7pPr marL="914400"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7pPr>
      <a:lvl8pPr marL="1371600"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8pPr>
      <a:lvl9pPr marL="1828800" algn="ctr" rtl="0" fontAlgn="base">
        <a:spcBef>
          <a:spcPct val="0"/>
        </a:spcBef>
        <a:spcAft>
          <a:spcPct val="0"/>
        </a:spcAft>
        <a:defRPr sz="4400">
          <a:solidFill>
            <a:schemeClr val="tx2"/>
          </a:solidFill>
          <a:latin typeface="Times New Roman" panose="02020603050405020304" pitchFamily="18" charset="0"/>
          <a:ea typeface="宋体" panose="02010600030101010101" pitchFamily="2" charset="-122"/>
        </a:defRPr>
      </a:lvl9pPr>
    </p:titleStyle>
    <p:bodyStyle>
      <a:lvl1pPr marL="342900" indent="-342900" algn="l" rtl="0" fontAlgn="base">
        <a:spcBef>
          <a:spcPct val="20000"/>
        </a:spcBef>
        <a:spcAft>
          <a:spcPct val="0"/>
        </a:spcAft>
        <a:buChar char="•"/>
        <a:defRPr sz="3200" kern="1200">
          <a:solidFill>
            <a:schemeClr val="tx1"/>
          </a:solidFill>
          <a:latin typeface="+mn-lt"/>
          <a:ea typeface="+mn-ea"/>
          <a:cs typeface="+mn-cs"/>
        </a:defRPr>
      </a:lvl1pPr>
      <a:lvl2pPr marL="742950" indent="-285750" algn="l" rtl="0" fontAlgn="base">
        <a:spcBef>
          <a:spcPct val="20000"/>
        </a:spcBef>
        <a:spcAft>
          <a:spcPct val="0"/>
        </a:spcAft>
        <a:buChar char="–"/>
        <a:defRPr sz="2800" kern="1200">
          <a:solidFill>
            <a:schemeClr val="tx1"/>
          </a:solidFill>
          <a:latin typeface="+mn-lt"/>
          <a:ea typeface="+mn-ea"/>
          <a:cs typeface="+mn-cs"/>
        </a:defRPr>
      </a:lvl2pPr>
      <a:lvl3pPr marL="1143000" indent="-228600" algn="l" rtl="0" fontAlgn="base">
        <a:spcBef>
          <a:spcPct val="20000"/>
        </a:spcBef>
        <a:spcAft>
          <a:spcPct val="0"/>
        </a:spcAft>
        <a:buChar char="•"/>
        <a:defRPr sz="2400" kern="1200">
          <a:solidFill>
            <a:schemeClr val="tx1"/>
          </a:solidFill>
          <a:latin typeface="+mn-lt"/>
          <a:ea typeface="+mn-ea"/>
          <a:cs typeface="+mn-cs"/>
        </a:defRPr>
      </a:lvl3pPr>
      <a:lvl4pPr marL="1600200" indent="-228600" algn="l" rtl="0" fontAlgn="base">
        <a:spcBef>
          <a:spcPct val="20000"/>
        </a:spcBef>
        <a:spcAft>
          <a:spcPct val="0"/>
        </a:spcAft>
        <a:buChar char="–"/>
        <a:defRPr sz="2000" kern="1200">
          <a:solidFill>
            <a:schemeClr val="tx1"/>
          </a:solidFill>
          <a:latin typeface="+mn-lt"/>
          <a:ea typeface="+mn-ea"/>
          <a:cs typeface="+mn-cs"/>
        </a:defRPr>
      </a:lvl4pPr>
      <a:lvl5pPr marL="2057400" indent="-228600" algn="l" rtl="0" fontAlgn="base">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vmlDrawing" Target="../drawings/vmlDrawing1.vml"/><Relationship Id="rId4" Type="http://schemas.openxmlformats.org/officeDocument/2006/relationships/image" Target="../media/image1.wmf"/></Relationships>
</file>

<file path=ppt/slides/_rels/slide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32.xml"/><Relationship Id="rId5" Type="http://schemas.openxmlformats.org/officeDocument/2006/relationships/audio" Target="../media/audio3.wav"/><Relationship Id="rId4" Type="http://schemas.openxmlformats.org/officeDocument/2006/relationships/audio" Target="../media/audio2.wav"/></Relationships>
</file>

<file path=ppt/slides/_rels/slide6.xml.rels><?xml version="1.0" encoding="UTF-8" standalone="yes"?>
<Relationships xmlns="http://schemas.openxmlformats.org/package/2006/relationships"><Relationship Id="rId3" Type="http://schemas.openxmlformats.org/officeDocument/2006/relationships/audio" Target="../media/audio5.wav"/><Relationship Id="rId2" Type="http://schemas.openxmlformats.org/officeDocument/2006/relationships/audio" Target="../media/audio4.wav"/><Relationship Id="rId1" Type="http://schemas.openxmlformats.org/officeDocument/2006/relationships/slideLayout" Target="../slideLayouts/slideLayout32.xml"/><Relationship Id="rId6" Type="http://schemas.openxmlformats.org/officeDocument/2006/relationships/audio" Target="../media/audio1.wav"/><Relationship Id="rId5" Type="http://schemas.openxmlformats.org/officeDocument/2006/relationships/audio" Target="../media/audio6.wav"/><Relationship Id="rId4" Type="http://schemas.openxmlformats.org/officeDocument/2006/relationships/audio" Target="../media/audio3.wav"/></Relationships>
</file>

<file path=ppt/slides/_rels/slide7.xml.rels><?xml version="1.0" encoding="UTF-8" standalone="yes"?>
<Relationships xmlns="http://schemas.openxmlformats.org/package/2006/relationships"><Relationship Id="rId2" Type="http://schemas.openxmlformats.org/officeDocument/2006/relationships/audio" Target="../media/audio7.wav"/><Relationship Id="rId1" Type="http://schemas.openxmlformats.org/officeDocument/2006/relationships/slideLayout" Target="../slideLayouts/slideLayout3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8" Type="http://schemas.openxmlformats.org/officeDocument/2006/relationships/oleObject" Target="../embeddings/oleObject2.bin"/><Relationship Id="rId13" Type="http://schemas.openxmlformats.org/officeDocument/2006/relationships/image" Target="../media/image4.wmf"/><Relationship Id="rId3" Type="http://schemas.openxmlformats.org/officeDocument/2006/relationships/audio" Target="../media/audio8.wav"/><Relationship Id="rId7" Type="http://schemas.openxmlformats.org/officeDocument/2006/relationships/image" Target="../media/image6.wmf"/><Relationship Id="rId12" Type="http://schemas.openxmlformats.org/officeDocument/2006/relationships/oleObject" Target="../embeddings/oleObject4.bin"/><Relationship Id="rId2" Type="http://schemas.openxmlformats.org/officeDocument/2006/relationships/slideLayout" Target="../slideLayouts/slideLayout32.xml"/><Relationship Id="rId16" Type="http://schemas.openxmlformats.org/officeDocument/2006/relationships/image" Target="../media/image5.wmf"/><Relationship Id="rId1" Type="http://schemas.openxmlformats.org/officeDocument/2006/relationships/vmlDrawing" Target="../drawings/vmlDrawing2.vml"/><Relationship Id="rId6" Type="http://schemas.openxmlformats.org/officeDocument/2006/relationships/audio" Target="../media/audio2.wav"/><Relationship Id="rId11" Type="http://schemas.openxmlformats.org/officeDocument/2006/relationships/image" Target="../media/image3.wmf"/><Relationship Id="rId5" Type="http://schemas.openxmlformats.org/officeDocument/2006/relationships/audio" Target="../media/audio6.wav"/><Relationship Id="rId15" Type="http://schemas.openxmlformats.org/officeDocument/2006/relationships/oleObject" Target="../embeddings/oleObject5.bin"/><Relationship Id="rId10" Type="http://schemas.openxmlformats.org/officeDocument/2006/relationships/oleObject" Target="../embeddings/oleObject3.bin"/><Relationship Id="rId4" Type="http://schemas.openxmlformats.org/officeDocument/2006/relationships/audio" Target="../media/audio1.wav"/><Relationship Id="rId9" Type="http://schemas.openxmlformats.org/officeDocument/2006/relationships/image" Target="../media/image2.wmf"/><Relationship Id="rId14" Type="http://schemas.openxmlformats.org/officeDocument/2006/relationships/image" Target="../media/image7.jpeg"/></Relationships>
</file>

<file path=ppt/slides/_rels/slide10.xml.rels><?xml version="1.0" encoding="UTF-8" standalone="yes"?>
<Relationships xmlns="http://schemas.openxmlformats.org/package/2006/relationships"><Relationship Id="rId8" Type="http://schemas.openxmlformats.org/officeDocument/2006/relationships/image" Target="../media/image8.wmf"/><Relationship Id="rId13" Type="http://schemas.openxmlformats.org/officeDocument/2006/relationships/oleObject" Target="../embeddings/oleObject9.bin"/><Relationship Id="rId3" Type="http://schemas.openxmlformats.org/officeDocument/2006/relationships/audio" Target="../media/audio6.wav"/><Relationship Id="rId7" Type="http://schemas.openxmlformats.org/officeDocument/2006/relationships/oleObject" Target="../embeddings/oleObject6.bin"/><Relationship Id="rId12" Type="http://schemas.openxmlformats.org/officeDocument/2006/relationships/image" Target="../media/image10.wmf"/><Relationship Id="rId2" Type="http://schemas.openxmlformats.org/officeDocument/2006/relationships/slideLayout" Target="../slideLayouts/slideLayout32.xml"/><Relationship Id="rId1" Type="http://schemas.openxmlformats.org/officeDocument/2006/relationships/vmlDrawing" Target="../drawings/vmlDrawing3.vml"/><Relationship Id="rId6" Type="http://schemas.openxmlformats.org/officeDocument/2006/relationships/image" Target="../media/image7.jpeg"/><Relationship Id="rId11" Type="http://schemas.openxmlformats.org/officeDocument/2006/relationships/oleObject" Target="../embeddings/oleObject8.bin"/><Relationship Id="rId5" Type="http://schemas.openxmlformats.org/officeDocument/2006/relationships/audio" Target="../media/audio2.wav"/><Relationship Id="rId10" Type="http://schemas.openxmlformats.org/officeDocument/2006/relationships/image" Target="../media/image9.wmf"/><Relationship Id="rId4" Type="http://schemas.openxmlformats.org/officeDocument/2006/relationships/audio" Target="../media/audio3.wav"/><Relationship Id="rId9" Type="http://schemas.openxmlformats.org/officeDocument/2006/relationships/oleObject" Target="../embeddings/oleObject7.bin"/><Relationship Id="rId14" Type="http://schemas.openxmlformats.org/officeDocument/2006/relationships/image" Target="../media/image11.wmf"/></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2.xml.rels><?xml version="1.0" encoding="UTF-8" standalone="yes"?>
<Relationships xmlns="http://schemas.openxmlformats.org/package/2006/relationships"><Relationship Id="rId8" Type="http://schemas.openxmlformats.org/officeDocument/2006/relationships/image" Target="../media/image12.wmf"/><Relationship Id="rId13" Type="http://schemas.openxmlformats.org/officeDocument/2006/relationships/oleObject" Target="../embeddings/oleObject13.bin"/><Relationship Id="rId3" Type="http://schemas.openxmlformats.org/officeDocument/2006/relationships/audio" Target="../media/audio1.wav"/><Relationship Id="rId7" Type="http://schemas.openxmlformats.org/officeDocument/2006/relationships/oleObject" Target="../embeddings/oleObject10.bin"/><Relationship Id="rId12" Type="http://schemas.openxmlformats.org/officeDocument/2006/relationships/image" Target="../media/image14.wmf"/><Relationship Id="rId2" Type="http://schemas.openxmlformats.org/officeDocument/2006/relationships/slideLayout" Target="../slideLayouts/slideLayout32.xml"/><Relationship Id="rId1" Type="http://schemas.openxmlformats.org/officeDocument/2006/relationships/vmlDrawing" Target="../drawings/vmlDrawing4.vml"/><Relationship Id="rId6" Type="http://schemas.openxmlformats.org/officeDocument/2006/relationships/audio" Target="../media/audio3.wav"/><Relationship Id="rId11" Type="http://schemas.openxmlformats.org/officeDocument/2006/relationships/oleObject" Target="../embeddings/oleObject12.bin"/><Relationship Id="rId5" Type="http://schemas.openxmlformats.org/officeDocument/2006/relationships/audio" Target="../media/audio7.wav"/><Relationship Id="rId15" Type="http://schemas.openxmlformats.org/officeDocument/2006/relationships/image" Target="../media/image15.emf"/><Relationship Id="rId10" Type="http://schemas.openxmlformats.org/officeDocument/2006/relationships/image" Target="../media/image13.wmf"/><Relationship Id="rId4" Type="http://schemas.openxmlformats.org/officeDocument/2006/relationships/audio" Target="../media/audio2.wav"/><Relationship Id="rId9" Type="http://schemas.openxmlformats.org/officeDocument/2006/relationships/oleObject" Target="../embeddings/oleObject11.bin"/><Relationship Id="rId14" Type="http://schemas.openxmlformats.org/officeDocument/2006/relationships/oleObject" Target="../embeddings/oleObject14.bin"/></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32.xml"/><Relationship Id="rId4" Type="http://schemas.openxmlformats.org/officeDocument/2006/relationships/image" Target="../media/image18.wmf"/></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5.xml.rels><?xml version="1.0" encoding="UTF-8" standalone="yes"?>
<Relationships xmlns="http://schemas.openxmlformats.org/package/2006/relationships"><Relationship Id="rId8" Type="http://schemas.openxmlformats.org/officeDocument/2006/relationships/audio" Target="../media/audio3.wav"/><Relationship Id="rId13" Type="http://schemas.openxmlformats.org/officeDocument/2006/relationships/image" Target="../media/image20.wmf"/><Relationship Id="rId3" Type="http://schemas.openxmlformats.org/officeDocument/2006/relationships/audio" Target="../media/audio6.wav"/><Relationship Id="rId7" Type="http://schemas.openxmlformats.org/officeDocument/2006/relationships/audio" Target="../media/audio1.wav"/><Relationship Id="rId12" Type="http://schemas.openxmlformats.org/officeDocument/2006/relationships/oleObject" Target="../embeddings/oleObject16.bin"/><Relationship Id="rId2" Type="http://schemas.openxmlformats.org/officeDocument/2006/relationships/slideLayout" Target="../slideLayouts/slideLayout32.xml"/><Relationship Id="rId1" Type="http://schemas.openxmlformats.org/officeDocument/2006/relationships/vmlDrawing" Target="../drawings/vmlDrawing5.vml"/><Relationship Id="rId6" Type="http://schemas.openxmlformats.org/officeDocument/2006/relationships/audio" Target="../media/audio2.wav"/><Relationship Id="rId11" Type="http://schemas.openxmlformats.org/officeDocument/2006/relationships/image" Target="../media/image19.wmf"/><Relationship Id="rId5" Type="http://schemas.openxmlformats.org/officeDocument/2006/relationships/audio" Target="../media/audio5.wav"/><Relationship Id="rId10" Type="http://schemas.openxmlformats.org/officeDocument/2006/relationships/oleObject" Target="../embeddings/oleObject15.bin"/><Relationship Id="rId4" Type="http://schemas.openxmlformats.org/officeDocument/2006/relationships/audio" Target="../media/audio4.wav"/><Relationship Id="rId9" Type="http://schemas.openxmlformats.org/officeDocument/2006/relationships/image" Target="../media/image7.jpeg"/></Relationships>
</file>

<file path=ppt/slides/_rels/slide16.xml.rels><?xml version="1.0" encoding="UTF-8" standalone="yes"?>
<Relationships xmlns="http://schemas.openxmlformats.org/package/2006/relationships"><Relationship Id="rId8" Type="http://schemas.openxmlformats.org/officeDocument/2006/relationships/audio" Target="../media/audio9.wav"/><Relationship Id="rId13" Type="http://schemas.openxmlformats.org/officeDocument/2006/relationships/oleObject" Target="../embeddings/oleObject18.bin"/><Relationship Id="rId18" Type="http://schemas.openxmlformats.org/officeDocument/2006/relationships/oleObject" Target="../embeddings/oleObject20.bin"/><Relationship Id="rId3" Type="http://schemas.openxmlformats.org/officeDocument/2006/relationships/audio" Target="../media/audio4.wav"/><Relationship Id="rId21" Type="http://schemas.openxmlformats.org/officeDocument/2006/relationships/image" Target="../media/image20.wmf"/><Relationship Id="rId7" Type="http://schemas.openxmlformats.org/officeDocument/2006/relationships/audio" Target="../media/audio5.wav"/><Relationship Id="rId12" Type="http://schemas.openxmlformats.org/officeDocument/2006/relationships/image" Target="../media/image21.wmf"/><Relationship Id="rId17" Type="http://schemas.openxmlformats.org/officeDocument/2006/relationships/image" Target="../media/image23.wmf"/><Relationship Id="rId2" Type="http://schemas.openxmlformats.org/officeDocument/2006/relationships/slideLayout" Target="../slideLayouts/slideLayout32.xml"/><Relationship Id="rId16" Type="http://schemas.openxmlformats.org/officeDocument/2006/relationships/oleObject" Target="../embeddings/oleObject19.bin"/><Relationship Id="rId20" Type="http://schemas.openxmlformats.org/officeDocument/2006/relationships/oleObject" Target="../embeddings/oleObject21.bin"/><Relationship Id="rId1" Type="http://schemas.openxmlformats.org/officeDocument/2006/relationships/vmlDrawing" Target="../drawings/vmlDrawing6.vml"/><Relationship Id="rId6" Type="http://schemas.openxmlformats.org/officeDocument/2006/relationships/audio" Target="../media/audio3.wav"/><Relationship Id="rId11" Type="http://schemas.openxmlformats.org/officeDocument/2006/relationships/oleObject" Target="../embeddings/oleObject17.bin"/><Relationship Id="rId5" Type="http://schemas.openxmlformats.org/officeDocument/2006/relationships/audio" Target="../media/audio1.wav"/><Relationship Id="rId15" Type="http://schemas.openxmlformats.org/officeDocument/2006/relationships/image" Target="../media/image7.jpeg"/><Relationship Id="rId10" Type="http://schemas.openxmlformats.org/officeDocument/2006/relationships/image" Target="../media/image25.jpeg"/><Relationship Id="rId19" Type="http://schemas.openxmlformats.org/officeDocument/2006/relationships/image" Target="../media/image24.wmf"/><Relationship Id="rId4" Type="http://schemas.openxmlformats.org/officeDocument/2006/relationships/audio" Target="../media/audio2.wav"/><Relationship Id="rId9" Type="http://schemas.openxmlformats.org/officeDocument/2006/relationships/audio" Target="../media/audio6.wav"/><Relationship Id="rId14" Type="http://schemas.openxmlformats.org/officeDocument/2006/relationships/image" Target="../media/image22.wmf"/></Relationships>
</file>

<file path=ppt/slides/_rels/slide17.xml.rels><?xml version="1.0" encoding="UTF-8" standalone="yes"?>
<Relationships xmlns="http://schemas.openxmlformats.org/package/2006/relationships"><Relationship Id="rId13" Type="http://schemas.openxmlformats.org/officeDocument/2006/relationships/image" Target="../media/image27.wmf"/><Relationship Id="rId18" Type="http://schemas.openxmlformats.org/officeDocument/2006/relationships/oleObject" Target="../embeddings/oleObject26.bin"/><Relationship Id="rId26" Type="http://schemas.openxmlformats.org/officeDocument/2006/relationships/oleObject" Target="../embeddings/oleObject30.bin"/><Relationship Id="rId39" Type="http://schemas.openxmlformats.org/officeDocument/2006/relationships/image" Target="../media/image40.wmf"/><Relationship Id="rId21" Type="http://schemas.openxmlformats.org/officeDocument/2006/relationships/image" Target="../media/image31.wmf"/><Relationship Id="rId34" Type="http://schemas.openxmlformats.org/officeDocument/2006/relationships/oleObject" Target="../embeddings/oleObject34.bin"/><Relationship Id="rId42" Type="http://schemas.openxmlformats.org/officeDocument/2006/relationships/oleObject" Target="../embeddings/oleObject38.bin"/><Relationship Id="rId47" Type="http://schemas.openxmlformats.org/officeDocument/2006/relationships/image" Target="../media/image45.wmf"/><Relationship Id="rId7" Type="http://schemas.openxmlformats.org/officeDocument/2006/relationships/audio" Target="../media/audio10.wav"/><Relationship Id="rId2" Type="http://schemas.openxmlformats.org/officeDocument/2006/relationships/slideLayout" Target="../slideLayouts/slideLayout32.xml"/><Relationship Id="rId16" Type="http://schemas.openxmlformats.org/officeDocument/2006/relationships/oleObject" Target="../embeddings/oleObject25.bin"/><Relationship Id="rId29" Type="http://schemas.openxmlformats.org/officeDocument/2006/relationships/image" Target="../media/image35.wmf"/><Relationship Id="rId1" Type="http://schemas.openxmlformats.org/officeDocument/2006/relationships/vmlDrawing" Target="../drawings/vmlDrawing7.vml"/><Relationship Id="rId6" Type="http://schemas.openxmlformats.org/officeDocument/2006/relationships/audio" Target="../media/audio3.wav"/><Relationship Id="rId11" Type="http://schemas.openxmlformats.org/officeDocument/2006/relationships/image" Target="../media/image44.jpeg"/><Relationship Id="rId24" Type="http://schemas.openxmlformats.org/officeDocument/2006/relationships/oleObject" Target="../embeddings/oleObject29.bin"/><Relationship Id="rId32" Type="http://schemas.openxmlformats.org/officeDocument/2006/relationships/oleObject" Target="../embeddings/oleObject33.bin"/><Relationship Id="rId37" Type="http://schemas.openxmlformats.org/officeDocument/2006/relationships/image" Target="../media/image39.wmf"/><Relationship Id="rId40" Type="http://schemas.openxmlformats.org/officeDocument/2006/relationships/oleObject" Target="../embeddings/oleObject37.bin"/><Relationship Id="rId45" Type="http://schemas.openxmlformats.org/officeDocument/2006/relationships/oleObject" Target="../embeddings/oleObject39.bin"/><Relationship Id="rId5" Type="http://schemas.openxmlformats.org/officeDocument/2006/relationships/audio" Target="../media/audio1.wav"/><Relationship Id="rId15" Type="http://schemas.openxmlformats.org/officeDocument/2006/relationships/image" Target="../media/image28.wmf"/><Relationship Id="rId23" Type="http://schemas.openxmlformats.org/officeDocument/2006/relationships/image" Target="../media/image32.wmf"/><Relationship Id="rId28" Type="http://schemas.openxmlformats.org/officeDocument/2006/relationships/oleObject" Target="../embeddings/oleObject31.bin"/><Relationship Id="rId36" Type="http://schemas.openxmlformats.org/officeDocument/2006/relationships/oleObject" Target="../embeddings/oleObject35.bin"/><Relationship Id="rId10" Type="http://schemas.openxmlformats.org/officeDocument/2006/relationships/image" Target="../media/image26.wmf"/><Relationship Id="rId19" Type="http://schemas.openxmlformats.org/officeDocument/2006/relationships/image" Target="../media/image30.wmf"/><Relationship Id="rId31" Type="http://schemas.openxmlformats.org/officeDocument/2006/relationships/image" Target="../media/image36.wmf"/><Relationship Id="rId44" Type="http://schemas.openxmlformats.org/officeDocument/2006/relationships/image" Target="../media/image7.jpeg"/><Relationship Id="rId4" Type="http://schemas.openxmlformats.org/officeDocument/2006/relationships/audio" Target="../media/audio2.wav"/><Relationship Id="rId9" Type="http://schemas.openxmlformats.org/officeDocument/2006/relationships/oleObject" Target="../embeddings/oleObject22.bin"/><Relationship Id="rId14" Type="http://schemas.openxmlformats.org/officeDocument/2006/relationships/oleObject" Target="../embeddings/oleObject24.bin"/><Relationship Id="rId22" Type="http://schemas.openxmlformats.org/officeDocument/2006/relationships/oleObject" Target="../embeddings/oleObject28.bin"/><Relationship Id="rId27" Type="http://schemas.openxmlformats.org/officeDocument/2006/relationships/image" Target="../media/image34.wmf"/><Relationship Id="rId30" Type="http://schemas.openxmlformats.org/officeDocument/2006/relationships/oleObject" Target="../embeddings/oleObject32.bin"/><Relationship Id="rId35" Type="http://schemas.openxmlformats.org/officeDocument/2006/relationships/image" Target="../media/image38.wmf"/><Relationship Id="rId43" Type="http://schemas.openxmlformats.org/officeDocument/2006/relationships/image" Target="../media/image42.wmf"/><Relationship Id="rId8" Type="http://schemas.openxmlformats.org/officeDocument/2006/relationships/audio" Target="../media/audio7.wav"/><Relationship Id="rId3" Type="http://schemas.openxmlformats.org/officeDocument/2006/relationships/audio" Target="../media/audio4.wav"/><Relationship Id="rId12" Type="http://schemas.openxmlformats.org/officeDocument/2006/relationships/oleObject" Target="../embeddings/oleObject23.bin"/><Relationship Id="rId17" Type="http://schemas.openxmlformats.org/officeDocument/2006/relationships/image" Target="../media/image29.wmf"/><Relationship Id="rId25" Type="http://schemas.openxmlformats.org/officeDocument/2006/relationships/image" Target="../media/image33.wmf"/><Relationship Id="rId33" Type="http://schemas.openxmlformats.org/officeDocument/2006/relationships/image" Target="../media/image37.wmf"/><Relationship Id="rId38" Type="http://schemas.openxmlformats.org/officeDocument/2006/relationships/oleObject" Target="../embeddings/oleObject36.bin"/><Relationship Id="rId46" Type="http://schemas.openxmlformats.org/officeDocument/2006/relationships/image" Target="../media/image43.wmf"/><Relationship Id="rId20" Type="http://schemas.openxmlformats.org/officeDocument/2006/relationships/oleObject" Target="../embeddings/oleObject27.bin"/><Relationship Id="rId41" Type="http://schemas.openxmlformats.org/officeDocument/2006/relationships/image" Target="../media/image41.wmf"/></Relationships>
</file>

<file path=ppt/slides/_rels/slide18.xml.rels><?xml version="1.0" encoding="UTF-8" standalone="yes"?>
<Relationships xmlns="http://schemas.openxmlformats.org/package/2006/relationships"><Relationship Id="rId8" Type="http://schemas.openxmlformats.org/officeDocument/2006/relationships/oleObject" Target="../embeddings/oleObject42.bin"/><Relationship Id="rId13" Type="http://schemas.openxmlformats.org/officeDocument/2006/relationships/image" Target="../media/image50.wmf"/><Relationship Id="rId3" Type="http://schemas.openxmlformats.org/officeDocument/2006/relationships/image" Target="../media/image7.jpeg"/><Relationship Id="rId7" Type="http://schemas.openxmlformats.org/officeDocument/2006/relationships/image" Target="../media/image47.wmf"/><Relationship Id="rId12" Type="http://schemas.openxmlformats.org/officeDocument/2006/relationships/oleObject" Target="../embeddings/oleObject44.bin"/><Relationship Id="rId2" Type="http://schemas.openxmlformats.org/officeDocument/2006/relationships/slideLayout" Target="../slideLayouts/slideLayout32.xml"/><Relationship Id="rId1" Type="http://schemas.openxmlformats.org/officeDocument/2006/relationships/vmlDrawing" Target="../drawings/vmlDrawing8.vml"/><Relationship Id="rId6" Type="http://schemas.openxmlformats.org/officeDocument/2006/relationships/oleObject" Target="../embeddings/oleObject41.bin"/><Relationship Id="rId11" Type="http://schemas.openxmlformats.org/officeDocument/2006/relationships/image" Target="../media/image49.wmf"/><Relationship Id="rId5" Type="http://schemas.openxmlformats.org/officeDocument/2006/relationships/image" Target="../media/image46.wmf"/><Relationship Id="rId15" Type="http://schemas.openxmlformats.org/officeDocument/2006/relationships/image" Target="../media/image51.wmf"/><Relationship Id="rId10" Type="http://schemas.openxmlformats.org/officeDocument/2006/relationships/oleObject" Target="../embeddings/oleObject43.bin"/><Relationship Id="rId4" Type="http://schemas.openxmlformats.org/officeDocument/2006/relationships/oleObject" Target="../embeddings/oleObject40.bin"/><Relationship Id="rId9" Type="http://schemas.openxmlformats.org/officeDocument/2006/relationships/image" Target="../media/image48.wmf"/><Relationship Id="rId14" Type="http://schemas.openxmlformats.org/officeDocument/2006/relationships/oleObject" Target="../embeddings/oleObject45.bin"/></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Layout" Target="../slideLayouts/slideLayout37.xml"/><Relationship Id="rId1" Type="http://schemas.openxmlformats.org/officeDocument/2006/relationships/vmlDrawing" Target="../drawings/vmlDrawing9.vml"/><Relationship Id="rId6" Type="http://schemas.openxmlformats.org/officeDocument/2006/relationships/image" Target="../media/image53.wmf"/><Relationship Id="rId5" Type="http://schemas.openxmlformats.org/officeDocument/2006/relationships/oleObject" Target="../embeddings/oleObject47.bin"/><Relationship Id="rId4" Type="http://schemas.openxmlformats.org/officeDocument/2006/relationships/image" Target="../media/image52.wmf"/></Relationships>
</file>

<file path=ppt/slides/_rels/slide20.xml.rels><?xml version="1.0" encoding="UTF-8" standalone="yes"?>
<Relationships xmlns="http://schemas.openxmlformats.org/package/2006/relationships"><Relationship Id="rId8" Type="http://schemas.openxmlformats.org/officeDocument/2006/relationships/oleObject" Target="../embeddings/oleObject48.bin"/><Relationship Id="rId13" Type="http://schemas.openxmlformats.org/officeDocument/2006/relationships/image" Target="../media/image56.wmf"/><Relationship Id="rId18" Type="http://schemas.openxmlformats.org/officeDocument/2006/relationships/image" Target="../media/image7.jpeg"/><Relationship Id="rId26" Type="http://schemas.openxmlformats.org/officeDocument/2006/relationships/image" Target="../media/image62.wmf"/><Relationship Id="rId3" Type="http://schemas.openxmlformats.org/officeDocument/2006/relationships/audio" Target="../media/audio4.wav"/><Relationship Id="rId21" Type="http://schemas.openxmlformats.org/officeDocument/2006/relationships/oleObject" Target="../embeddings/oleObject54.bin"/><Relationship Id="rId7" Type="http://schemas.openxmlformats.org/officeDocument/2006/relationships/audio" Target="../media/audio3.wav"/><Relationship Id="rId12" Type="http://schemas.openxmlformats.org/officeDocument/2006/relationships/oleObject" Target="../embeddings/oleObject50.bin"/><Relationship Id="rId17" Type="http://schemas.openxmlformats.org/officeDocument/2006/relationships/image" Target="../media/image58.wmf"/><Relationship Id="rId25" Type="http://schemas.openxmlformats.org/officeDocument/2006/relationships/oleObject" Target="../embeddings/oleObject56.bin"/><Relationship Id="rId2" Type="http://schemas.openxmlformats.org/officeDocument/2006/relationships/slideLayout" Target="../slideLayouts/slideLayout32.xml"/><Relationship Id="rId16" Type="http://schemas.openxmlformats.org/officeDocument/2006/relationships/oleObject" Target="../embeddings/oleObject52.bin"/><Relationship Id="rId20" Type="http://schemas.openxmlformats.org/officeDocument/2006/relationships/image" Target="../media/image59.wmf"/><Relationship Id="rId29" Type="http://schemas.openxmlformats.org/officeDocument/2006/relationships/oleObject" Target="../embeddings/oleObject58.bin"/><Relationship Id="rId1" Type="http://schemas.openxmlformats.org/officeDocument/2006/relationships/vmlDrawing" Target="../drawings/vmlDrawing10.vml"/><Relationship Id="rId6" Type="http://schemas.openxmlformats.org/officeDocument/2006/relationships/audio" Target="../media/audio7.wav"/><Relationship Id="rId11" Type="http://schemas.openxmlformats.org/officeDocument/2006/relationships/image" Target="../media/image55.wmf"/><Relationship Id="rId24" Type="http://schemas.openxmlformats.org/officeDocument/2006/relationships/image" Target="../media/image61.wmf"/><Relationship Id="rId32" Type="http://schemas.openxmlformats.org/officeDocument/2006/relationships/image" Target="../media/image65.wmf"/><Relationship Id="rId5" Type="http://schemas.openxmlformats.org/officeDocument/2006/relationships/audio" Target="../media/audio6.wav"/><Relationship Id="rId15" Type="http://schemas.openxmlformats.org/officeDocument/2006/relationships/image" Target="../media/image57.wmf"/><Relationship Id="rId23" Type="http://schemas.openxmlformats.org/officeDocument/2006/relationships/oleObject" Target="../embeddings/oleObject55.bin"/><Relationship Id="rId28" Type="http://schemas.openxmlformats.org/officeDocument/2006/relationships/image" Target="../media/image63.wmf"/><Relationship Id="rId10" Type="http://schemas.openxmlformats.org/officeDocument/2006/relationships/oleObject" Target="../embeddings/oleObject49.bin"/><Relationship Id="rId19" Type="http://schemas.openxmlformats.org/officeDocument/2006/relationships/oleObject" Target="../embeddings/oleObject53.bin"/><Relationship Id="rId31" Type="http://schemas.openxmlformats.org/officeDocument/2006/relationships/oleObject" Target="../embeddings/oleObject59.bin"/><Relationship Id="rId4" Type="http://schemas.openxmlformats.org/officeDocument/2006/relationships/audio" Target="../media/audio2.wav"/><Relationship Id="rId9" Type="http://schemas.openxmlformats.org/officeDocument/2006/relationships/image" Target="../media/image54.wmf"/><Relationship Id="rId14" Type="http://schemas.openxmlformats.org/officeDocument/2006/relationships/oleObject" Target="../embeddings/oleObject51.bin"/><Relationship Id="rId22" Type="http://schemas.openxmlformats.org/officeDocument/2006/relationships/image" Target="../media/image60.wmf"/><Relationship Id="rId27" Type="http://schemas.openxmlformats.org/officeDocument/2006/relationships/oleObject" Target="../embeddings/oleObject57.bin"/><Relationship Id="rId30" Type="http://schemas.openxmlformats.org/officeDocument/2006/relationships/image" Target="../media/image64.wmf"/></Relationships>
</file>

<file path=ppt/slides/_rels/slide21.xml.rels><?xml version="1.0" encoding="UTF-8" standalone="yes"?>
<Relationships xmlns="http://schemas.openxmlformats.org/package/2006/relationships"><Relationship Id="rId8" Type="http://schemas.openxmlformats.org/officeDocument/2006/relationships/oleObject" Target="../embeddings/oleObject60.bin"/><Relationship Id="rId13" Type="http://schemas.openxmlformats.org/officeDocument/2006/relationships/image" Target="../media/image68.wmf"/><Relationship Id="rId3" Type="http://schemas.openxmlformats.org/officeDocument/2006/relationships/audio" Target="../media/audio6.wav"/><Relationship Id="rId7" Type="http://schemas.openxmlformats.org/officeDocument/2006/relationships/image" Target="../media/image7.jpeg"/><Relationship Id="rId12" Type="http://schemas.openxmlformats.org/officeDocument/2006/relationships/oleObject" Target="../embeddings/oleObject62.bin"/><Relationship Id="rId2" Type="http://schemas.openxmlformats.org/officeDocument/2006/relationships/slideLayout" Target="../slideLayouts/slideLayout32.xml"/><Relationship Id="rId1" Type="http://schemas.openxmlformats.org/officeDocument/2006/relationships/vmlDrawing" Target="../drawings/vmlDrawing11.vml"/><Relationship Id="rId6" Type="http://schemas.openxmlformats.org/officeDocument/2006/relationships/audio" Target="../media/audio3.wav"/><Relationship Id="rId11" Type="http://schemas.openxmlformats.org/officeDocument/2006/relationships/image" Target="../media/image67.wmf"/><Relationship Id="rId5" Type="http://schemas.openxmlformats.org/officeDocument/2006/relationships/audio" Target="../media/audio2.wav"/><Relationship Id="rId10" Type="http://schemas.openxmlformats.org/officeDocument/2006/relationships/oleObject" Target="../embeddings/oleObject61.bin"/><Relationship Id="rId4" Type="http://schemas.openxmlformats.org/officeDocument/2006/relationships/audio" Target="../media/audio4.wav"/><Relationship Id="rId9" Type="http://schemas.openxmlformats.org/officeDocument/2006/relationships/image" Target="../media/image66.wmf"/><Relationship Id="rId14" Type="http://schemas.openxmlformats.org/officeDocument/2006/relationships/image" Target="../media/image69.wmf"/></Relationships>
</file>

<file path=ppt/slides/_rels/slide22.xml.rels><?xml version="1.0" encoding="UTF-8" standalone="yes"?>
<Relationships xmlns="http://schemas.openxmlformats.org/package/2006/relationships"><Relationship Id="rId8" Type="http://schemas.openxmlformats.org/officeDocument/2006/relationships/image" Target="../media/image72.wmf"/><Relationship Id="rId13" Type="http://schemas.openxmlformats.org/officeDocument/2006/relationships/oleObject" Target="../embeddings/oleObject68.bin"/><Relationship Id="rId18" Type="http://schemas.openxmlformats.org/officeDocument/2006/relationships/image" Target="../media/image77.wmf"/><Relationship Id="rId3" Type="http://schemas.openxmlformats.org/officeDocument/2006/relationships/oleObject" Target="../embeddings/oleObject63.bin"/><Relationship Id="rId7" Type="http://schemas.openxmlformats.org/officeDocument/2006/relationships/oleObject" Target="../embeddings/oleObject65.bin"/><Relationship Id="rId12" Type="http://schemas.openxmlformats.org/officeDocument/2006/relationships/image" Target="../media/image74.wmf"/><Relationship Id="rId17" Type="http://schemas.openxmlformats.org/officeDocument/2006/relationships/oleObject" Target="../embeddings/oleObject70.bin"/><Relationship Id="rId2" Type="http://schemas.openxmlformats.org/officeDocument/2006/relationships/slideLayout" Target="../slideLayouts/slideLayout32.xml"/><Relationship Id="rId16" Type="http://schemas.openxmlformats.org/officeDocument/2006/relationships/image" Target="../media/image76.wmf"/><Relationship Id="rId1" Type="http://schemas.openxmlformats.org/officeDocument/2006/relationships/vmlDrawing" Target="../drawings/vmlDrawing12.vml"/><Relationship Id="rId6" Type="http://schemas.openxmlformats.org/officeDocument/2006/relationships/image" Target="../media/image71.wmf"/><Relationship Id="rId11" Type="http://schemas.openxmlformats.org/officeDocument/2006/relationships/oleObject" Target="../embeddings/oleObject67.bin"/><Relationship Id="rId5" Type="http://schemas.openxmlformats.org/officeDocument/2006/relationships/oleObject" Target="../embeddings/oleObject64.bin"/><Relationship Id="rId15" Type="http://schemas.openxmlformats.org/officeDocument/2006/relationships/oleObject" Target="../embeddings/oleObject69.bin"/><Relationship Id="rId10" Type="http://schemas.openxmlformats.org/officeDocument/2006/relationships/image" Target="../media/image73.wmf"/><Relationship Id="rId4" Type="http://schemas.openxmlformats.org/officeDocument/2006/relationships/image" Target="../media/image70.wmf"/><Relationship Id="rId9" Type="http://schemas.openxmlformats.org/officeDocument/2006/relationships/oleObject" Target="../embeddings/oleObject66.bin"/><Relationship Id="rId14" Type="http://schemas.openxmlformats.org/officeDocument/2006/relationships/image" Target="../media/image75.wmf"/></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71.bin"/><Relationship Id="rId2" Type="http://schemas.openxmlformats.org/officeDocument/2006/relationships/slideLayout" Target="../slideLayouts/slideLayout27.xml"/><Relationship Id="rId1" Type="http://schemas.openxmlformats.org/officeDocument/2006/relationships/vmlDrawing" Target="../drawings/vmlDrawing13.vml"/><Relationship Id="rId4" Type="http://schemas.openxmlformats.org/officeDocument/2006/relationships/image" Target="../media/image78.wmf"/></Relationships>
</file>

<file path=ppt/slides/_rels/slide24.xml.rels><?xml version="1.0" encoding="UTF-8" standalone="yes"?>
<Relationships xmlns="http://schemas.openxmlformats.org/package/2006/relationships"><Relationship Id="rId8" Type="http://schemas.openxmlformats.org/officeDocument/2006/relationships/audio" Target="../media/audio3.wav"/><Relationship Id="rId13" Type="http://schemas.openxmlformats.org/officeDocument/2006/relationships/image" Target="../media/image20.wmf"/><Relationship Id="rId3" Type="http://schemas.openxmlformats.org/officeDocument/2006/relationships/audio" Target="../media/audio6.wav"/><Relationship Id="rId7" Type="http://schemas.openxmlformats.org/officeDocument/2006/relationships/audio" Target="../media/audio1.wav"/><Relationship Id="rId12" Type="http://schemas.openxmlformats.org/officeDocument/2006/relationships/oleObject" Target="../embeddings/oleObject73.bin"/><Relationship Id="rId2" Type="http://schemas.openxmlformats.org/officeDocument/2006/relationships/slideLayout" Target="../slideLayouts/slideLayout32.xml"/><Relationship Id="rId1" Type="http://schemas.openxmlformats.org/officeDocument/2006/relationships/vmlDrawing" Target="../drawings/vmlDrawing14.vml"/><Relationship Id="rId6" Type="http://schemas.openxmlformats.org/officeDocument/2006/relationships/audio" Target="../media/audio2.wav"/><Relationship Id="rId11" Type="http://schemas.openxmlformats.org/officeDocument/2006/relationships/image" Target="../media/image19.wmf"/><Relationship Id="rId5" Type="http://schemas.openxmlformats.org/officeDocument/2006/relationships/audio" Target="../media/audio5.wav"/><Relationship Id="rId10" Type="http://schemas.openxmlformats.org/officeDocument/2006/relationships/oleObject" Target="../embeddings/oleObject72.bin"/><Relationship Id="rId4" Type="http://schemas.openxmlformats.org/officeDocument/2006/relationships/audio" Target="../media/audio4.wav"/><Relationship Id="rId9" Type="http://schemas.openxmlformats.org/officeDocument/2006/relationships/image" Target="../media/image7.jpe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7.xml.rels><?xml version="1.0" encoding="UTF-8" standalone="yes"?>
<Relationships xmlns="http://schemas.openxmlformats.org/package/2006/relationships"><Relationship Id="rId8" Type="http://schemas.openxmlformats.org/officeDocument/2006/relationships/oleObject" Target="../embeddings/oleObject76.bin"/><Relationship Id="rId3" Type="http://schemas.openxmlformats.org/officeDocument/2006/relationships/notesSlide" Target="../notesSlides/notesSlide2.xml"/><Relationship Id="rId7" Type="http://schemas.openxmlformats.org/officeDocument/2006/relationships/image" Target="../media/image80.wmf"/><Relationship Id="rId2" Type="http://schemas.openxmlformats.org/officeDocument/2006/relationships/slideLayout" Target="../slideLayouts/slideLayout32.xml"/><Relationship Id="rId1" Type="http://schemas.openxmlformats.org/officeDocument/2006/relationships/vmlDrawing" Target="../drawings/vmlDrawing15.vml"/><Relationship Id="rId6" Type="http://schemas.openxmlformats.org/officeDocument/2006/relationships/oleObject" Target="../embeddings/oleObject75.bin"/><Relationship Id="rId5" Type="http://schemas.openxmlformats.org/officeDocument/2006/relationships/image" Target="../media/image79.wmf"/><Relationship Id="rId4" Type="http://schemas.openxmlformats.org/officeDocument/2006/relationships/oleObject" Target="../embeddings/oleObject74.bin"/><Relationship Id="rId9" Type="http://schemas.openxmlformats.org/officeDocument/2006/relationships/image" Target="../media/image81.wmf"/></Relationships>
</file>

<file path=ppt/slides/_rels/slide28.xml.rels><?xml version="1.0" encoding="UTF-8" standalone="yes"?>
<Relationships xmlns="http://schemas.openxmlformats.org/package/2006/relationships"><Relationship Id="rId8" Type="http://schemas.openxmlformats.org/officeDocument/2006/relationships/image" Target="../media/image83.wmf"/><Relationship Id="rId3" Type="http://schemas.openxmlformats.org/officeDocument/2006/relationships/oleObject" Target="../embeddings/oleObject77.bin"/><Relationship Id="rId7" Type="http://schemas.openxmlformats.org/officeDocument/2006/relationships/oleObject" Target="../embeddings/oleObject79.bin"/><Relationship Id="rId12" Type="http://schemas.openxmlformats.org/officeDocument/2006/relationships/image" Target="../media/image85.wmf"/><Relationship Id="rId2" Type="http://schemas.openxmlformats.org/officeDocument/2006/relationships/slideLayout" Target="../slideLayouts/slideLayout32.xml"/><Relationship Id="rId1" Type="http://schemas.openxmlformats.org/officeDocument/2006/relationships/vmlDrawing" Target="../drawings/vmlDrawing16.vml"/><Relationship Id="rId6" Type="http://schemas.openxmlformats.org/officeDocument/2006/relationships/image" Target="../media/image82.wmf"/><Relationship Id="rId11" Type="http://schemas.openxmlformats.org/officeDocument/2006/relationships/oleObject" Target="../embeddings/oleObject81.bin"/><Relationship Id="rId5" Type="http://schemas.openxmlformats.org/officeDocument/2006/relationships/oleObject" Target="../embeddings/oleObject78.bin"/><Relationship Id="rId10" Type="http://schemas.openxmlformats.org/officeDocument/2006/relationships/image" Target="../media/image84.wmf"/><Relationship Id="rId4" Type="http://schemas.openxmlformats.org/officeDocument/2006/relationships/image" Target="../media/image81.wmf"/><Relationship Id="rId9" Type="http://schemas.openxmlformats.org/officeDocument/2006/relationships/oleObject" Target="../embeddings/oleObject80.bin"/></Relationships>
</file>

<file path=ppt/slides/_rels/slide29.xml.rels><?xml version="1.0" encoding="UTF-8" standalone="yes"?>
<Relationships xmlns="http://schemas.openxmlformats.org/package/2006/relationships"><Relationship Id="rId3" Type="http://schemas.openxmlformats.org/officeDocument/2006/relationships/oleObject" Target="../embeddings/oleObject82.bin"/><Relationship Id="rId2" Type="http://schemas.openxmlformats.org/officeDocument/2006/relationships/slideLayout" Target="../slideLayouts/slideLayout32.xml"/><Relationship Id="rId1" Type="http://schemas.openxmlformats.org/officeDocument/2006/relationships/vmlDrawing" Target="../drawings/vmlDrawing17.vml"/><Relationship Id="rId4" Type="http://schemas.openxmlformats.org/officeDocument/2006/relationships/image" Target="../media/image86.wmf"/></Relationships>
</file>

<file path=ppt/slides/_rels/slide30.xml.rels><?xml version="1.0" encoding="UTF-8" standalone="yes"?>
<Relationships xmlns="http://schemas.openxmlformats.org/package/2006/relationships"><Relationship Id="rId8" Type="http://schemas.openxmlformats.org/officeDocument/2006/relationships/image" Target="../media/image89.wmf"/><Relationship Id="rId3" Type="http://schemas.openxmlformats.org/officeDocument/2006/relationships/oleObject" Target="../embeddings/oleObject83.bin"/><Relationship Id="rId7" Type="http://schemas.openxmlformats.org/officeDocument/2006/relationships/oleObject" Target="../embeddings/oleObject85.bin"/><Relationship Id="rId12" Type="http://schemas.openxmlformats.org/officeDocument/2006/relationships/image" Target="../media/image91.wmf"/><Relationship Id="rId2" Type="http://schemas.openxmlformats.org/officeDocument/2006/relationships/slideLayout" Target="../slideLayouts/slideLayout38.xml"/><Relationship Id="rId1" Type="http://schemas.openxmlformats.org/officeDocument/2006/relationships/vmlDrawing" Target="../drawings/vmlDrawing18.vml"/><Relationship Id="rId6" Type="http://schemas.openxmlformats.org/officeDocument/2006/relationships/image" Target="../media/image88.wmf"/><Relationship Id="rId11" Type="http://schemas.openxmlformats.org/officeDocument/2006/relationships/oleObject" Target="../embeddings/oleObject87.bin"/><Relationship Id="rId5" Type="http://schemas.openxmlformats.org/officeDocument/2006/relationships/oleObject" Target="../embeddings/oleObject84.bin"/><Relationship Id="rId10" Type="http://schemas.openxmlformats.org/officeDocument/2006/relationships/image" Target="../media/image90.wmf"/><Relationship Id="rId4" Type="http://schemas.openxmlformats.org/officeDocument/2006/relationships/image" Target="../media/image87.wmf"/><Relationship Id="rId9" Type="http://schemas.openxmlformats.org/officeDocument/2006/relationships/oleObject" Target="../embeddings/oleObject86.bin"/></Relationships>
</file>

<file path=ppt/slides/_rels/slide31.xml.rels><?xml version="1.0" encoding="UTF-8" standalone="yes"?>
<Relationships xmlns="http://schemas.openxmlformats.org/package/2006/relationships"><Relationship Id="rId8" Type="http://schemas.openxmlformats.org/officeDocument/2006/relationships/image" Target="../media/image94.wmf"/><Relationship Id="rId13" Type="http://schemas.openxmlformats.org/officeDocument/2006/relationships/oleObject" Target="../embeddings/oleObject93.bin"/><Relationship Id="rId3" Type="http://schemas.openxmlformats.org/officeDocument/2006/relationships/oleObject" Target="../embeddings/oleObject88.bin"/><Relationship Id="rId7" Type="http://schemas.openxmlformats.org/officeDocument/2006/relationships/oleObject" Target="../embeddings/oleObject90.bin"/><Relationship Id="rId12" Type="http://schemas.openxmlformats.org/officeDocument/2006/relationships/image" Target="../media/image96.wmf"/><Relationship Id="rId2" Type="http://schemas.openxmlformats.org/officeDocument/2006/relationships/slideLayout" Target="../slideLayouts/slideLayout37.xml"/><Relationship Id="rId16" Type="http://schemas.openxmlformats.org/officeDocument/2006/relationships/image" Target="../media/image98.wmf"/><Relationship Id="rId1" Type="http://schemas.openxmlformats.org/officeDocument/2006/relationships/vmlDrawing" Target="../drawings/vmlDrawing19.vml"/><Relationship Id="rId6" Type="http://schemas.openxmlformats.org/officeDocument/2006/relationships/image" Target="../media/image93.wmf"/><Relationship Id="rId11" Type="http://schemas.openxmlformats.org/officeDocument/2006/relationships/oleObject" Target="../embeddings/oleObject92.bin"/><Relationship Id="rId5" Type="http://schemas.openxmlformats.org/officeDocument/2006/relationships/oleObject" Target="../embeddings/oleObject89.bin"/><Relationship Id="rId15" Type="http://schemas.openxmlformats.org/officeDocument/2006/relationships/oleObject" Target="../embeddings/oleObject94.bin"/><Relationship Id="rId10" Type="http://schemas.openxmlformats.org/officeDocument/2006/relationships/image" Target="../media/image95.wmf"/><Relationship Id="rId4" Type="http://schemas.openxmlformats.org/officeDocument/2006/relationships/image" Target="../media/image92.wmf"/><Relationship Id="rId9" Type="http://schemas.openxmlformats.org/officeDocument/2006/relationships/oleObject" Target="../embeddings/oleObject91.bin"/><Relationship Id="rId14" Type="http://schemas.openxmlformats.org/officeDocument/2006/relationships/image" Target="../media/image97.wmf"/></Relationships>
</file>

<file path=ppt/slides/_rels/slide32.xml.rels><?xml version="1.0" encoding="UTF-8" standalone="yes"?>
<Relationships xmlns="http://schemas.openxmlformats.org/package/2006/relationships"><Relationship Id="rId8" Type="http://schemas.openxmlformats.org/officeDocument/2006/relationships/image" Target="../media/image101.wmf"/><Relationship Id="rId13" Type="http://schemas.openxmlformats.org/officeDocument/2006/relationships/oleObject" Target="../embeddings/oleObject100.bin"/><Relationship Id="rId18" Type="http://schemas.openxmlformats.org/officeDocument/2006/relationships/image" Target="../media/image106.wmf"/><Relationship Id="rId3" Type="http://schemas.openxmlformats.org/officeDocument/2006/relationships/oleObject" Target="../embeddings/oleObject95.bin"/><Relationship Id="rId21" Type="http://schemas.openxmlformats.org/officeDocument/2006/relationships/oleObject" Target="../embeddings/oleObject104.bin"/><Relationship Id="rId7" Type="http://schemas.openxmlformats.org/officeDocument/2006/relationships/oleObject" Target="../embeddings/oleObject97.bin"/><Relationship Id="rId12" Type="http://schemas.openxmlformats.org/officeDocument/2006/relationships/image" Target="../media/image103.wmf"/><Relationship Id="rId17" Type="http://schemas.openxmlformats.org/officeDocument/2006/relationships/oleObject" Target="../embeddings/oleObject102.bin"/><Relationship Id="rId2" Type="http://schemas.openxmlformats.org/officeDocument/2006/relationships/slideLayout" Target="../slideLayouts/slideLayout38.xml"/><Relationship Id="rId16" Type="http://schemas.openxmlformats.org/officeDocument/2006/relationships/image" Target="../media/image105.wmf"/><Relationship Id="rId20" Type="http://schemas.openxmlformats.org/officeDocument/2006/relationships/image" Target="../media/image107.wmf"/><Relationship Id="rId1" Type="http://schemas.openxmlformats.org/officeDocument/2006/relationships/vmlDrawing" Target="../drawings/vmlDrawing20.vml"/><Relationship Id="rId6" Type="http://schemas.openxmlformats.org/officeDocument/2006/relationships/image" Target="../media/image100.wmf"/><Relationship Id="rId11" Type="http://schemas.openxmlformats.org/officeDocument/2006/relationships/oleObject" Target="../embeddings/oleObject99.bin"/><Relationship Id="rId24" Type="http://schemas.openxmlformats.org/officeDocument/2006/relationships/image" Target="../media/image109.wmf"/><Relationship Id="rId5" Type="http://schemas.openxmlformats.org/officeDocument/2006/relationships/oleObject" Target="../embeddings/oleObject96.bin"/><Relationship Id="rId15" Type="http://schemas.openxmlformats.org/officeDocument/2006/relationships/oleObject" Target="../embeddings/oleObject101.bin"/><Relationship Id="rId23" Type="http://schemas.openxmlformats.org/officeDocument/2006/relationships/oleObject" Target="../embeddings/oleObject105.bin"/><Relationship Id="rId10" Type="http://schemas.openxmlformats.org/officeDocument/2006/relationships/image" Target="../media/image102.wmf"/><Relationship Id="rId19" Type="http://schemas.openxmlformats.org/officeDocument/2006/relationships/oleObject" Target="../embeddings/oleObject103.bin"/><Relationship Id="rId4" Type="http://schemas.openxmlformats.org/officeDocument/2006/relationships/image" Target="../media/image99.wmf"/><Relationship Id="rId9" Type="http://schemas.openxmlformats.org/officeDocument/2006/relationships/oleObject" Target="../embeddings/oleObject98.bin"/><Relationship Id="rId14" Type="http://schemas.openxmlformats.org/officeDocument/2006/relationships/image" Target="../media/image104.wmf"/><Relationship Id="rId22" Type="http://schemas.openxmlformats.org/officeDocument/2006/relationships/image" Target="../media/image108.wmf"/></Relationships>
</file>

<file path=ppt/slides/_rels/slide33.xml.rels><?xml version="1.0" encoding="UTF-8" standalone="yes"?>
<Relationships xmlns="http://schemas.openxmlformats.org/package/2006/relationships"><Relationship Id="rId8" Type="http://schemas.openxmlformats.org/officeDocument/2006/relationships/image" Target="../media/image112.wmf"/><Relationship Id="rId13" Type="http://schemas.openxmlformats.org/officeDocument/2006/relationships/oleObject" Target="../embeddings/oleObject111.bin"/><Relationship Id="rId3" Type="http://schemas.openxmlformats.org/officeDocument/2006/relationships/oleObject" Target="../embeddings/oleObject106.bin"/><Relationship Id="rId7" Type="http://schemas.openxmlformats.org/officeDocument/2006/relationships/oleObject" Target="../embeddings/oleObject108.bin"/><Relationship Id="rId12" Type="http://schemas.openxmlformats.org/officeDocument/2006/relationships/image" Target="../media/image114.wmf"/><Relationship Id="rId2" Type="http://schemas.openxmlformats.org/officeDocument/2006/relationships/slideLayout" Target="../slideLayouts/slideLayout39.xml"/><Relationship Id="rId16" Type="http://schemas.openxmlformats.org/officeDocument/2006/relationships/image" Target="../media/image116.wmf"/><Relationship Id="rId1" Type="http://schemas.openxmlformats.org/officeDocument/2006/relationships/vmlDrawing" Target="../drawings/vmlDrawing21.vml"/><Relationship Id="rId6" Type="http://schemas.openxmlformats.org/officeDocument/2006/relationships/image" Target="../media/image111.wmf"/><Relationship Id="rId11" Type="http://schemas.openxmlformats.org/officeDocument/2006/relationships/oleObject" Target="../embeddings/oleObject110.bin"/><Relationship Id="rId5" Type="http://schemas.openxmlformats.org/officeDocument/2006/relationships/oleObject" Target="../embeddings/oleObject107.bin"/><Relationship Id="rId15" Type="http://schemas.openxmlformats.org/officeDocument/2006/relationships/oleObject" Target="../embeddings/oleObject112.bin"/><Relationship Id="rId10" Type="http://schemas.openxmlformats.org/officeDocument/2006/relationships/image" Target="../media/image113.wmf"/><Relationship Id="rId4" Type="http://schemas.openxmlformats.org/officeDocument/2006/relationships/image" Target="../media/image110.wmf"/><Relationship Id="rId9" Type="http://schemas.openxmlformats.org/officeDocument/2006/relationships/oleObject" Target="../embeddings/oleObject109.bin"/><Relationship Id="rId14" Type="http://schemas.openxmlformats.org/officeDocument/2006/relationships/image" Target="../media/image115.wmf"/></Relationships>
</file>

<file path=ppt/slides/_rels/slide34.xml.rels><?xml version="1.0" encoding="UTF-8" standalone="yes"?>
<Relationships xmlns="http://schemas.openxmlformats.org/package/2006/relationships"><Relationship Id="rId8" Type="http://schemas.openxmlformats.org/officeDocument/2006/relationships/image" Target="../media/image119.wmf"/><Relationship Id="rId13" Type="http://schemas.openxmlformats.org/officeDocument/2006/relationships/oleObject" Target="../embeddings/oleObject118.bin"/><Relationship Id="rId3" Type="http://schemas.openxmlformats.org/officeDocument/2006/relationships/oleObject" Target="../embeddings/oleObject113.bin"/><Relationship Id="rId7" Type="http://schemas.openxmlformats.org/officeDocument/2006/relationships/oleObject" Target="../embeddings/oleObject115.bin"/><Relationship Id="rId12" Type="http://schemas.openxmlformats.org/officeDocument/2006/relationships/image" Target="../media/image121.wmf"/><Relationship Id="rId2" Type="http://schemas.openxmlformats.org/officeDocument/2006/relationships/slideLayout" Target="../slideLayouts/slideLayout27.xml"/><Relationship Id="rId16" Type="http://schemas.openxmlformats.org/officeDocument/2006/relationships/image" Target="../media/image123.wmf"/><Relationship Id="rId1" Type="http://schemas.openxmlformats.org/officeDocument/2006/relationships/vmlDrawing" Target="../drawings/vmlDrawing22.vml"/><Relationship Id="rId6" Type="http://schemas.openxmlformats.org/officeDocument/2006/relationships/image" Target="../media/image118.wmf"/><Relationship Id="rId11" Type="http://schemas.openxmlformats.org/officeDocument/2006/relationships/oleObject" Target="../embeddings/oleObject117.bin"/><Relationship Id="rId5" Type="http://schemas.openxmlformats.org/officeDocument/2006/relationships/oleObject" Target="../embeddings/oleObject114.bin"/><Relationship Id="rId15" Type="http://schemas.openxmlformats.org/officeDocument/2006/relationships/oleObject" Target="../embeddings/oleObject119.bin"/><Relationship Id="rId10" Type="http://schemas.openxmlformats.org/officeDocument/2006/relationships/image" Target="../media/image120.wmf"/><Relationship Id="rId4" Type="http://schemas.openxmlformats.org/officeDocument/2006/relationships/image" Target="../media/image117.wmf"/><Relationship Id="rId9" Type="http://schemas.openxmlformats.org/officeDocument/2006/relationships/oleObject" Target="../embeddings/oleObject116.bin"/><Relationship Id="rId14" Type="http://schemas.openxmlformats.org/officeDocument/2006/relationships/image" Target="../media/image122.wmf"/></Relationships>
</file>

<file path=ppt/slides/_rels/slide35.xml.rels><?xml version="1.0" encoding="UTF-8" standalone="yes"?>
<Relationships xmlns="http://schemas.openxmlformats.org/package/2006/relationships"><Relationship Id="rId8" Type="http://schemas.openxmlformats.org/officeDocument/2006/relationships/image" Target="../media/image126.wmf"/><Relationship Id="rId13" Type="http://schemas.openxmlformats.org/officeDocument/2006/relationships/oleObject" Target="../embeddings/oleObject125.bin"/><Relationship Id="rId3" Type="http://schemas.openxmlformats.org/officeDocument/2006/relationships/oleObject" Target="../embeddings/oleObject120.bin"/><Relationship Id="rId7" Type="http://schemas.openxmlformats.org/officeDocument/2006/relationships/oleObject" Target="../embeddings/oleObject122.bin"/><Relationship Id="rId12" Type="http://schemas.openxmlformats.org/officeDocument/2006/relationships/image" Target="../media/image128.wmf"/><Relationship Id="rId2" Type="http://schemas.openxmlformats.org/officeDocument/2006/relationships/slideLayout" Target="../slideLayouts/slideLayout27.xml"/><Relationship Id="rId16" Type="http://schemas.openxmlformats.org/officeDocument/2006/relationships/image" Target="../media/image130.wmf"/><Relationship Id="rId1" Type="http://schemas.openxmlformats.org/officeDocument/2006/relationships/vmlDrawing" Target="../drawings/vmlDrawing23.vml"/><Relationship Id="rId6" Type="http://schemas.openxmlformats.org/officeDocument/2006/relationships/image" Target="../media/image125.wmf"/><Relationship Id="rId11" Type="http://schemas.openxmlformats.org/officeDocument/2006/relationships/oleObject" Target="../embeddings/oleObject124.bin"/><Relationship Id="rId5" Type="http://schemas.openxmlformats.org/officeDocument/2006/relationships/oleObject" Target="../embeddings/oleObject121.bin"/><Relationship Id="rId15" Type="http://schemas.openxmlformats.org/officeDocument/2006/relationships/oleObject" Target="../embeddings/oleObject126.bin"/><Relationship Id="rId10" Type="http://schemas.openxmlformats.org/officeDocument/2006/relationships/image" Target="../media/image127.wmf"/><Relationship Id="rId4" Type="http://schemas.openxmlformats.org/officeDocument/2006/relationships/image" Target="../media/image124.wmf"/><Relationship Id="rId9" Type="http://schemas.openxmlformats.org/officeDocument/2006/relationships/oleObject" Target="../embeddings/oleObject123.bin"/><Relationship Id="rId14" Type="http://schemas.openxmlformats.org/officeDocument/2006/relationships/image" Target="../media/image129.wmf"/></Relationships>
</file>

<file path=ppt/slides/_rels/slide36.xml.rels><?xml version="1.0" encoding="UTF-8" standalone="yes"?>
<Relationships xmlns="http://schemas.openxmlformats.org/package/2006/relationships"><Relationship Id="rId3" Type="http://schemas.openxmlformats.org/officeDocument/2006/relationships/oleObject" Target="../embeddings/oleObject127.bin"/><Relationship Id="rId2" Type="http://schemas.openxmlformats.org/officeDocument/2006/relationships/slideLayout" Target="../slideLayouts/slideLayout37.xml"/><Relationship Id="rId1" Type="http://schemas.openxmlformats.org/officeDocument/2006/relationships/vmlDrawing" Target="../drawings/vmlDrawing24.vml"/><Relationship Id="rId6" Type="http://schemas.openxmlformats.org/officeDocument/2006/relationships/image" Target="../media/image132.wmf"/><Relationship Id="rId5" Type="http://schemas.openxmlformats.org/officeDocument/2006/relationships/oleObject" Target="../embeddings/oleObject128.bin"/><Relationship Id="rId4" Type="http://schemas.openxmlformats.org/officeDocument/2006/relationships/image" Target="../media/image131.wmf"/></Relationships>
</file>

<file path=ppt/slides/_rels/slide37.xml.rels><?xml version="1.0" encoding="UTF-8" standalone="yes"?>
<Relationships xmlns="http://schemas.openxmlformats.org/package/2006/relationships"><Relationship Id="rId8" Type="http://schemas.openxmlformats.org/officeDocument/2006/relationships/image" Target="../media/image135.wmf"/><Relationship Id="rId13" Type="http://schemas.openxmlformats.org/officeDocument/2006/relationships/oleObject" Target="../embeddings/oleObject134.bin"/><Relationship Id="rId18" Type="http://schemas.openxmlformats.org/officeDocument/2006/relationships/image" Target="../media/image140.wmf"/><Relationship Id="rId3" Type="http://schemas.openxmlformats.org/officeDocument/2006/relationships/oleObject" Target="../embeddings/oleObject129.bin"/><Relationship Id="rId21" Type="http://schemas.openxmlformats.org/officeDocument/2006/relationships/oleObject" Target="../embeddings/oleObject138.bin"/><Relationship Id="rId7" Type="http://schemas.openxmlformats.org/officeDocument/2006/relationships/oleObject" Target="../embeddings/oleObject131.bin"/><Relationship Id="rId12" Type="http://schemas.openxmlformats.org/officeDocument/2006/relationships/image" Target="../media/image137.wmf"/><Relationship Id="rId17" Type="http://schemas.openxmlformats.org/officeDocument/2006/relationships/oleObject" Target="../embeddings/oleObject136.bin"/><Relationship Id="rId2" Type="http://schemas.openxmlformats.org/officeDocument/2006/relationships/slideLayout" Target="../slideLayouts/slideLayout32.xml"/><Relationship Id="rId16" Type="http://schemas.openxmlformats.org/officeDocument/2006/relationships/image" Target="../media/image139.wmf"/><Relationship Id="rId20" Type="http://schemas.openxmlformats.org/officeDocument/2006/relationships/image" Target="../media/image141.wmf"/><Relationship Id="rId1" Type="http://schemas.openxmlformats.org/officeDocument/2006/relationships/vmlDrawing" Target="../drawings/vmlDrawing25.vml"/><Relationship Id="rId6" Type="http://schemas.openxmlformats.org/officeDocument/2006/relationships/image" Target="../media/image134.wmf"/><Relationship Id="rId11" Type="http://schemas.openxmlformats.org/officeDocument/2006/relationships/oleObject" Target="../embeddings/oleObject133.bin"/><Relationship Id="rId24" Type="http://schemas.openxmlformats.org/officeDocument/2006/relationships/image" Target="../media/image143.wmf"/><Relationship Id="rId5" Type="http://schemas.openxmlformats.org/officeDocument/2006/relationships/oleObject" Target="../embeddings/oleObject130.bin"/><Relationship Id="rId15" Type="http://schemas.openxmlformats.org/officeDocument/2006/relationships/oleObject" Target="../embeddings/oleObject135.bin"/><Relationship Id="rId23" Type="http://schemas.openxmlformats.org/officeDocument/2006/relationships/oleObject" Target="../embeddings/oleObject139.bin"/><Relationship Id="rId10" Type="http://schemas.openxmlformats.org/officeDocument/2006/relationships/image" Target="../media/image136.wmf"/><Relationship Id="rId19" Type="http://schemas.openxmlformats.org/officeDocument/2006/relationships/oleObject" Target="../embeddings/oleObject137.bin"/><Relationship Id="rId4" Type="http://schemas.openxmlformats.org/officeDocument/2006/relationships/image" Target="../media/image133.wmf"/><Relationship Id="rId9" Type="http://schemas.openxmlformats.org/officeDocument/2006/relationships/oleObject" Target="../embeddings/oleObject132.bin"/><Relationship Id="rId14" Type="http://schemas.openxmlformats.org/officeDocument/2006/relationships/image" Target="../media/image138.wmf"/><Relationship Id="rId22" Type="http://schemas.openxmlformats.org/officeDocument/2006/relationships/image" Target="../media/image142.wmf"/></Relationships>
</file>

<file path=ppt/slides/_rels/slide38.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image" Target="../media/image144.png"/><Relationship Id="rId1" Type="http://schemas.openxmlformats.org/officeDocument/2006/relationships/slideLayout" Target="../slideLayouts/slideLayout32.xml"/></Relationships>
</file>

<file path=ppt/slides/_rels/slide39.xml.rels><?xml version="1.0" encoding="UTF-8" standalone="yes"?>
<Relationships xmlns="http://schemas.openxmlformats.org/package/2006/relationships"><Relationship Id="rId13" Type="http://schemas.openxmlformats.org/officeDocument/2006/relationships/oleObject" Target="../embeddings/oleObject145.bin"/><Relationship Id="rId18" Type="http://schemas.openxmlformats.org/officeDocument/2006/relationships/image" Target="../media/image153.wmf"/><Relationship Id="rId26" Type="http://schemas.openxmlformats.org/officeDocument/2006/relationships/oleObject" Target="../embeddings/oleObject152.bin"/><Relationship Id="rId39" Type="http://schemas.openxmlformats.org/officeDocument/2006/relationships/oleObject" Target="../embeddings/oleObject159.bin"/><Relationship Id="rId21" Type="http://schemas.openxmlformats.org/officeDocument/2006/relationships/oleObject" Target="../embeddings/oleObject149.bin"/><Relationship Id="rId34" Type="http://schemas.openxmlformats.org/officeDocument/2006/relationships/oleObject" Target="../embeddings/oleObject156.bin"/><Relationship Id="rId42" Type="http://schemas.openxmlformats.org/officeDocument/2006/relationships/oleObject" Target="../embeddings/oleObject161.bin"/><Relationship Id="rId47" Type="http://schemas.openxmlformats.org/officeDocument/2006/relationships/oleObject" Target="../embeddings/oleObject164.bin"/><Relationship Id="rId7" Type="http://schemas.openxmlformats.org/officeDocument/2006/relationships/oleObject" Target="../embeddings/oleObject142.bin"/><Relationship Id="rId2" Type="http://schemas.openxmlformats.org/officeDocument/2006/relationships/slideLayout" Target="../slideLayouts/slideLayout32.xml"/><Relationship Id="rId16" Type="http://schemas.openxmlformats.org/officeDocument/2006/relationships/image" Target="../media/image152.wmf"/><Relationship Id="rId29" Type="http://schemas.openxmlformats.org/officeDocument/2006/relationships/image" Target="../media/image158.wmf"/><Relationship Id="rId1" Type="http://schemas.openxmlformats.org/officeDocument/2006/relationships/vmlDrawing" Target="../drawings/vmlDrawing26.vml"/><Relationship Id="rId6" Type="http://schemas.openxmlformats.org/officeDocument/2006/relationships/image" Target="../media/image147.wmf"/><Relationship Id="rId11" Type="http://schemas.openxmlformats.org/officeDocument/2006/relationships/oleObject" Target="../embeddings/oleObject144.bin"/><Relationship Id="rId24" Type="http://schemas.openxmlformats.org/officeDocument/2006/relationships/image" Target="../media/image156.wmf"/><Relationship Id="rId32" Type="http://schemas.openxmlformats.org/officeDocument/2006/relationships/oleObject" Target="../embeddings/oleObject155.bin"/><Relationship Id="rId37" Type="http://schemas.openxmlformats.org/officeDocument/2006/relationships/oleObject" Target="../embeddings/oleObject158.bin"/><Relationship Id="rId40" Type="http://schemas.openxmlformats.org/officeDocument/2006/relationships/image" Target="../media/image163.wmf"/><Relationship Id="rId45" Type="http://schemas.openxmlformats.org/officeDocument/2006/relationships/image" Target="../media/image165.wmf"/><Relationship Id="rId5" Type="http://schemas.openxmlformats.org/officeDocument/2006/relationships/oleObject" Target="../embeddings/oleObject141.bin"/><Relationship Id="rId15" Type="http://schemas.openxmlformats.org/officeDocument/2006/relationships/oleObject" Target="../embeddings/oleObject146.bin"/><Relationship Id="rId23" Type="http://schemas.openxmlformats.org/officeDocument/2006/relationships/oleObject" Target="../embeddings/oleObject150.bin"/><Relationship Id="rId28" Type="http://schemas.openxmlformats.org/officeDocument/2006/relationships/oleObject" Target="../embeddings/oleObject153.bin"/><Relationship Id="rId36" Type="http://schemas.openxmlformats.org/officeDocument/2006/relationships/image" Target="../media/image161.wmf"/><Relationship Id="rId10" Type="http://schemas.openxmlformats.org/officeDocument/2006/relationships/image" Target="../media/image149.wmf"/><Relationship Id="rId19" Type="http://schemas.openxmlformats.org/officeDocument/2006/relationships/oleObject" Target="../embeddings/oleObject148.bin"/><Relationship Id="rId31" Type="http://schemas.openxmlformats.org/officeDocument/2006/relationships/image" Target="../media/image159.wmf"/><Relationship Id="rId44" Type="http://schemas.openxmlformats.org/officeDocument/2006/relationships/oleObject" Target="../embeddings/oleObject162.bin"/><Relationship Id="rId4" Type="http://schemas.openxmlformats.org/officeDocument/2006/relationships/image" Target="../media/image146.wmf"/><Relationship Id="rId9" Type="http://schemas.openxmlformats.org/officeDocument/2006/relationships/oleObject" Target="../embeddings/oleObject143.bin"/><Relationship Id="rId14" Type="http://schemas.openxmlformats.org/officeDocument/2006/relationships/image" Target="../media/image151.wmf"/><Relationship Id="rId22" Type="http://schemas.openxmlformats.org/officeDocument/2006/relationships/image" Target="../media/image155.wmf"/><Relationship Id="rId27" Type="http://schemas.openxmlformats.org/officeDocument/2006/relationships/image" Target="../media/image157.wmf"/><Relationship Id="rId30" Type="http://schemas.openxmlformats.org/officeDocument/2006/relationships/oleObject" Target="../embeddings/oleObject154.bin"/><Relationship Id="rId35" Type="http://schemas.openxmlformats.org/officeDocument/2006/relationships/oleObject" Target="../embeddings/oleObject157.bin"/><Relationship Id="rId43" Type="http://schemas.openxmlformats.org/officeDocument/2006/relationships/image" Target="../media/image164.wmf"/><Relationship Id="rId48" Type="http://schemas.openxmlformats.org/officeDocument/2006/relationships/image" Target="../media/image166.wmf"/><Relationship Id="rId8" Type="http://schemas.openxmlformats.org/officeDocument/2006/relationships/image" Target="../media/image148.wmf"/><Relationship Id="rId3" Type="http://schemas.openxmlformats.org/officeDocument/2006/relationships/oleObject" Target="../embeddings/oleObject140.bin"/><Relationship Id="rId12" Type="http://schemas.openxmlformats.org/officeDocument/2006/relationships/image" Target="../media/image150.wmf"/><Relationship Id="rId17" Type="http://schemas.openxmlformats.org/officeDocument/2006/relationships/oleObject" Target="../embeddings/oleObject147.bin"/><Relationship Id="rId25" Type="http://schemas.openxmlformats.org/officeDocument/2006/relationships/oleObject" Target="../embeddings/oleObject151.bin"/><Relationship Id="rId33" Type="http://schemas.openxmlformats.org/officeDocument/2006/relationships/image" Target="../media/image160.wmf"/><Relationship Id="rId38" Type="http://schemas.openxmlformats.org/officeDocument/2006/relationships/image" Target="../media/image162.wmf"/><Relationship Id="rId46" Type="http://schemas.openxmlformats.org/officeDocument/2006/relationships/oleObject" Target="../embeddings/oleObject163.bin"/><Relationship Id="rId20" Type="http://schemas.openxmlformats.org/officeDocument/2006/relationships/image" Target="../media/image154.wmf"/><Relationship Id="rId41" Type="http://schemas.openxmlformats.org/officeDocument/2006/relationships/oleObject" Target="../embeddings/oleObject160.bin"/></Relationships>
</file>

<file path=ppt/slides/_rels/slide40.xml.rels><?xml version="1.0" encoding="UTF-8" standalone="yes"?>
<Relationships xmlns="http://schemas.openxmlformats.org/package/2006/relationships"><Relationship Id="rId13" Type="http://schemas.openxmlformats.org/officeDocument/2006/relationships/oleObject" Target="../embeddings/oleObject170.bin"/><Relationship Id="rId18" Type="http://schemas.openxmlformats.org/officeDocument/2006/relationships/image" Target="../media/image173.wmf"/><Relationship Id="rId26" Type="http://schemas.openxmlformats.org/officeDocument/2006/relationships/image" Target="../media/image161.wmf"/><Relationship Id="rId3" Type="http://schemas.openxmlformats.org/officeDocument/2006/relationships/oleObject" Target="../embeddings/oleObject165.bin"/><Relationship Id="rId21" Type="http://schemas.openxmlformats.org/officeDocument/2006/relationships/oleObject" Target="../embeddings/oleObject174.bin"/><Relationship Id="rId34" Type="http://schemas.openxmlformats.org/officeDocument/2006/relationships/image" Target="../media/image179.wmf"/><Relationship Id="rId7" Type="http://schemas.openxmlformats.org/officeDocument/2006/relationships/oleObject" Target="../embeddings/oleObject167.bin"/><Relationship Id="rId12" Type="http://schemas.openxmlformats.org/officeDocument/2006/relationships/image" Target="../media/image170.wmf"/><Relationship Id="rId17" Type="http://schemas.openxmlformats.org/officeDocument/2006/relationships/oleObject" Target="../embeddings/oleObject172.bin"/><Relationship Id="rId25" Type="http://schemas.openxmlformats.org/officeDocument/2006/relationships/oleObject" Target="../embeddings/oleObject176.bin"/><Relationship Id="rId33" Type="http://schemas.openxmlformats.org/officeDocument/2006/relationships/oleObject" Target="../embeddings/oleObject180.bin"/><Relationship Id="rId2" Type="http://schemas.openxmlformats.org/officeDocument/2006/relationships/slideLayout" Target="../slideLayouts/slideLayout32.xml"/><Relationship Id="rId16" Type="http://schemas.openxmlformats.org/officeDocument/2006/relationships/image" Target="../media/image172.wmf"/><Relationship Id="rId20" Type="http://schemas.openxmlformats.org/officeDocument/2006/relationships/image" Target="../media/image157.wmf"/><Relationship Id="rId29" Type="http://schemas.openxmlformats.org/officeDocument/2006/relationships/oleObject" Target="../embeddings/oleObject178.bin"/><Relationship Id="rId1" Type="http://schemas.openxmlformats.org/officeDocument/2006/relationships/vmlDrawing" Target="../drawings/vmlDrawing27.vml"/><Relationship Id="rId6" Type="http://schemas.openxmlformats.org/officeDocument/2006/relationships/image" Target="../media/image167.wmf"/><Relationship Id="rId11" Type="http://schemas.openxmlformats.org/officeDocument/2006/relationships/oleObject" Target="../embeddings/oleObject169.bin"/><Relationship Id="rId24" Type="http://schemas.openxmlformats.org/officeDocument/2006/relationships/image" Target="../media/image175.wmf"/><Relationship Id="rId32" Type="http://schemas.openxmlformats.org/officeDocument/2006/relationships/image" Target="../media/image178.wmf"/><Relationship Id="rId5" Type="http://schemas.openxmlformats.org/officeDocument/2006/relationships/oleObject" Target="../embeddings/oleObject166.bin"/><Relationship Id="rId15" Type="http://schemas.openxmlformats.org/officeDocument/2006/relationships/oleObject" Target="../embeddings/oleObject171.bin"/><Relationship Id="rId23" Type="http://schemas.openxmlformats.org/officeDocument/2006/relationships/oleObject" Target="../embeddings/oleObject175.bin"/><Relationship Id="rId28" Type="http://schemas.openxmlformats.org/officeDocument/2006/relationships/image" Target="../media/image176.wmf"/><Relationship Id="rId10" Type="http://schemas.openxmlformats.org/officeDocument/2006/relationships/image" Target="../media/image169.wmf"/><Relationship Id="rId19" Type="http://schemas.openxmlformats.org/officeDocument/2006/relationships/oleObject" Target="../embeddings/oleObject173.bin"/><Relationship Id="rId31" Type="http://schemas.openxmlformats.org/officeDocument/2006/relationships/oleObject" Target="../embeddings/oleObject179.bin"/><Relationship Id="rId4" Type="http://schemas.openxmlformats.org/officeDocument/2006/relationships/image" Target="../media/image146.wmf"/><Relationship Id="rId9" Type="http://schemas.openxmlformats.org/officeDocument/2006/relationships/oleObject" Target="../embeddings/oleObject168.bin"/><Relationship Id="rId14" Type="http://schemas.openxmlformats.org/officeDocument/2006/relationships/image" Target="../media/image171.wmf"/><Relationship Id="rId22" Type="http://schemas.openxmlformats.org/officeDocument/2006/relationships/image" Target="../media/image174.wmf"/><Relationship Id="rId27" Type="http://schemas.openxmlformats.org/officeDocument/2006/relationships/oleObject" Target="../embeddings/oleObject177.bin"/><Relationship Id="rId30" Type="http://schemas.openxmlformats.org/officeDocument/2006/relationships/image" Target="../media/image177.wmf"/><Relationship Id="rId35" Type="http://schemas.openxmlformats.org/officeDocument/2006/relationships/oleObject" Target="../embeddings/oleObject181.bin"/><Relationship Id="rId8" Type="http://schemas.openxmlformats.org/officeDocument/2006/relationships/image" Target="../media/image168.wmf"/></Relationships>
</file>

<file path=ppt/slides/_rels/slide41.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182.bin"/><Relationship Id="rId13" Type="http://schemas.openxmlformats.org/officeDocument/2006/relationships/image" Target="../media/image183.wmf"/><Relationship Id="rId18" Type="http://schemas.openxmlformats.org/officeDocument/2006/relationships/oleObject" Target="../embeddings/oleObject187.bin"/><Relationship Id="rId3" Type="http://schemas.openxmlformats.org/officeDocument/2006/relationships/audio" Target="../media/audio2.wav"/><Relationship Id="rId7" Type="http://schemas.openxmlformats.org/officeDocument/2006/relationships/audio" Target="../media/audio7.wav"/><Relationship Id="rId12" Type="http://schemas.openxmlformats.org/officeDocument/2006/relationships/oleObject" Target="../embeddings/oleObject184.bin"/><Relationship Id="rId17" Type="http://schemas.openxmlformats.org/officeDocument/2006/relationships/image" Target="../media/image185.wmf"/><Relationship Id="rId2" Type="http://schemas.openxmlformats.org/officeDocument/2006/relationships/slideLayout" Target="../slideLayouts/slideLayout32.xml"/><Relationship Id="rId16" Type="http://schemas.openxmlformats.org/officeDocument/2006/relationships/oleObject" Target="../embeddings/oleObject186.bin"/><Relationship Id="rId1" Type="http://schemas.openxmlformats.org/officeDocument/2006/relationships/vmlDrawing" Target="../drawings/vmlDrawing28.vml"/><Relationship Id="rId6" Type="http://schemas.openxmlformats.org/officeDocument/2006/relationships/audio" Target="../media/audio3.wav"/><Relationship Id="rId11" Type="http://schemas.openxmlformats.org/officeDocument/2006/relationships/image" Target="../media/image182.wmf"/><Relationship Id="rId5" Type="http://schemas.openxmlformats.org/officeDocument/2006/relationships/audio" Target="../media/audio8.wav"/><Relationship Id="rId15" Type="http://schemas.openxmlformats.org/officeDocument/2006/relationships/image" Target="../media/image184.wmf"/><Relationship Id="rId10" Type="http://schemas.openxmlformats.org/officeDocument/2006/relationships/oleObject" Target="../embeddings/oleObject183.bin"/><Relationship Id="rId19" Type="http://schemas.openxmlformats.org/officeDocument/2006/relationships/image" Target="../media/image186.wmf"/><Relationship Id="rId4" Type="http://schemas.openxmlformats.org/officeDocument/2006/relationships/audio" Target="../media/audio5.wav"/><Relationship Id="rId9" Type="http://schemas.openxmlformats.org/officeDocument/2006/relationships/image" Target="../media/image181.wmf"/><Relationship Id="rId14" Type="http://schemas.openxmlformats.org/officeDocument/2006/relationships/oleObject" Target="../embeddings/oleObject185.bin"/></Relationships>
</file>

<file path=ppt/slides/_rels/slide43.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image" Target="../media/image187.png"/><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image" Target="../media/image189.png"/><Relationship Id="rId1" Type="http://schemas.openxmlformats.org/officeDocument/2006/relationships/slideLayout" Target="../slideLayouts/slideLayout32.xml"/><Relationship Id="rId6" Type="http://schemas.openxmlformats.org/officeDocument/2006/relationships/image" Target="../media/image193.png"/><Relationship Id="rId5" Type="http://schemas.openxmlformats.org/officeDocument/2006/relationships/image" Target="../media/image192.png"/><Relationship Id="rId4" Type="http://schemas.openxmlformats.org/officeDocument/2006/relationships/image" Target="../media/image191.png"/></Relationships>
</file>

<file path=ppt/slides/_rels/slide45.xml.rels><?xml version="1.0" encoding="UTF-8" standalone="yes"?>
<Relationships xmlns="http://schemas.openxmlformats.org/package/2006/relationships"><Relationship Id="rId8" Type="http://schemas.openxmlformats.org/officeDocument/2006/relationships/image" Target="../media/image195.wmf"/><Relationship Id="rId13" Type="http://schemas.openxmlformats.org/officeDocument/2006/relationships/image" Target="../media/image199.png"/><Relationship Id="rId3" Type="http://schemas.openxmlformats.org/officeDocument/2006/relationships/audio" Target="../media/audio3.wav"/><Relationship Id="rId7" Type="http://schemas.openxmlformats.org/officeDocument/2006/relationships/oleObject" Target="../embeddings/oleObject189.bin"/><Relationship Id="rId12" Type="http://schemas.openxmlformats.org/officeDocument/2006/relationships/image" Target="../media/image198.jpeg"/><Relationship Id="rId2" Type="http://schemas.openxmlformats.org/officeDocument/2006/relationships/slideLayout" Target="../slideLayouts/slideLayout32.xml"/><Relationship Id="rId1" Type="http://schemas.openxmlformats.org/officeDocument/2006/relationships/vmlDrawing" Target="../drawings/vmlDrawing29.vml"/><Relationship Id="rId6" Type="http://schemas.openxmlformats.org/officeDocument/2006/relationships/image" Target="../media/image194.wmf"/><Relationship Id="rId11" Type="http://schemas.openxmlformats.org/officeDocument/2006/relationships/image" Target="../media/image197.png"/><Relationship Id="rId5" Type="http://schemas.openxmlformats.org/officeDocument/2006/relationships/oleObject" Target="../embeddings/oleObject188.bin"/><Relationship Id="rId10" Type="http://schemas.openxmlformats.org/officeDocument/2006/relationships/image" Target="../media/image196.wmf"/><Relationship Id="rId4" Type="http://schemas.openxmlformats.org/officeDocument/2006/relationships/audio" Target="../media/audio1.wav"/><Relationship Id="rId9" Type="http://schemas.openxmlformats.org/officeDocument/2006/relationships/oleObject" Target="../embeddings/oleObject190.bin"/></Relationships>
</file>

<file path=ppt/slides/_rels/slide46.xml.rels><?xml version="1.0" encoding="UTF-8" standalone="yes"?>
<Relationships xmlns="http://schemas.openxmlformats.org/package/2006/relationships"><Relationship Id="rId3" Type="http://schemas.openxmlformats.org/officeDocument/2006/relationships/image" Target="../media/image201.png"/><Relationship Id="rId7" Type="http://schemas.openxmlformats.org/officeDocument/2006/relationships/image" Target="../media/image205.png"/><Relationship Id="rId2" Type="http://schemas.openxmlformats.org/officeDocument/2006/relationships/image" Target="../media/image200.png"/><Relationship Id="rId1" Type="http://schemas.openxmlformats.org/officeDocument/2006/relationships/slideLayout" Target="../slideLayouts/slideLayout32.xml"/><Relationship Id="rId6" Type="http://schemas.openxmlformats.org/officeDocument/2006/relationships/image" Target="../media/image204.png"/><Relationship Id="rId5" Type="http://schemas.openxmlformats.org/officeDocument/2006/relationships/image" Target="../media/image203.png"/><Relationship Id="rId4" Type="http://schemas.openxmlformats.org/officeDocument/2006/relationships/image" Target="../media/image202.png"/></Relationships>
</file>

<file path=ppt/slides/_rels/slide47.xml.rels><?xml version="1.0" encoding="UTF-8" standalone="yes"?>
<Relationships xmlns="http://schemas.openxmlformats.org/package/2006/relationships"><Relationship Id="rId8" Type="http://schemas.openxmlformats.org/officeDocument/2006/relationships/image" Target="../media/image208.wmf"/><Relationship Id="rId3" Type="http://schemas.openxmlformats.org/officeDocument/2006/relationships/oleObject" Target="../embeddings/oleObject191.bin"/><Relationship Id="rId7" Type="http://schemas.openxmlformats.org/officeDocument/2006/relationships/oleObject" Target="../embeddings/oleObject193.bin"/><Relationship Id="rId12" Type="http://schemas.openxmlformats.org/officeDocument/2006/relationships/image" Target="../media/image210.wmf"/><Relationship Id="rId2" Type="http://schemas.openxmlformats.org/officeDocument/2006/relationships/slideLayout" Target="../slideLayouts/slideLayout32.xml"/><Relationship Id="rId1" Type="http://schemas.openxmlformats.org/officeDocument/2006/relationships/vmlDrawing" Target="../drawings/vmlDrawing30.vml"/><Relationship Id="rId6" Type="http://schemas.openxmlformats.org/officeDocument/2006/relationships/image" Target="../media/image207.wmf"/><Relationship Id="rId11" Type="http://schemas.openxmlformats.org/officeDocument/2006/relationships/oleObject" Target="../embeddings/oleObject195.bin"/><Relationship Id="rId5" Type="http://schemas.openxmlformats.org/officeDocument/2006/relationships/oleObject" Target="../embeddings/oleObject192.bin"/><Relationship Id="rId10" Type="http://schemas.openxmlformats.org/officeDocument/2006/relationships/image" Target="../media/image209.wmf"/><Relationship Id="rId4" Type="http://schemas.openxmlformats.org/officeDocument/2006/relationships/image" Target="../media/image206.wmf"/><Relationship Id="rId9" Type="http://schemas.openxmlformats.org/officeDocument/2006/relationships/oleObject" Target="../embeddings/oleObject194.bin"/></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3.xml"/><Relationship Id="rId7" Type="http://schemas.openxmlformats.org/officeDocument/2006/relationships/image" Target="../media/image212.wmf"/><Relationship Id="rId2" Type="http://schemas.openxmlformats.org/officeDocument/2006/relationships/slideLayout" Target="../slideLayouts/slideLayout32.xml"/><Relationship Id="rId1" Type="http://schemas.openxmlformats.org/officeDocument/2006/relationships/vmlDrawing" Target="../drawings/vmlDrawing31.vml"/><Relationship Id="rId6" Type="http://schemas.openxmlformats.org/officeDocument/2006/relationships/oleObject" Target="../embeddings/oleObject197.bin"/><Relationship Id="rId5" Type="http://schemas.openxmlformats.org/officeDocument/2006/relationships/image" Target="../media/image211.wmf"/><Relationship Id="rId4" Type="http://schemas.openxmlformats.org/officeDocument/2006/relationships/oleObject" Target="../embeddings/oleObject196.bin"/></Relationships>
</file>

<file path=ppt/slides/_rels/slide49.xml.rels><?xml version="1.0" encoding="UTF-8" standalone="yes"?>
<Relationships xmlns="http://schemas.openxmlformats.org/package/2006/relationships"><Relationship Id="rId3" Type="http://schemas.openxmlformats.org/officeDocument/2006/relationships/oleObject" Target="../embeddings/oleObject198.bin"/><Relationship Id="rId2" Type="http://schemas.openxmlformats.org/officeDocument/2006/relationships/slideLayout" Target="../slideLayouts/slideLayout32.xml"/><Relationship Id="rId1" Type="http://schemas.openxmlformats.org/officeDocument/2006/relationships/vmlDrawing" Target="../drawings/vmlDrawing32.vml"/><Relationship Id="rId6" Type="http://schemas.openxmlformats.org/officeDocument/2006/relationships/image" Target="../media/image214.wmf"/><Relationship Id="rId5" Type="http://schemas.openxmlformats.org/officeDocument/2006/relationships/oleObject" Target="../embeddings/oleObject199.bin"/><Relationship Id="rId4" Type="http://schemas.openxmlformats.org/officeDocument/2006/relationships/image" Target="../media/image213.wmf"/></Relationships>
</file>

<file path=ppt/slides/_rels/slide50.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slideLayout" Target="../slideLayouts/slideLayout32.xml"/><Relationship Id="rId1" Type="http://schemas.openxmlformats.org/officeDocument/2006/relationships/vmlDrawing" Target="../drawings/vmlDrawing33.vml"/><Relationship Id="rId5" Type="http://schemas.openxmlformats.org/officeDocument/2006/relationships/image" Target="../media/image215.png"/><Relationship Id="rId4" Type="http://schemas.openxmlformats.org/officeDocument/2006/relationships/oleObject" Target="../embeddings/oleObject200.bin"/></Relationships>
</file>

<file path=ppt/slides/_rels/slide51.xml.rels><?xml version="1.0" encoding="UTF-8" standalone="yes"?>
<Relationships xmlns="http://schemas.openxmlformats.org/package/2006/relationships"><Relationship Id="rId2" Type="http://schemas.openxmlformats.org/officeDocument/2006/relationships/image" Target="../media/image217.jpeg"/><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2" Type="http://schemas.openxmlformats.org/officeDocument/2006/relationships/image" Target="../media/image218.jpeg"/><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8" Type="http://schemas.openxmlformats.org/officeDocument/2006/relationships/oleObject" Target="../embeddings/oleObject203.bin"/><Relationship Id="rId3" Type="http://schemas.openxmlformats.org/officeDocument/2006/relationships/audio" Target="../media/audio2.wav"/><Relationship Id="rId7" Type="http://schemas.openxmlformats.org/officeDocument/2006/relationships/image" Target="../media/image220.wmf"/><Relationship Id="rId2" Type="http://schemas.openxmlformats.org/officeDocument/2006/relationships/slideLayout" Target="../slideLayouts/slideLayout32.xml"/><Relationship Id="rId1" Type="http://schemas.openxmlformats.org/officeDocument/2006/relationships/vmlDrawing" Target="../drawings/vmlDrawing34.vml"/><Relationship Id="rId6" Type="http://schemas.openxmlformats.org/officeDocument/2006/relationships/oleObject" Target="../embeddings/oleObject202.bin"/><Relationship Id="rId5" Type="http://schemas.openxmlformats.org/officeDocument/2006/relationships/image" Target="../media/image219.wmf"/><Relationship Id="rId4" Type="http://schemas.openxmlformats.org/officeDocument/2006/relationships/oleObject" Target="../embeddings/oleObject201.bin"/><Relationship Id="rId9" Type="http://schemas.openxmlformats.org/officeDocument/2006/relationships/image" Target="../media/image221.wmf"/></Relationships>
</file>

<file path=ppt/slides/_rels/slide54.xml.rels><?xml version="1.0" encoding="UTF-8" standalone="yes"?>
<Relationships xmlns="http://schemas.openxmlformats.org/package/2006/relationships"><Relationship Id="rId8" Type="http://schemas.openxmlformats.org/officeDocument/2006/relationships/image" Target="../media/image224.wmf"/><Relationship Id="rId13" Type="http://schemas.openxmlformats.org/officeDocument/2006/relationships/oleObject" Target="../embeddings/oleObject209.bin"/><Relationship Id="rId18" Type="http://schemas.openxmlformats.org/officeDocument/2006/relationships/image" Target="../media/image229.wmf"/><Relationship Id="rId3" Type="http://schemas.openxmlformats.org/officeDocument/2006/relationships/oleObject" Target="../embeddings/oleObject204.bin"/><Relationship Id="rId7" Type="http://schemas.openxmlformats.org/officeDocument/2006/relationships/oleObject" Target="../embeddings/oleObject206.bin"/><Relationship Id="rId12" Type="http://schemas.openxmlformats.org/officeDocument/2006/relationships/image" Target="../media/image226.wmf"/><Relationship Id="rId17" Type="http://schemas.openxmlformats.org/officeDocument/2006/relationships/oleObject" Target="../embeddings/oleObject211.bin"/><Relationship Id="rId2" Type="http://schemas.openxmlformats.org/officeDocument/2006/relationships/slideLayout" Target="../slideLayouts/slideLayout32.xml"/><Relationship Id="rId16" Type="http://schemas.openxmlformats.org/officeDocument/2006/relationships/image" Target="../media/image228.wmf"/><Relationship Id="rId1" Type="http://schemas.openxmlformats.org/officeDocument/2006/relationships/vmlDrawing" Target="../drawings/vmlDrawing35.vml"/><Relationship Id="rId6" Type="http://schemas.openxmlformats.org/officeDocument/2006/relationships/image" Target="../media/image223.wmf"/><Relationship Id="rId11" Type="http://schemas.openxmlformats.org/officeDocument/2006/relationships/oleObject" Target="../embeddings/oleObject208.bin"/><Relationship Id="rId5" Type="http://schemas.openxmlformats.org/officeDocument/2006/relationships/oleObject" Target="../embeddings/oleObject205.bin"/><Relationship Id="rId15" Type="http://schemas.openxmlformats.org/officeDocument/2006/relationships/oleObject" Target="../embeddings/oleObject210.bin"/><Relationship Id="rId10" Type="http://schemas.openxmlformats.org/officeDocument/2006/relationships/image" Target="../media/image225.wmf"/><Relationship Id="rId4" Type="http://schemas.openxmlformats.org/officeDocument/2006/relationships/image" Target="../media/image222.wmf"/><Relationship Id="rId9" Type="http://schemas.openxmlformats.org/officeDocument/2006/relationships/oleObject" Target="../embeddings/oleObject207.bin"/><Relationship Id="rId14" Type="http://schemas.openxmlformats.org/officeDocument/2006/relationships/image" Target="../media/image227.wmf"/></Relationships>
</file>

<file path=ppt/slides/_rels/slide55.xml.rels><?xml version="1.0" encoding="UTF-8" standalone="yes"?>
<Relationships xmlns="http://schemas.openxmlformats.org/package/2006/relationships"><Relationship Id="rId8" Type="http://schemas.openxmlformats.org/officeDocument/2006/relationships/image" Target="../media/image232.wmf"/><Relationship Id="rId13" Type="http://schemas.openxmlformats.org/officeDocument/2006/relationships/oleObject" Target="../embeddings/oleObject217.bin"/><Relationship Id="rId18" Type="http://schemas.openxmlformats.org/officeDocument/2006/relationships/image" Target="../media/image237.wmf"/><Relationship Id="rId3" Type="http://schemas.openxmlformats.org/officeDocument/2006/relationships/oleObject" Target="../embeddings/oleObject212.bin"/><Relationship Id="rId21" Type="http://schemas.openxmlformats.org/officeDocument/2006/relationships/oleObject" Target="../embeddings/oleObject221.bin"/><Relationship Id="rId7" Type="http://schemas.openxmlformats.org/officeDocument/2006/relationships/oleObject" Target="../embeddings/oleObject214.bin"/><Relationship Id="rId12" Type="http://schemas.openxmlformats.org/officeDocument/2006/relationships/image" Target="../media/image234.wmf"/><Relationship Id="rId17" Type="http://schemas.openxmlformats.org/officeDocument/2006/relationships/oleObject" Target="../embeddings/oleObject219.bin"/><Relationship Id="rId2" Type="http://schemas.openxmlformats.org/officeDocument/2006/relationships/slideLayout" Target="../slideLayouts/slideLayout32.xml"/><Relationship Id="rId16" Type="http://schemas.openxmlformats.org/officeDocument/2006/relationships/image" Target="../media/image236.wmf"/><Relationship Id="rId20" Type="http://schemas.openxmlformats.org/officeDocument/2006/relationships/image" Target="../media/image238.wmf"/><Relationship Id="rId1" Type="http://schemas.openxmlformats.org/officeDocument/2006/relationships/vmlDrawing" Target="../drawings/vmlDrawing36.vml"/><Relationship Id="rId6" Type="http://schemas.openxmlformats.org/officeDocument/2006/relationships/image" Target="../media/image231.wmf"/><Relationship Id="rId11" Type="http://schemas.openxmlformats.org/officeDocument/2006/relationships/oleObject" Target="../embeddings/oleObject216.bin"/><Relationship Id="rId24" Type="http://schemas.openxmlformats.org/officeDocument/2006/relationships/image" Target="../media/image240.wmf"/><Relationship Id="rId5" Type="http://schemas.openxmlformats.org/officeDocument/2006/relationships/oleObject" Target="../embeddings/oleObject213.bin"/><Relationship Id="rId15" Type="http://schemas.openxmlformats.org/officeDocument/2006/relationships/oleObject" Target="../embeddings/oleObject218.bin"/><Relationship Id="rId23" Type="http://schemas.openxmlformats.org/officeDocument/2006/relationships/oleObject" Target="../embeddings/oleObject222.bin"/><Relationship Id="rId10" Type="http://schemas.openxmlformats.org/officeDocument/2006/relationships/image" Target="../media/image233.wmf"/><Relationship Id="rId19" Type="http://schemas.openxmlformats.org/officeDocument/2006/relationships/oleObject" Target="../embeddings/oleObject220.bin"/><Relationship Id="rId4" Type="http://schemas.openxmlformats.org/officeDocument/2006/relationships/image" Target="../media/image230.wmf"/><Relationship Id="rId9" Type="http://schemas.openxmlformats.org/officeDocument/2006/relationships/oleObject" Target="../embeddings/oleObject215.bin"/><Relationship Id="rId14" Type="http://schemas.openxmlformats.org/officeDocument/2006/relationships/image" Target="../media/image235.wmf"/><Relationship Id="rId22" Type="http://schemas.openxmlformats.org/officeDocument/2006/relationships/image" Target="../media/image239.wmf"/></Relationships>
</file>

<file path=ppt/slides/_rels/slide56.xml.rels><?xml version="1.0" encoding="UTF-8" standalone="yes"?>
<Relationships xmlns="http://schemas.openxmlformats.org/package/2006/relationships"><Relationship Id="rId8" Type="http://schemas.openxmlformats.org/officeDocument/2006/relationships/image" Target="../media/image243.wmf"/><Relationship Id="rId13" Type="http://schemas.openxmlformats.org/officeDocument/2006/relationships/oleObject" Target="../embeddings/oleObject228.bin"/><Relationship Id="rId18" Type="http://schemas.openxmlformats.org/officeDocument/2006/relationships/image" Target="../media/image248.wmf"/><Relationship Id="rId3" Type="http://schemas.openxmlformats.org/officeDocument/2006/relationships/oleObject" Target="../embeddings/oleObject223.bin"/><Relationship Id="rId7" Type="http://schemas.openxmlformats.org/officeDocument/2006/relationships/oleObject" Target="../embeddings/oleObject225.bin"/><Relationship Id="rId12" Type="http://schemas.openxmlformats.org/officeDocument/2006/relationships/image" Target="../media/image245.wmf"/><Relationship Id="rId17" Type="http://schemas.openxmlformats.org/officeDocument/2006/relationships/oleObject" Target="../embeddings/oleObject230.bin"/><Relationship Id="rId2" Type="http://schemas.openxmlformats.org/officeDocument/2006/relationships/slideLayout" Target="../slideLayouts/slideLayout32.xml"/><Relationship Id="rId16" Type="http://schemas.openxmlformats.org/officeDocument/2006/relationships/image" Target="../media/image247.wmf"/><Relationship Id="rId20" Type="http://schemas.openxmlformats.org/officeDocument/2006/relationships/image" Target="../media/image249.wmf"/><Relationship Id="rId1" Type="http://schemas.openxmlformats.org/officeDocument/2006/relationships/vmlDrawing" Target="../drawings/vmlDrawing37.vml"/><Relationship Id="rId6" Type="http://schemas.openxmlformats.org/officeDocument/2006/relationships/image" Target="../media/image242.wmf"/><Relationship Id="rId11" Type="http://schemas.openxmlformats.org/officeDocument/2006/relationships/oleObject" Target="../embeddings/oleObject227.bin"/><Relationship Id="rId5" Type="http://schemas.openxmlformats.org/officeDocument/2006/relationships/oleObject" Target="../embeddings/oleObject224.bin"/><Relationship Id="rId15" Type="http://schemas.openxmlformats.org/officeDocument/2006/relationships/oleObject" Target="../embeddings/oleObject229.bin"/><Relationship Id="rId10" Type="http://schemas.openxmlformats.org/officeDocument/2006/relationships/image" Target="../media/image244.wmf"/><Relationship Id="rId19" Type="http://schemas.openxmlformats.org/officeDocument/2006/relationships/oleObject" Target="../embeddings/oleObject231.bin"/><Relationship Id="rId4" Type="http://schemas.openxmlformats.org/officeDocument/2006/relationships/image" Target="../media/image241.wmf"/><Relationship Id="rId9" Type="http://schemas.openxmlformats.org/officeDocument/2006/relationships/oleObject" Target="../embeddings/oleObject226.bin"/><Relationship Id="rId14" Type="http://schemas.openxmlformats.org/officeDocument/2006/relationships/image" Target="../media/image246.wmf"/></Relationships>
</file>

<file path=ppt/slides/_rels/slide57.xml.rels><?xml version="1.0" encoding="UTF-8" standalone="yes"?>
<Relationships xmlns="http://schemas.openxmlformats.org/package/2006/relationships"><Relationship Id="rId8" Type="http://schemas.openxmlformats.org/officeDocument/2006/relationships/image" Target="../media/image252.wmf"/><Relationship Id="rId13" Type="http://schemas.openxmlformats.org/officeDocument/2006/relationships/oleObject" Target="../embeddings/oleObject237.bin"/><Relationship Id="rId3" Type="http://schemas.openxmlformats.org/officeDocument/2006/relationships/oleObject" Target="../embeddings/oleObject232.bin"/><Relationship Id="rId7" Type="http://schemas.openxmlformats.org/officeDocument/2006/relationships/oleObject" Target="../embeddings/oleObject234.bin"/><Relationship Id="rId12" Type="http://schemas.openxmlformats.org/officeDocument/2006/relationships/image" Target="../media/image254.wmf"/><Relationship Id="rId2" Type="http://schemas.openxmlformats.org/officeDocument/2006/relationships/slideLayout" Target="../slideLayouts/slideLayout32.xml"/><Relationship Id="rId16" Type="http://schemas.openxmlformats.org/officeDocument/2006/relationships/image" Target="../media/image256.wmf"/><Relationship Id="rId1" Type="http://schemas.openxmlformats.org/officeDocument/2006/relationships/vmlDrawing" Target="../drawings/vmlDrawing38.vml"/><Relationship Id="rId6" Type="http://schemas.openxmlformats.org/officeDocument/2006/relationships/image" Target="../media/image251.wmf"/><Relationship Id="rId11" Type="http://schemas.openxmlformats.org/officeDocument/2006/relationships/oleObject" Target="../embeddings/oleObject236.bin"/><Relationship Id="rId5" Type="http://schemas.openxmlformats.org/officeDocument/2006/relationships/oleObject" Target="../embeddings/oleObject233.bin"/><Relationship Id="rId15" Type="http://schemas.openxmlformats.org/officeDocument/2006/relationships/oleObject" Target="../embeddings/oleObject238.bin"/><Relationship Id="rId10" Type="http://schemas.openxmlformats.org/officeDocument/2006/relationships/image" Target="../media/image253.wmf"/><Relationship Id="rId4" Type="http://schemas.openxmlformats.org/officeDocument/2006/relationships/image" Target="../media/image250.wmf"/><Relationship Id="rId9" Type="http://schemas.openxmlformats.org/officeDocument/2006/relationships/oleObject" Target="../embeddings/oleObject235.bin"/><Relationship Id="rId14" Type="http://schemas.openxmlformats.org/officeDocument/2006/relationships/image" Target="../media/image255.wmf"/></Relationships>
</file>

<file path=ppt/slides/_rels/slide58.xml.rels><?xml version="1.0" encoding="UTF-8" standalone="yes"?>
<Relationships xmlns="http://schemas.openxmlformats.org/package/2006/relationships"><Relationship Id="rId8" Type="http://schemas.openxmlformats.org/officeDocument/2006/relationships/image" Target="../media/image259.wmf"/><Relationship Id="rId13" Type="http://schemas.openxmlformats.org/officeDocument/2006/relationships/oleObject" Target="../embeddings/oleObject244.bin"/><Relationship Id="rId18" Type="http://schemas.openxmlformats.org/officeDocument/2006/relationships/image" Target="../media/image264.wmf"/><Relationship Id="rId3" Type="http://schemas.openxmlformats.org/officeDocument/2006/relationships/oleObject" Target="../embeddings/oleObject239.bin"/><Relationship Id="rId7" Type="http://schemas.openxmlformats.org/officeDocument/2006/relationships/oleObject" Target="../embeddings/oleObject241.bin"/><Relationship Id="rId12" Type="http://schemas.openxmlformats.org/officeDocument/2006/relationships/image" Target="../media/image261.wmf"/><Relationship Id="rId17" Type="http://schemas.openxmlformats.org/officeDocument/2006/relationships/oleObject" Target="../embeddings/oleObject246.bin"/><Relationship Id="rId2" Type="http://schemas.openxmlformats.org/officeDocument/2006/relationships/slideLayout" Target="../slideLayouts/slideLayout32.xml"/><Relationship Id="rId16" Type="http://schemas.openxmlformats.org/officeDocument/2006/relationships/image" Target="../media/image263.wmf"/><Relationship Id="rId1" Type="http://schemas.openxmlformats.org/officeDocument/2006/relationships/vmlDrawing" Target="../drawings/vmlDrawing39.vml"/><Relationship Id="rId6" Type="http://schemas.openxmlformats.org/officeDocument/2006/relationships/image" Target="../media/image258.wmf"/><Relationship Id="rId11" Type="http://schemas.openxmlformats.org/officeDocument/2006/relationships/oleObject" Target="../embeddings/oleObject243.bin"/><Relationship Id="rId5" Type="http://schemas.openxmlformats.org/officeDocument/2006/relationships/oleObject" Target="../embeddings/oleObject240.bin"/><Relationship Id="rId15" Type="http://schemas.openxmlformats.org/officeDocument/2006/relationships/oleObject" Target="../embeddings/oleObject245.bin"/><Relationship Id="rId10" Type="http://schemas.openxmlformats.org/officeDocument/2006/relationships/image" Target="../media/image260.wmf"/><Relationship Id="rId4" Type="http://schemas.openxmlformats.org/officeDocument/2006/relationships/image" Target="../media/image257.wmf"/><Relationship Id="rId9" Type="http://schemas.openxmlformats.org/officeDocument/2006/relationships/oleObject" Target="../embeddings/oleObject242.bin"/><Relationship Id="rId14" Type="http://schemas.openxmlformats.org/officeDocument/2006/relationships/image" Target="../media/image262.wmf"/></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60.xml.rels><?xml version="1.0" encoding="UTF-8" standalone="yes"?>
<Relationships xmlns="http://schemas.openxmlformats.org/package/2006/relationships"><Relationship Id="rId8" Type="http://schemas.openxmlformats.org/officeDocument/2006/relationships/image" Target="../media/image7.jpeg"/><Relationship Id="rId3" Type="http://schemas.openxmlformats.org/officeDocument/2006/relationships/audio" Target="../media/audio8.wav"/><Relationship Id="rId7" Type="http://schemas.openxmlformats.org/officeDocument/2006/relationships/image" Target="../media/image6.wmf"/><Relationship Id="rId12" Type="http://schemas.openxmlformats.org/officeDocument/2006/relationships/image" Target="../media/image266.wmf"/><Relationship Id="rId2" Type="http://schemas.openxmlformats.org/officeDocument/2006/relationships/slideLayout" Target="../slideLayouts/slideLayout32.xml"/><Relationship Id="rId1" Type="http://schemas.openxmlformats.org/officeDocument/2006/relationships/vmlDrawing" Target="../drawings/vmlDrawing40.vml"/><Relationship Id="rId6" Type="http://schemas.openxmlformats.org/officeDocument/2006/relationships/audio" Target="../media/audio2.wav"/><Relationship Id="rId11" Type="http://schemas.openxmlformats.org/officeDocument/2006/relationships/oleObject" Target="../embeddings/oleObject248.bin"/><Relationship Id="rId5" Type="http://schemas.openxmlformats.org/officeDocument/2006/relationships/audio" Target="../media/audio6.wav"/><Relationship Id="rId10" Type="http://schemas.openxmlformats.org/officeDocument/2006/relationships/image" Target="../media/image265.wmf"/><Relationship Id="rId4" Type="http://schemas.openxmlformats.org/officeDocument/2006/relationships/audio" Target="../media/audio11.wav"/><Relationship Id="rId9" Type="http://schemas.openxmlformats.org/officeDocument/2006/relationships/oleObject" Target="../embeddings/oleObject247.bin"/></Relationships>
</file>

<file path=ppt/slides/_rels/slide6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8.wav"/><Relationship Id="rId1" Type="http://schemas.openxmlformats.org/officeDocument/2006/relationships/slideLayout" Target="../slideLayouts/slideLayout32.xml"/><Relationship Id="rId5" Type="http://schemas.openxmlformats.org/officeDocument/2006/relationships/image" Target="../media/image267.png"/><Relationship Id="rId4" Type="http://schemas.openxmlformats.org/officeDocument/2006/relationships/audio" Target="../media/audio12.wav"/></Relationships>
</file>

<file path=ppt/slides/_rels/slide62.xml.rels><?xml version="1.0" encoding="UTF-8" standalone="yes"?>
<Relationships xmlns="http://schemas.openxmlformats.org/package/2006/relationships"><Relationship Id="rId8" Type="http://schemas.openxmlformats.org/officeDocument/2006/relationships/image" Target="../media/image7.jpeg"/><Relationship Id="rId13" Type="http://schemas.openxmlformats.org/officeDocument/2006/relationships/oleObject" Target="../embeddings/oleObject251.bin"/><Relationship Id="rId3" Type="http://schemas.openxmlformats.org/officeDocument/2006/relationships/audio" Target="../media/audio1.wav"/><Relationship Id="rId7" Type="http://schemas.openxmlformats.org/officeDocument/2006/relationships/image" Target="../media/image44.jpeg"/><Relationship Id="rId12" Type="http://schemas.openxmlformats.org/officeDocument/2006/relationships/image" Target="../media/image268.wmf"/><Relationship Id="rId2" Type="http://schemas.openxmlformats.org/officeDocument/2006/relationships/slideLayout" Target="../slideLayouts/slideLayout32.xml"/><Relationship Id="rId1" Type="http://schemas.openxmlformats.org/officeDocument/2006/relationships/vmlDrawing" Target="../drawings/vmlDrawing41.vml"/><Relationship Id="rId6" Type="http://schemas.openxmlformats.org/officeDocument/2006/relationships/audio" Target="../media/audio11.wav"/><Relationship Id="rId11" Type="http://schemas.openxmlformats.org/officeDocument/2006/relationships/oleObject" Target="../embeddings/oleObject250.bin"/><Relationship Id="rId5" Type="http://schemas.openxmlformats.org/officeDocument/2006/relationships/audio" Target="../media/audio8.wav"/><Relationship Id="rId10" Type="http://schemas.openxmlformats.org/officeDocument/2006/relationships/image" Target="../media/image267.wmf"/><Relationship Id="rId4" Type="http://schemas.openxmlformats.org/officeDocument/2006/relationships/audio" Target="../media/audio2.wav"/><Relationship Id="rId9" Type="http://schemas.openxmlformats.org/officeDocument/2006/relationships/oleObject" Target="../embeddings/oleObject249.bin"/><Relationship Id="rId14" Type="http://schemas.openxmlformats.org/officeDocument/2006/relationships/image" Target="../media/image269.wmf"/></Relationships>
</file>

<file path=ppt/slides/_rels/slide63.xml.rels><?xml version="1.0" encoding="UTF-8" standalone="yes"?>
<Relationships xmlns="http://schemas.openxmlformats.org/package/2006/relationships"><Relationship Id="rId8" Type="http://schemas.openxmlformats.org/officeDocument/2006/relationships/image" Target="../media/image6.wmf"/><Relationship Id="rId3" Type="http://schemas.openxmlformats.org/officeDocument/2006/relationships/audio" Target="../media/audio8.wav"/><Relationship Id="rId7" Type="http://schemas.openxmlformats.org/officeDocument/2006/relationships/image" Target="../media/image271.wmf"/><Relationship Id="rId2" Type="http://schemas.openxmlformats.org/officeDocument/2006/relationships/slideLayout" Target="../slideLayouts/slideLayout27.xml"/><Relationship Id="rId1" Type="http://schemas.openxmlformats.org/officeDocument/2006/relationships/vmlDrawing" Target="../drawings/vmlDrawing42.vml"/><Relationship Id="rId6" Type="http://schemas.openxmlformats.org/officeDocument/2006/relationships/oleObject" Target="../embeddings/oleObject253.bin"/><Relationship Id="rId5" Type="http://schemas.openxmlformats.org/officeDocument/2006/relationships/image" Target="../media/image270.wmf"/><Relationship Id="rId4" Type="http://schemas.openxmlformats.org/officeDocument/2006/relationships/oleObject" Target="../embeddings/oleObject252.bin"/></Relationships>
</file>

<file path=ppt/slides/_rels/slide64.xml.rels><?xml version="1.0" encoding="UTF-8" standalone="yes"?>
<Relationships xmlns="http://schemas.openxmlformats.org/package/2006/relationships"><Relationship Id="rId3" Type="http://schemas.openxmlformats.org/officeDocument/2006/relationships/oleObject" Target="../embeddings/oleObject254.bin"/><Relationship Id="rId2" Type="http://schemas.openxmlformats.org/officeDocument/2006/relationships/slideLayout" Target="../slideLayouts/slideLayout27.xml"/><Relationship Id="rId1" Type="http://schemas.openxmlformats.org/officeDocument/2006/relationships/vmlDrawing" Target="../drawings/vmlDrawing43.vml"/><Relationship Id="rId5" Type="http://schemas.openxmlformats.org/officeDocument/2006/relationships/image" Target="../media/image6.wmf"/><Relationship Id="rId4" Type="http://schemas.openxmlformats.org/officeDocument/2006/relationships/image" Target="../media/image272.wmf"/></Relationships>
</file>

<file path=ppt/slides/_rels/slide65.xml.rels><?xml version="1.0" encoding="UTF-8" standalone="yes"?>
<Relationships xmlns="http://schemas.openxmlformats.org/package/2006/relationships"><Relationship Id="rId3" Type="http://schemas.openxmlformats.org/officeDocument/2006/relationships/oleObject" Target="../embeddings/oleObject255.bin"/><Relationship Id="rId2" Type="http://schemas.openxmlformats.org/officeDocument/2006/relationships/slideLayout" Target="../slideLayouts/slideLayout27.xml"/><Relationship Id="rId1" Type="http://schemas.openxmlformats.org/officeDocument/2006/relationships/vmlDrawing" Target="../drawings/vmlDrawing44.vml"/><Relationship Id="rId5" Type="http://schemas.openxmlformats.org/officeDocument/2006/relationships/image" Target="../media/image6.wmf"/><Relationship Id="rId4" Type="http://schemas.openxmlformats.org/officeDocument/2006/relationships/image" Target="../media/image273.wmf"/></Relationships>
</file>

<file path=ppt/slides/_rels/slide66.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slideLayout" Target="../slideLayouts/slideLayout29.xml"/><Relationship Id="rId1" Type="http://schemas.openxmlformats.org/officeDocument/2006/relationships/vmlDrawing" Target="../drawings/vmlDrawing45.vml"/><Relationship Id="rId5" Type="http://schemas.openxmlformats.org/officeDocument/2006/relationships/image" Target="../media/image274.wmf"/><Relationship Id="rId4" Type="http://schemas.openxmlformats.org/officeDocument/2006/relationships/oleObject" Target="../embeddings/oleObject256.bin"/></Relationships>
</file>

<file path=ppt/slides/_rels/slide67.xml.rels><?xml version="1.0" encoding="UTF-8" standalone="yes"?>
<Relationships xmlns="http://schemas.openxmlformats.org/package/2006/relationships"><Relationship Id="rId8" Type="http://schemas.openxmlformats.org/officeDocument/2006/relationships/image" Target="../media/image278.wmf"/><Relationship Id="rId3" Type="http://schemas.openxmlformats.org/officeDocument/2006/relationships/oleObject" Target="../embeddings/oleObject257.bin"/><Relationship Id="rId7" Type="http://schemas.openxmlformats.org/officeDocument/2006/relationships/oleObject" Target="../embeddings/oleObject259.bin"/><Relationship Id="rId12" Type="http://schemas.openxmlformats.org/officeDocument/2006/relationships/image" Target="../media/image280.wmf"/><Relationship Id="rId2" Type="http://schemas.openxmlformats.org/officeDocument/2006/relationships/slideLayout" Target="../slideLayouts/slideLayout37.xml"/><Relationship Id="rId1" Type="http://schemas.openxmlformats.org/officeDocument/2006/relationships/vmlDrawing" Target="../drawings/vmlDrawing46.vml"/><Relationship Id="rId6" Type="http://schemas.openxmlformats.org/officeDocument/2006/relationships/image" Target="../media/image277.wmf"/><Relationship Id="rId11" Type="http://schemas.openxmlformats.org/officeDocument/2006/relationships/oleObject" Target="../embeddings/oleObject261.bin"/><Relationship Id="rId5" Type="http://schemas.openxmlformats.org/officeDocument/2006/relationships/oleObject" Target="../embeddings/oleObject258.bin"/><Relationship Id="rId10" Type="http://schemas.openxmlformats.org/officeDocument/2006/relationships/image" Target="../media/image279.wmf"/><Relationship Id="rId4" Type="http://schemas.openxmlformats.org/officeDocument/2006/relationships/image" Target="../media/image276.wmf"/><Relationship Id="rId9" Type="http://schemas.openxmlformats.org/officeDocument/2006/relationships/oleObject" Target="../embeddings/oleObject260.bin"/></Relationships>
</file>

<file path=ppt/slides/_rels/slide68.xml.rels><?xml version="1.0" encoding="UTF-8" standalone="yes"?>
<Relationships xmlns="http://schemas.openxmlformats.org/package/2006/relationships"><Relationship Id="rId3" Type="http://schemas.openxmlformats.org/officeDocument/2006/relationships/oleObject" Target="../embeddings/oleObject262.bin"/><Relationship Id="rId2" Type="http://schemas.openxmlformats.org/officeDocument/2006/relationships/slideLayout" Target="../slideLayouts/slideLayout27.xml"/><Relationship Id="rId1" Type="http://schemas.openxmlformats.org/officeDocument/2006/relationships/vmlDrawing" Target="../drawings/vmlDrawing47.vml"/><Relationship Id="rId4" Type="http://schemas.openxmlformats.org/officeDocument/2006/relationships/image" Target="../media/image281.wmf"/></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263.bin"/><Relationship Id="rId2" Type="http://schemas.openxmlformats.org/officeDocument/2006/relationships/slideLayout" Target="../slideLayouts/slideLayout27.xml"/><Relationship Id="rId1" Type="http://schemas.openxmlformats.org/officeDocument/2006/relationships/vmlDrawing" Target="../drawings/vmlDrawing48.vml"/><Relationship Id="rId4" Type="http://schemas.openxmlformats.org/officeDocument/2006/relationships/image" Target="../media/image282.wmf"/></Relationships>
</file>

<file path=ppt/slides/_rels/slide70.xml.rels><?xml version="1.0" encoding="UTF-8" standalone="yes"?>
<Relationships xmlns="http://schemas.openxmlformats.org/package/2006/relationships"><Relationship Id="rId3" Type="http://schemas.openxmlformats.org/officeDocument/2006/relationships/oleObject" Target="../embeddings/oleObject264.bin"/><Relationship Id="rId2" Type="http://schemas.openxmlformats.org/officeDocument/2006/relationships/slideLayout" Target="../slideLayouts/slideLayout27.xml"/><Relationship Id="rId1" Type="http://schemas.openxmlformats.org/officeDocument/2006/relationships/vmlDrawing" Target="../drawings/vmlDrawing49.vml"/><Relationship Id="rId4" Type="http://schemas.openxmlformats.org/officeDocument/2006/relationships/image" Target="../media/image283.wmf"/></Relationships>
</file>

<file path=ppt/slides/_rels/slide7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8.wav"/><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8" Type="http://schemas.openxmlformats.org/officeDocument/2006/relationships/audio" Target="../media/audio1.wav"/><Relationship Id="rId13" Type="http://schemas.openxmlformats.org/officeDocument/2006/relationships/image" Target="../media/image285.wmf"/><Relationship Id="rId3" Type="http://schemas.openxmlformats.org/officeDocument/2006/relationships/audio" Target="../media/audio8.wav"/><Relationship Id="rId7" Type="http://schemas.openxmlformats.org/officeDocument/2006/relationships/audio" Target="../media/audio13.wav"/><Relationship Id="rId12" Type="http://schemas.openxmlformats.org/officeDocument/2006/relationships/oleObject" Target="../embeddings/oleObject266.bin"/><Relationship Id="rId2" Type="http://schemas.openxmlformats.org/officeDocument/2006/relationships/slideLayout" Target="../slideLayouts/slideLayout32.xml"/><Relationship Id="rId1" Type="http://schemas.openxmlformats.org/officeDocument/2006/relationships/vmlDrawing" Target="../drawings/vmlDrawing50.vml"/><Relationship Id="rId6" Type="http://schemas.openxmlformats.org/officeDocument/2006/relationships/audio" Target="../media/audio6.wav"/><Relationship Id="rId11" Type="http://schemas.openxmlformats.org/officeDocument/2006/relationships/image" Target="../media/image284.wmf"/><Relationship Id="rId5" Type="http://schemas.openxmlformats.org/officeDocument/2006/relationships/audio" Target="../media/audio2.wav"/><Relationship Id="rId10" Type="http://schemas.openxmlformats.org/officeDocument/2006/relationships/oleObject" Target="../embeddings/oleObject265.bin"/><Relationship Id="rId4" Type="http://schemas.openxmlformats.org/officeDocument/2006/relationships/audio" Target="../media/audio11.wav"/><Relationship Id="rId9" Type="http://schemas.openxmlformats.org/officeDocument/2006/relationships/image" Target="../media/image69.wmf"/></Relationships>
</file>

<file path=ppt/slides/_rels/slide73.xml.rels><?xml version="1.0" encoding="UTF-8" standalone="yes"?>
<Relationships xmlns="http://schemas.openxmlformats.org/package/2006/relationships"><Relationship Id="rId8" Type="http://schemas.openxmlformats.org/officeDocument/2006/relationships/image" Target="../media/image286.wmf"/><Relationship Id="rId13" Type="http://schemas.openxmlformats.org/officeDocument/2006/relationships/image" Target="../media/image288.wmf"/><Relationship Id="rId18" Type="http://schemas.openxmlformats.org/officeDocument/2006/relationships/oleObject" Target="../embeddings/oleObject272.bin"/><Relationship Id="rId3" Type="http://schemas.openxmlformats.org/officeDocument/2006/relationships/audio" Target="../media/audio2.wav"/><Relationship Id="rId21" Type="http://schemas.openxmlformats.org/officeDocument/2006/relationships/image" Target="../media/image292.wmf"/><Relationship Id="rId7" Type="http://schemas.openxmlformats.org/officeDocument/2006/relationships/oleObject" Target="../embeddings/oleObject267.bin"/><Relationship Id="rId12" Type="http://schemas.openxmlformats.org/officeDocument/2006/relationships/oleObject" Target="../embeddings/oleObject269.bin"/><Relationship Id="rId17" Type="http://schemas.openxmlformats.org/officeDocument/2006/relationships/image" Target="../media/image290.wmf"/><Relationship Id="rId2" Type="http://schemas.openxmlformats.org/officeDocument/2006/relationships/slideLayout" Target="../slideLayouts/slideLayout32.xml"/><Relationship Id="rId16" Type="http://schemas.openxmlformats.org/officeDocument/2006/relationships/oleObject" Target="../embeddings/oleObject271.bin"/><Relationship Id="rId20" Type="http://schemas.openxmlformats.org/officeDocument/2006/relationships/oleObject" Target="../embeddings/oleObject273.bin"/><Relationship Id="rId1" Type="http://schemas.openxmlformats.org/officeDocument/2006/relationships/vmlDrawing" Target="../drawings/vmlDrawing51.vml"/><Relationship Id="rId6" Type="http://schemas.openxmlformats.org/officeDocument/2006/relationships/audio" Target="../media/audio11.wav"/><Relationship Id="rId11" Type="http://schemas.openxmlformats.org/officeDocument/2006/relationships/image" Target="../media/image287.wmf"/><Relationship Id="rId5" Type="http://schemas.openxmlformats.org/officeDocument/2006/relationships/audio" Target="../media/audio14.wav"/><Relationship Id="rId15" Type="http://schemas.openxmlformats.org/officeDocument/2006/relationships/image" Target="../media/image289.wmf"/><Relationship Id="rId23" Type="http://schemas.openxmlformats.org/officeDocument/2006/relationships/image" Target="../media/image293.wmf"/><Relationship Id="rId10" Type="http://schemas.openxmlformats.org/officeDocument/2006/relationships/oleObject" Target="../embeddings/oleObject268.bin"/><Relationship Id="rId19" Type="http://schemas.openxmlformats.org/officeDocument/2006/relationships/image" Target="../media/image291.wmf"/><Relationship Id="rId4" Type="http://schemas.openxmlformats.org/officeDocument/2006/relationships/audio" Target="../media/audio6.wav"/><Relationship Id="rId9" Type="http://schemas.openxmlformats.org/officeDocument/2006/relationships/image" Target="../media/image7.jpeg"/><Relationship Id="rId14" Type="http://schemas.openxmlformats.org/officeDocument/2006/relationships/oleObject" Target="../embeddings/oleObject270.bin"/><Relationship Id="rId22" Type="http://schemas.openxmlformats.org/officeDocument/2006/relationships/oleObject" Target="../embeddings/oleObject274.bin"/></Relationships>
</file>

<file path=ppt/slides/_rels/slide74.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image" Target="../media/image294.jpeg"/><Relationship Id="rId1" Type="http://schemas.openxmlformats.org/officeDocument/2006/relationships/slideLayout" Target="../slideLayouts/slideLayout27.xml"/></Relationships>
</file>

<file path=ppt/slides/_rels/slide75.xml.rels><?xml version="1.0" encoding="UTF-8" standalone="yes"?>
<Relationships xmlns="http://schemas.openxmlformats.org/package/2006/relationships"><Relationship Id="rId8" Type="http://schemas.openxmlformats.org/officeDocument/2006/relationships/image" Target="../media/image296.wmf"/><Relationship Id="rId13" Type="http://schemas.openxmlformats.org/officeDocument/2006/relationships/oleObject" Target="../embeddings/oleObject278.bin"/><Relationship Id="rId3" Type="http://schemas.openxmlformats.org/officeDocument/2006/relationships/audio" Target="../media/audio6.wav"/><Relationship Id="rId7" Type="http://schemas.openxmlformats.org/officeDocument/2006/relationships/oleObject" Target="../embeddings/oleObject275.bin"/><Relationship Id="rId12" Type="http://schemas.openxmlformats.org/officeDocument/2006/relationships/image" Target="../media/image298.wmf"/><Relationship Id="rId2" Type="http://schemas.openxmlformats.org/officeDocument/2006/relationships/slideLayout" Target="../slideLayouts/slideLayout32.xml"/><Relationship Id="rId1" Type="http://schemas.openxmlformats.org/officeDocument/2006/relationships/vmlDrawing" Target="../drawings/vmlDrawing52.vml"/><Relationship Id="rId6" Type="http://schemas.openxmlformats.org/officeDocument/2006/relationships/image" Target="../media/image300.jpeg"/><Relationship Id="rId11" Type="http://schemas.openxmlformats.org/officeDocument/2006/relationships/oleObject" Target="../embeddings/oleObject277.bin"/><Relationship Id="rId5" Type="http://schemas.openxmlformats.org/officeDocument/2006/relationships/audio" Target="../media/audio2.wav"/><Relationship Id="rId15" Type="http://schemas.openxmlformats.org/officeDocument/2006/relationships/image" Target="../media/image7.jpeg"/><Relationship Id="rId10" Type="http://schemas.openxmlformats.org/officeDocument/2006/relationships/image" Target="../media/image297.wmf"/><Relationship Id="rId4" Type="http://schemas.openxmlformats.org/officeDocument/2006/relationships/audio" Target="../media/audio11.wav"/><Relationship Id="rId9" Type="http://schemas.openxmlformats.org/officeDocument/2006/relationships/oleObject" Target="../embeddings/oleObject276.bin"/><Relationship Id="rId14" Type="http://schemas.openxmlformats.org/officeDocument/2006/relationships/image" Target="../media/image299.wmf"/></Relationships>
</file>

<file path=ppt/slides/_rels/slide76.xml.rels><?xml version="1.0" encoding="UTF-8" standalone="yes"?>
<Relationships xmlns="http://schemas.openxmlformats.org/package/2006/relationships"><Relationship Id="rId8" Type="http://schemas.openxmlformats.org/officeDocument/2006/relationships/oleObject" Target="../embeddings/oleObject280.bin"/><Relationship Id="rId3" Type="http://schemas.openxmlformats.org/officeDocument/2006/relationships/audio" Target="../media/audio2.wav"/><Relationship Id="rId7" Type="http://schemas.openxmlformats.org/officeDocument/2006/relationships/image" Target="../media/image301.wmf"/><Relationship Id="rId2" Type="http://schemas.openxmlformats.org/officeDocument/2006/relationships/slideLayout" Target="../slideLayouts/slideLayout32.xml"/><Relationship Id="rId1" Type="http://schemas.openxmlformats.org/officeDocument/2006/relationships/vmlDrawing" Target="../drawings/vmlDrawing53.vml"/><Relationship Id="rId6" Type="http://schemas.openxmlformats.org/officeDocument/2006/relationships/oleObject" Target="../embeddings/oleObject279.bin"/><Relationship Id="rId5" Type="http://schemas.openxmlformats.org/officeDocument/2006/relationships/audio" Target="../media/audio6.wav"/><Relationship Id="rId10" Type="http://schemas.openxmlformats.org/officeDocument/2006/relationships/image" Target="../media/image44.jpeg"/><Relationship Id="rId4" Type="http://schemas.openxmlformats.org/officeDocument/2006/relationships/audio" Target="../media/audio11.wav"/><Relationship Id="rId9" Type="http://schemas.openxmlformats.org/officeDocument/2006/relationships/image" Target="../media/image302.wmf"/></Relationships>
</file>

<file path=ppt/slides/_rels/slide77.xml.rels><?xml version="1.0" encoding="UTF-8" standalone="yes"?>
<Relationships xmlns="http://schemas.openxmlformats.org/package/2006/relationships"><Relationship Id="rId8" Type="http://schemas.openxmlformats.org/officeDocument/2006/relationships/image" Target="../media/image44.jpeg"/><Relationship Id="rId3" Type="http://schemas.openxmlformats.org/officeDocument/2006/relationships/audio" Target="../media/audio6.wav"/><Relationship Id="rId7" Type="http://schemas.openxmlformats.org/officeDocument/2006/relationships/audio" Target="../media/audio1.wav"/><Relationship Id="rId2" Type="http://schemas.openxmlformats.org/officeDocument/2006/relationships/slideLayout" Target="../slideLayouts/slideLayout32.xml"/><Relationship Id="rId1" Type="http://schemas.openxmlformats.org/officeDocument/2006/relationships/vmlDrawing" Target="../drawings/vmlDrawing54.vml"/><Relationship Id="rId6" Type="http://schemas.openxmlformats.org/officeDocument/2006/relationships/audio" Target="../media/audio12.wav"/><Relationship Id="rId5" Type="http://schemas.openxmlformats.org/officeDocument/2006/relationships/audio" Target="../media/audio8.wav"/><Relationship Id="rId10" Type="http://schemas.openxmlformats.org/officeDocument/2006/relationships/image" Target="../media/image303.wmf"/><Relationship Id="rId4" Type="http://schemas.openxmlformats.org/officeDocument/2006/relationships/audio" Target="../media/audio2.wav"/><Relationship Id="rId9" Type="http://schemas.openxmlformats.org/officeDocument/2006/relationships/oleObject" Target="../embeddings/oleObject281.bin"/></Relationships>
</file>

<file path=ppt/slides/_rels/slide78.xml.rels><?xml version="1.0" encoding="UTF-8" standalone="yes"?>
<Relationships xmlns="http://schemas.openxmlformats.org/package/2006/relationships"><Relationship Id="rId8" Type="http://schemas.openxmlformats.org/officeDocument/2006/relationships/oleObject" Target="../embeddings/oleObject283.bin"/><Relationship Id="rId3" Type="http://schemas.openxmlformats.org/officeDocument/2006/relationships/audio" Target="../media/audio2.wav"/><Relationship Id="rId7" Type="http://schemas.openxmlformats.org/officeDocument/2006/relationships/image" Target="../media/image304.wmf"/><Relationship Id="rId2" Type="http://schemas.openxmlformats.org/officeDocument/2006/relationships/slideLayout" Target="../slideLayouts/slideLayout32.xml"/><Relationship Id="rId1" Type="http://schemas.openxmlformats.org/officeDocument/2006/relationships/vmlDrawing" Target="../drawings/vmlDrawing55.vml"/><Relationship Id="rId6" Type="http://schemas.openxmlformats.org/officeDocument/2006/relationships/oleObject" Target="../embeddings/oleObject282.bin"/><Relationship Id="rId5" Type="http://schemas.openxmlformats.org/officeDocument/2006/relationships/audio" Target="../media/audio8.wav"/><Relationship Id="rId4" Type="http://schemas.openxmlformats.org/officeDocument/2006/relationships/audio" Target="../media/audio6.wav"/><Relationship Id="rId9" Type="http://schemas.openxmlformats.org/officeDocument/2006/relationships/image" Target="../media/image305.wmf"/></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Rectangle 2"/>
          <p:cNvSpPr>
            <a:spLocks noGrp="1" noChangeArrowheads="1"/>
          </p:cNvSpPr>
          <p:nvPr>
            <p:ph type="ctrTitle"/>
          </p:nvPr>
        </p:nvSpPr>
        <p:spPr/>
        <p:txBody>
          <a:bodyPr/>
          <a:lstStyle/>
          <a:p>
            <a:pPr eaLnBrk="1" hangingPunct="1"/>
            <a:r>
              <a:rPr lang="zh-CN" altLang="en-US"/>
              <a:t>第一章 插值方法</a:t>
            </a:r>
          </a:p>
        </p:txBody>
      </p:sp>
      <p:sp>
        <p:nvSpPr>
          <p:cNvPr id="8194" name="Rectangle 3"/>
          <p:cNvSpPr>
            <a:spLocks noGrp="1" noChangeArrowheads="1"/>
          </p:cNvSpPr>
          <p:nvPr>
            <p:ph type="subTitle" idx="1"/>
          </p:nvPr>
        </p:nvSpPr>
        <p:spPr/>
        <p:txBody>
          <a:bodyPr/>
          <a:lstStyle/>
          <a:p>
            <a:pPr eaLnBrk="1" hangingPunct="1"/>
            <a:r>
              <a:rPr lang="zh-CN" altLang="en-US" dirty="0"/>
              <a:t>杨娟</a:t>
            </a:r>
            <a:endParaRPr lang="en-US" altLang="zh-CN" dirty="0"/>
          </a:p>
          <a:p>
            <a:pPr eaLnBrk="1" hangingPunct="1"/>
            <a:r>
              <a:rPr lang="zh-CN" altLang="en-US" dirty="0"/>
              <a:t>合肥工业大学</a:t>
            </a:r>
          </a:p>
          <a:p>
            <a:pPr eaLnBrk="1" hangingPunct="1"/>
            <a:endParaRPr lang="en-US" altLang="zh-CN" dirty="0"/>
          </a:p>
        </p:txBody>
      </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Rectangle 2"/>
          <p:cNvSpPr>
            <a:spLocks noGrp="1" noChangeArrowheads="1"/>
          </p:cNvSpPr>
          <p:nvPr>
            <p:ph type="title"/>
          </p:nvPr>
        </p:nvSpPr>
        <p:spPr>
          <a:xfrm>
            <a:off x="1524000" y="228600"/>
            <a:ext cx="7010400" cy="1527175"/>
          </a:xfrm>
        </p:spPr>
        <p:txBody>
          <a:bodyPr/>
          <a:lstStyle/>
          <a:p>
            <a:pPr eaLnBrk="1" hangingPunct="1"/>
            <a:r>
              <a:rPr lang="zh-CN" altLang="en-US"/>
              <a:t>提纲</a:t>
            </a:r>
          </a:p>
        </p:txBody>
      </p:sp>
      <p:sp>
        <p:nvSpPr>
          <p:cNvPr id="9218" name="Rectangle 3"/>
          <p:cNvSpPr>
            <a:spLocks noGrp="1" noChangeArrowheads="1"/>
          </p:cNvSpPr>
          <p:nvPr>
            <p:ph idx="1"/>
          </p:nvPr>
        </p:nvSpPr>
        <p:spPr/>
        <p:txBody>
          <a:bodyPr/>
          <a:lstStyle/>
          <a:p>
            <a:pPr eaLnBrk="1" hangingPunct="1"/>
            <a:r>
              <a:rPr lang="zh-CN" altLang="en-US" dirty="0">
                <a:solidFill>
                  <a:srgbClr val="FF0000"/>
                </a:solidFill>
              </a:rPr>
              <a:t>插值的基本概念</a:t>
            </a:r>
          </a:p>
          <a:p>
            <a:pPr eaLnBrk="1" hangingPunct="1"/>
            <a:endParaRPr lang="zh-CN" altLang="en-US" dirty="0">
              <a:solidFill>
                <a:srgbClr val="FF0000"/>
              </a:solidFill>
            </a:endParaRPr>
          </a:p>
          <a:p>
            <a:pPr eaLnBrk="1" hangingPunct="1"/>
            <a:r>
              <a:rPr lang="zh-CN" altLang="en-US" dirty="0"/>
              <a:t>拉格朗日插值</a:t>
            </a:r>
          </a:p>
          <a:p>
            <a:pPr eaLnBrk="1" hangingPunct="1"/>
            <a:endParaRPr lang="zh-CN" altLang="en-US" dirty="0"/>
          </a:p>
          <a:p>
            <a:pPr eaLnBrk="1" hangingPunct="1"/>
            <a:r>
              <a:rPr lang="zh-CN" altLang="en-US" dirty="0"/>
              <a:t>牛顿插值</a:t>
            </a:r>
            <a:endParaRPr lang="en-US" altLang="zh-CN" dirty="0"/>
          </a:p>
          <a:p>
            <a:pPr eaLnBrk="1" hangingPunct="1"/>
            <a:endParaRPr lang="en-US" altLang="zh-CN" dirty="0"/>
          </a:p>
          <a:p>
            <a:pPr eaLnBrk="1" hangingPunct="1"/>
            <a:r>
              <a:rPr lang="zh-CN" altLang="en-US" dirty="0"/>
              <a:t>厄尔米特插值</a:t>
            </a:r>
          </a:p>
          <a:p>
            <a:pPr lvl="1" eaLnBrk="1" hangingPunct="1"/>
            <a:endParaRPr lang="en-US" altLang="zh-CN" dirty="0"/>
          </a:p>
        </p:txBody>
      </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5" name="Rectangle 3"/>
          <p:cNvSpPr>
            <a:spLocks noGrp="1" noChangeArrowheads="1"/>
          </p:cNvSpPr>
          <p:nvPr>
            <p:ph idx="1"/>
          </p:nvPr>
        </p:nvSpPr>
        <p:spPr>
          <a:xfrm>
            <a:off x="533400" y="822325"/>
            <a:ext cx="8229600" cy="3825875"/>
          </a:xfrm>
        </p:spPr>
        <p:txBody>
          <a:bodyPr/>
          <a:lstStyle/>
          <a:p>
            <a:pPr eaLnBrk="1" hangingPunct="1">
              <a:lnSpc>
                <a:spcPct val="120000"/>
              </a:lnSpc>
              <a:buFontTx/>
              <a:buNone/>
            </a:pPr>
            <a:r>
              <a:rPr lang="zh-CN" altLang="en-US" b="1">
                <a:solidFill>
                  <a:srgbClr val="FF0000"/>
                </a:solidFill>
              </a:rPr>
              <a:t>引例</a:t>
            </a:r>
            <a:r>
              <a:rPr lang="en-US" altLang="zh-CN" b="1"/>
              <a:t>. </a:t>
            </a:r>
            <a:r>
              <a:rPr lang="zh-CN" altLang="en-US" b="1"/>
              <a:t>某地区某年夏季时节间隔 </a:t>
            </a:r>
            <a:r>
              <a:rPr lang="en-US" altLang="zh-CN" b="1"/>
              <a:t>30 </a:t>
            </a:r>
            <a:r>
              <a:rPr lang="zh-CN" altLang="en-US" b="1"/>
              <a:t>天的日出日落时间为</a:t>
            </a:r>
          </a:p>
        </p:txBody>
      </p:sp>
      <p:grpSp>
        <p:nvGrpSpPr>
          <p:cNvPr id="54276" name="Group 4"/>
          <p:cNvGrpSpPr/>
          <p:nvPr/>
        </p:nvGrpSpPr>
        <p:grpSpPr bwMode="auto">
          <a:xfrm>
            <a:off x="685800" y="2743200"/>
            <a:ext cx="7924800" cy="1382713"/>
            <a:chOff x="0" y="0"/>
            <a:chExt cx="5232" cy="878"/>
          </a:xfrm>
        </p:grpSpPr>
        <p:sp>
          <p:nvSpPr>
            <p:cNvPr id="10243" name="Text Box 5"/>
            <p:cNvSpPr txBox="1">
              <a:spLocks noChangeArrowheads="1"/>
            </p:cNvSpPr>
            <p:nvPr/>
          </p:nvSpPr>
          <p:spPr bwMode="auto">
            <a:xfrm>
              <a:off x="0" y="0"/>
              <a:ext cx="5232" cy="878"/>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latin typeface="Times New Roman" panose="02020603050405020304" pitchFamily="18" charset="0"/>
                </a:rPr>
                <a:t>              </a:t>
              </a:r>
              <a:r>
                <a:rPr lang="en-US" altLang="zh-CN" sz="2800" b="1">
                  <a:latin typeface="Times New Roman" panose="02020603050405020304" pitchFamily="18" charset="0"/>
                </a:rPr>
                <a:t>5</a:t>
              </a:r>
              <a:r>
                <a:rPr lang="zh-CN" altLang="en-US" sz="2800" b="1">
                  <a:latin typeface="Times New Roman" panose="02020603050405020304" pitchFamily="18" charset="0"/>
                </a:rPr>
                <a:t>月</a:t>
              </a:r>
              <a:r>
                <a:rPr lang="en-US" altLang="zh-CN" sz="2800" b="1">
                  <a:latin typeface="Times New Roman" panose="02020603050405020304" pitchFamily="18" charset="0"/>
                </a:rPr>
                <a:t>1</a:t>
              </a:r>
              <a:r>
                <a:rPr lang="zh-CN" altLang="en-US" sz="2800" b="1">
                  <a:latin typeface="Times New Roman" panose="02020603050405020304" pitchFamily="18" charset="0"/>
                </a:rPr>
                <a:t>日               </a:t>
              </a:r>
              <a:r>
                <a:rPr lang="en-US" altLang="zh-CN" sz="2800" b="1">
                  <a:latin typeface="Times New Roman" panose="02020603050405020304" pitchFamily="18" charset="0"/>
                </a:rPr>
                <a:t>5</a:t>
              </a:r>
              <a:r>
                <a:rPr lang="zh-CN" altLang="en-US" sz="2800" b="1">
                  <a:latin typeface="Times New Roman" panose="02020603050405020304" pitchFamily="18" charset="0"/>
                </a:rPr>
                <a:t>月</a:t>
              </a:r>
              <a:r>
                <a:rPr lang="en-US" altLang="zh-CN" sz="2800" b="1">
                  <a:latin typeface="Times New Roman" panose="02020603050405020304" pitchFamily="18" charset="0"/>
                </a:rPr>
                <a:t>31</a:t>
              </a:r>
              <a:r>
                <a:rPr lang="zh-CN" altLang="en-US" sz="2800" b="1">
                  <a:latin typeface="Times New Roman" panose="02020603050405020304" pitchFamily="18" charset="0"/>
                </a:rPr>
                <a:t>日	       </a:t>
              </a:r>
              <a:r>
                <a:rPr lang="en-US" altLang="zh-CN" sz="2800" b="1">
                  <a:latin typeface="Times New Roman" panose="02020603050405020304" pitchFamily="18" charset="0"/>
                </a:rPr>
                <a:t>6</a:t>
              </a:r>
              <a:r>
                <a:rPr lang="zh-CN" altLang="en-US" sz="2800" b="1">
                  <a:latin typeface="Times New Roman" panose="02020603050405020304" pitchFamily="18" charset="0"/>
                </a:rPr>
                <a:t>月</a:t>
              </a:r>
              <a:r>
                <a:rPr lang="en-US" altLang="zh-CN" sz="2800" b="1">
                  <a:latin typeface="Times New Roman" panose="02020603050405020304" pitchFamily="18" charset="0"/>
                </a:rPr>
                <a:t>30</a:t>
              </a:r>
              <a:r>
                <a:rPr lang="zh-CN" altLang="en-US" sz="2800" b="1">
                  <a:latin typeface="Times New Roman" panose="02020603050405020304" pitchFamily="18" charset="0"/>
                </a:rPr>
                <a:t>日</a:t>
              </a:r>
            </a:p>
            <a:p>
              <a:pPr eaLnBrk="1" hangingPunct="1"/>
              <a:r>
                <a:rPr lang="zh-CN" altLang="en-US" sz="2800" b="1">
                  <a:latin typeface="Times New Roman" panose="02020603050405020304" pitchFamily="18" charset="0"/>
                </a:rPr>
                <a:t>日出      </a:t>
              </a:r>
              <a:r>
                <a:rPr lang="en-US" altLang="zh-CN" sz="2800" b="1">
                  <a:latin typeface="Times New Roman" panose="02020603050405020304" pitchFamily="18" charset="0"/>
                </a:rPr>
                <a:t>5</a:t>
              </a:r>
              <a:r>
                <a:rPr lang="zh-CN" altLang="en-US" sz="2800" b="1">
                  <a:latin typeface="Times New Roman" panose="02020603050405020304" pitchFamily="18" charset="0"/>
                </a:rPr>
                <a:t>：</a:t>
              </a:r>
              <a:r>
                <a:rPr lang="en-US" altLang="zh-CN" sz="2800" b="1">
                  <a:latin typeface="Times New Roman" panose="02020603050405020304" pitchFamily="18" charset="0"/>
                </a:rPr>
                <a:t>51	        5</a:t>
              </a:r>
              <a:r>
                <a:rPr lang="zh-CN" altLang="en-US" sz="2800" b="1">
                  <a:latin typeface="Times New Roman" panose="02020603050405020304" pitchFamily="18" charset="0"/>
                </a:rPr>
                <a:t>：</a:t>
              </a:r>
              <a:r>
                <a:rPr lang="en-US" altLang="zh-CN" sz="2800" b="1">
                  <a:latin typeface="Times New Roman" panose="02020603050405020304" pitchFamily="18" charset="0"/>
                </a:rPr>
                <a:t>17		      5</a:t>
              </a:r>
              <a:r>
                <a:rPr lang="zh-CN" altLang="en-US" sz="2800" b="1">
                  <a:latin typeface="Times New Roman" panose="02020603050405020304" pitchFamily="18" charset="0"/>
                </a:rPr>
                <a:t>：</a:t>
              </a:r>
              <a:r>
                <a:rPr lang="en-US" altLang="zh-CN" sz="2800" b="1">
                  <a:latin typeface="Times New Roman" panose="02020603050405020304" pitchFamily="18" charset="0"/>
                </a:rPr>
                <a:t>10</a:t>
              </a:r>
            </a:p>
            <a:p>
              <a:pPr eaLnBrk="1" hangingPunct="1"/>
              <a:r>
                <a:rPr lang="zh-CN" altLang="en-US" sz="2800" b="1">
                  <a:latin typeface="Times New Roman" panose="02020603050405020304" pitchFamily="18" charset="0"/>
                </a:rPr>
                <a:t>日落    </a:t>
              </a:r>
              <a:r>
                <a:rPr lang="en-US" altLang="zh-CN" sz="2800" b="1">
                  <a:latin typeface="Times New Roman" panose="02020603050405020304" pitchFamily="18" charset="0"/>
                </a:rPr>
                <a:t>19</a:t>
              </a:r>
              <a:r>
                <a:rPr lang="zh-CN" altLang="en-US" sz="2800" b="1">
                  <a:latin typeface="Times New Roman" panose="02020603050405020304" pitchFamily="18" charset="0"/>
                </a:rPr>
                <a:t>：</a:t>
              </a:r>
              <a:r>
                <a:rPr lang="en-US" altLang="zh-CN" sz="2800" b="1">
                  <a:latin typeface="Times New Roman" panose="02020603050405020304" pitchFamily="18" charset="0"/>
                </a:rPr>
                <a:t>04	       19</a:t>
              </a:r>
              <a:r>
                <a:rPr lang="zh-CN" altLang="en-US" sz="2800" b="1">
                  <a:latin typeface="Times New Roman" panose="02020603050405020304" pitchFamily="18" charset="0"/>
                </a:rPr>
                <a:t>：</a:t>
              </a:r>
              <a:r>
                <a:rPr lang="en-US" altLang="zh-CN" sz="2800" b="1">
                  <a:latin typeface="Times New Roman" panose="02020603050405020304" pitchFamily="18" charset="0"/>
                </a:rPr>
                <a:t>38	                19</a:t>
              </a:r>
              <a:r>
                <a:rPr lang="zh-CN" altLang="en-US" sz="2800" b="1">
                  <a:latin typeface="Times New Roman" panose="02020603050405020304" pitchFamily="18" charset="0"/>
                </a:rPr>
                <a:t>：</a:t>
              </a:r>
              <a:r>
                <a:rPr lang="en-US" altLang="zh-CN" sz="2800" b="1">
                  <a:latin typeface="Times New Roman" panose="02020603050405020304" pitchFamily="18" charset="0"/>
                </a:rPr>
                <a:t>50</a:t>
              </a:r>
            </a:p>
          </p:txBody>
        </p:sp>
        <p:sp>
          <p:nvSpPr>
            <p:cNvPr id="10244" name="Line 6"/>
            <p:cNvSpPr>
              <a:spLocks noChangeShapeType="1"/>
            </p:cNvSpPr>
            <p:nvPr/>
          </p:nvSpPr>
          <p:spPr bwMode="auto">
            <a:xfrm>
              <a:off x="26" y="284"/>
              <a:ext cx="518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245" name="Line 7"/>
            <p:cNvSpPr>
              <a:spLocks noChangeShapeType="1"/>
            </p:cNvSpPr>
            <p:nvPr/>
          </p:nvSpPr>
          <p:spPr bwMode="auto">
            <a:xfrm>
              <a:off x="11" y="565"/>
              <a:ext cx="518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246" name="Line 8"/>
            <p:cNvSpPr>
              <a:spLocks noChangeShapeType="1"/>
            </p:cNvSpPr>
            <p:nvPr/>
          </p:nvSpPr>
          <p:spPr bwMode="auto">
            <a:xfrm>
              <a:off x="672" y="0"/>
              <a:ext cx="0" cy="86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247" name="Line 9"/>
            <p:cNvSpPr>
              <a:spLocks noChangeShapeType="1"/>
            </p:cNvSpPr>
            <p:nvPr/>
          </p:nvSpPr>
          <p:spPr bwMode="auto">
            <a:xfrm>
              <a:off x="1920" y="0"/>
              <a:ext cx="0" cy="86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248" name="Line 10"/>
            <p:cNvSpPr>
              <a:spLocks noChangeShapeType="1"/>
            </p:cNvSpPr>
            <p:nvPr/>
          </p:nvSpPr>
          <p:spPr bwMode="auto">
            <a:xfrm>
              <a:off x="3696" y="0"/>
              <a:ext cx="0" cy="86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54284" name="Rectangle 12"/>
          <p:cNvSpPr>
            <a:spLocks noChangeArrowheads="1"/>
          </p:cNvSpPr>
          <p:nvPr/>
        </p:nvSpPr>
        <p:spPr bwMode="auto">
          <a:xfrm>
            <a:off x="598488" y="4800600"/>
            <a:ext cx="800100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spcBef>
                <a:spcPct val="20000"/>
              </a:spcBef>
            </a:pPr>
            <a:r>
              <a:rPr lang="zh-CN" altLang="en-US" sz="3200" b="1"/>
              <a:t>任意一天的日照时间？</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4275">
                                            <p:txEl>
                                              <p:pRg st="0" end="0"/>
                                            </p:txEl>
                                          </p:spTgt>
                                        </p:tgtEl>
                                        <p:attrNameLst>
                                          <p:attrName>style.visibility</p:attrName>
                                        </p:attrNameLst>
                                      </p:cBhvr>
                                      <p:to>
                                        <p:strVal val="visible"/>
                                      </p:to>
                                    </p:set>
                                    <p:animEffect transition="in" filter="wipe(up)">
                                      <p:cBhvr>
                                        <p:cTn id="7" dur="500"/>
                                        <p:tgtEl>
                                          <p:spTgt spid="5427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nodeType="clickEffect">
                                  <p:stCondLst>
                                    <p:cond delay="0"/>
                                  </p:stCondLst>
                                  <p:childTnLst>
                                    <p:set>
                                      <p:cBhvr>
                                        <p:cTn id="11" dur="1" fill="hold">
                                          <p:stCondLst>
                                            <p:cond delay="0"/>
                                          </p:stCondLst>
                                        </p:cTn>
                                        <p:tgtEl>
                                          <p:spTgt spid="54276"/>
                                        </p:tgtEl>
                                        <p:attrNameLst>
                                          <p:attrName>style.visibility</p:attrName>
                                        </p:attrNameLst>
                                      </p:cBhvr>
                                      <p:to>
                                        <p:strVal val="visible"/>
                                      </p:to>
                                    </p:set>
                                    <p:animEffect transition="in" filter="box(in)">
                                      <p:cBhvr>
                                        <p:cTn id="12" dur="500"/>
                                        <p:tgtEl>
                                          <p:spTgt spid="5427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54284">
                                            <p:txEl>
                                              <p:pRg st="0" end="0"/>
                                            </p:txEl>
                                          </p:spTgt>
                                        </p:tgtEl>
                                        <p:attrNameLst>
                                          <p:attrName>style.visibility</p:attrName>
                                        </p:attrNameLst>
                                      </p:cBhvr>
                                      <p:to>
                                        <p:strVal val="visible"/>
                                      </p:to>
                                    </p:set>
                                    <p:animEffect transition="in" filter="wipe(up)">
                                      <p:cBhvr>
                                        <p:cTn id="17" dur="500"/>
                                        <p:tgtEl>
                                          <p:spTgt spid="542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5" grpId="0" build="p"/>
      <p:bldP spid="54284"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Grp="1" noChangeArrowheads="1"/>
          </p:cNvSpPr>
          <p:nvPr>
            <p:ph idx="1"/>
          </p:nvPr>
        </p:nvSpPr>
        <p:spPr/>
        <p:txBody>
          <a:bodyPr/>
          <a:lstStyle/>
          <a:p>
            <a:pPr eaLnBrk="1" hangingPunct="1">
              <a:spcBef>
                <a:spcPct val="50000"/>
              </a:spcBef>
              <a:buFontTx/>
              <a:buNone/>
            </a:pPr>
            <a:r>
              <a:rPr lang="zh-CN" altLang="en-US" b="1"/>
              <a:t>日照时间的变化设为</a:t>
            </a:r>
            <a:r>
              <a:rPr lang="zh-CN" altLang="en-US" b="1" i="1"/>
              <a:t> </a:t>
            </a:r>
            <a:r>
              <a:rPr lang="en-US" altLang="zh-CN" b="1" i="1"/>
              <a:t>y</a:t>
            </a:r>
            <a:r>
              <a:rPr lang="en-US" altLang="zh-CN" b="1"/>
              <a:t>(</a:t>
            </a:r>
            <a:r>
              <a:rPr lang="en-US" altLang="zh-CN" b="1" i="1"/>
              <a:t>x</a:t>
            </a:r>
            <a:r>
              <a:rPr lang="en-US" altLang="zh-CN" b="1"/>
              <a:t>)=</a:t>
            </a:r>
            <a:r>
              <a:rPr lang="en-US" altLang="zh-CN" b="1" i="1"/>
              <a:t>a</a:t>
            </a:r>
            <a:r>
              <a:rPr lang="en-US" altLang="zh-CN" b="1" baseline="-25000"/>
              <a:t>0</a:t>
            </a:r>
            <a:r>
              <a:rPr lang="en-US" altLang="zh-CN" b="1"/>
              <a:t>+ </a:t>
            </a:r>
            <a:r>
              <a:rPr lang="en-US" altLang="zh-CN" b="1" i="1"/>
              <a:t>a</a:t>
            </a:r>
            <a:r>
              <a:rPr lang="en-US" altLang="zh-CN" b="1" baseline="-25000"/>
              <a:t>1</a:t>
            </a:r>
            <a:r>
              <a:rPr lang="en-US" altLang="zh-CN" b="1" i="1"/>
              <a:t>x</a:t>
            </a:r>
            <a:r>
              <a:rPr lang="en-US" altLang="zh-CN" b="1"/>
              <a:t> + </a:t>
            </a:r>
            <a:r>
              <a:rPr lang="en-US" altLang="zh-CN" b="1" i="1"/>
              <a:t>a</a:t>
            </a:r>
            <a:r>
              <a:rPr lang="en-US" altLang="zh-CN" b="1" baseline="-25000"/>
              <a:t>2</a:t>
            </a:r>
            <a:r>
              <a:rPr lang="en-US" altLang="zh-CN" b="1" i="1"/>
              <a:t>x</a:t>
            </a:r>
            <a:r>
              <a:rPr lang="en-US" altLang="zh-CN" b="1" baseline="30000"/>
              <a:t>2</a:t>
            </a:r>
            <a:r>
              <a:rPr lang="en-US" altLang="zh-CN" b="1"/>
              <a:t>,</a:t>
            </a:r>
          </a:p>
        </p:txBody>
      </p:sp>
      <p:graphicFrame>
        <p:nvGraphicFramePr>
          <p:cNvPr id="55299" name="Object 3"/>
          <p:cNvGraphicFramePr>
            <a:graphicFrameLocks noChangeAspect="1"/>
          </p:cNvGraphicFramePr>
          <p:nvPr/>
        </p:nvGraphicFramePr>
        <p:xfrm>
          <a:off x="1752600" y="2971800"/>
          <a:ext cx="4648200" cy="1974850"/>
        </p:xfrm>
        <a:graphic>
          <a:graphicData uri="http://schemas.openxmlformats.org/presentationml/2006/ole">
            <mc:AlternateContent xmlns:mc="http://schemas.openxmlformats.org/markup-compatibility/2006">
              <mc:Choice xmlns:v="urn:schemas-microsoft-com:vml" Requires="v">
                <p:oleObj spid="_x0000_s11290" r:id="rId3" imgW="1790700" imgH="762000" progId="Equation.3">
                  <p:embed/>
                </p:oleObj>
              </mc:Choice>
              <mc:Fallback>
                <p:oleObj r:id="rId3" imgW="1790700" imgH="7620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2971800"/>
                        <a:ext cx="4648200" cy="197485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55300" name="Text Box 4"/>
          <p:cNvSpPr txBox="1">
            <a:spLocks noChangeArrowheads="1"/>
          </p:cNvSpPr>
          <p:nvPr/>
        </p:nvSpPr>
        <p:spPr bwMode="auto">
          <a:xfrm>
            <a:off x="323850" y="5084763"/>
            <a:ext cx="8102600" cy="126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pPr>
            <a:r>
              <a:rPr lang="zh-CN" altLang="en-US" sz="3200" b="1">
                <a:effectLst>
                  <a:outerShdw blurRad="38100" dist="38100" dir="2700000" algn="tl">
                    <a:srgbClr val="C0C0C0"/>
                  </a:outerShdw>
                </a:effectLst>
              </a:rPr>
              <a:t>求出</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0</a:t>
            </a:r>
            <a:r>
              <a:rPr lang="zh-CN" altLang="en-US" sz="3200" b="1">
                <a:effectLst>
                  <a:outerShdw blurRad="38100" dist="38100" dir="2700000" algn="tl">
                    <a:srgbClr val="C0C0C0"/>
                  </a:outerShdw>
                </a:effectLst>
                <a:latin typeface="Times New Roman" panose="02020603050405020304" pitchFamily="18" charset="0"/>
              </a:rPr>
              <a:t>，</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1</a:t>
            </a:r>
            <a:r>
              <a:rPr lang="zh-CN" altLang="en-US" sz="3200" b="1">
                <a:effectLst>
                  <a:outerShdw blurRad="38100" dist="38100" dir="2700000" algn="tl">
                    <a:srgbClr val="C0C0C0"/>
                  </a:outerShdw>
                </a:effectLst>
                <a:latin typeface="Times New Roman" panose="02020603050405020304" pitchFamily="18" charset="0"/>
              </a:rPr>
              <a:t>，</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2</a:t>
            </a:r>
            <a:r>
              <a:rPr lang="zh-CN" altLang="en-US" sz="3200" b="1">
                <a:effectLst>
                  <a:outerShdw blurRad="38100" dist="38100" dir="2700000" algn="tl">
                    <a:srgbClr val="C0C0C0"/>
                  </a:outerShdw>
                </a:effectLst>
              </a:rPr>
              <a:t>，即可得到</a:t>
            </a:r>
            <a:r>
              <a:rPr lang="en-US" altLang="zh-CN" sz="3200" b="1">
                <a:effectLst>
                  <a:outerShdw blurRad="38100" dist="38100" dir="2700000" algn="tl">
                    <a:srgbClr val="C0C0C0"/>
                  </a:outerShdw>
                </a:effectLst>
                <a:latin typeface="Times New Roman" panose="02020603050405020304" pitchFamily="18" charset="0"/>
              </a:rPr>
              <a:t>5</a:t>
            </a:r>
            <a:r>
              <a:rPr lang="zh-CN" altLang="en-US" sz="3200" b="1">
                <a:effectLst>
                  <a:outerShdw blurRad="38100" dist="38100" dir="2700000" algn="tl">
                    <a:srgbClr val="C0C0C0"/>
                  </a:outerShdw>
                </a:effectLst>
                <a:latin typeface="Times New Roman" panose="02020603050405020304" pitchFamily="18" charset="0"/>
              </a:rPr>
              <a:t>、</a:t>
            </a:r>
            <a:r>
              <a:rPr lang="en-US" altLang="zh-CN" sz="3200" b="1">
                <a:effectLst>
                  <a:outerShdw blurRad="38100" dist="38100" dir="2700000" algn="tl">
                    <a:srgbClr val="C0C0C0"/>
                  </a:outerShdw>
                </a:effectLst>
                <a:latin typeface="Times New Roman" panose="02020603050405020304" pitchFamily="18" charset="0"/>
              </a:rPr>
              <a:t>6</a:t>
            </a:r>
            <a:r>
              <a:rPr lang="zh-CN" altLang="en-US" sz="3200" b="1">
                <a:effectLst>
                  <a:outerShdw blurRad="38100" dist="38100" dir="2700000" algn="tl">
                    <a:srgbClr val="C0C0C0"/>
                  </a:outerShdw>
                </a:effectLst>
              </a:rPr>
              <a:t>月份的日照时</a:t>
            </a:r>
          </a:p>
          <a:p>
            <a:pPr eaLnBrk="1" hangingPunct="1">
              <a:lnSpc>
                <a:spcPct val="120000"/>
              </a:lnSpc>
            </a:pPr>
            <a:r>
              <a:rPr lang="zh-CN" altLang="en-US" sz="3200" b="1">
                <a:effectLst>
                  <a:outerShdw blurRad="38100" dist="38100" dir="2700000" algn="tl">
                    <a:srgbClr val="C0C0C0"/>
                  </a:outerShdw>
                </a:effectLst>
              </a:rPr>
              <a:t>间的变化规律。</a:t>
            </a:r>
            <a:endParaRPr lang="zh-CN" altLang="en-US" sz="3200"/>
          </a:p>
        </p:txBody>
      </p:sp>
      <p:sp>
        <p:nvSpPr>
          <p:cNvPr id="55301" name="Text Box 5"/>
          <p:cNvSpPr txBox="1">
            <a:spLocks noChangeArrowheads="1"/>
          </p:cNvSpPr>
          <p:nvPr/>
        </p:nvSpPr>
        <p:spPr bwMode="auto">
          <a:xfrm>
            <a:off x="466725" y="269875"/>
            <a:ext cx="8489950" cy="1260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20000"/>
              </a:lnSpc>
              <a:buFontTx/>
              <a:buNone/>
              <a:defRPr/>
            </a:pPr>
            <a:r>
              <a:rPr lang="zh-CN" altLang="en-US" sz="3200" b="1" dirty="0">
                <a:effectLst>
                  <a:outerShdw blurRad="38100" dist="38100" dir="2700000" algn="tl">
                    <a:srgbClr val="C0C0C0"/>
                  </a:outerShdw>
                </a:effectLst>
                <a:latin typeface="Times New Roman" panose="02020603050405020304" pitchFamily="18" charset="0"/>
                <a:sym typeface="+mn-ea"/>
              </a:rPr>
              <a:t>根据三组数据</a:t>
            </a:r>
            <a:r>
              <a:rPr lang="en-US" altLang="zh-CN" sz="3200" b="1" dirty="0">
                <a:effectLst>
                  <a:outerShdw blurRad="38100" dist="38100" dir="2700000" algn="tl">
                    <a:srgbClr val="C0C0C0"/>
                  </a:outerShdw>
                </a:effectLst>
                <a:latin typeface="Times New Roman" panose="02020603050405020304" pitchFamily="18" charset="0"/>
                <a:sym typeface="+mn-ea"/>
              </a:rPr>
              <a:t>:</a:t>
            </a:r>
          </a:p>
          <a:p>
            <a:pPr>
              <a:lnSpc>
                <a:spcPct val="120000"/>
              </a:lnSpc>
              <a:buFontTx/>
              <a:buNone/>
              <a:defRPr/>
            </a:pPr>
            <a:r>
              <a:rPr lang="en-US" altLang="zh-CN" sz="3200" b="1" dirty="0">
                <a:effectLst>
                  <a:outerShdw blurRad="38100" dist="38100" dir="2700000" algn="tl">
                    <a:srgbClr val="C0C0C0"/>
                  </a:outerShdw>
                </a:effectLst>
                <a:latin typeface="Times New Roman" panose="02020603050405020304" pitchFamily="18" charset="0"/>
                <a:sym typeface="+mn-ea"/>
              </a:rPr>
              <a:t>(1, 13.21)</a:t>
            </a:r>
            <a:r>
              <a:rPr lang="zh-CN" altLang="en-US" sz="3200" b="1" dirty="0">
                <a:effectLst>
                  <a:outerShdw blurRad="38100" dist="38100" dir="2700000" algn="tl">
                    <a:srgbClr val="C0C0C0"/>
                  </a:outerShdw>
                </a:effectLst>
                <a:latin typeface="Times New Roman" panose="02020603050405020304" pitchFamily="18" charset="0"/>
                <a:sym typeface="+mn-ea"/>
              </a:rPr>
              <a:t>， </a:t>
            </a:r>
            <a:r>
              <a:rPr lang="en-US" altLang="zh-CN" sz="3200" b="1" dirty="0">
                <a:effectLst>
                  <a:outerShdw blurRad="38100" dist="38100" dir="2700000" algn="tl">
                    <a:srgbClr val="C0C0C0"/>
                  </a:outerShdw>
                </a:effectLst>
                <a:latin typeface="Times New Roman" panose="02020603050405020304" pitchFamily="18" charset="0"/>
                <a:sym typeface="+mn-ea"/>
              </a:rPr>
              <a:t>(31, 14.35)</a:t>
            </a:r>
            <a:r>
              <a:rPr lang="zh-CN" altLang="en-US" sz="3200" b="1" dirty="0">
                <a:effectLst>
                  <a:outerShdw blurRad="38100" dist="38100" dir="2700000" algn="tl">
                    <a:srgbClr val="C0C0C0"/>
                  </a:outerShdw>
                </a:effectLst>
                <a:latin typeface="Times New Roman" panose="02020603050405020304" pitchFamily="18" charset="0"/>
                <a:sym typeface="+mn-ea"/>
              </a:rPr>
              <a:t>， </a:t>
            </a:r>
            <a:r>
              <a:rPr lang="en-US" altLang="zh-CN" sz="3200" b="1" dirty="0">
                <a:effectLst>
                  <a:outerShdw blurRad="38100" dist="38100" dir="2700000" algn="tl">
                    <a:srgbClr val="C0C0C0"/>
                  </a:outerShdw>
                </a:effectLst>
                <a:latin typeface="Times New Roman" panose="02020603050405020304" pitchFamily="18" charset="0"/>
                <a:sym typeface="+mn-ea"/>
              </a:rPr>
              <a:t>(61, 14.66)</a:t>
            </a:r>
          </a:p>
        </p:txBody>
      </p:sp>
      <p:sp>
        <p:nvSpPr>
          <p:cNvPr id="55302" name="Text Box 6"/>
          <p:cNvSpPr txBox="1">
            <a:spLocks noChangeArrowheads="1"/>
          </p:cNvSpPr>
          <p:nvPr/>
        </p:nvSpPr>
        <p:spPr bwMode="auto">
          <a:xfrm>
            <a:off x="250825" y="2205038"/>
            <a:ext cx="756126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effectLst>
                  <a:outerShdw blurRad="38100" dist="38100" dir="2700000" algn="tl">
                    <a:srgbClr val="C0C0C0"/>
                  </a:outerShdw>
                </a:effectLst>
                <a:latin typeface="Times New Roman" panose="02020603050405020304" pitchFamily="18" charset="0"/>
              </a:rPr>
              <a:t>导出关于</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0</a:t>
            </a:r>
            <a:r>
              <a:rPr lang="zh-CN" altLang="en-US" sz="3200" b="1">
                <a:effectLst>
                  <a:outerShdw blurRad="38100" dist="38100" dir="2700000" algn="tl">
                    <a:srgbClr val="C0C0C0"/>
                  </a:outerShdw>
                </a:effectLst>
                <a:latin typeface="Times New Roman" panose="02020603050405020304" pitchFamily="18" charset="0"/>
              </a:rPr>
              <a:t>，</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1</a:t>
            </a:r>
            <a:r>
              <a:rPr lang="zh-CN" altLang="en-US" sz="3200" b="1">
                <a:effectLst>
                  <a:outerShdw blurRad="38100" dist="38100" dir="2700000" algn="tl">
                    <a:srgbClr val="C0C0C0"/>
                  </a:outerShdw>
                </a:effectLst>
                <a:latin typeface="Times New Roman" panose="02020603050405020304" pitchFamily="18" charset="0"/>
              </a:rPr>
              <a:t>，</a:t>
            </a:r>
            <a:r>
              <a:rPr lang="en-US" altLang="zh-CN" sz="3200" b="1" i="1">
                <a:effectLst>
                  <a:outerShdw blurRad="38100" dist="38100" dir="2700000" algn="tl">
                    <a:srgbClr val="C0C0C0"/>
                  </a:outerShdw>
                </a:effectLst>
                <a:latin typeface="Times New Roman" panose="02020603050405020304" pitchFamily="18" charset="0"/>
              </a:rPr>
              <a:t>a</a:t>
            </a:r>
            <a:r>
              <a:rPr lang="en-US" altLang="zh-CN" sz="3200" b="1" baseline="-25000">
                <a:effectLst>
                  <a:outerShdw blurRad="38100" dist="38100" dir="2700000" algn="tl">
                    <a:srgbClr val="C0C0C0"/>
                  </a:outerShdw>
                </a:effectLst>
                <a:latin typeface="Times New Roman" panose="02020603050405020304" pitchFamily="18" charset="0"/>
              </a:rPr>
              <a:t>2</a:t>
            </a:r>
            <a:r>
              <a:rPr lang="zh-CN" altLang="en-US" sz="3200" b="1">
                <a:effectLst>
                  <a:outerShdw blurRad="38100" dist="38100" dir="2700000" algn="tl">
                    <a:srgbClr val="C0C0C0"/>
                  </a:outerShdw>
                </a:effectLst>
                <a:latin typeface="Times New Roman" panose="02020603050405020304" pitchFamily="18" charset="0"/>
              </a:rPr>
              <a:t>的线性方程组</a:t>
            </a:r>
            <a:endParaRPr lang="zh-CN" altLang="en-US" sz="3200">
              <a:latin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5298">
                                            <p:txEl>
                                              <p:pRg st="0" end="0"/>
                                            </p:txEl>
                                          </p:spTgt>
                                        </p:tgtEl>
                                        <p:attrNameLst>
                                          <p:attrName>style.visibility</p:attrName>
                                        </p:attrNameLst>
                                      </p:cBhvr>
                                      <p:to>
                                        <p:strVal val="visible"/>
                                      </p:to>
                                    </p:set>
                                    <p:animEffect transition="in" filter="blinds(horizontal)">
                                      <p:cBhvr>
                                        <p:cTn id="7" dur="500"/>
                                        <p:tgtEl>
                                          <p:spTgt spid="5529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55301"/>
                                        </p:tgtEl>
                                        <p:attrNameLst>
                                          <p:attrName>style.visibility</p:attrName>
                                        </p:attrNameLst>
                                      </p:cBhvr>
                                      <p:to>
                                        <p:strVal val="visible"/>
                                      </p:to>
                                    </p:set>
                                    <p:animEffect transition="in" filter="blinds(horizontal)">
                                      <p:cBhvr>
                                        <p:cTn id="12" dur="500"/>
                                        <p:tgtEl>
                                          <p:spTgt spid="55301"/>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5302"/>
                                        </p:tgtEl>
                                        <p:attrNameLst>
                                          <p:attrName>style.visibility</p:attrName>
                                        </p:attrNameLst>
                                      </p:cBhvr>
                                      <p:to>
                                        <p:strVal val="visible"/>
                                      </p:to>
                                    </p:set>
                                    <p:animEffect transition="in" filter="blinds(horizontal)">
                                      <p:cBhvr>
                                        <p:cTn id="17" dur="500"/>
                                        <p:tgtEl>
                                          <p:spTgt spid="55302"/>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5299"/>
                                        </p:tgtEl>
                                        <p:attrNameLst>
                                          <p:attrName>style.visibility</p:attrName>
                                        </p:attrNameLst>
                                      </p:cBhvr>
                                      <p:to>
                                        <p:strVal val="visible"/>
                                      </p:to>
                                    </p:set>
                                    <p:animEffect transition="in" filter="blinds(horizontal)">
                                      <p:cBhvr>
                                        <p:cTn id="22" dur="500"/>
                                        <p:tgtEl>
                                          <p:spTgt spid="55299"/>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55300"/>
                                        </p:tgtEl>
                                        <p:attrNameLst>
                                          <p:attrName>style.visibility</p:attrName>
                                        </p:attrNameLst>
                                      </p:cBhvr>
                                      <p:to>
                                        <p:strVal val="visible"/>
                                      </p:to>
                                    </p:set>
                                    <p:animEffect transition="in" filter="blinds(horizontal)">
                                      <p:cBhvr>
                                        <p:cTn id="27" dur="500"/>
                                        <p:tgtEl>
                                          <p:spTgt spid="553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build="p"/>
      <p:bldP spid="55300" grpId="0"/>
      <p:bldP spid="55301" grpId="0"/>
      <p:bldP spid="5530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F9DF1314-B3D5-4FF8-A145-ADFC0BA9D975}"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229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229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D74AC22-0474-4BEE-B33A-1BC9E1EB3263}" type="slidenum">
              <a:rPr lang="zh-CN" altLang="en-US" smtClean="0">
                <a:solidFill>
                  <a:srgbClr val="000000"/>
                </a:solidFill>
                <a:latin typeface="Times New Roman" panose="02020603050405020304" pitchFamily="18" charset="0"/>
              </a:rPr>
              <a:t>5</a:t>
            </a:fld>
            <a:endParaRPr lang="zh-CN" altLang="en-US">
              <a:solidFill>
                <a:srgbClr val="000000"/>
              </a:solidFill>
              <a:latin typeface="Times New Roman" panose="02020603050405020304" pitchFamily="18" charset="0"/>
            </a:endParaRPr>
          </a:p>
        </p:txBody>
      </p:sp>
      <p:sp>
        <p:nvSpPr>
          <p:cNvPr id="3074" name="Rectangle 2"/>
          <p:cNvSpPr>
            <a:spLocks noChangeArrowheads="1"/>
          </p:cNvSpPr>
          <p:nvPr/>
        </p:nvSpPr>
        <p:spPr bwMode="auto">
          <a:xfrm>
            <a:off x="539750" y="1419225"/>
            <a:ext cx="8135938" cy="341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304800"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0000"/>
              </a:lnSpc>
              <a:spcBef>
                <a:spcPct val="10000"/>
              </a:spcBef>
            </a:pPr>
            <a:r>
              <a:rPr lang="zh-CN" altLang="en-US" sz="2400">
                <a:solidFill>
                  <a:srgbClr val="000000"/>
                </a:solidFill>
                <a:latin typeface="楷体_GB2312" pitchFamily="49" charset="-122"/>
                <a:ea typeface="楷体_GB2312" pitchFamily="49" charset="-122"/>
              </a:rPr>
              <a:t>  描述事物之间的数量关系：函数。</a:t>
            </a:r>
          </a:p>
          <a:p>
            <a:pPr eaLnBrk="1" hangingPunct="1">
              <a:lnSpc>
                <a:spcPct val="110000"/>
              </a:lnSpc>
              <a:spcBef>
                <a:spcPct val="10000"/>
              </a:spcBef>
            </a:pPr>
            <a:r>
              <a:rPr lang="zh-CN" altLang="en-US" sz="2400">
                <a:solidFill>
                  <a:srgbClr val="000000"/>
                </a:solidFill>
                <a:latin typeface="楷体_GB2312" pitchFamily="49" charset="-122"/>
                <a:ea typeface="楷体_GB2312" pitchFamily="49" charset="-122"/>
              </a:rPr>
              <a:t>  有两种情况：</a:t>
            </a:r>
          </a:p>
          <a:p>
            <a:pPr eaLnBrk="1" hangingPunct="1">
              <a:lnSpc>
                <a:spcPct val="110000"/>
              </a:lnSpc>
              <a:spcBef>
                <a:spcPct val="10000"/>
              </a:spcBef>
            </a:pPr>
            <a:r>
              <a:rPr lang="zh-CN" altLang="en-US" sz="2400">
                <a:solidFill>
                  <a:srgbClr val="000000"/>
                </a:solidFill>
                <a:latin typeface="楷体_GB2312" pitchFamily="49" charset="-122"/>
                <a:ea typeface="楷体_GB2312" pitchFamily="49" charset="-122"/>
              </a:rPr>
              <a:t>  一是</a:t>
            </a:r>
            <a:r>
              <a:rPr lang="zh-CN" altLang="en-US" sz="2400" b="1">
                <a:solidFill>
                  <a:srgbClr val="3333CC"/>
                </a:solidFill>
                <a:latin typeface="楷体_GB2312" pitchFamily="49" charset="-122"/>
                <a:ea typeface="楷体_GB2312" pitchFamily="49" charset="-122"/>
              </a:rPr>
              <a:t>表格</a:t>
            </a:r>
            <a:r>
              <a:rPr lang="zh-CN" altLang="en-US" sz="2400">
                <a:solidFill>
                  <a:srgbClr val="000000"/>
                </a:solidFill>
                <a:latin typeface="楷体_GB2312" pitchFamily="49" charset="-122"/>
                <a:ea typeface="楷体_GB2312" pitchFamily="49" charset="-122"/>
              </a:rPr>
              <a:t>形式</a:t>
            </a:r>
            <a:r>
              <a:rPr lang="en-US" altLang="zh-CN" sz="2400">
                <a:solidFill>
                  <a:srgbClr val="000000"/>
                </a:solidFill>
                <a:latin typeface="Times New Roman" panose="02020603050405020304" pitchFamily="18" charset="0"/>
                <a:ea typeface="楷体_GB2312" pitchFamily="49" charset="-122"/>
              </a:rPr>
              <a:t>——</a:t>
            </a:r>
            <a:r>
              <a:rPr lang="zh-CN" altLang="en-US" sz="2400">
                <a:solidFill>
                  <a:srgbClr val="000000"/>
                </a:solidFill>
                <a:latin typeface="楷体_GB2312" pitchFamily="49" charset="-122"/>
                <a:ea typeface="楷体_GB2312" pitchFamily="49" charset="-122"/>
              </a:rPr>
              <a:t>一组</a:t>
            </a:r>
            <a:r>
              <a:rPr lang="zh-CN" altLang="en-US" sz="2400" b="1">
                <a:solidFill>
                  <a:srgbClr val="000000"/>
                </a:solidFill>
                <a:latin typeface="楷体_GB2312" pitchFamily="49" charset="-122"/>
                <a:ea typeface="楷体_GB2312" pitchFamily="49" charset="-122"/>
              </a:rPr>
              <a:t>离散的数据</a:t>
            </a:r>
            <a:r>
              <a:rPr lang="zh-CN" altLang="en-US" sz="2400">
                <a:solidFill>
                  <a:srgbClr val="000000"/>
                </a:solidFill>
                <a:latin typeface="楷体_GB2312" pitchFamily="49" charset="-122"/>
                <a:ea typeface="楷体_GB2312" pitchFamily="49" charset="-122"/>
              </a:rPr>
              <a:t>来表示函数关系；另一种是函数虽然</a:t>
            </a:r>
            <a:r>
              <a:rPr lang="zh-CN" altLang="en-US" sz="2400" b="1">
                <a:solidFill>
                  <a:srgbClr val="000000"/>
                </a:solidFill>
                <a:latin typeface="楷体_GB2312" pitchFamily="49" charset="-122"/>
                <a:ea typeface="楷体_GB2312" pitchFamily="49" charset="-122"/>
              </a:rPr>
              <a:t>有明显的</a:t>
            </a:r>
            <a:r>
              <a:rPr lang="zh-CN" altLang="en-US" sz="2400" b="1">
                <a:solidFill>
                  <a:srgbClr val="3333CC"/>
                </a:solidFill>
                <a:latin typeface="楷体_GB2312" pitchFamily="49" charset="-122"/>
                <a:ea typeface="楷体_GB2312" pitchFamily="49" charset="-122"/>
              </a:rPr>
              <a:t>表达式</a:t>
            </a:r>
            <a:r>
              <a:rPr lang="zh-CN" altLang="en-US" sz="2400" b="1">
                <a:solidFill>
                  <a:srgbClr val="000000"/>
                </a:solidFill>
                <a:latin typeface="楷体_GB2312" pitchFamily="49" charset="-122"/>
                <a:ea typeface="楷体_GB2312" pitchFamily="49" charset="-122"/>
              </a:rPr>
              <a:t>，但很复杂</a:t>
            </a:r>
            <a:r>
              <a:rPr lang="zh-CN" altLang="en-US" sz="2400">
                <a:solidFill>
                  <a:srgbClr val="000000"/>
                </a:solidFill>
                <a:latin typeface="楷体_GB2312" pitchFamily="49" charset="-122"/>
                <a:ea typeface="楷体_GB2312" pitchFamily="49" charset="-122"/>
              </a:rPr>
              <a:t>，不便于研究和使用。</a:t>
            </a:r>
          </a:p>
          <a:p>
            <a:pPr eaLnBrk="1" hangingPunct="1">
              <a:lnSpc>
                <a:spcPct val="110000"/>
              </a:lnSpc>
              <a:spcBef>
                <a:spcPct val="10000"/>
              </a:spcBef>
            </a:pPr>
            <a:r>
              <a:rPr lang="zh-CN" altLang="en-US" sz="2400">
                <a:solidFill>
                  <a:srgbClr val="000000"/>
                </a:solidFill>
                <a:latin typeface="楷体_GB2312" pitchFamily="49" charset="-122"/>
                <a:ea typeface="楷体_GB2312" pitchFamily="49" charset="-122"/>
              </a:rPr>
              <a:t>  从实际需要出发：对于计算结果允许有一定的误差，可以把函数关系用一个简单的便于计算和处理的</a:t>
            </a:r>
            <a:r>
              <a:rPr lang="zh-CN" altLang="en-US" sz="2400" b="1">
                <a:solidFill>
                  <a:srgbClr val="FF9900"/>
                </a:solidFill>
                <a:latin typeface="楷体_GB2312" pitchFamily="49" charset="-122"/>
                <a:ea typeface="楷体_GB2312" pitchFamily="49" charset="-122"/>
              </a:rPr>
              <a:t>近似表达式</a:t>
            </a:r>
            <a:r>
              <a:rPr lang="zh-CN" altLang="en-US" sz="2400">
                <a:solidFill>
                  <a:srgbClr val="000000"/>
                </a:solidFill>
                <a:latin typeface="楷体_GB2312" pitchFamily="49" charset="-122"/>
                <a:ea typeface="楷体_GB2312" pitchFamily="49" charset="-122"/>
              </a:rPr>
              <a:t>来代替，从而使问题得到简化。</a:t>
            </a:r>
          </a:p>
        </p:txBody>
      </p:sp>
      <p:sp>
        <p:nvSpPr>
          <p:cNvPr id="3075" name="Rectangle 3"/>
          <p:cNvSpPr>
            <a:spLocks noChangeArrowheads="1"/>
          </p:cNvSpPr>
          <p:nvPr/>
        </p:nvSpPr>
        <p:spPr bwMode="auto">
          <a:xfrm>
            <a:off x="1219200" y="5403850"/>
            <a:ext cx="69405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a:solidFill>
                  <a:srgbClr val="000000"/>
                </a:solidFill>
                <a:latin typeface="Times New Roman" panose="02020603050405020304" pitchFamily="18" charset="0"/>
                <a:ea typeface="楷体_GB2312" pitchFamily="49" charset="-122"/>
              </a:rPr>
              <a:t>一般地，构造某种简单函数代替原来函数。</a:t>
            </a:r>
          </a:p>
        </p:txBody>
      </p:sp>
      <p:sp>
        <p:nvSpPr>
          <p:cNvPr id="3076" name="AutoShape 4"/>
          <p:cNvSpPr>
            <a:spLocks noChangeArrowheads="1"/>
          </p:cNvSpPr>
          <p:nvPr/>
        </p:nvSpPr>
        <p:spPr bwMode="auto">
          <a:xfrm>
            <a:off x="4284663" y="4611688"/>
            <a:ext cx="4176712" cy="576262"/>
          </a:xfrm>
          <a:prstGeom prst="wedgeRectCallout">
            <a:avLst>
              <a:gd name="adj1" fmla="val 28602"/>
              <a:gd name="adj2" fmla="val -97935"/>
            </a:avLst>
          </a:prstGeom>
          <a:gradFill rotWithShape="0">
            <a:gsLst>
              <a:gs pos="0">
                <a:schemeClr val="bg1"/>
              </a:gs>
              <a:gs pos="100000">
                <a:srgbClr val="CCFFFF"/>
              </a:gs>
            </a:gsLst>
            <a:lin ang="2700000" scaled="1"/>
          </a:gradFill>
          <a:ln w="9525">
            <a:solidFill>
              <a:schemeClr val="accent2"/>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800">
                <a:solidFill>
                  <a:srgbClr val="000000"/>
                </a:solidFill>
                <a:latin typeface="Times New Roman" panose="02020603050405020304" pitchFamily="18" charset="0"/>
                <a:ea typeface="楷体_GB2312" pitchFamily="49" charset="-122"/>
              </a:rPr>
              <a:t>插值法就是一种基本方法</a:t>
            </a:r>
          </a:p>
        </p:txBody>
      </p:sp>
      <p:sp>
        <p:nvSpPr>
          <p:cNvPr id="3078" name="Rectangle 6"/>
          <p:cNvSpPr>
            <a:spLocks noChangeArrowheads="1"/>
          </p:cNvSpPr>
          <p:nvPr/>
        </p:nvSpPr>
        <p:spPr bwMode="auto">
          <a:xfrm>
            <a:off x="990600" y="404813"/>
            <a:ext cx="69342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3600" b="1">
                <a:solidFill>
                  <a:srgbClr val="000000"/>
                </a:solidFill>
                <a:latin typeface="Times New Roman" panose="02020603050405020304" pitchFamily="18" charset="0"/>
                <a:ea typeface="楷体_GB2312" pitchFamily="49" charset="-122"/>
              </a:rPr>
              <a:t>插值的基本概念</a:t>
            </a:r>
            <a:endParaRPr lang="zh-CN" altLang="en-US" sz="2400" b="1">
              <a:solidFill>
                <a:srgbClr val="008000"/>
              </a:solidFill>
              <a:ea typeface="楷体_GB2312" pitchFamily="49" charset="-122"/>
            </a:endParaRPr>
          </a:p>
        </p:txBody>
      </p:sp>
      <p:grpSp>
        <p:nvGrpSpPr>
          <p:cNvPr id="3079" name="Group 7"/>
          <p:cNvGrpSpPr/>
          <p:nvPr/>
        </p:nvGrpSpPr>
        <p:grpSpPr bwMode="auto">
          <a:xfrm>
            <a:off x="1447800" y="2654300"/>
            <a:ext cx="1582738" cy="457200"/>
            <a:chOff x="0" y="0"/>
            <a:chExt cx="997" cy="288"/>
          </a:xfrm>
        </p:grpSpPr>
        <p:sp>
          <p:nvSpPr>
            <p:cNvPr id="12297" name="Oval 8"/>
            <p:cNvSpPr>
              <a:spLocks noChangeArrowheads="1"/>
            </p:cNvSpPr>
            <p:nvPr/>
          </p:nvSpPr>
          <p:spPr bwMode="auto">
            <a:xfrm>
              <a:off x="0" y="16"/>
              <a:ext cx="997" cy="272"/>
            </a:xfrm>
            <a:prstGeom prst="ellipse">
              <a:avLst/>
            </a:prstGeom>
            <a:solidFill>
              <a:schemeClr val="accent1">
                <a:alpha val="50194"/>
              </a:schemeClr>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2298" name="Text Box 9"/>
            <p:cNvSpPr txBox="1">
              <a:spLocks noChangeArrowheads="1"/>
            </p:cNvSpPr>
            <p:nvPr/>
          </p:nvSpPr>
          <p:spPr bwMode="auto">
            <a:xfrm>
              <a:off x="317" y="0"/>
              <a:ext cx="40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00"/>
                  </a:solidFill>
                  <a:latin typeface="Times New Roman" panose="02020603050405020304" pitchFamily="18" charset="0"/>
                  <a:ea typeface="楷体_GB2312" pitchFamily="49" charset="-122"/>
                </a:rPr>
                <a:t>(1)</a:t>
              </a:r>
            </a:p>
          </p:txBody>
        </p:sp>
      </p:grpSp>
      <p:grpSp>
        <p:nvGrpSpPr>
          <p:cNvPr id="3082" name="Group 10"/>
          <p:cNvGrpSpPr/>
          <p:nvPr/>
        </p:nvGrpSpPr>
        <p:grpSpPr bwMode="auto">
          <a:xfrm>
            <a:off x="3810000" y="3035300"/>
            <a:ext cx="1368425" cy="457200"/>
            <a:chOff x="0" y="0"/>
            <a:chExt cx="862" cy="288"/>
          </a:xfrm>
        </p:grpSpPr>
        <p:sp>
          <p:nvSpPr>
            <p:cNvPr id="12300" name="Oval 11"/>
            <p:cNvSpPr>
              <a:spLocks noChangeArrowheads="1"/>
            </p:cNvSpPr>
            <p:nvPr/>
          </p:nvSpPr>
          <p:spPr bwMode="auto">
            <a:xfrm>
              <a:off x="0" y="16"/>
              <a:ext cx="862" cy="272"/>
            </a:xfrm>
            <a:prstGeom prst="ellipse">
              <a:avLst/>
            </a:prstGeom>
            <a:solidFill>
              <a:schemeClr val="accent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2301" name="Text Box 12"/>
            <p:cNvSpPr txBox="1">
              <a:spLocks noChangeArrowheads="1"/>
            </p:cNvSpPr>
            <p:nvPr/>
          </p:nvSpPr>
          <p:spPr bwMode="auto">
            <a:xfrm>
              <a:off x="271" y="0"/>
              <a:ext cx="40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00"/>
                  </a:solidFill>
                  <a:latin typeface="Times New Roman" panose="02020603050405020304" pitchFamily="18" charset="0"/>
                  <a:ea typeface="楷体_GB2312" pitchFamily="49" charset="-122"/>
                </a:rPr>
                <a:t>(2)</a:t>
              </a:r>
            </a:p>
          </p:txBody>
        </p:sp>
      </p:grpSp>
      <p:sp>
        <p:nvSpPr>
          <p:cNvPr id="3085" name="未知"/>
          <p:cNvSpPr>
            <a:spLocks noChangeArrowheads="1"/>
          </p:cNvSpPr>
          <p:nvPr/>
        </p:nvSpPr>
        <p:spPr bwMode="auto">
          <a:xfrm>
            <a:off x="2771775" y="1803400"/>
            <a:ext cx="1779588" cy="1287463"/>
          </a:xfrm>
          <a:custGeom>
            <a:avLst/>
            <a:gdLst>
              <a:gd name="T0" fmla="*/ 0 w 1121"/>
              <a:gd name="T1" fmla="*/ 597 h 811"/>
              <a:gd name="T2" fmla="*/ 150 w 1121"/>
              <a:gd name="T3" fmla="*/ 372 h 811"/>
              <a:gd name="T4" fmla="*/ 346 w 1121"/>
              <a:gd name="T5" fmla="*/ 164 h 811"/>
              <a:gd name="T6" fmla="*/ 526 w 1121"/>
              <a:gd name="T7" fmla="*/ 95 h 811"/>
              <a:gd name="T8" fmla="*/ 917 w 1121"/>
              <a:gd name="T9" fmla="*/ 43 h 811"/>
              <a:gd name="T10" fmla="*/ 1052 w 1121"/>
              <a:gd name="T11" fmla="*/ 354 h 811"/>
              <a:gd name="T12" fmla="*/ 1121 w 1121"/>
              <a:gd name="T13" fmla="*/ 811 h 811"/>
            </a:gdLst>
            <a:ahLst/>
            <a:cxnLst>
              <a:cxn ang="0">
                <a:pos x="T0" y="T1"/>
              </a:cxn>
              <a:cxn ang="0">
                <a:pos x="T2" y="T3"/>
              </a:cxn>
              <a:cxn ang="0">
                <a:pos x="T4" y="T5"/>
              </a:cxn>
              <a:cxn ang="0">
                <a:pos x="T6" y="T7"/>
              </a:cxn>
              <a:cxn ang="0">
                <a:pos x="T8" y="T9"/>
              </a:cxn>
              <a:cxn ang="0">
                <a:pos x="T10" y="T11"/>
              </a:cxn>
              <a:cxn ang="0">
                <a:pos x="T12" y="T13"/>
              </a:cxn>
            </a:cxnLst>
            <a:rect l="0" t="0" r="r" b="b"/>
            <a:pathLst>
              <a:path w="1121" h="811">
                <a:moveTo>
                  <a:pt x="0" y="597"/>
                </a:moveTo>
                <a:cubicBezTo>
                  <a:pt x="25" y="559"/>
                  <a:pt x="93" y="444"/>
                  <a:pt x="150" y="372"/>
                </a:cubicBezTo>
                <a:cubicBezTo>
                  <a:pt x="208" y="300"/>
                  <a:pt x="284" y="210"/>
                  <a:pt x="346" y="164"/>
                </a:cubicBezTo>
                <a:cubicBezTo>
                  <a:pt x="409" y="118"/>
                  <a:pt x="431" y="115"/>
                  <a:pt x="526" y="95"/>
                </a:cubicBezTo>
                <a:cubicBezTo>
                  <a:pt x="621" y="74"/>
                  <a:pt x="829" y="0"/>
                  <a:pt x="917" y="43"/>
                </a:cubicBezTo>
                <a:cubicBezTo>
                  <a:pt x="1005" y="87"/>
                  <a:pt x="1018" y="226"/>
                  <a:pt x="1052" y="354"/>
                </a:cubicBezTo>
                <a:cubicBezTo>
                  <a:pt x="1086" y="482"/>
                  <a:pt x="1107" y="716"/>
                  <a:pt x="1121" y="811"/>
                </a:cubicBezTo>
              </a:path>
            </a:pathLst>
          </a:custGeom>
          <a:noFill/>
          <a:ln w="9525">
            <a:solidFill>
              <a:srgbClr val="993300"/>
            </a:solidFill>
            <a:round/>
            <a:head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3086" name="Group 14"/>
          <p:cNvGrpSpPr/>
          <p:nvPr/>
        </p:nvGrpSpPr>
        <p:grpSpPr bwMode="auto">
          <a:xfrm>
            <a:off x="3132138" y="1371600"/>
            <a:ext cx="2376487" cy="1295400"/>
            <a:chOff x="0" y="0"/>
            <a:chExt cx="1497" cy="816"/>
          </a:xfrm>
        </p:grpSpPr>
        <p:sp>
          <p:nvSpPr>
            <p:cNvPr id="3087" name="AutoShape 15"/>
            <p:cNvSpPr>
              <a:spLocks noChangeArrowheads="1"/>
            </p:cNvSpPr>
            <p:nvPr/>
          </p:nvSpPr>
          <p:spPr bwMode="auto">
            <a:xfrm>
              <a:off x="0" y="0"/>
              <a:ext cx="1497" cy="816"/>
            </a:xfrm>
            <a:prstGeom prst="roundRect">
              <a:avLst>
                <a:gd name="adj" fmla="val 16667"/>
              </a:avLst>
            </a:prstGeom>
            <a:gradFill rotWithShape="1">
              <a:gsLst>
                <a:gs pos="0">
                  <a:schemeClr val="hlink">
                    <a:gamma/>
                    <a:shade val="46275"/>
                    <a:invGamma/>
                  </a:schemeClr>
                </a:gs>
                <a:gs pos="50000">
                  <a:schemeClr val="hlink"/>
                </a:gs>
                <a:gs pos="100000">
                  <a:schemeClr val="hlink">
                    <a:gamma/>
                    <a:shade val="46275"/>
                    <a:invGamma/>
                  </a:schemeClr>
                </a:gs>
              </a:gsLst>
              <a:lin ang="1890000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buFontTx/>
                <a:buNone/>
                <a:defRPr/>
              </a:pPr>
              <a:endParaRPr lang="zh-CN" altLang="en-US" sz="2800">
                <a:solidFill>
                  <a:srgbClr val="000000"/>
                </a:solidFill>
                <a:latin typeface="Times New Roman" panose="02020603050405020304" pitchFamily="18" charset="0"/>
                <a:ea typeface="楷体_GB2312" pitchFamily="49" charset="-122"/>
              </a:endParaRPr>
            </a:p>
          </p:txBody>
        </p:sp>
        <p:sp>
          <p:nvSpPr>
            <p:cNvPr id="12305" name="Text Box 16"/>
            <p:cNvSpPr txBox="1">
              <a:spLocks noChangeArrowheads="1"/>
            </p:cNvSpPr>
            <p:nvPr/>
          </p:nvSpPr>
          <p:spPr bwMode="auto">
            <a:xfrm>
              <a:off x="91" y="83"/>
              <a:ext cx="1361" cy="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00"/>
                  </a:solidFill>
                  <a:latin typeface="Times New Roman" panose="02020603050405020304" pitchFamily="18" charset="0"/>
                  <a:ea typeface="楷体_GB2312" pitchFamily="49" charset="-122"/>
                </a:rPr>
                <a:t>(2) </a:t>
              </a:r>
              <a:r>
                <a:rPr lang="zh-CN" altLang="en-US" sz="2000" b="1">
                  <a:solidFill>
                    <a:srgbClr val="000000"/>
                  </a:solidFill>
                  <a:latin typeface="Times New Roman" panose="02020603050405020304" pitchFamily="18" charset="0"/>
                  <a:ea typeface="楷体_GB2312" pitchFamily="49" charset="-122"/>
                </a:rPr>
                <a:t>在 </a:t>
              </a:r>
              <a:r>
                <a:rPr lang="en-US" altLang="zh-CN" sz="2000" b="1" i="1">
                  <a:solidFill>
                    <a:srgbClr val="000000"/>
                  </a:solidFill>
                  <a:latin typeface="Times New Roman" panose="02020603050405020304" pitchFamily="18" charset="0"/>
                  <a:ea typeface="楷体_GB2312" pitchFamily="49" charset="-122"/>
                </a:rPr>
                <a:t>x </a:t>
              </a:r>
              <a:r>
                <a:rPr lang="zh-CN" altLang="en-US" sz="2000" b="1">
                  <a:solidFill>
                    <a:srgbClr val="000000"/>
                  </a:solidFill>
                  <a:latin typeface="Times New Roman" panose="02020603050405020304" pitchFamily="18" charset="0"/>
                  <a:ea typeface="楷体_GB2312" pitchFamily="49" charset="-122"/>
                </a:rPr>
                <a:t>为特殊值时</a:t>
              </a:r>
              <a:r>
                <a:rPr lang="en-US" altLang="zh-CN" sz="2000" b="1">
                  <a:solidFill>
                    <a:srgbClr val="000000"/>
                  </a:solidFill>
                  <a:latin typeface="Times New Roman" panose="02020603050405020304" pitchFamily="18" charset="0"/>
                  <a:ea typeface="楷体_GB2312" pitchFamily="49" charset="-122"/>
                </a:rPr>
                <a:t>,   </a:t>
              </a:r>
              <a:r>
                <a:rPr lang="zh-CN" altLang="en-US" sz="2000" b="1">
                  <a:solidFill>
                    <a:srgbClr val="000000"/>
                  </a:solidFill>
                  <a:latin typeface="Times New Roman" panose="02020603050405020304" pitchFamily="18" charset="0"/>
                  <a:ea typeface="楷体_GB2312" pitchFamily="49" charset="-122"/>
                </a:rPr>
                <a:t>是好计算的</a:t>
              </a:r>
              <a:r>
                <a:rPr lang="en-US" altLang="zh-CN" sz="2000" b="1">
                  <a:solidFill>
                    <a:srgbClr val="000000"/>
                  </a:solidFill>
                  <a:latin typeface="Times New Roman" panose="02020603050405020304" pitchFamily="18" charset="0"/>
                  <a:ea typeface="楷体_GB2312" pitchFamily="49" charset="-122"/>
                </a:rPr>
                <a:t>,  </a:t>
              </a:r>
              <a:r>
                <a:rPr lang="zh-CN" altLang="en-US" sz="2000" b="1">
                  <a:solidFill>
                    <a:srgbClr val="000000"/>
                  </a:solidFill>
                  <a:latin typeface="Times New Roman" panose="02020603050405020304" pitchFamily="18" charset="0"/>
                  <a:ea typeface="楷体_GB2312" pitchFamily="49" charset="-122"/>
                </a:rPr>
                <a:t>则 </a:t>
              </a:r>
              <a:r>
                <a:rPr lang="en-US" altLang="zh-CN" sz="2000" b="1">
                  <a:solidFill>
                    <a:srgbClr val="3333CC"/>
                  </a:solidFill>
                  <a:latin typeface="Times New Roman" panose="02020603050405020304" pitchFamily="18" charset="0"/>
                  <a:ea typeface="楷体_GB2312" pitchFamily="49" charset="-122"/>
                </a:rPr>
                <a:t>(2)</a:t>
              </a:r>
              <a:r>
                <a:rPr lang="zh-CN" altLang="en-US" sz="2000" b="1">
                  <a:solidFill>
                    <a:srgbClr val="3333CC"/>
                  </a:solidFill>
                  <a:latin typeface="Times New Roman" panose="02020603050405020304" pitchFamily="18" charset="0"/>
                  <a:ea typeface="楷体_GB2312" pitchFamily="49" charset="-122"/>
                </a:rPr>
                <a:t>可转化为</a:t>
              </a:r>
              <a:r>
                <a:rPr lang="en-US" altLang="zh-CN" sz="2000" b="1">
                  <a:solidFill>
                    <a:srgbClr val="3333CC"/>
                  </a:solidFill>
                  <a:latin typeface="Times New Roman" panose="02020603050405020304" pitchFamily="18" charset="0"/>
                  <a:ea typeface="楷体_GB2312" pitchFamily="49" charset="-122"/>
                </a:rPr>
                <a:t>(1)</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078"/>
                                        </p:tgtEl>
                                        <p:attrNameLst>
                                          <p:attrName>style.visibility</p:attrName>
                                        </p:attrNameLst>
                                      </p:cBhvr>
                                      <p:to>
                                        <p:strVal val="visible"/>
                                      </p:to>
                                    </p:set>
                                    <p:animEffect transition="in" filter="wipe(up)">
                                      <p:cBhvr>
                                        <p:cTn id="7" dur="500"/>
                                        <p:tgtEl>
                                          <p:spTgt spid="3078"/>
                                        </p:tgtEl>
                                      </p:cBhvr>
                                    </p:animEffect>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074">
                                            <p:txEl>
                                              <p:pRg st="0" end="0"/>
                                            </p:txEl>
                                          </p:spTgt>
                                        </p:tgtEl>
                                        <p:attrNameLst>
                                          <p:attrName>style.visibility</p:attrName>
                                        </p:attrNameLst>
                                      </p:cBhvr>
                                      <p:to>
                                        <p:strVal val="visible"/>
                                      </p:to>
                                    </p:set>
                                    <p:anim calcmode="lin" valueType="num">
                                      <p:cBhvr>
                                        <p:cTn id="12" dur="500" fill="hold"/>
                                        <p:tgtEl>
                                          <p:spTgt spid="3074">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307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3074">
                                            <p:txEl>
                                              <p:pRg st="1" end="1"/>
                                            </p:txEl>
                                          </p:spTgt>
                                        </p:tgtEl>
                                        <p:attrNameLst>
                                          <p:attrName>style.visibility</p:attrName>
                                        </p:attrNameLst>
                                      </p:cBhvr>
                                      <p:to>
                                        <p:strVal val="visible"/>
                                      </p:to>
                                    </p:set>
                                    <p:anim calcmode="lin" valueType="num">
                                      <p:cBhvr>
                                        <p:cTn id="18" dur="500" fill="hold"/>
                                        <p:tgtEl>
                                          <p:spTgt spid="3074">
                                            <p:txEl>
                                              <p:pRg st="1" end="1"/>
                                            </p:txEl>
                                          </p:spTgt>
                                        </p:tgtEl>
                                        <p:attrNameLst>
                                          <p:attrName>ppt_x</p:attrName>
                                        </p:attrNameLst>
                                      </p:cBhvr>
                                      <p:tavLst>
                                        <p:tav tm="0">
                                          <p:val>
                                            <p:strVal val="#ppt_x"/>
                                          </p:val>
                                        </p:tav>
                                        <p:tav tm="100000">
                                          <p:val>
                                            <p:strVal val="#ppt_x"/>
                                          </p:val>
                                        </p:tav>
                                      </p:tavLst>
                                    </p:anim>
                                    <p:anim calcmode="lin" valueType="num">
                                      <p:cBhvr>
                                        <p:cTn id="19" dur="500" fill="hold"/>
                                        <p:tgtEl>
                                          <p:spTgt spid="307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3074">
                                            <p:txEl>
                                              <p:pRg st="2" end="2"/>
                                            </p:txEl>
                                          </p:spTgt>
                                        </p:tgtEl>
                                        <p:attrNameLst>
                                          <p:attrName>style.visibility</p:attrName>
                                        </p:attrNameLst>
                                      </p:cBhvr>
                                      <p:to>
                                        <p:strVal val="visible"/>
                                      </p:to>
                                    </p:set>
                                    <p:anim calcmode="lin" valueType="num">
                                      <p:cBhvr>
                                        <p:cTn id="24" dur="500" fill="hold"/>
                                        <p:tgtEl>
                                          <p:spTgt spid="3074">
                                            <p:txEl>
                                              <p:pRg st="2" end="2"/>
                                            </p:txEl>
                                          </p:spTgt>
                                        </p:tgtEl>
                                        <p:attrNameLst>
                                          <p:attrName>ppt_x</p:attrName>
                                        </p:attrNameLst>
                                      </p:cBhvr>
                                      <p:tavLst>
                                        <p:tav tm="0">
                                          <p:val>
                                            <p:strVal val="#ppt_x"/>
                                          </p:val>
                                        </p:tav>
                                        <p:tav tm="100000">
                                          <p:val>
                                            <p:strVal val="#ppt_x"/>
                                          </p:val>
                                        </p:tav>
                                      </p:tavLst>
                                    </p:anim>
                                    <p:anim calcmode="lin" valueType="num">
                                      <p:cBhvr>
                                        <p:cTn id="25" dur="500" fill="hold"/>
                                        <p:tgtEl>
                                          <p:spTgt spid="307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3074">
                                            <p:txEl>
                                              <p:pRg st="3" end="3"/>
                                            </p:txEl>
                                          </p:spTgt>
                                        </p:tgtEl>
                                        <p:attrNameLst>
                                          <p:attrName>style.visibility</p:attrName>
                                        </p:attrNameLst>
                                      </p:cBhvr>
                                      <p:to>
                                        <p:strVal val="visible"/>
                                      </p:to>
                                    </p:set>
                                    <p:anim calcmode="lin" valueType="num">
                                      <p:cBhvr>
                                        <p:cTn id="30" dur="500" fill="hold"/>
                                        <p:tgtEl>
                                          <p:spTgt spid="3074">
                                            <p:txEl>
                                              <p:pRg st="3" end="3"/>
                                            </p:txEl>
                                          </p:spTgt>
                                        </p:tgtEl>
                                        <p:attrNameLst>
                                          <p:attrName>ppt_x</p:attrName>
                                        </p:attrNameLst>
                                      </p:cBhvr>
                                      <p:tavLst>
                                        <p:tav tm="0">
                                          <p:val>
                                            <p:strVal val="#ppt_x"/>
                                          </p:val>
                                        </p:tav>
                                        <p:tav tm="100000">
                                          <p:val>
                                            <p:strVal val="#ppt_x"/>
                                          </p:val>
                                        </p:tav>
                                      </p:tavLst>
                                    </p:anim>
                                    <p:anim calcmode="lin" valueType="num">
                                      <p:cBhvr>
                                        <p:cTn id="31" dur="500" fill="hold"/>
                                        <p:tgtEl>
                                          <p:spTgt spid="307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3075"/>
                                        </p:tgtEl>
                                        <p:attrNameLst>
                                          <p:attrName>style.visibility</p:attrName>
                                        </p:attrNameLst>
                                      </p:cBhvr>
                                      <p:to>
                                        <p:strVal val="visible"/>
                                      </p:to>
                                    </p:set>
                                    <p:anim calcmode="lin" valueType="num">
                                      <p:cBhvr>
                                        <p:cTn id="36" dur="500" fill="hold"/>
                                        <p:tgtEl>
                                          <p:spTgt spid="3075"/>
                                        </p:tgtEl>
                                        <p:attrNameLst>
                                          <p:attrName>ppt_x</p:attrName>
                                        </p:attrNameLst>
                                      </p:cBhvr>
                                      <p:tavLst>
                                        <p:tav tm="0">
                                          <p:val>
                                            <p:strVal val="#ppt_x"/>
                                          </p:val>
                                        </p:tav>
                                        <p:tav tm="100000">
                                          <p:val>
                                            <p:strVal val="#ppt_x"/>
                                          </p:val>
                                        </p:tav>
                                      </p:tavLst>
                                    </p:anim>
                                    <p:anim calcmode="lin" valueType="num">
                                      <p:cBhvr>
                                        <p:cTn id="37" dur="500" fill="hold"/>
                                        <p:tgtEl>
                                          <p:spTgt spid="3075"/>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34"/>
                                            </p:cond>
                                          </p:stCondLst>
                                          <p:endCondLst>
                                            <p:cond evt="onStopAudio" delay="0">
                                              <p:tgtEl>
                                                <p:sldTgt/>
                                              </p:tgtEl>
                                            </p:cond>
                                          </p:endCondLst>
                                        </p:cTn>
                                        <p:tgtEl>
                                          <p:sndTgt r:embed="rId4" name="type.wav"/>
                                        </p:tgtEl>
                                      </p:cMediaNode>
                                    </p:audio>
                                  </p:subTnLst>
                                </p:cTn>
                              </p:par>
                            </p:childTnLst>
                          </p:cTn>
                        </p:par>
                      </p:childTnLst>
                    </p:cTn>
                  </p:par>
                  <p:par>
                    <p:cTn id="38" fill="hold">
                      <p:stCondLst>
                        <p:cond delay="indefinite"/>
                      </p:stCondLst>
                      <p:childTnLst>
                        <p:par>
                          <p:cTn id="39" fill="hold">
                            <p:stCondLst>
                              <p:cond delay="0"/>
                            </p:stCondLst>
                            <p:childTnLst>
                              <p:par>
                                <p:cTn id="40" presetID="17" presetClass="entr" presetSubtype="2" fill="hold" grpId="0" nodeType="clickEffect">
                                  <p:stCondLst>
                                    <p:cond delay="0"/>
                                  </p:stCondLst>
                                  <p:childTnLst>
                                    <p:set>
                                      <p:cBhvr>
                                        <p:cTn id="41" dur="1" fill="hold">
                                          <p:stCondLst>
                                            <p:cond delay="0"/>
                                          </p:stCondLst>
                                        </p:cTn>
                                        <p:tgtEl>
                                          <p:spTgt spid="3076"/>
                                        </p:tgtEl>
                                        <p:attrNameLst>
                                          <p:attrName>style.visibility</p:attrName>
                                        </p:attrNameLst>
                                      </p:cBhvr>
                                      <p:to>
                                        <p:strVal val="visible"/>
                                      </p:to>
                                    </p:set>
                                    <p:anim calcmode="lin" valueType="num">
                                      <p:cBhvr>
                                        <p:cTn id="42" dur="500" fill="hold"/>
                                        <p:tgtEl>
                                          <p:spTgt spid="3076"/>
                                        </p:tgtEl>
                                        <p:attrNameLst>
                                          <p:attrName>ppt_x</p:attrName>
                                        </p:attrNameLst>
                                      </p:cBhvr>
                                      <p:tavLst>
                                        <p:tav tm="0">
                                          <p:val>
                                            <p:strVal val="#ppt_x+#ppt_w/2"/>
                                          </p:val>
                                        </p:tav>
                                        <p:tav tm="100000">
                                          <p:val>
                                            <p:strVal val="#ppt_x"/>
                                          </p:val>
                                        </p:tav>
                                      </p:tavLst>
                                    </p:anim>
                                    <p:anim calcmode="lin" valueType="num">
                                      <p:cBhvr>
                                        <p:cTn id="43" dur="500" fill="hold"/>
                                        <p:tgtEl>
                                          <p:spTgt spid="3076"/>
                                        </p:tgtEl>
                                        <p:attrNameLst>
                                          <p:attrName>ppt_y</p:attrName>
                                        </p:attrNameLst>
                                      </p:cBhvr>
                                      <p:tavLst>
                                        <p:tav tm="0">
                                          <p:val>
                                            <p:strVal val="#ppt_y"/>
                                          </p:val>
                                        </p:tav>
                                        <p:tav tm="100000">
                                          <p:val>
                                            <p:strVal val="#ppt_y"/>
                                          </p:val>
                                        </p:tav>
                                      </p:tavLst>
                                    </p:anim>
                                    <p:anim calcmode="lin" valueType="num">
                                      <p:cBhvr>
                                        <p:cTn id="44" dur="500" fill="hold"/>
                                        <p:tgtEl>
                                          <p:spTgt spid="3076"/>
                                        </p:tgtEl>
                                        <p:attrNameLst>
                                          <p:attrName>ppt_w</p:attrName>
                                        </p:attrNameLst>
                                      </p:cBhvr>
                                      <p:tavLst>
                                        <p:tav tm="0">
                                          <p:val>
                                            <p:fltVal val="0"/>
                                          </p:val>
                                        </p:tav>
                                        <p:tav tm="100000">
                                          <p:val>
                                            <p:strVal val="#ppt_w"/>
                                          </p:val>
                                        </p:tav>
                                      </p:tavLst>
                                    </p:anim>
                                    <p:anim calcmode="lin" valueType="num">
                                      <p:cBhvr>
                                        <p:cTn id="45" dur="500" fill="hold"/>
                                        <p:tgtEl>
                                          <p:spTgt spid="3076"/>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40"/>
                                            </p:cond>
                                          </p:stCondLst>
                                          <p:endCondLst>
                                            <p:cond evt="onStopAudio" delay="0">
                                              <p:tgtEl>
                                                <p:sldTgt/>
                                              </p:tgtEl>
                                            </p:cond>
                                          </p:endCondLst>
                                        </p:cTn>
                                        <p:tgtEl>
                                          <p:sndTgt r:embed="rId5" name="whoosh.wav"/>
                                        </p:tgtEl>
                                      </p:cMediaNode>
                                    </p:audio>
                                  </p:subTnLst>
                                </p:cTn>
                              </p:par>
                            </p:childTnLst>
                          </p:cTn>
                        </p:par>
                      </p:childTnLst>
                    </p:cTn>
                  </p:par>
                  <p:par>
                    <p:cTn id="46" fill="hold">
                      <p:stCondLst>
                        <p:cond delay="indefinite"/>
                      </p:stCondLst>
                      <p:childTnLst>
                        <p:par>
                          <p:cTn id="47" fill="hold">
                            <p:stCondLst>
                              <p:cond delay="0"/>
                            </p:stCondLst>
                            <p:childTnLst>
                              <p:par>
                                <p:cTn id="48" presetID="3" presetClass="entr" presetSubtype="10" fill="hold" nodeType="clickEffect">
                                  <p:stCondLst>
                                    <p:cond delay="0"/>
                                  </p:stCondLst>
                                  <p:childTnLst>
                                    <p:set>
                                      <p:cBhvr>
                                        <p:cTn id="49" dur="1" fill="hold">
                                          <p:stCondLst>
                                            <p:cond delay="0"/>
                                          </p:stCondLst>
                                        </p:cTn>
                                        <p:tgtEl>
                                          <p:spTgt spid="3079"/>
                                        </p:tgtEl>
                                        <p:attrNameLst>
                                          <p:attrName>style.visibility</p:attrName>
                                        </p:attrNameLst>
                                      </p:cBhvr>
                                      <p:to>
                                        <p:strVal val="visible"/>
                                      </p:to>
                                    </p:set>
                                    <p:animEffect transition="in" filter="blinds(horizontal)">
                                      <p:cBhvr>
                                        <p:cTn id="50" dur="500"/>
                                        <p:tgtEl>
                                          <p:spTgt spid="3079"/>
                                        </p:tgtEl>
                                      </p:cBhvr>
                                    </p:animEffect>
                                  </p:childTnLst>
                                </p:cTn>
                              </p:par>
                            </p:childTnLst>
                          </p:cTn>
                        </p:par>
                      </p:childTnLst>
                    </p:cTn>
                  </p:par>
                  <p:par>
                    <p:cTn id="51" fill="hold">
                      <p:stCondLst>
                        <p:cond delay="indefinite"/>
                      </p:stCondLst>
                      <p:childTnLst>
                        <p:par>
                          <p:cTn id="52" fill="hold">
                            <p:stCondLst>
                              <p:cond delay="0"/>
                            </p:stCondLst>
                            <p:childTnLst>
                              <p:par>
                                <p:cTn id="53" presetID="3" presetClass="entr" presetSubtype="10" fill="hold" nodeType="clickEffect">
                                  <p:stCondLst>
                                    <p:cond delay="0"/>
                                  </p:stCondLst>
                                  <p:childTnLst>
                                    <p:set>
                                      <p:cBhvr>
                                        <p:cTn id="54" dur="1" fill="hold">
                                          <p:stCondLst>
                                            <p:cond delay="0"/>
                                          </p:stCondLst>
                                        </p:cTn>
                                        <p:tgtEl>
                                          <p:spTgt spid="3082"/>
                                        </p:tgtEl>
                                        <p:attrNameLst>
                                          <p:attrName>style.visibility</p:attrName>
                                        </p:attrNameLst>
                                      </p:cBhvr>
                                      <p:to>
                                        <p:strVal val="visible"/>
                                      </p:to>
                                    </p:set>
                                    <p:animEffect transition="in" filter="blinds(horizontal)">
                                      <p:cBhvr>
                                        <p:cTn id="55" dur="500"/>
                                        <p:tgtEl>
                                          <p:spTgt spid="3082"/>
                                        </p:tgtEl>
                                      </p:cBhvr>
                                    </p:animEffect>
                                  </p:childTnLst>
                                </p:cTn>
                              </p:par>
                            </p:childTnLst>
                          </p:cTn>
                        </p:par>
                      </p:childTnLst>
                    </p:cTn>
                  </p:par>
                  <p:par>
                    <p:cTn id="56" fill="hold">
                      <p:stCondLst>
                        <p:cond delay="indefinite"/>
                      </p:stCondLst>
                      <p:childTnLst>
                        <p:par>
                          <p:cTn id="57" fill="hold">
                            <p:stCondLst>
                              <p:cond delay="0"/>
                            </p:stCondLst>
                            <p:childTnLst>
                              <p:par>
                                <p:cTn id="58" presetID="4" presetClass="entr" presetSubtype="32" fill="hold" nodeType="clickEffect">
                                  <p:stCondLst>
                                    <p:cond delay="0"/>
                                  </p:stCondLst>
                                  <p:childTnLst>
                                    <p:set>
                                      <p:cBhvr>
                                        <p:cTn id="59" dur="1" fill="hold">
                                          <p:stCondLst>
                                            <p:cond delay="0"/>
                                          </p:stCondLst>
                                        </p:cTn>
                                        <p:tgtEl>
                                          <p:spTgt spid="3086"/>
                                        </p:tgtEl>
                                        <p:attrNameLst>
                                          <p:attrName>style.visibility</p:attrName>
                                        </p:attrNameLst>
                                      </p:cBhvr>
                                      <p:to>
                                        <p:strVal val="visible"/>
                                      </p:to>
                                    </p:set>
                                    <p:animEffect transition="in" filter="box(out)">
                                      <p:cBhvr>
                                        <p:cTn id="60" dur="500"/>
                                        <p:tgtEl>
                                          <p:spTgt spid="3086"/>
                                        </p:tgtEl>
                                      </p:cBhvr>
                                    </p:animEffect>
                                  </p:childTnLst>
                                </p:cTn>
                              </p:par>
                            </p:childTnLst>
                          </p:cTn>
                        </p:par>
                        <p:par>
                          <p:cTn id="61" fill="hold">
                            <p:stCondLst>
                              <p:cond delay="500"/>
                            </p:stCondLst>
                            <p:childTnLst>
                              <p:par>
                                <p:cTn id="62" presetID="22" presetClass="entr" presetSubtype="2" fill="hold" nodeType="afterEffect">
                                  <p:stCondLst>
                                    <p:cond delay="0"/>
                                  </p:stCondLst>
                                  <p:childTnLst>
                                    <p:set>
                                      <p:cBhvr>
                                        <p:cTn id="63" dur="1" fill="hold">
                                          <p:stCondLst>
                                            <p:cond delay="0"/>
                                          </p:stCondLst>
                                        </p:cTn>
                                        <p:tgtEl>
                                          <p:spTgt spid="3085"/>
                                        </p:tgtEl>
                                        <p:attrNameLst>
                                          <p:attrName>style.visibility</p:attrName>
                                        </p:attrNameLst>
                                      </p:cBhvr>
                                      <p:to>
                                        <p:strVal val="visible"/>
                                      </p:to>
                                    </p:set>
                                    <p:animEffect transition="in" filter="wipe(right)">
                                      <p:cBhvr>
                                        <p:cTn id="64" dur="1000"/>
                                        <p:tgtEl>
                                          <p:spTgt spid="30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build="p" advAuto="0"/>
      <p:bldP spid="3075" grpId="0"/>
      <p:bldP spid="3076" grpId="0" animBg="1"/>
      <p:bldP spid="307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B5D5F4C-ADB4-4558-832B-8F7277FA0C63}"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433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433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4EA97FA6-A872-44D8-99A8-9008A77999DF}" type="slidenum">
              <a:rPr lang="zh-CN" altLang="en-US" smtClean="0">
                <a:solidFill>
                  <a:srgbClr val="000000"/>
                </a:solidFill>
                <a:latin typeface="Times New Roman" panose="02020603050405020304" pitchFamily="18" charset="0"/>
              </a:rPr>
              <a:t>6</a:t>
            </a:fld>
            <a:endParaRPr lang="zh-CN" altLang="en-US">
              <a:solidFill>
                <a:srgbClr val="000000"/>
              </a:solidFill>
              <a:latin typeface="Times New Roman" panose="02020603050405020304" pitchFamily="18" charset="0"/>
            </a:endParaRPr>
          </a:p>
        </p:txBody>
      </p:sp>
      <p:sp>
        <p:nvSpPr>
          <p:cNvPr id="4099" name="Text Box 3"/>
          <p:cNvSpPr txBox="1">
            <a:spLocks noChangeArrowheads="1"/>
          </p:cNvSpPr>
          <p:nvPr/>
        </p:nvSpPr>
        <p:spPr bwMode="auto">
          <a:xfrm>
            <a:off x="1219200" y="981075"/>
            <a:ext cx="7162800" cy="2441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0000"/>
              </a:lnSpc>
            </a:pPr>
            <a:r>
              <a:rPr lang="zh-CN" altLang="en-US" sz="2800" b="1">
                <a:solidFill>
                  <a:srgbClr val="000000"/>
                </a:solidFill>
                <a:latin typeface="Times New Roman" panose="02020603050405020304" pitchFamily="18" charset="0"/>
                <a:ea typeface="楷体_GB2312" pitchFamily="49" charset="-122"/>
              </a:rPr>
              <a:t>当精确函数 </a:t>
            </a:r>
            <a:r>
              <a:rPr lang="en-US" altLang="zh-CN" sz="2800" b="1" i="1">
                <a:solidFill>
                  <a:srgbClr val="000000"/>
                </a:solidFill>
                <a:latin typeface="Times New Roman" panose="02020603050405020304" pitchFamily="18" charset="0"/>
                <a:ea typeface="楷体_GB2312" pitchFamily="49" charset="-122"/>
              </a:rPr>
              <a:t>y </a:t>
            </a:r>
            <a:r>
              <a:rPr lang="en-US" altLang="zh-CN" sz="2800" b="1">
                <a:solidFill>
                  <a:srgbClr val="000000"/>
                </a:solidFill>
                <a:latin typeface="Times New Roman" panose="02020603050405020304" pitchFamily="18" charset="0"/>
                <a:ea typeface="楷体_GB2312" pitchFamily="49" charset="-122"/>
              </a:rPr>
              <a:t>= </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a:solidFill>
                  <a:srgbClr val="000000"/>
                </a:solidFill>
                <a:latin typeface="Times New Roman" panose="02020603050405020304" pitchFamily="18" charset="0"/>
                <a:ea typeface="楷体_GB2312" pitchFamily="49" charset="-122"/>
              </a:rPr>
              <a:t>) </a:t>
            </a:r>
            <a:r>
              <a:rPr lang="zh-CN" altLang="en-US" sz="2800" b="1">
                <a:solidFill>
                  <a:srgbClr val="000000"/>
                </a:solidFill>
                <a:latin typeface="Times New Roman" panose="02020603050405020304" pitchFamily="18" charset="0"/>
                <a:ea typeface="楷体_GB2312" pitchFamily="49" charset="-122"/>
              </a:rPr>
              <a:t>非常复杂或未知时，在一系列节点 </a:t>
            </a:r>
            <a:r>
              <a:rPr lang="en-US" altLang="zh-CN" sz="2800" b="1" i="1">
                <a:solidFill>
                  <a:srgbClr val="3333CC"/>
                </a:solidFill>
                <a:latin typeface="Times New Roman" panose="02020603050405020304" pitchFamily="18" charset="0"/>
                <a:ea typeface="楷体_GB2312" pitchFamily="49" charset="-122"/>
              </a:rPr>
              <a:t>x</a:t>
            </a:r>
            <a:r>
              <a:rPr lang="en-US" altLang="zh-CN" sz="2800" b="1" baseline="-25000">
                <a:solidFill>
                  <a:srgbClr val="3333CC"/>
                </a:solidFill>
                <a:latin typeface="Times New Roman" panose="02020603050405020304" pitchFamily="18" charset="0"/>
                <a:ea typeface="楷体_GB2312" pitchFamily="49" charset="-122"/>
              </a:rPr>
              <a:t>0 </a:t>
            </a:r>
            <a:r>
              <a:rPr lang="en-US" altLang="zh-CN" sz="2800" b="1">
                <a:solidFill>
                  <a:srgbClr val="3333CC"/>
                </a:solidFill>
                <a:latin typeface="Times New Roman" panose="02020603050405020304" pitchFamily="18" charset="0"/>
                <a:ea typeface="楷体_GB2312" pitchFamily="49" charset="-122"/>
              </a:rPr>
              <a:t>… </a:t>
            </a:r>
            <a:r>
              <a:rPr lang="en-US" altLang="zh-CN" sz="2800" b="1" i="1">
                <a:solidFill>
                  <a:srgbClr val="3333CC"/>
                </a:solidFill>
                <a:latin typeface="Times New Roman" panose="02020603050405020304" pitchFamily="18" charset="0"/>
                <a:ea typeface="楷体_GB2312" pitchFamily="49" charset="-122"/>
              </a:rPr>
              <a:t>x</a:t>
            </a:r>
            <a:r>
              <a:rPr lang="en-US" altLang="zh-CN" sz="2800" b="1" i="1" baseline="-25000">
                <a:solidFill>
                  <a:srgbClr val="3333CC"/>
                </a:solidFill>
                <a:latin typeface="Times New Roman" panose="02020603050405020304" pitchFamily="18" charset="0"/>
                <a:ea typeface="楷体_GB2312" pitchFamily="49" charset="-122"/>
              </a:rPr>
              <a:t>n</a:t>
            </a:r>
            <a:r>
              <a:rPr lang="en-US" altLang="zh-CN" sz="2800" b="1">
                <a:solidFill>
                  <a:srgbClr val="000000"/>
                </a:solidFill>
                <a:latin typeface="Times New Roman" panose="02020603050405020304" pitchFamily="18" charset="0"/>
                <a:ea typeface="楷体_GB2312" pitchFamily="49" charset="-122"/>
              </a:rPr>
              <a:t> </a:t>
            </a:r>
            <a:r>
              <a:rPr lang="zh-CN" altLang="en-US" sz="2800" b="1">
                <a:solidFill>
                  <a:srgbClr val="000000"/>
                </a:solidFill>
                <a:latin typeface="Times New Roman" panose="02020603050405020304" pitchFamily="18" charset="0"/>
                <a:ea typeface="楷体_GB2312" pitchFamily="49" charset="-122"/>
              </a:rPr>
              <a:t>处测得函数值 </a:t>
            </a:r>
            <a:r>
              <a:rPr lang="en-US" altLang="zh-CN" sz="2800" b="1" i="1">
                <a:solidFill>
                  <a:srgbClr val="FF3300"/>
                </a:solidFill>
                <a:latin typeface="Times New Roman" panose="02020603050405020304" pitchFamily="18" charset="0"/>
                <a:ea typeface="楷体_GB2312" pitchFamily="49" charset="-122"/>
              </a:rPr>
              <a:t>y</a:t>
            </a:r>
            <a:r>
              <a:rPr lang="en-US" altLang="zh-CN" sz="2800" b="1" baseline="-25000">
                <a:solidFill>
                  <a:srgbClr val="FF3300"/>
                </a:solidFill>
                <a:latin typeface="Times New Roman" panose="02020603050405020304" pitchFamily="18" charset="0"/>
                <a:ea typeface="楷体_GB2312" pitchFamily="49" charset="-122"/>
              </a:rPr>
              <a:t>0</a:t>
            </a:r>
            <a:r>
              <a:rPr lang="en-US" altLang="zh-CN" sz="2800" b="1" i="1">
                <a:solidFill>
                  <a:srgbClr val="000000"/>
                </a:solidFill>
                <a:latin typeface="Times New Roman" panose="02020603050405020304" pitchFamily="18" charset="0"/>
                <a:ea typeface="楷体_GB2312" pitchFamily="49" charset="-122"/>
              </a:rPr>
              <a:t> </a:t>
            </a:r>
            <a:r>
              <a:rPr lang="en-US" altLang="zh-CN" sz="2800" b="1">
                <a:solidFill>
                  <a:srgbClr val="000000"/>
                </a:solidFill>
                <a:latin typeface="Times New Roman" panose="02020603050405020304" pitchFamily="18" charset="0"/>
                <a:ea typeface="楷体_GB2312" pitchFamily="49" charset="-122"/>
              </a:rPr>
              <a:t>= </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baseline="-25000">
                <a:solidFill>
                  <a:srgbClr val="000000"/>
                </a:solidFill>
                <a:latin typeface="Times New Roman" panose="02020603050405020304" pitchFamily="18" charset="0"/>
                <a:ea typeface="楷体_GB2312" pitchFamily="49" charset="-122"/>
              </a:rPr>
              <a:t>0</a:t>
            </a:r>
            <a:r>
              <a:rPr lang="en-US" altLang="zh-CN" sz="2800" b="1">
                <a:solidFill>
                  <a:srgbClr val="000000"/>
                </a:solidFill>
                <a:latin typeface="Times New Roman" panose="02020603050405020304" pitchFamily="18" charset="0"/>
                <a:ea typeface="楷体_GB2312" pitchFamily="49" charset="-122"/>
              </a:rPr>
              <a:t>), … </a:t>
            </a:r>
            <a:r>
              <a:rPr lang="en-US" altLang="zh-CN" sz="2800" b="1" i="1">
                <a:solidFill>
                  <a:srgbClr val="FF3300"/>
                </a:solidFill>
                <a:latin typeface="Times New Roman" panose="02020603050405020304" pitchFamily="18" charset="0"/>
                <a:ea typeface="楷体_GB2312" pitchFamily="49" charset="-122"/>
              </a:rPr>
              <a:t>y</a:t>
            </a:r>
            <a:r>
              <a:rPr lang="en-US" altLang="zh-CN" sz="2800" b="1" i="1" baseline="-25000">
                <a:solidFill>
                  <a:srgbClr val="FF3300"/>
                </a:solidFill>
                <a:latin typeface="Times New Roman" panose="02020603050405020304" pitchFamily="18" charset="0"/>
                <a:ea typeface="楷体_GB2312" pitchFamily="49" charset="-122"/>
              </a:rPr>
              <a:t>n</a:t>
            </a:r>
            <a:r>
              <a:rPr lang="en-US" altLang="zh-CN" sz="2800" b="1" i="1">
                <a:solidFill>
                  <a:srgbClr val="000000"/>
                </a:solidFill>
                <a:latin typeface="Times New Roman" panose="02020603050405020304" pitchFamily="18" charset="0"/>
                <a:ea typeface="楷体_GB2312" pitchFamily="49" charset="-122"/>
              </a:rPr>
              <a:t> </a:t>
            </a:r>
            <a:r>
              <a:rPr lang="en-US" altLang="zh-CN" sz="2800" b="1">
                <a:solidFill>
                  <a:srgbClr val="000000"/>
                </a:solidFill>
                <a:latin typeface="Times New Roman" panose="02020603050405020304" pitchFamily="18" charset="0"/>
                <a:ea typeface="楷体_GB2312" pitchFamily="49" charset="-122"/>
              </a:rPr>
              <a:t>= </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i="1" baseline="-25000">
                <a:solidFill>
                  <a:srgbClr val="000000"/>
                </a:solidFill>
                <a:latin typeface="Times New Roman" panose="02020603050405020304" pitchFamily="18" charset="0"/>
                <a:ea typeface="楷体_GB2312" pitchFamily="49" charset="-122"/>
              </a:rPr>
              <a:t>n</a:t>
            </a:r>
            <a:r>
              <a:rPr lang="en-US" altLang="zh-CN" sz="2800" b="1">
                <a:solidFill>
                  <a:srgbClr val="000000"/>
                </a:solidFill>
                <a:latin typeface="Times New Roman" panose="02020603050405020304" pitchFamily="18" charset="0"/>
                <a:ea typeface="楷体_GB2312" pitchFamily="49" charset="-122"/>
              </a:rPr>
              <a:t>)</a:t>
            </a:r>
            <a:r>
              <a:rPr lang="zh-CN" altLang="en-US" sz="2800" b="1">
                <a:solidFill>
                  <a:srgbClr val="000000"/>
                </a:solidFill>
                <a:latin typeface="Times New Roman" panose="02020603050405020304" pitchFamily="18" charset="0"/>
                <a:ea typeface="楷体_GB2312" pitchFamily="49" charset="-122"/>
              </a:rPr>
              <a:t>，由此构造一个简单易算的近似函数 </a:t>
            </a:r>
            <a:r>
              <a:rPr lang="en-US" altLang="zh-CN" sz="2800" b="1" i="1">
                <a:solidFill>
                  <a:srgbClr val="008000"/>
                </a:solidFill>
                <a:latin typeface="Times New Roman" panose="02020603050405020304" pitchFamily="18" charset="0"/>
                <a:ea typeface="楷体_GB2312" pitchFamily="49" charset="-122"/>
              </a:rPr>
              <a:t>g</a:t>
            </a:r>
            <a:r>
              <a:rPr lang="en-US" altLang="zh-CN" sz="2800" b="1">
                <a:solidFill>
                  <a:srgbClr val="008000"/>
                </a:solidFill>
                <a:latin typeface="Times New Roman" panose="02020603050405020304" pitchFamily="18" charset="0"/>
                <a:ea typeface="楷体_GB2312" pitchFamily="49" charset="-122"/>
              </a:rPr>
              <a:t>(</a:t>
            </a:r>
            <a:r>
              <a:rPr lang="en-US" altLang="zh-CN" sz="2800" b="1" i="1">
                <a:solidFill>
                  <a:srgbClr val="008000"/>
                </a:solidFill>
                <a:latin typeface="Times New Roman" panose="02020603050405020304" pitchFamily="18" charset="0"/>
                <a:ea typeface="楷体_GB2312" pitchFamily="49" charset="-122"/>
              </a:rPr>
              <a:t>x</a:t>
            </a:r>
            <a:r>
              <a:rPr lang="en-US" altLang="zh-CN" sz="2800" b="1">
                <a:solidFill>
                  <a:srgbClr val="008000"/>
                </a:solidFill>
                <a:latin typeface="Times New Roman" panose="02020603050405020304" pitchFamily="18" charset="0"/>
                <a:ea typeface="楷体_GB2312" pitchFamily="49" charset="-122"/>
              </a:rPr>
              <a:t>)</a:t>
            </a:r>
            <a:r>
              <a:rPr lang="en-US" altLang="zh-CN" sz="2800" b="1">
                <a:solidFill>
                  <a:srgbClr val="000000"/>
                </a:solidFill>
                <a:latin typeface="Times New Roman" panose="02020603050405020304" pitchFamily="18" charset="0"/>
                <a:ea typeface="楷体_GB2312" pitchFamily="49" charset="-122"/>
              </a:rPr>
              <a:t> </a:t>
            </a:r>
            <a:r>
              <a:rPr lang="en-US" altLang="zh-CN" sz="28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a:solidFill>
                  <a:srgbClr val="000000"/>
                </a:solidFill>
                <a:latin typeface="Times New Roman" panose="02020603050405020304" pitchFamily="18" charset="0"/>
                <a:ea typeface="楷体_GB2312" pitchFamily="49" charset="-122"/>
              </a:rPr>
              <a:t>)</a:t>
            </a:r>
            <a:r>
              <a:rPr lang="zh-CN" altLang="en-US" sz="2800" b="1">
                <a:solidFill>
                  <a:srgbClr val="000000"/>
                </a:solidFill>
                <a:latin typeface="Times New Roman" panose="02020603050405020304" pitchFamily="18" charset="0"/>
                <a:ea typeface="楷体_GB2312" pitchFamily="49" charset="-122"/>
              </a:rPr>
              <a:t>，满足条件</a:t>
            </a:r>
            <a:r>
              <a:rPr lang="en-US" altLang="zh-CN" sz="2800" b="1" i="1">
                <a:solidFill>
                  <a:srgbClr val="008000"/>
                </a:solidFill>
                <a:latin typeface="Times New Roman" panose="02020603050405020304" pitchFamily="18" charset="0"/>
                <a:ea typeface="楷体_GB2312" pitchFamily="49" charset="-122"/>
              </a:rPr>
              <a:t>g</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3333CC"/>
                </a:solidFill>
                <a:latin typeface="Times New Roman" panose="02020603050405020304" pitchFamily="18" charset="0"/>
                <a:ea typeface="楷体_GB2312" pitchFamily="49" charset="-122"/>
              </a:rPr>
              <a:t>x</a:t>
            </a:r>
            <a:r>
              <a:rPr lang="en-US" altLang="zh-CN" sz="2800" b="1" i="1" baseline="-25000">
                <a:solidFill>
                  <a:srgbClr val="3333CC"/>
                </a:solidFill>
                <a:latin typeface="Times New Roman" panose="02020603050405020304" pitchFamily="18" charset="0"/>
                <a:ea typeface="楷体_GB2312" pitchFamily="49" charset="-122"/>
              </a:rPr>
              <a:t>i</a:t>
            </a:r>
            <a:r>
              <a:rPr lang="en-US" altLang="zh-CN" sz="2800" b="1">
                <a:solidFill>
                  <a:srgbClr val="000000"/>
                </a:solidFill>
                <a:latin typeface="Times New Roman" panose="02020603050405020304" pitchFamily="18" charset="0"/>
                <a:ea typeface="楷体_GB2312" pitchFamily="49" charset="-122"/>
              </a:rPr>
              <a:t>) </a:t>
            </a:r>
            <a:r>
              <a:rPr lang="en-US" altLang="zh-CN" sz="28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3333CC"/>
                </a:solidFill>
                <a:latin typeface="Times New Roman" panose="02020603050405020304" pitchFamily="18" charset="0"/>
                <a:ea typeface="楷体_GB2312" pitchFamily="49" charset="-122"/>
              </a:rPr>
              <a:t>x</a:t>
            </a:r>
            <a:r>
              <a:rPr lang="en-US" altLang="zh-CN" sz="2800" b="1" i="1" baseline="-25000">
                <a:solidFill>
                  <a:srgbClr val="3333CC"/>
                </a:solidFill>
                <a:latin typeface="Times New Roman" panose="02020603050405020304" pitchFamily="18" charset="0"/>
                <a:ea typeface="楷体_GB2312" pitchFamily="49" charset="-122"/>
              </a:rPr>
              <a:t>i</a:t>
            </a:r>
            <a:r>
              <a:rPr lang="en-US" altLang="zh-CN" sz="2800" b="1">
                <a:solidFill>
                  <a:srgbClr val="000000"/>
                </a:solidFill>
                <a:latin typeface="Times New Roman" panose="02020603050405020304" pitchFamily="18" charset="0"/>
                <a:ea typeface="楷体_GB2312" pitchFamily="49" charset="-122"/>
              </a:rPr>
              <a:t>)  (</a:t>
            </a:r>
            <a:r>
              <a:rPr lang="en-US" altLang="zh-CN" sz="2800" b="1" i="1">
                <a:solidFill>
                  <a:srgbClr val="000000"/>
                </a:solidFill>
                <a:latin typeface="Times New Roman" panose="02020603050405020304" pitchFamily="18" charset="0"/>
                <a:ea typeface="楷体_GB2312" pitchFamily="49" charset="-122"/>
              </a:rPr>
              <a:t>i</a:t>
            </a:r>
            <a:r>
              <a:rPr lang="en-US" altLang="zh-CN" sz="2800" b="1">
                <a:solidFill>
                  <a:srgbClr val="000000"/>
                </a:solidFill>
                <a:latin typeface="Times New Roman" panose="02020603050405020304" pitchFamily="18" charset="0"/>
                <a:ea typeface="楷体_GB2312" pitchFamily="49" charset="-122"/>
              </a:rPr>
              <a:t> = 0, … </a:t>
            </a:r>
            <a:r>
              <a:rPr lang="en-US" altLang="zh-CN" sz="2800" b="1" i="1">
                <a:solidFill>
                  <a:srgbClr val="000000"/>
                </a:solidFill>
                <a:latin typeface="Times New Roman" panose="02020603050405020304" pitchFamily="18" charset="0"/>
                <a:ea typeface="楷体_GB2312" pitchFamily="49" charset="-122"/>
              </a:rPr>
              <a:t>n</a:t>
            </a:r>
            <a:r>
              <a:rPr lang="en-US" altLang="zh-CN" sz="2800" b="1">
                <a:solidFill>
                  <a:srgbClr val="000000"/>
                </a:solidFill>
                <a:latin typeface="Times New Roman" panose="02020603050405020304" pitchFamily="18" charset="0"/>
                <a:ea typeface="楷体_GB2312" pitchFamily="49" charset="-122"/>
              </a:rPr>
              <a:t>)</a:t>
            </a:r>
            <a:r>
              <a:rPr lang="zh-CN" altLang="en-US" sz="2800" b="1">
                <a:solidFill>
                  <a:srgbClr val="000000"/>
                </a:solidFill>
                <a:latin typeface="Times New Roman" panose="02020603050405020304" pitchFamily="18" charset="0"/>
                <a:ea typeface="楷体_GB2312" pitchFamily="49" charset="-122"/>
              </a:rPr>
              <a:t>。这里的 </a:t>
            </a:r>
            <a:r>
              <a:rPr lang="en-US" altLang="zh-CN" sz="2800" b="1" i="1">
                <a:solidFill>
                  <a:srgbClr val="008000"/>
                </a:solidFill>
                <a:latin typeface="Times New Roman" panose="02020603050405020304" pitchFamily="18" charset="0"/>
                <a:ea typeface="楷体_GB2312" pitchFamily="49" charset="-122"/>
              </a:rPr>
              <a:t>g</a:t>
            </a:r>
            <a:r>
              <a:rPr lang="en-US" altLang="zh-CN" sz="2800" b="1">
                <a:solidFill>
                  <a:srgbClr val="008000"/>
                </a:solidFill>
                <a:latin typeface="Times New Roman" panose="02020603050405020304" pitchFamily="18" charset="0"/>
                <a:ea typeface="楷体_GB2312" pitchFamily="49" charset="-122"/>
              </a:rPr>
              <a:t>(</a:t>
            </a:r>
            <a:r>
              <a:rPr lang="en-US" altLang="zh-CN" sz="2800" b="1" i="1">
                <a:solidFill>
                  <a:srgbClr val="008000"/>
                </a:solidFill>
                <a:latin typeface="Times New Roman" panose="02020603050405020304" pitchFamily="18" charset="0"/>
                <a:ea typeface="楷体_GB2312" pitchFamily="49" charset="-122"/>
              </a:rPr>
              <a:t>x</a:t>
            </a:r>
            <a:r>
              <a:rPr lang="en-US" altLang="zh-CN" sz="2800" b="1">
                <a:solidFill>
                  <a:srgbClr val="008000"/>
                </a:solidFill>
                <a:latin typeface="Times New Roman" panose="02020603050405020304" pitchFamily="18" charset="0"/>
                <a:ea typeface="楷体_GB2312" pitchFamily="49" charset="-122"/>
              </a:rPr>
              <a:t>)</a:t>
            </a:r>
            <a:r>
              <a:rPr lang="en-US" altLang="zh-CN" sz="2800" b="1">
                <a:solidFill>
                  <a:srgbClr val="000000"/>
                </a:solidFill>
                <a:latin typeface="Times New Roman" panose="02020603050405020304" pitchFamily="18" charset="0"/>
                <a:ea typeface="楷体_GB2312" pitchFamily="49" charset="-122"/>
              </a:rPr>
              <a:t> </a:t>
            </a:r>
            <a:r>
              <a:rPr lang="zh-CN" altLang="en-US" sz="2800" b="1">
                <a:solidFill>
                  <a:srgbClr val="000000"/>
                </a:solidFill>
                <a:latin typeface="Times New Roman" panose="02020603050405020304" pitchFamily="18" charset="0"/>
                <a:ea typeface="楷体_GB2312" pitchFamily="49" charset="-122"/>
              </a:rPr>
              <a:t>称为</a:t>
            </a:r>
            <a:r>
              <a:rPr lang="en-US" altLang="zh-CN" sz="2800" b="1" i="1">
                <a:solidFill>
                  <a:srgbClr val="000000"/>
                </a:solidFill>
                <a:latin typeface="Times New Roman" panose="02020603050405020304" pitchFamily="18" charset="0"/>
                <a:ea typeface="楷体_GB2312" pitchFamily="49" charset="-122"/>
              </a:rPr>
              <a:t>f</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a:solidFill>
                  <a:srgbClr val="000000"/>
                </a:solidFill>
                <a:latin typeface="Times New Roman" panose="02020603050405020304" pitchFamily="18" charset="0"/>
                <a:ea typeface="楷体_GB2312" pitchFamily="49" charset="-122"/>
              </a:rPr>
              <a:t>) </a:t>
            </a:r>
            <a:r>
              <a:rPr lang="zh-CN" altLang="en-US" sz="2800" b="1">
                <a:solidFill>
                  <a:srgbClr val="000000"/>
                </a:solidFill>
                <a:latin typeface="Times New Roman" panose="02020603050405020304" pitchFamily="18" charset="0"/>
                <a:ea typeface="楷体_GB2312" pitchFamily="49" charset="-122"/>
              </a:rPr>
              <a:t>的</a:t>
            </a:r>
            <a:r>
              <a:rPr lang="zh-CN" altLang="en-US" sz="2800" b="1">
                <a:solidFill>
                  <a:srgbClr val="3333CC"/>
                </a:solidFill>
                <a:latin typeface="Times New Roman" panose="02020603050405020304" pitchFamily="18" charset="0"/>
                <a:ea typeface="楷体_GB2312" pitchFamily="49" charset="-122"/>
              </a:rPr>
              <a:t>插值函数</a:t>
            </a:r>
            <a:r>
              <a:rPr lang="zh-CN" altLang="en-US" sz="2800" b="1">
                <a:solidFill>
                  <a:srgbClr val="000000"/>
                </a:solidFill>
                <a:latin typeface="Times New Roman" panose="02020603050405020304" pitchFamily="18" charset="0"/>
                <a:ea typeface="楷体_GB2312" pitchFamily="49" charset="-122"/>
              </a:rPr>
              <a:t>。</a:t>
            </a:r>
          </a:p>
        </p:txBody>
      </p:sp>
      <p:sp>
        <p:nvSpPr>
          <p:cNvPr id="4100" name="Line 4"/>
          <p:cNvSpPr>
            <a:spLocks noChangeShapeType="1"/>
          </p:cNvSpPr>
          <p:nvPr/>
        </p:nvSpPr>
        <p:spPr bwMode="auto">
          <a:xfrm>
            <a:off x="1371600" y="5553075"/>
            <a:ext cx="640080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101" name="未知"/>
          <p:cNvSpPr>
            <a:spLocks noChangeArrowheads="1"/>
          </p:cNvSpPr>
          <p:nvPr/>
        </p:nvSpPr>
        <p:spPr bwMode="auto">
          <a:xfrm>
            <a:off x="1676400" y="4181475"/>
            <a:ext cx="5562600" cy="571500"/>
          </a:xfrm>
          <a:custGeom>
            <a:avLst/>
            <a:gdLst>
              <a:gd name="T0" fmla="*/ 0 w 3504"/>
              <a:gd name="T1" fmla="*/ 344 h 360"/>
              <a:gd name="T2" fmla="*/ 192 w 3504"/>
              <a:gd name="T3" fmla="*/ 248 h 360"/>
              <a:gd name="T4" fmla="*/ 576 w 3504"/>
              <a:gd name="T5" fmla="*/ 200 h 360"/>
              <a:gd name="T6" fmla="*/ 1200 w 3504"/>
              <a:gd name="T7" fmla="*/ 344 h 360"/>
              <a:gd name="T8" fmla="*/ 1776 w 3504"/>
              <a:gd name="T9" fmla="*/ 296 h 360"/>
              <a:gd name="T10" fmla="*/ 2448 w 3504"/>
              <a:gd name="T11" fmla="*/ 56 h 360"/>
              <a:gd name="T12" fmla="*/ 3072 w 3504"/>
              <a:gd name="T13" fmla="*/ 8 h 360"/>
              <a:gd name="T14" fmla="*/ 3504 w 3504"/>
              <a:gd name="T15" fmla="*/ 104 h 3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04" h="360">
                <a:moveTo>
                  <a:pt x="0" y="344"/>
                </a:moveTo>
                <a:cubicBezTo>
                  <a:pt x="48" y="308"/>
                  <a:pt x="96" y="272"/>
                  <a:pt x="192" y="248"/>
                </a:cubicBezTo>
                <a:cubicBezTo>
                  <a:pt x="288" y="224"/>
                  <a:pt x="408" y="184"/>
                  <a:pt x="576" y="200"/>
                </a:cubicBezTo>
                <a:cubicBezTo>
                  <a:pt x="744" y="216"/>
                  <a:pt x="1000" y="328"/>
                  <a:pt x="1200" y="344"/>
                </a:cubicBezTo>
                <a:cubicBezTo>
                  <a:pt x="1400" y="360"/>
                  <a:pt x="1568" y="344"/>
                  <a:pt x="1776" y="296"/>
                </a:cubicBezTo>
                <a:cubicBezTo>
                  <a:pt x="1984" y="248"/>
                  <a:pt x="2232" y="104"/>
                  <a:pt x="2448" y="56"/>
                </a:cubicBezTo>
                <a:cubicBezTo>
                  <a:pt x="2664" y="8"/>
                  <a:pt x="2896" y="0"/>
                  <a:pt x="3072" y="8"/>
                </a:cubicBezTo>
                <a:cubicBezTo>
                  <a:pt x="3248" y="16"/>
                  <a:pt x="3376" y="60"/>
                  <a:pt x="3504" y="104"/>
                </a:cubicBezTo>
              </a:path>
            </a:pathLst>
          </a:custGeom>
          <a:noFill/>
          <a:ln w="19050">
            <a:solidFill>
              <a:schemeClr val="tx1"/>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4102" name="Group 6"/>
          <p:cNvGrpSpPr/>
          <p:nvPr/>
        </p:nvGrpSpPr>
        <p:grpSpPr bwMode="auto">
          <a:xfrm>
            <a:off x="1524000" y="4181475"/>
            <a:ext cx="5943600" cy="1662113"/>
            <a:chOff x="0" y="0"/>
            <a:chExt cx="3744" cy="1047"/>
          </a:xfrm>
        </p:grpSpPr>
        <p:sp>
          <p:nvSpPr>
            <p:cNvPr id="14344" name="Line 7"/>
            <p:cNvSpPr>
              <a:spLocks noChangeShapeType="1"/>
            </p:cNvSpPr>
            <p:nvPr/>
          </p:nvSpPr>
          <p:spPr bwMode="auto">
            <a:xfrm flipV="1">
              <a:off x="96" y="336"/>
              <a:ext cx="0" cy="528"/>
            </a:xfrm>
            <a:prstGeom prst="line">
              <a:avLst/>
            </a:prstGeom>
            <a:noFill/>
            <a:ln w="19050">
              <a:solidFill>
                <a:schemeClr val="accent2"/>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45" name="Line 8"/>
            <p:cNvSpPr>
              <a:spLocks noChangeShapeType="1"/>
            </p:cNvSpPr>
            <p:nvPr/>
          </p:nvSpPr>
          <p:spPr bwMode="auto">
            <a:xfrm flipV="1">
              <a:off x="576" y="192"/>
              <a:ext cx="0" cy="672"/>
            </a:xfrm>
            <a:prstGeom prst="line">
              <a:avLst/>
            </a:prstGeom>
            <a:noFill/>
            <a:ln w="19050">
              <a:solidFill>
                <a:schemeClr val="accent2"/>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46" name="Line 9"/>
            <p:cNvSpPr>
              <a:spLocks noChangeShapeType="1"/>
            </p:cNvSpPr>
            <p:nvPr/>
          </p:nvSpPr>
          <p:spPr bwMode="auto">
            <a:xfrm flipV="1">
              <a:off x="1440" y="336"/>
              <a:ext cx="0" cy="528"/>
            </a:xfrm>
            <a:prstGeom prst="line">
              <a:avLst/>
            </a:prstGeom>
            <a:noFill/>
            <a:ln w="19050">
              <a:solidFill>
                <a:schemeClr val="accent2"/>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47" name="Line 10"/>
            <p:cNvSpPr>
              <a:spLocks noChangeShapeType="1"/>
            </p:cNvSpPr>
            <p:nvPr/>
          </p:nvSpPr>
          <p:spPr bwMode="auto">
            <a:xfrm flipV="1">
              <a:off x="3024" y="0"/>
              <a:ext cx="0" cy="864"/>
            </a:xfrm>
            <a:prstGeom prst="line">
              <a:avLst/>
            </a:prstGeom>
            <a:noFill/>
            <a:ln w="19050">
              <a:solidFill>
                <a:schemeClr val="accent2"/>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48" name="Line 11"/>
            <p:cNvSpPr>
              <a:spLocks noChangeShapeType="1"/>
            </p:cNvSpPr>
            <p:nvPr/>
          </p:nvSpPr>
          <p:spPr bwMode="auto">
            <a:xfrm>
              <a:off x="3600" y="96"/>
              <a:ext cx="0" cy="768"/>
            </a:xfrm>
            <a:prstGeom prst="line">
              <a:avLst/>
            </a:prstGeom>
            <a:noFill/>
            <a:ln w="19050">
              <a:solidFill>
                <a:schemeClr val="accent2"/>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49" name="Text Box 12"/>
            <p:cNvSpPr txBox="1">
              <a:spLocks noChangeArrowheads="1"/>
            </p:cNvSpPr>
            <p:nvPr/>
          </p:nvSpPr>
          <p:spPr bwMode="auto">
            <a:xfrm>
              <a:off x="0" y="816"/>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3333CC"/>
                  </a:solidFill>
                  <a:latin typeface="Times New Roman" panose="02020603050405020304" pitchFamily="18" charset="0"/>
                  <a:ea typeface="楷体_GB2312" pitchFamily="49" charset="-122"/>
                </a:rPr>
                <a:t>x</a:t>
              </a:r>
              <a:r>
                <a:rPr lang="en-US" altLang="zh-CN" b="1" baseline="-25000">
                  <a:solidFill>
                    <a:srgbClr val="3333CC"/>
                  </a:solidFill>
                  <a:latin typeface="Times New Roman" panose="02020603050405020304" pitchFamily="18" charset="0"/>
                  <a:ea typeface="楷体_GB2312" pitchFamily="49" charset="-122"/>
                </a:rPr>
                <a:t>0</a:t>
              </a:r>
            </a:p>
          </p:txBody>
        </p:sp>
        <p:sp>
          <p:nvSpPr>
            <p:cNvPr id="14350" name="Text Box 13"/>
            <p:cNvSpPr txBox="1">
              <a:spLocks noChangeArrowheads="1"/>
            </p:cNvSpPr>
            <p:nvPr/>
          </p:nvSpPr>
          <p:spPr bwMode="auto">
            <a:xfrm>
              <a:off x="480" y="816"/>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3333CC"/>
                  </a:solidFill>
                  <a:latin typeface="Times New Roman" panose="02020603050405020304" pitchFamily="18" charset="0"/>
                  <a:ea typeface="楷体_GB2312" pitchFamily="49" charset="-122"/>
                </a:rPr>
                <a:t>x</a:t>
              </a:r>
              <a:r>
                <a:rPr lang="en-US" altLang="zh-CN" b="1" baseline="-25000">
                  <a:solidFill>
                    <a:srgbClr val="3333CC"/>
                  </a:solidFill>
                  <a:latin typeface="Times New Roman" panose="02020603050405020304" pitchFamily="18" charset="0"/>
                  <a:ea typeface="楷体_GB2312" pitchFamily="49" charset="-122"/>
                </a:rPr>
                <a:t>1</a:t>
              </a:r>
            </a:p>
          </p:txBody>
        </p:sp>
        <p:sp>
          <p:nvSpPr>
            <p:cNvPr id="14351" name="Text Box 14"/>
            <p:cNvSpPr txBox="1">
              <a:spLocks noChangeArrowheads="1"/>
            </p:cNvSpPr>
            <p:nvPr/>
          </p:nvSpPr>
          <p:spPr bwMode="auto">
            <a:xfrm>
              <a:off x="1344" y="816"/>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3333CC"/>
                  </a:solidFill>
                  <a:latin typeface="Times New Roman" panose="02020603050405020304" pitchFamily="18" charset="0"/>
                  <a:ea typeface="楷体_GB2312" pitchFamily="49" charset="-122"/>
                </a:rPr>
                <a:t>x</a:t>
              </a:r>
              <a:r>
                <a:rPr lang="en-US" altLang="zh-CN" b="1" baseline="-25000">
                  <a:solidFill>
                    <a:srgbClr val="3333CC"/>
                  </a:solidFill>
                  <a:latin typeface="Times New Roman" panose="02020603050405020304" pitchFamily="18" charset="0"/>
                  <a:ea typeface="楷体_GB2312" pitchFamily="49" charset="-122"/>
                </a:rPr>
                <a:t>2</a:t>
              </a:r>
            </a:p>
          </p:txBody>
        </p:sp>
        <p:sp>
          <p:nvSpPr>
            <p:cNvPr id="14352" name="Text Box 15"/>
            <p:cNvSpPr txBox="1">
              <a:spLocks noChangeArrowheads="1"/>
            </p:cNvSpPr>
            <p:nvPr/>
          </p:nvSpPr>
          <p:spPr bwMode="auto">
            <a:xfrm>
              <a:off x="2928" y="816"/>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3333CC"/>
                  </a:solidFill>
                  <a:latin typeface="Times New Roman" panose="02020603050405020304" pitchFamily="18" charset="0"/>
                  <a:ea typeface="楷体_GB2312" pitchFamily="49" charset="-122"/>
                </a:rPr>
                <a:t>x</a:t>
              </a:r>
              <a:r>
                <a:rPr lang="en-US" altLang="zh-CN" b="1" baseline="-25000">
                  <a:solidFill>
                    <a:srgbClr val="3333CC"/>
                  </a:solidFill>
                  <a:latin typeface="Times New Roman" panose="02020603050405020304" pitchFamily="18" charset="0"/>
                  <a:ea typeface="楷体_GB2312" pitchFamily="49" charset="-122"/>
                </a:rPr>
                <a:t>3</a:t>
              </a:r>
            </a:p>
          </p:txBody>
        </p:sp>
        <p:sp>
          <p:nvSpPr>
            <p:cNvPr id="14353" name="Text Box 16"/>
            <p:cNvSpPr txBox="1">
              <a:spLocks noChangeArrowheads="1"/>
            </p:cNvSpPr>
            <p:nvPr/>
          </p:nvSpPr>
          <p:spPr bwMode="auto">
            <a:xfrm>
              <a:off x="3504" y="816"/>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3333CC"/>
                  </a:solidFill>
                  <a:latin typeface="Times New Roman" panose="02020603050405020304" pitchFamily="18" charset="0"/>
                  <a:ea typeface="楷体_GB2312" pitchFamily="49" charset="-122"/>
                </a:rPr>
                <a:t>x</a:t>
              </a:r>
              <a:r>
                <a:rPr lang="en-US" altLang="zh-CN" b="1" baseline="-25000">
                  <a:solidFill>
                    <a:srgbClr val="3333CC"/>
                  </a:solidFill>
                  <a:latin typeface="Times New Roman" panose="02020603050405020304" pitchFamily="18" charset="0"/>
                  <a:ea typeface="楷体_GB2312" pitchFamily="49" charset="-122"/>
                </a:rPr>
                <a:t>4</a:t>
              </a:r>
            </a:p>
          </p:txBody>
        </p:sp>
      </p:grpSp>
      <p:sp>
        <p:nvSpPr>
          <p:cNvPr id="4113" name="未知"/>
          <p:cNvSpPr>
            <a:spLocks noChangeArrowheads="1"/>
          </p:cNvSpPr>
          <p:nvPr/>
        </p:nvSpPr>
        <p:spPr bwMode="auto">
          <a:xfrm>
            <a:off x="1676400" y="4130675"/>
            <a:ext cx="5562600" cy="660400"/>
          </a:xfrm>
          <a:custGeom>
            <a:avLst/>
            <a:gdLst>
              <a:gd name="T0" fmla="*/ 0 w 3504"/>
              <a:gd name="T1" fmla="*/ 368 h 416"/>
              <a:gd name="T2" fmla="*/ 192 w 3504"/>
              <a:gd name="T3" fmla="*/ 224 h 416"/>
              <a:gd name="T4" fmla="*/ 480 w 3504"/>
              <a:gd name="T5" fmla="*/ 224 h 416"/>
              <a:gd name="T6" fmla="*/ 768 w 3504"/>
              <a:gd name="T7" fmla="*/ 368 h 416"/>
              <a:gd name="T8" fmla="*/ 1056 w 3504"/>
              <a:gd name="T9" fmla="*/ 416 h 416"/>
              <a:gd name="T10" fmla="*/ 1440 w 3504"/>
              <a:gd name="T11" fmla="*/ 368 h 416"/>
              <a:gd name="T12" fmla="*/ 1872 w 3504"/>
              <a:gd name="T13" fmla="*/ 224 h 416"/>
              <a:gd name="T14" fmla="*/ 2400 w 3504"/>
              <a:gd name="T15" fmla="*/ 32 h 416"/>
              <a:gd name="T16" fmla="*/ 2928 w 3504"/>
              <a:gd name="T17" fmla="*/ 32 h 416"/>
              <a:gd name="T18" fmla="*/ 3216 w 3504"/>
              <a:gd name="T19" fmla="*/ 128 h 416"/>
              <a:gd name="T20" fmla="*/ 3504 w 3504"/>
              <a:gd name="T21" fmla="*/ 12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04" h="416">
                <a:moveTo>
                  <a:pt x="0" y="368"/>
                </a:moveTo>
                <a:cubicBezTo>
                  <a:pt x="56" y="308"/>
                  <a:pt x="112" y="248"/>
                  <a:pt x="192" y="224"/>
                </a:cubicBezTo>
                <a:cubicBezTo>
                  <a:pt x="272" y="200"/>
                  <a:pt x="384" y="200"/>
                  <a:pt x="480" y="224"/>
                </a:cubicBezTo>
                <a:cubicBezTo>
                  <a:pt x="576" y="248"/>
                  <a:pt x="672" y="336"/>
                  <a:pt x="768" y="368"/>
                </a:cubicBezTo>
                <a:cubicBezTo>
                  <a:pt x="864" y="400"/>
                  <a:pt x="944" y="416"/>
                  <a:pt x="1056" y="416"/>
                </a:cubicBezTo>
                <a:cubicBezTo>
                  <a:pt x="1168" y="416"/>
                  <a:pt x="1304" y="400"/>
                  <a:pt x="1440" y="368"/>
                </a:cubicBezTo>
                <a:cubicBezTo>
                  <a:pt x="1576" y="336"/>
                  <a:pt x="1712" y="280"/>
                  <a:pt x="1872" y="224"/>
                </a:cubicBezTo>
                <a:cubicBezTo>
                  <a:pt x="2032" y="168"/>
                  <a:pt x="2224" y="64"/>
                  <a:pt x="2400" y="32"/>
                </a:cubicBezTo>
                <a:cubicBezTo>
                  <a:pt x="2576" y="0"/>
                  <a:pt x="2792" y="16"/>
                  <a:pt x="2928" y="32"/>
                </a:cubicBezTo>
                <a:cubicBezTo>
                  <a:pt x="3064" y="48"/>
                  <a:pt x="3120" y="112"/>
                  <a:pt x="3216" y="128"/>
                </a:cubicBezTo>
                <a:cubicBezTo>
                  <a:pt x="3312" y="144"/>
                  <a:pt x="3408" y="136"/>
                  <a:pt x="3504" y="128"/>
                </a:cubicBezTo>
              </a:path>
            </a:pathLst>
          </a:custGeom>
          <a:noFill/>
          <a:ln w="25400">
            <a:solidFill>
              <a:srgbClr val="008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4114" name="Group 18"/>
          <p:cNvGrpSpPr/>
          <p:nvPr/>
        </p:nvGrpSpPr>
        <p:grpSpPr bwMode="auto">
          <a:xfrm>
            <a:off x="4724400" y="4410075"/>
            <a:ext cx="381000" cy="1433513"/>
            <a:chOff x="0" y="0"/>
            <a:chExt cx="240" cy="903"/>
          </a:xfrm>
        </p:grpSpPr>
        <p:sp>
          <p:nvSpPr>
            <p:cNvPr id="14356" name="Line 19"/>
            <p:cNvSpPr>
              <a:spLocks noChangeShapeType="1"/>
            </p:cNvSpPr>
            <p:nvPr/>
          </p:nvSpPr>
          <p:spPr bwMode="auto">
            <a:xfrm>
              <a:off x="96" y="0"/>
              <a:ext cx="0" cy="720"/>
            </a:xfrm>
            <a:prstGeom prst="line">
              <a:avLst/>
            </a:prstGeom>
            <a:noFill/>
            <a:ln w="22225">
              <a:solidFill>
                <a:srgbClr val="FF33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14357" name="Text Box 20"/>
            <p:cNvSpPr txBox="1">
              <a:spLocks noChangeArrowheads="1"/>
            </p:cNvSpPr>
            <p:nvPr/>
          </p:nvSpPr>
          <p:spPr bwMode="auto">
            <a:xfrm>
              <a:off x="0" y="672"/>
              <a:ext cx="2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b="1" i="1">
                  <a:solidFill>
                    <a:srgbClr val="FF3300"/>
                  </a:solidFill>
                  <a:latin typeface="Times New Roman" panose="02020603050405020304" pitchFamily="18" charset="0"/>
                  <a:ea typeface="楷体_GB2312" pitchFamily="49" charset="-122"/>
                </a:rPr>
                <a:t>x</a:t>
              </a:r>
            </a:p>
          </p:txBody>
        </p:sp>
      </p:grpSp>
      <p:sp>
        <p:nvSpPr>
          <p:cNvPr id="4117" name="AutoShape 21"/>
          <p:cNvSpPr>
            <a:spLocks noChangeArrowheads="1"/>
          </p:cNvSpPr>
          <p:nvPr/>
        </p:nvSpPr>
        <p:spPr bwMode="auto">
          <a:xfrm>
            <a:off x="2971800" y="4029075"/>
            <a:ext cx="1447800" cy="457200"/>
          </a:xfrm>
          <a:prstGeom prst="wedgeRectCallout">
            <a:avLst>
              <a:gd name="adj1" fmla="val 79935"/>
              <a:gd name="adj2" fmla="val 30903"/>
            </a:avLst>
          </a:prstGeom>
          <a:gradFill rotWithShape="0">
            <a:gsLst>
              <a:gs pos="0">
                <a:schemeClr val="bg1"/>
              </a:gs>
              <a:gs pos="100000">
                <a:srgbClr val="CCFFFF"/>
              </a:gs>
            </a:gsLst>
            <a:lin ang="2700000" scaled="1"/>
          </a:gradFill>
          <a:ln w="9525">
            <a:solidFill>
              <a:schemeClr val="accent2"/>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b="1" i="1">
                <a:solidFill>
                  <a:srgbClr val="008000"/>
                </a:solidFill>
                <a:latin typeface="Times New Roman" panose="02020603050405020304" pitchFamily="18" charset="0"/>
                <a:ea typeface="楷体_GB2312" pitchFamily="49" charset="-122"/>
              </a:rPr>
              <a:t>g</a:t>
            </a:r>
            <a:r>
              <a:rPr lang="en-US" altLang="zh-CN" b="1">
                <a:solidFill>
                  <a:srgbClr val="008000"/>
                </a:solidFill>
                <a:latin typeface="Times New Roman" panose="02020603050405020304" pitchFamily="18" charset="0"/>
                <a:ea typeface="楷体_GB2312" pitchFamily="49" charset="-122"/>
              </a:rPr>
              <a:t>(</a:t>
            </a:r>
            <a:r>
              <a:rPr lang="en-US" altLang="zh-CN" b="1" i="1">
                <a:solidFill>
                  <a:srgbClr val="008000"/>
                </a:solidFill>
                <a:latin typeface="Times New Roman" panose="02020603050405020304" pitchFamily="18" charset="0"/>
                <a:ea typeface="楷体_GB2312" pitchFamily="49" charset="-122"/>
              </a:rPr>
              <a:t>x</a:t>
            </a:r>
            <a:r>
              <a:rPr lang="en-US" altLang="zh-CN" b="1">
                <a:solidFill>
                  <a:srgbClr val="008000"/>
                </a:solidFill>
                <a:latin typeface="Times New Roman" panose="02020603050405020304" pitchFamily="18" charset="0"/>
                <a:ea typeface="楷体_GB2312" pitchFamily="49" charset="-122"/>
              </a:rPr>
              <a:t>)</a:t>
            </a:r>
            <a:r>
              <a:rPr lang="en-US" altLang="zh-CN" b="1">
                <a:solidFill>
                  <a:srgbClr val="000000"/>
                </a:solidFill>
                <a:latin typeface="Times New Roman" panose="02020603050405020304" pitchFamily="18" charset="0"/>
                <a:ea typeface="楷体_GB2312" pitchFamily="49" charset="-122"/>
              </a:rPr>
              <a:t> </a:t>
            </a:r>
            <a:r>
              <a:rPr lang="en-US" altLang="zh-CN"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b="1" i="1">
                <a:solidFill>
                  <a:srgbClr val="000000"/>
                </a:solidFill>
                <a:latin typeface="Times New Roman" panose="02020603050405020304" pitchFamily="18" charset="0"/>
                <a:ea typeface="楷体_GB2312" pitchFamily="49" charset="-122"/>
              </a:rPr>
              <a:t>f</a:t>
            </a:r>
            <a:r>
              <a:rPr lang="en-US" altLang="zh-CN" b="1">
                <a:solidFill>
                  <a:srgbClr val="000000"/>
                </a:solidFill>
                <a:latin typeface="Times New Roman" panose="02020603050405020304" pitchFamily="18" charset="0"/>
                <a:ea typeface="楷体_GB2312" pitchFamily="49" charset="-122"/>
              </a:rPr>
              <a:t>(</a:t>
            </a:r>
            <a:r>
              <a:rPr lang="en-US" altLang="zh-CN" b="1" i="1">
                <a:solidFill>
                  <a:srgbClr val="000000"/>
                </a:solidFill>
                <a:latin typeface="Times New Roman" panose="02020603050405020304" pitchFamily="18" charset="0"/>
                <a:ea typeface="楷体_GB2312" pitchFamily="49" charset="-122"/>
              </a:rPr>
              <a:t>x</a:t>
            </a:r>
            <a:r>
              <a:rPr lang="en-US" altLang="zh-CN" b="1">
                <a:solidFill>
                  <a:srgbClr val="000000"/>
                </a:solidFill>
                <a:latin typeface="Times New Roman" panose="02020603050405020304" pitchFamily="18" charset="0"/>
                <a:ea typeface="楷体_GB2312" pitchFamily="49" charset="-122"/>
              </a:rPr>
              <a:t>)</a:t>
            </a:r>
          </a:p>
        </p:txBody>
      </p:sp>
      <p:sp>
        <p:nvSpPr>
          <p:cNvPr id="4118" name="Line 22"/>
          <p:cNvSpPr>
            <a:spLocks noChangeShapeType="1"/>
          </p:cNvSpPr>
          <p:nvPr/>
        </p:nvSpPr>
        <p:spPr bwMode="auto">
          <a:xfrm>
            <a:off x="5181600" y="2428875"/>
            <a:ext cx="1371600" cy="0"/>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099"/>
                                        </p:tgtEl>
                                        <p:attrNameLst>
                                          <p:attrName>style.visibility</p:attrName>
                                        </p:attrNameLst>
                                      </p:cBhvr>
                                      <p:to>
                                        <p:strVal val="visible"/>
                                      </p:to>
                                    </p:set>
                                    <p:animEffect transition="in" filter="strips(downRight)">
                                      <p:cBhvr>
                                        <p:cTn id="7" dur="500"/>
                                        <p:tgtEl>
                                          <p:spTgt spid="4099"/>
                                        </p:tgtEl>
                                      </p:cBhvr>
                                    </p:animEffect>
                                  </p:childTnLst>
                                  <p:subTnLst>
                                    <p:audio>
                                      <p:cMediaNode>
                                        <p:cTn display="0" masterRel="sameClick">
                                          <p:stCondLst>
                                            <p:cond evt="begin" delay="0">
                                              <p:tn val="5"/>
                                            </p:cond>
                                          </p:stCondLst>
                                          <p:endCondLst>
                                            <p:cond evt="onStopAudio" delay="0">
                                              <p:tgtEl>
                                                <p:sldTgt/>
                                              </p:tgtEl>
                                            </p:cond>
                                          </p:endCondLst>
                                        </p:cTn>
                                        <p:tgtEl>
                                          <p:sndTgt r:embed="rId2"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18"/>
                                        </p:tgtEl>
                                        <p:attrNameLst>
                                          <p:attrName>style.visibility</p:attrName>
                                        </p:attrNameLst>
                                      </p:cBhvr>
                                      <p:to>
                                        <p:strVal val="visible"/>
                                      </p:to>
                                    </p:set>
                                    <p:animEffect transition="in" filter="wipe(left)">
                                      <p:cBhvr>
                                        <p:cTn id="12" dur="500"/>
                                        <p:tgtEl>
                                          <p:spTgt spid="4118"/>
                                        </p:tgtEl>
                                      </p:cBhvr>
                                    </p:animEffect>
                                  </p:childTnLst>
                                  <p:subTnLst>
                                    <p:audio>
                                      <p:cMediaNode>
                                        <p:cTn display="0" masterRel="sameClick">
                                          <p:stCondLst>
                                            <p:cond evt="begin" delay="0">
                                              <p:tn val="10"/>
                                            </p:cond>
                                          </p:stCondLst>
                                          <p:endCondLst>
                                            <p:cond evt="onStopAudio" delay="0">
                                              <p:tgtEl>
                                                <p:sldTgt/>
                                              </p:tgtEl>
                                            </p:cond>
                                          </p:endCondLst>
                                        </p:cTn>
                                        <p:tgtEl>
                                          <p:sndTgt r:embed="rId3" name="laser.wav"/>
                                        </p:tgtEl>
                                      </p:cMediaNode>
                                    </p:audio>
                                  </p:subTnLst>
                                </p:cTn>
                              </p:par>
                            </p:childTnLst>
                          </p:cTn>
                        </p:par>
                      </p:childTnLst>
                    </p:cTn>
                  </p:par>
                  <p:par>
                    <p:cTn id="13" fill="hold">
                      <p:stCondLst>
                        <p:cond delay="indefinite"/>
                      </p:stCondLst>
                      <p:childTnLst>
                        <p:par>
                          <p:cTn id="14" fill="hold">
                            <p:stCondLst>
                              <p:cond delay="0"/>
                            </p:stCondLst>
                            <p:childTnLst>
                              <p:par>
                                <p:cTn id="15" presetID="17" presetClass="entr" presetSubtype="10" fill="hold" nodeType="clickEffect">
                                  <p:stCondLst>
                                    <p:cond delay="0"/>
                                  </p:stCondLst>
                                  <p:childTnLst>
                                    <p:set>
                                      <p:cBhvr>
                                        <p:cTn id="16" dur="1" fill="hold">
                                          <p:stCondLst>
                                            <p:cond delay="0"/>
                                          </p:stCondLst>
                                        </p:cTn>
                                        <p:tgtEl>
                                          <p:spTgt spid="4100"/>
                                        </p:tgtEl>
                                        <p:attrNameLst>
                                          <p:attrName>style.visibility</p:attrName>
                                        </p:attrNameLst>
                                      </p:cBhvr>
                                      <p:to>
                                        <p:strVal val="visible"/>
                                      </p:to>
                                    </p:set>
                                    <p:anim calcmode="lin" valueType="num">
                                      <p:cBhvr>
                                        <p:cTn id="17" dur="500" fill="hold"/>
                                        <p:tgtEl>
                                          <p:spTgt spid="4100"/>
                                        </p:tgtEl>
                                        <p:attrNameLst>
                                          <p:attrName>ppt_w</p:attrName>
                                        </p:attrNameLst>
                                      </p:cBhvr>
                                      <p:tavLst>
                                        <p:tav tm="0">
                                          <p:val>
                                            <p:fltVal val="0"/>
                                          </p:val>
                                        </p:tav>
                                        <p:tav tm="100000">
                                          <p:val>
                                            <p:strVal val="#ppt_w"/>
                                          </p:val>
                                        </p:tav>
                                      </p:tavLst>
                                    </p:anim>
                                    <p:anim calcmode="lin" valueType="num">
                                      <p:cBhvr>
                                        <p:cTn id="18" dur="500" fill="hold"/>
                                        <p:tgtEl>
                                          <p:spTgt spid="4100"/>
                                        </p:tgtEl>
                                        <p:attrNameLst>
                                          <p:attrName>ppt_h</p:attrName>
                                        </p:attrNameLst>
                                      </p:cBhvr>
                                      <p:tavLst>
                                        <p:tav tm="0">
                                          <p:val>
                                            <p:strVal val="#ppt_h"/>
                                          </p:val>
                                        </p:tav>
                                        <p:tav tm="100000">
                                          <p:val>
                                            <p:strVal val="#ppt_h"/>
                                          </p:val>
                                        </p:tav>
                                      </p:tavLst>
                                    </p:anim>
                                  </p:childTnLst>
                                </p:cTn>
                              </p:par>
                            </p:childTnLst>
                          </p:cTn>
                        </p:par>
                        <p:par>
                          <p:cTn id="19" fill="hold">
                            <p:stCondLst>
                              <p:cond delay="500"/>
                            </p:stCondLst>
                            <p:childTnLst>
                              <p:par>
                                <p:cTn id="20" presetID="22" presetClass="entr" presetSubtype="8" fill="hold" nodeType="afterEffect">
                                  <p:stCondLst>
                                    <p:cond delay="0"/>
                                  </p:stCondLst>
                                  <p:childTnLst>
                                    <p:set>
                                      <p:cBhvr>
                                        <p:cTn id="21" dur="1" fill="hold">
                                          <p:stCondLst>
                                            <p:cond delay="0"/>
                                          </p:stCondLst>
                                        </p:cTn>
                                        <p:tgtEl>
                                          <p:spTgt spid="4101"/>
                                        </p:tgtEl>
                                        <p:attrNameLst>
                                          <p:attrName>style.visibility</p:attrName>
                                        </p:attrNameLst>
                                      </p:cBhvr>
                                      <p:to>
                                        <p:strVal val="visible"/>
                                      </p:to>
                                    </p:set>
                                    <p:animEffect transition="in" filter="wipe(left)">
                                      <p:cBhvr>
                                        <p:cTn id="22" dur="500"/>
                                        <p:tgtEl>
                                          <p:spTgt spid="4101"/>
                                        </p:tgtEl>
                                      </p:cBhvr>
                                    </p:animEffect>
                                  </p:childTnLst>
                                  <p:subTnLst>
                                    <p:audio>
                                      <p:cMediaNode>
                                        <p:cTn display="0" masterRel="sameClick">
                                          <p:stCondLst>
                                            <p:cond evt="begin" delay="0">
                                              <p:tn val="20"/>
                                            </p:cond>
                                          </p:stCondLst>
                                          <p:endCondLst>
                                            <p:cond evt="onStopAudio" delay="0">
                                              <p:tgtEl>
                                                <p:sldTgt/>
                                              </p:tgtEl>
                                            </p:cond>
                                          </p:endCondLst>
                                        </p:cTn>
                                        <p:tgtEl>
                                          <p:sndTgt r:embed="rId4" name="whoosh.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4102"/>
                                        </p:tgtEl>
                                        <p:attrNameLst>
                                          <p:attrName>style.visibility</p:attrName>
                                        </p:attrNameLst>
                                      </p:cBhvr>
                                      <p:to>
                                        <p:strVal val="visible"/>
                                      </p:to>
                                    </p:set>
                                    <p:animEffect transition="in" filter="wipe(down)">
                                      <p:cBhvr>
                                        <p:cTn id="27" dur="500"/>
                                        <p:tgtEl>
                                          <p:spTgt spid="4102"/>
                                        </p:tgtEl>
                                      </p:cBhvr>
                                    </p:animEffect>
                                  </p:childTnLst>
                                  <p:subTnLst>
                                    <p:audio>
                                      <p:cMediaNode>
                                        <p:cTn display="0" masterRel="sameClick">
                                          <p:stCondLst>
                                            <p:cond evt="begin" delay="0">
                                              <p:tn val="25"/>
                                            </p:cond>
                                          </p:stCondLst>
                                          <p:endCondLst>
                                            <p:cond evt="onStopAudio" delay="0">
                                              <p:tgtEl>
                                                <p:sldTgt/>
                                              </p:tgtEl>
                                            </p:cond>
                                          </p:endCondLst>
                                        </p:cTn>
                                        <p:tgtEl>
                                          <p:sndTgt r:embed="rId5" name="camera.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4113"/>
                                        </p:tgtEl>
                                        <p:attrNameLst>
                                          <p:attrName>style.visibility</p:attrName>
                                        </p:attrNameLst>
                                      </p:cBhvr>
                                      <p:to>
                                        <p:strVal val="visible"/>
                                      </p:to>
                                    </p:set>
                                    <p:animEffect transition="in" filter="wipe(left)">
                                      <p:cBhvr>
                                        <p:cTn id="32" dur="500"/>
                                        <p:tgtEl>
                                          <p:spTgt spid="4113"/>
                                        </p:tgtEl>
                                      </p:cBhvr>
                                    </p:animEffect>
                                  </p:childTnLst>
                                  <p:subTnLst>
                                    <p:audio>
                                      <p:cMediaNode>
                                        <p:cTn display="0" masterRel="sameClick">
                                          <p:stCondLst>
                                            <p:cond evt="begin" delay="0">
                                              <p:tn val="30"/>
                                            </p:cond>
                                          </p:stCondLst>
                                          <p:endCondLst>
                                            <p:cond evt="onStopAudio" delay="0">
                                              <p:tgtEl>
                                                <p:sldTgt/>
                                              </p:tgtEl>
                                            </p:cond>
                                          </p:endCondLst>
                                        </p:cTn>
                                        <p:tgtEl>
                                          <p:sndTgt r:embed="rId6" name="cashreg.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4114"/>
                                        </p:tgtEl>
                                        <p:attrNameLst>
                                          <p:attrName>style.visibility</p:attrName>
                                        </p:attrNameLst>
                                      </p:cBhvr>
                                      <p:to>
                                        <p:strVal val="visible"/>
                                      </p:to>
                                    </p:set>
                                    <p:animEffect transition="in" filter="wipe(down)">
                                      <p:cBhvr>
                                        <p:cTn id="37" dur="500"/>
                                        <p:tgtEl>
                                          <p:spTgt spid="4114"/>
                                        </p:tgtEl>
                                      </p:cBhvr>
                                    </p:animEffect>
                                  </p:childTnLst>
                                </p:cTn>
                              </p:par>
                            </p:childTnLst>
                          </p:cTn>
                        </p:par>
                        <p:par>
                          <p:cTn id="38" fill="hold">
                            <p:stCondLst>
                              <p:cond delay="500"/>
                            </p:stCondLst>
                            <p:childTnLst>
                              <p:par>
                                <p:cTn id="39" presetID="17" presetClass="entr" presetSubtype="2" fill="hold" grpId="0" nodeType="afterEffect">
                                  <p:stCondLst>
                                    <p:cond delay="0"/>
                                  </p:stCondLst>
                                  <p:childTnLst>
                                    <p:set>
                                      <p:cBhvr>
                                        <p:cTn id="40" dur="1" fill="hold">
                                          <p:stCondLst>
                                            <p:cond delay="0"/>
                                          </p:stCondLst>
                                        </p:cTn>
                                        <p:tgtEl>
                                          <p:spTgt spid="4117"/>
                                        </p:tgtEl>
                                        <p:attrNameLst>
                                          <p:attrName>style.visibility</p:attrName>
                                        </p:attrNameLst>
                                      </p:cBhvr>
                                      <p:to>
                                        <p:strVal val="visible"/>
                                      </p:to>
                                    </p:set>
                                    <p:anim calcmode="lin" valueType="num">
                                      <p:cBhvr>
                                        <p:cTn id="41" dur="500" fill="hold"/>
                                        <p:tgtEl>
                                          <p:spTgt spid="4117"/>
                                        </p:tgtEl>
                                        <p:attrNameLst>
                                          <p:attrName>ppt_x</p:attrName>
                                        </p:attrNameLst>
                                      </p:cBhvr>
                                      <p:tavLst>
                                        <p:tav tm="0">
                                          <p:val>
                                            <p:strVal val="#ppt_x+#ppt_w/2"/>
                                          </p:val>
                                        </p:tav>
                                        <p:tav tm="100000">
                                          <p:val>
                                            <p:strVal val="#ppt_x"/>
                                          </p:val>
                                        </p:tav>
                                      </p:tavLst>
                                    </p:anim>
                                    <p:anim calcmode="lin" valueType="num">
                                      <p:cBhvr>
                                        <p:cTn id="42" dur="500" fill="hold"/>
                                        <p:tgtEl>
                                          <p:spTgt spid="4117"/>
                                        </p:tgtEl>
                                        <p:attrNameLst>
                                          <p:attrName>ppt_y</p:attrName>
                                        </p:attrNameLst>
                                      </p:cBhvr>
                                      <p:tavLst>
                                        <p:tav tm="0">
                                          <p:val>
                                            <p:strVal val="#ppt_y"/>
                                          </p:val>
                                        </p:tav>
                                        <p:tav tm="100000">
                                          <p:val>
                                            <p:strVal val="#ppt_y"/>
                                          </p:val>
                                        </p:tav>
                                      </p:tavLst>
                                    </p:anim>
                                    <p:anim calcmode="lin" valueType="num">
                                      <p:cBhvr>
                                        <p:cTn id="43" dur="500" fill="hold"/>
                                        <p:tgtEl>
                                          <p:spTgt spid="4117"/>
                                        </p:tgtEl>
                                        <p:attrNameLst>
                                          <p:attrName>ppt_w</p:attrName>
                                        </p:attrNameLst>
                                      </p:cBhvr>
                                      <p:tavLst>
                                        <p:tav tm="0">
                                          <p:val>
                                            <p:fltVal val="0"/>
                                          </p:val>
                                        </p:tav>
                                        <p:tav tm="100000">
                                          <p:val>
                                            <p:strVal val="#ppt_w"/>
                                          </p:val>
                                        </p:tav>
                                      </p:tavLst>
                                    </p:anim>
                                    <p:anim calcmode="lin" valueType="num">
                                      <p:cBhvr>
                                        <p:cTn id="44" dur="500" fill="hold"/>
                                        <p:tgtEl>
                                          <p:spTgt spid="4117"/>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39"/>
                                            </p:cond>
                                          </p:stCondLst>
                                          <p:endCondLst>
                                            <p:cond evt="onStopAudio" delay="0">
                                              <p:tgtEl>
                                                <p:sldTgt/>
                                              </p:tgtEl>
                                            </p:cond>
                                          </p:endCondLst>
                                        </p:cTn>
                                        <p:tgtEl>
                                          <p:sndTgt r:embed="rId4"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9" grpId="0"/>
      <p:bldP spid="41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CB0C8A2-176F-4D75-AD7F-BA66BBABE0B9}"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536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536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9E0B977D-433A-4883-9E49-4C1FE93E8FC7}" type="slidenum">
              <a:rPr lang="zh-CN" altLang="en-US" smtClean="0">
                <a:solidFill>
                  <a:srgbClr val="000000"/>
                </a:solidFill>
                <a:latin typeface="Times New Roman" panose="02020603050405020304" pitchFamily="18" charset="0"/>
              </a:rPr>
              <a:t>7</a:t>
            </a:fld>
            <a:endParaRPr lang="zh-CN" altLang="en-US">
              <a:solidFill>
                <a:srgbClr val="000000"/>
              </a:solidFill>
              <a:latin typeface="Times New Roman" panose="02020603050405020304" pitchFamily="18" charset="0"/>
            </a:endParaRPr>
          </a:p>
        </p:txBody>
      </p:sp>
      <p:sp>
        <p:nvSpPr>
          <p:cNvPr id="15364" name="Rectangle 2"/>
          <p:cNvSpPr>
            <a:spLocks noChangeArrowheads="1"/>
          </p:cNvSpPr>
          <p:nvPr/>
        </p:nvSpPr>
        <p:spPr bwMode="auto">
          <a:xfrm>
            <a:off x="755650" y="998538"/>
            <a:ext cx="7705725"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solidFill>
                  <a:srgbClr val="000000"/>
                </a:solidFill>
                <a:latin typeface="Times New Roman" panose="02020603050405020304" pitchFamily="18" charset="0"/>
                <a:ea typeface="楷体_GB2312" pitchFamily="49" charset="-122"/>
              </a:rPr>
              <a:t>        根据实际需要，可以用各种不同的函数来近似原来的函数。</a:t>
            </a:r>
          </a:p>
        </p:txBody>
      </p:sp>
      <p:sp>
        <p:nvSpPr>
          <p:cNvPr id="5123" name="Rectangle 3"/>
          <p:cNvSpPr>
            <a:spLocks noChangeArrowheads="1"/>
          </p:cNvSpPr>
          <p:nvPr/>
        </p:nvSpPr>
        <p:spPr bwMode="auto">
          <a:xfrm>
            <a:off x="1547813" y="2124075"/>
            <a:ext cx="4021137"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0000"/>
              </a:lnSpc>
            </a:pPr>
            <a:r>
              <a:rPr lang="zh-CN" altLang="en-US" sz="2800" b="1">
                <a:solidFill>
                  <a:srgbClr val="000000"/>
                </a:solidFill>
                <a:latin typeface="Times New Roman" panose="02020603050405020304" pitchFamily="18" charset="0"/>
                <a:ea typeface="楷体_GB2312" pitchFamily="49" charset="-122"/>
              </a:rPr>
              <a:t>最常用的插值函数是 </a:t>
            </a:r>
            <a:r>
              <a:rPr lang="en-US" altLang="zh-CN" sz="2800" b="1">
                <a:solidFill>
                  <a:srgbClr val="000000"/>
                </a:solidFill>
                <a:latin typeface="Times New Roman" panose="02020603050405020304" pitchFamily="18" charset="0"/>
                <a:ea typeface="楷体_GB2312" pitchFamily="49" charset="-122"/>
              </a:rPr>
              <a:t>…?</a:t>
            </a:r>
          </a:p>
        </p:txBody>
      </p:sp>
      <p:sp>
        <p:nvSpPr>
          <p:cNvPr id="5124" name="Text Box 4"/>
          <p:cNvSpPr txBox="1">
            <a:spLocks noChangeArrowheads="1"/>
          </p:cNvSpPr>
          <p:nvPr/>
        </p:nvSpPr>
        <p:spPr bwMode="auto">
          <a:xfrm>
            <a:off x="4921250" y="2181225"/>
            <a:ext cx="1595438" cy="427038"/>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FF3300"/>
                </a:solidFill>
                <a:latin typeface="Times New Roman" panose="02020603050405020304" pitchFamily="18" charset="0"/>
                <a:ea typeface="楷体_GB2312" pitchFamily="49" charset="-122"/>
              </a:rPr>
              <a:t>多项式</a:t>
            </a:r>
          </a:p>
        </p:txBody>
      </p:sp>
      <p:sp>
        <p:nvSpPr>
          <p:cNvPr id="5125" name="Rectangle 5"/>
          <p:cNvSpPr>
            <a:spLocks noChangeArrowheads="1"/>
          </p:cNvSpPr>
          <p:nvPr/>
        </p:nvSpPr>
        <p:spPr bwMode="auto">
          <a:xfrm>
            <a:off x="828675" y="2955925"/>
            <a:ext cx="7704138"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00000"/>
                </a:solidFill>
                <a:latin typeface="Times New Roman" panose="02020603050405020304" pitchFamily="18" charset="0"/>
                <a:ea typeface="楷体_GB2312" pitchFamily="49" charset="-122"/>
              </a:rPr>
              <a:t>        代数多项式最简单，计算其值只需用到加、减乘运算，且积分和微分都很方便；</a:t>
            </a:r>
          </a:p>
          <a:p>
            <a:pPr eaLnBrk="1" hangingPunct="1"/>
            <a:r>
              <a:rPr lang="zh-CN" altLang="en-US" sz="2400">
                <a:solidFill>
                  <a:srgbClr val="000000"/>
                </a:solidFill>
                <a:latin typeface="Times New Roman" panose="02020603050405020304" pitchFamily="18" charset="0"/>
                <a:ea typeface="楷体_GB2312" pitchFamily="49" charset="-122"/>
              </a:rPr>
              <a:t>        所以常用它来近似表示表格函数</a:t>
            </a:r>
            <a:r>
              <a:rPr lang="en-US" altLang="zh-CN" sz="2400">
                <a:solidFill>
                  <a:srgbClr val="000000"/>
                </a:solidFill>
                <a:latin typeface="Times New Roman" panose="02020603050405020304" pitchFamily="18" charset="0"/>
                <a:ea typeface="楷体_GB2312" pitchFamily="49" charset="-122"/>
              </a:rPr>
              <a:t>(</a:t>
            </a:r>
            <a:r>
              <a:rPr lang="zh-CN" altLang="en-US" sz="2400">
                <a:solidFill>
                  <a:srgbClr val="000000"/>
                </a:solidFill>
                <a:latin typeface="Times New Roman" panose="02020603050405020304" pitchFamily="18" charset="0"/>
                <a:ea typeface="楷体_GB2312" pitchFamily="49" charset="-122"/>
              </a:rPr>
              <a:t>或复杂函数</a:t>
            </a:r>
            <a:r>
              <a:rPr lang="en-US" altLang="zh-CN" sz="2400">
                <a:solidFill>
                  <a:srgbClr val="000000"/>
                </a:solidFill>
                <a:latin typeface="Times New Roman" panose="02020603050405020304" pitchFamily="18" charset="0"/>
                <a:ea typeface="楷体_GB2312" pitchFamily="49" charset="-122"/>
              </a:rPr>
              <a:t>),</a:t>
            </a:r>
            <a:r>
              <a:rPr lang="zh-CN" altLang="en-US" sz="2400">
                <a:solidFill>
                  <a:srgbClr val="000000"/>
                </a:solidFill>
                <a:latin typeface="Times New Roman" panose="02020603050405020304" pitchFamily="18" charset="0"/>
                <a:ea typeface="楷体_GB2312" pitchFamily="49" charset="-122"/>
              </a:rPr>
              <a:t>这样的插值方法叫做</a:t>
            </a:r>
            <a:r>
              <a:rPr lang="zh-CN" altLang="en-US" sz="2400" b="1">
                <a:solidFill>
                  <a:srgbClr val="3333CC"/>
                </a:solidFill>
                <a:latin typeface="Times New Roman" panose="02020603050405020304" pitchFamily="18" charset="0"/>
                <a:ea typeface="楷体_GB2312" pitchFamily="49" charset="-122"/>
              </a:rPr>
              <a:t>代数插值法</a:t>
            </a:r>
            <a:r>
              <a:rPr lang="zh-CN" altLang="en-US" sz="2400">
                <a:solidFill>
                  <a:srgbClr val="000000"/>
                </a:solidFill>
                <a:latin typeface="Times New Roman" panose="02020603050405020304" pitchFamily="18" charset="0"/>
                <a:ea typeface="楷体_GB2312" pitchFamily="49" charset="-122"/>
              </a:rPr>
              <a:t>，简称插值法。</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123"/>
                                        </p:tgtEl>
                                        <p:attrNameLst>
                                          <p:attrName>style.visibility</p:attrName>
                                        </p:attrNameLst>
                                      </p:cBhvr>
                                      <p:to>
                                        <p:strVal val="visible"/>
                                      </p:to>
                                    </p:set>
                                    <p:anim calcmode="lin" valueType="num">
                                      <p:cBhvr>
                                        <p:cTn id="7" dur="500" fill="hold"/>
                                        <p:tgtEl>
                                          <p:spTgt spid="5123"/>
                                        </p:tgtEl>
                                        <p:attrNameLst>
                                          <p:attrName>ppt_x</p:attrName>
                                        </p:attrNameLst>
                                      </p:cBhvr>
                                      <p:tavLst>
                                        <p:tav tm="0">
                                          <p:val>
                                            <p:strVal val="0-#ppt_w/2"/>
                                          </p:val>
                                        </p:tav>
                                        <p:tav tm="100000">
                                          <p:val>
                                            <p:strVal val="#ppt_x"/>
                                          </p:val>
                                        </p:tav>
                                      </p:tavLst>
                                    </p:anim>
                                    <p:anim calcmode="lin" valueType="num">
                                      <p:cBhvr>
                                        <p:cTn id="8" dur="500" fill="hold"/>
                                        <p:tgtEl>
                                          <p:spTgt spid="512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5124"/>
                                        </p:tgtEl>
                                        <p:attrNameLst>
                                          <p:attrName>style.visibility</p:attrName>
                                        </p:attrNameLst>
                                      </p:cBhvr>
                                      <p:to>
                                        <p:strVal val="visible"/>
                                      </p:to>
                                    </p:set>
                                    <p:animEffect transition="in" filter="wipe(left)">
                                      <p:cBhvr>
                                        <p:cTn id="13" dur="500"/>
                                        <p:tgtEl>
                                          <p:spTgt spid="5124"/>
                                        </p:tgtEl>
                                      </p:cBhvr>
                                    </p:animEffect>
                                  </p:childTnLst>
                                  <p:subTnLst>
                                    <p:audio>
                                      <p:cMediaNode>
                                        <p:cTn display="0" masterRel="sameClick">
                                          <p:stCondLst>
                                            <p:cond evt="begin" delay="0">
                                              <p:tn val="11"/>
                                            </p:cond>
                                          </p:stCondLst>
                                          <p:endCondLst>
                                            <p:cond evt="onStopAudio" delay="0">
                                              <p:tgtEl>
                                                <p:sldTgt/>
                                              </p:tgtEl>
                                            </p:cond>
                                          </p:endCondLst>
                                        </p:cTn>
                                        <p:tgtEl>
                                          <p:sndTgt r:embed="rId2" name="chimes.wav"/>
                                        </p:tgtEl>
                                      </p:cMediaNode>
                                    </p:audio>
                                  </p:sub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5125"/>
                                        </p:tgtEl>
                                        <p:attrNameLst>
                                          <p:attrName>style.visibility</p:attrName>
                                        </p:attrNameLst>
                                      </p:cBhvr>
                                      <p:to>
                                        <p:strVal val="visible"/>
                                      </p:to>
                                    </p:set>
                                    <p:animEffect transition="in" filter="blinds(horizontal)">
                                      <p:cBhvr>
                                        <p:cTn id="18" dur="500"/>
                                        <p:tgtEl>
                                          <p:spTgt spid="5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3" grpId="0"/>
      <p:bldP spid="5124" grpId="0" animBg="1"/>
      <p:bldP spid="512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Rectangle 2"/>
          <p:cNvSpPr>
            <a:spLocks noGrp="1" noChangeArrowheads="1"/>
          </p:cNvSpPr>
          <p:nvPr>
            <p:ph type="title"/>
          </p:nvPr>
        </p:nvSpPr>
        <p:spPr>
          <a:xfrm>
            <a:off x="1524000" y="228600"/>
            <a:ext cx="7010400" cy="1527175"/>
          </a:xfrm>
        </p:spPr>
        <p:txBody>
          <a:bodyPr/>
          <a:lstStyle/>
          <a:p>
            <a:r>
              <a:rPr lang="zh-CN" altLang="en-US"/>
              <a:t>提纲</a:t>
            </a:r>
          </a:p>
        </p:txBody>
      </p:sp>
      <p:sp>
        <p:nvSpPr>
          <p:cNvPr id="16386" name="Rectangle 3"/>
          <p:cNvSpPr>
            <a:spLocks noGrp="1" noChangeArrowheads="1"/>
          </p:cNvSpPr>
          <p:nvPr>
            <p:ph idx="1"/>
          </p:nvPr>
        </p:nvSpPr>
        <p:spPr/>
        <p:txBody>
          <a:bodyPr/>
          <a:lstStyle/>
          <a:p>
            <a:r>
              <a:rPr lang="zh-CN" altLang="en-US"/>
              <a:t>插值的基本概念</a:t>
            </a:r>
          </a:p>
          <a:p>
            <a:endParaRPr lang="zh-CN" altLang="en-US">
              <a:solidFill>
                <a:srgbClr val="FF0000"/>
              </a:solidFill>
            </a:endParaRPr>
          </a:p>
          <a:p>
            <a:r>
              <a:rPr lang="zh-CN" altLang="en-US">
                <a:solidFill>
                  <a:srgbClr val="FF0000"/>
                </a:solidFill>
              </a:rPr>
              <a:t>拉格朗日插值</a:t>
            </a:r>
          </a:p>
          <a:p>
            <a:endParaRPr lang="zh-CN" altLang="en-US"/>
          </a:p>
          <a:p>
            <a:r>
              <a:rPr lang="zh-CN" altLang="en-US"/>
              <a:t>牛顿插值</a:t>
            </a:r>
          </a:p>
          <a:p>
            <a:pPr lvl="1"/>
            <a:endParaRPr lang="en-US" altLang="zh-CN"/>
          </a:p>
        </p:txBody>
      </p:sp>
    </p:spTree>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AFA5C5C-5910-4F07-B9CB-45293459CD0E}"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741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741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7E5F969-13B1-4D1B-8290-595ABED690CE}" type="slidenum">
              <a:rPr lang="zh-CN" altLang="en-US" smtClean="0">
                <a:solidFill>
                  <a:srgbClr val="000000"/>
                </a:solidFill>
                <a:latin typeface="Times New Roman" panose="02020603050405020304" pitchFamily="18" charset="0"/>
              </a:rPr>
              <a:t>9</a:t>
            </a:fld>
            <a:endParaRPr lang="zh-CN" altLang="en-US">
              <a:solidFill>
                <a:srgbClr val="000000"/>
              </a:solidFill>
              <a:latin typeface="Times New Roman" panose="02020603050405020304" pitchFamily="18" charset="0"/>
            </a:endParaRPr>
          </a:p>
        </p:txBody>
      </p:sp>
      <p:sp>
        <p:nvSpPr>
          <p:cNvPr id="6146" name="Text Box 2"/>
          <p:cNvSpPr txBox="1">
            <a:spLocks noChangeArrowheads="1"/>
          </p:cNvSpPr>
          <p:nvPr/>
        </p:nvSpPr>
        <p:spPr bwMode="auto">
          <a:xfrm>
            <a:off x="381000" y="246063"/>
            <a:ext cx="70104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a:solidFill>
                  <a:srgbClr val="000000"/>
                </a:solidFill>
                <a:latin typeface="Times New Roman" panose="02020603050405020304" pitchFamily="18" charset="0"/>
              </a:rPr>
              <a:t>§1  </a:t>
            </a:r>
            <a:r>
              <a:rPr lang="zh-CN" altLang="en-US" sz="2800" b="1">
                <a:solidFill>
                  <a:srgbClr val="000000"/>
                </a:solidFill>
                <a:latin typeface="Times New Roman" panose="02020603050405020304" pitchFamily="18" charset="0"/>
                <a:ea typeface="楷体_GB2312" pitchFamily="49" charset="-122"/>
              </a:rPr>
              <a:t>拉格朗日多项式  </a:t>
            </a:r>
            <a:endParaRPr lang="zh-CN" altLang="en-US" sz="2000" b="1">
              <a:solidFill>
                <a:srgbClr val="008000"/>
              </a:solidFill>
              <a:ea typeface="楷体_GB2312" pitchFamily="49" charset="-122"/>
            </a:endParaRPr>
          </a:p>
        </p:txBody>
      </p:sp>
      <p:grpSp>
        <p:nvGrpSpPr>
          <p:cNvPr id="6147" name="Group 3"/>
          <p:cNvGrpSpPr/>
          <p:nvPr/>
        </p:nvGrpSpPr>
        <p:grpSpPr bwMode="auto">
          <a:xfrm>
            <a:off x="685800" y="801688"/>
            <a:ext cx="7239000" cy="1295400"/>
            <a:chOff x="0" y="0"/>
            <a:chExt cx="4560" cy="816"/>
          </a:xfrm>
        </p:grpSpPr>
        <p:sp>
          <p:nvSpPr>
            <p:cNvPr id="17414" name="Rectangle 4"/>
            <p:cNvSpPr>
              <a:spLocks noChangeArrowheads="1"/>
            </p:cNvSpPr>
            <p:nvPr/>
          </p:nvSpPr>
          <p:spPr bwMode="auto">
            <a:xfrm>
              <a:off x="2388" y="307"/>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17415" name="Rectangle 5"/>
            <p:cNvSpPr>
              <a:spLocks noChangeArrowheads="1"/>
            </p:cNvSpPr>
            <p:nvPr/>
          </p:nvSpPr>
          <p:spPr bwMode="auto">
            <a:xfrm>
              <a:off x="1723" y="307"/>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17416" name="Rectangle 6"/>
            <p:cNvSpPr>
              <a:spLocks noChangeArrowheads="1"/>
            </p:cNvSpPr>
            <p:nvPr/>
          </p:nvSpPr>
          <p:spPr bwMode="auto">
            <a:xfrm>
              <a:off x="1282" y="307"/>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417" name="Rectangle 7"/>
            <p:cNvSpPr>
              <a:spLocks noChangeArrowheads="1"/>
            </p:cNvSpPr>
            <p:nvPr/>
          </p:nvSpPr>
          <p:spPr bwMode="auto">
            <a:xfrm>
              <a:off x="863" y="307"/>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18" name="Rectangle 8"/>
            <p:cNvSpPr>
              <a:spLocks noChangeArrowheads="1"/>
            </p:cNvSpPr>
            <p:nvPr/>
          </p:nvSpPr>
          <p:spPr bwMode="auto">
            <a:xfrm>
              <a:off x="612" y="307"/>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7419" name="Rectangle 9"/>
            <p:cNvSpPr>
              <a:spLocks noChangeArrowheads="1"/>
            </p:cNvSpPr>
            <p:nvPr/>
          </p:nvSpPr>
          <p:spPr bwMode="auto">
            <a:xfrm>
              <a:off x="1367" y="41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17420" name="Rectangle 10"/>
            <p:cNvSpPr>
              <a:spLocks noChangeArrowheads="1"/>
            </p:cNvSpPr>
            <p:nvPr/>
          </p:nvSpPr>
          <p:spPr bwMode="auto">
            <a:xfrm>
              <a:off x="959" y="41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17421" name="Rectangle 11"/>
            <p:cNvSpPr>
              <a:spLocks noChangeArrowheads="1"/>
            </p:cNvSpPr>
            <p:nvPr/>
          </p:nvSpPr>
          <p:spPr bwMode="auto">
            <a:xfrm>
              <a:off x="706" y="412"/>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17422" name="Rectangle 12"/>
            <p:cNvSpPr>
              <a:spLocks noChangeArrowheads="1"/>
            </p:cNvSpPr>
            <p:nvPr/>
          </p:nvSpPr>
          <p:spPr bwMode="auto">
            <a:xfrm>
              <a:off x="2304" y="307"/>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3" name="Rectangle 13"/>
            <p:cNvSpPr>
              <a:spLocks noChangeArrowheads="1"/>
            </p:cNvSpPr>
            <p:nvPr/>
          </p:nvSpPr>
          <p:spPr bwMode="auto">
            <a:xfrm>
              <a:off x="2136" y="307"/>
              <a:ext cx="12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4" name="Rectangle 14"/>
            <p:cNvSpPr>
              <a:spLocks noChangeArrowheads="1"/>
            </p:cNvSpPr>
            <p:nvPr/>
          </p:nvSpPr>
          <p:spPr bwMode="auto">
            <a:xfrm>
              <a:off x="2054" y="307"/>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5" name="Rectangle 15"/>
            <p:cNvSpPr>
              <a:spLocks noChangeArrowheads="1"/>
            </p:cNvSpPr>
            <p:nvPr/>
          </p:nvSpPr>
          <p:spPr bwMode="auto">
            <a:xfrm>
              <a:off x="1964" y="307"/>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17426" name="Rectangle 16"/>
            <p:cNvSpPr>
              <a:spLocks noChangeArrowheads="1"/>
            </p:cNvSpPr>
            <p:nvPr/>
          </p:nvSpPr>
          <p:spPr bwMode="auto">
            <a:xfrm>
              <a:off x="1459" y="307"/>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7" name="Rectangle 17"/>
            <p:cNvSpPr>
              <a:spLocks noChangeArrowheads="1"/>
            </p:cNvSpPr>
            <p:nvPr/>
          </p:nvSpPr>
          <p:spPr bwMode="auto">
            <a:xfrm>
              <a:off x="1018" y="307"/>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8" name="Rectangle 18"/>
            <p:cNvSpPr>
              <a:spLocks noChangeArrowheads="1"/>
            </p:cNvSpPr>
            <p:nvPr/>
          </p:nvSpPr>
          <p:spPr bwMode="auto">
            <a:xfrm>
              <a:off x="782" y="307"/>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29" name="Rectangle 19"/>
            <p:cNvSpPr>
              <a:spLocks noChangeArrowheads="1"/>
            </p:cNvSpPr>
            <p:nvPr/>
          </p:nvSpPr>
          <p:spPr bwMode="auto">
            <a:xfrm>
              <a:off x="1824" y="287"/>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30" name="Rectangle 20"/>
            <p:cNvSpPr>
              <a:spLocks noChangeArrowheads="1"/>
            </p:cNvSpPr>
            <p:nvPr/>
          </p:nvSpPr>
          <p:spPr bwMode="auto">
            <a:xfrm>
              <a:off x="1116" y="287"/>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pic>
          <p:nvPicPr>
            <p:cNvPr id="17431" name="Picture 21" descr="DARTS"/>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0" y="96"/>
              <a:ext cx="480"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32" name="Text Box 22"/>
            <p:cNvSpPr txBox="1">
              <a:spLocks noChangeArrowheads="1"/>
            </p:cNvSpPr>
            <p:nvPr/>
          </p:nvSpPr>
          <p:spPr bwMode="auto">
            <a:xfrm>
              <a:off x="480" y="0"/>
              <a:ext cx="40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求 </a:t>
              </a:r>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次多项式                                               使得</a:t>
              </a:r>
            </a:p>
          </p:txBody>
        </p:sp>
        <p:graphicFrame>
          <p:nvGraphicFramePr>
            <p:cNvPr id="17433" name="Object 23"/>
            <p:cNvGraphicFramePr>
              <a:graphicFrameLocks noChangeAspect="1"/>
            </p:cNvGraphicFramePr>
            <p:nvPr/>
          </p:nvGraphicFramePr>
          <p:xfrm>
            <a:off x="1776" y="0"/>
            <a:ext cx="2160" cy="297"/>
          </p:xfrm>
          <a:graphic>
            <a:graphicData uri="http://schemas.openxmlformats.org/presentationml/2006/ole">
              <mc:AlternateContent xmlns:mc="http://schemas.openxmlformats.org/markup-compatibility/2006">
                <mc:Choice xmlns:v="urn:schemas-microsoft-com:vml" Requires="v">
                  <p:oleObj spid="_x0000_s17629" r:id="rId8" imgW="1752600" imgH="241300" progId="Equation.3">
                    <p:embed/>
                  </p:oleObj>
                </mc:Choice>
                <mc:Fallback>
                  <p:oleObj r:id="rId8" imgW="1752600" imgH="241300" progId="Equation.3">
                    <p:embed/>
                    <p:pic>
                      <p:nvPicPr>
                        <p:cNvPr id="0" name="Object 2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76" y="0"/>
                          <a:ext cx="2160"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7434" name="Text Box 24"/>
            <p:cNvSpPr txBox="1">
              <a:spLocks noChangeArrowheads="1"/>
            </p:cNvSpPr>
            <p:nvPr/>
          </p:nvSpPr>
          <p:spPr bwMode="auto">
            <a:xfrm>
              <a:off x="432" y="528"/>
              <a:ext cx="244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条件：</a:t>
              </a:r>
              <a:r>
                <a:rPr lang="zh-CN" altLang="en-US" sz="2400" b="1">
                  <a:solidFill>
                    <a:srgbClr val="000000"/>
                  </a:solidFill>
                  <a:latin typeface="Times New Roman" panose="02020603050405020304" pitchFamily="18" charset="0"/>
                  <a:ea typeface="楷体_GB2312" pitchFamily="49" charset="-122"/>
                </a:rPr>
                <a:t>无重合节点，即</a:t>
              </a:r>
            </a:p>
          </p:txBody>
        </p:sp>
        <p:graphicFrame>
          <p:nvGraphicFramePr>
            <p:cNvPr id="17435" name="Object 25"/>
            <p:cNvGraphicFramePr>
              <a:graphicFrameLocks noChangeAspect="1"/>
            </p:cNvGraphicFramePr>
            <p:nvPr/>
          </p:nvGraphicFramePr>
          <p:xfrm>
            <a:off x="3216" y="528"/>
            <a:ext cx="652" cy="281"/>
          </p:xfrm>
          <a:graphic>
            <a:graphicData uri="http://schemas.openxmlformats.org/presentationml/2006/ole">
              <mc:AlternateContent xmlns:mc="http://schemas.openxmlformats.org/markup-compatibility/2006">
                <mc:Choice xmlns:v="urn:schemas-microsoft-com:vml" Requires="v">
                  <p:oleObj spid="_x0000_s17630" r:id="rId10" imgW="483870" imgH="241935" progId="Equation.3">
                    <p:embed/>
                  </p:oleObj>
                </mc:Choice>
                <mc:Fallback>
                  <p:oleObj r:id="rId10" imgW="483870" imgH="241935" progId="Equation.3">
                    <p:embed/>
                    <p:pic>
                      <p:nvPicPr>
                        <p:cNvPr id="0" name="Object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16" y="528"/>
                          <a:ext cx="652"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7436" name="Object 26"/>
            <p:cNvGraphicFramePr>
              <a:graphicFrameLocks noChangeAspect="1"/>
            </p:cNvGraphicFramePr>
            <p:nvPr/>
          </p:nvGraphicFramePr>
          <p:xfrm>
            <a:off x="2448" y="576"/>
            <a:ext cx="446" cy="237"/>
          </p:xfrm>
          <a:graphic>
            <a:graphicData uri="http://schemas.openxmlformats.org/presentationml/2006/ole">
              <mc:AlternateContent xmlns:mc="http://schemas.openxmlformats.org/markup-compatibility/2006">
                <mc:Choice xmlns:v="urn:schemas-microsoft-com:vml" Requires="v">
                  <p:oleObj spid="_x0000_s17631" r:id="rId12" imgW="330835" imgH="203835" progId="Equation.3">
                    <p:embed/>
                  </p:oleObj>
                </mc:Choice>
                <mc:Fallback>
                  <p:oleObj r:id="rId12" imgW="330835" imgH="203835" progId="Equation.3">
                    <p:embed/>
                    <p:pic>
                      <p:nvPicPr>
                        <p:cNvPr id="0" name="Object 2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448" y="576"/>
                          <a:ext cx="446"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7437" name="AutoShape 27"/>
            <p:cNvSpPr>
              <a:spLocks noChangeArrowheads="1"/>
            </p:cNvSpPr>
            <p:nvPr/>
          </p:nvSpPr>
          <p:spPr bwMode="auto">
            <a:xfrm>
              <a:off x="2928" y="624"/>
              <a:ext cx="240" cy="96"/>
            </a:xfrm>
            <a:prstGeom prst="rightArrow">
              <a:avLst>
                <a:gd name="adj1" fmla="val 50000"/>
                <a:gd name="adj2" fmla="val 62500"/>
              </a:avLst>
            </a:prstGeom>
            <a:noFill/>
            <a:ln w="158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6172" name="AutoShape 28" descr="再生纸"/>
          <p:cNvSpPr>
            <a:spLocks noChangeArrowheads="1"/>
          </p:cNvSpPr>
          <p:nvPr/>
        </p:nvSpPr>
        <p:spPr bwMode="auto">
          <a:xfrm>
            <a:off x="539750" y="3005138"/>
            <a:ext cx="990600" cy="533400"/>
          </a:xfrm>
          <a:prstGeom prst="bevel">
            <a:avLst>
              <a:gd name="adj" fmla="val 6944"/>
            </a:avLst>
          </a:prstGeom>
          <a:blipFill dpi="0" rotWithShape="0">
            <a:blip r:embed="rId1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3333CC"/>
                </a:solidFill>
                <a:latin typeface="Times New Roman" panose="02020603050405020304" pitchFamily="18" charset="0"/>
                <a:ea typeface="楷体_GB2312" pitchFamily="49" charset="-122"/>
              </a:rPr>
              <a:t> = 1</a:t>
            </a:r>
            <a:endParaRPr lang="en-US" altLang="zh-CN" sz="2400" b="1" i="1">
              <a:solidFill>
                <a:srgbClr val="3333CC"/>
              </a:solidFill>
              <a:latin typeface="Times New Roman" panose="02020603050405020304" pitchFamily="18" charset="0"/>
              <a:ea typeface="楷体_GB2312" pitchFamily="49" charset="-122"/>
            </a:endParaRPr>
          </a:p>
        </p:txBody>
      </p:sp>
      <p:grpSp>
        <p:nvGrpSpPr>
          <p:cNvPr id="6173" name="Group 29"/>
          <p:cNvGrpSpPr/>
          <p:nvPr/>
        </p:nvGrpSpPr>
        <p:grpSpPr bwMode="auto">
          <a:xfrm>
            <a:off x="1676400" y="2882900"/>
            <a:ext cx="6400800" cy="863600"/>
            <a:chOff x="0" y="0"/>
            <a:chExt cx="4032" cy="544"/>
          </a:xfrm>
        </p:grpSpPr>
        <p:sp>
          <p:nvSpPr>
            <p:cNvPr id="17440" name="Text Box 30"/>
            <p:cNvSpPr txBox="1">
              <a:spLocks noChangeArrowheads="1"/>
            </p:cNvSpPr>
            <p:nvPr/>
          </p:nvSpPr>
          <p:spPr bwMode="auto">
            <a:xfrm>
              <a:off x="0" y="0"/>
              <a:ext cx="21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已知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baseline="-25000">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，求</a:t>
              </a:r>
            </a:p>
          </p:txBody>
        </p:sp>
        <p:graphicFrame>
          <p:nvGraphicFramePr>
            <p:cNvPr id="17441" name="Object 31"/>
            <p:cNvGraphicFramePr>
              <a:graphicFrameLocks noChangeAspect="1"/>
            </p:cNvGraphicFramePr>
            <p:nvPr/>
          </p:nvGraphicFramePr>
          <p:xfrm>
            <a:off x="2064" y="48"/>
            <a:ext cx="1344" cy="250"/>
          </p:xfrm>
          <a:graphic>
            <a:graphicData uri="http://schemas.openxmlformats.org/presentationml/2006/ole">
              <mc:AlternateContent xmlns:mc="http://schemas.openxmlformats.org/markup-compatibility/2006">
                <mc:Choice xmlns:v="urn:schemas-microsoft-com:vml" Requires="v">
                  <p:oleObj spid="_x0000_s17632" r:id="rId15" imgW="1042035" imgH="228600" progId="Equation.3">
                    <p:embed/>
                  </p:oleObj>
                </mc:Choice>
                <mc:Fallback>
                  <p:oleObj r:id="rId15" imgW="1042035" imgH="228600" progId="Equation.3">
                    <p:embed/>
                    <p:pic>
                      <p:nvPicPr>
                        <p:cNvPr id="0" name="Object 3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64" y="48"/>
                          <a:ext cx="134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7442" name="Text Box 32"/>
            <p:cNvSpPr txBox="1">
              <a:spLocks noChangeArrowheads="1"/>
            </p:cNvSpPr>
            <p:nvPr/>
          </p:nvSpPr>
          <p:spPr bwMode="auto">
            <a:xfrm>
              <a:off x="3408" y="0"/>
              <a:ext cx="6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使得</a:t>
              </a:r>
            </a:p>
          </p:txBody>
        </p:sp>
        <p:sp>
          <p:nvSpPr>
            <p:cNvPr id="17443" name="Rectangle 33"/>
            <p:cNvSpPr>
              <a:spLocks noChangeArrowheads="1"/>
            </p:cNvSpPr>
            <p:nvPr/>
          </p:nvSpPr>
          <p:spPr bwMode="auto">
            <a:xfrm>
              <a:off x="1842"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444" name="Rectangle 34"/>
            <p:cNvSpPr>
              <a:spLocks noChangeArrowheads="1"/>
            </p:cNvSpPr>
            <p:nvPr/>
          </p:nvSpPr>
          <p:spPr bwMode="auto">
            <a:xfrm>
              <a:off x="1430"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445" name="Rectangle 35"/>
            <p:cNvSpPr>
              <a:spLocks noChangeArrowheads="1"/>
            </p:cNvSpPr>
            <p:nvPr/>
          </p:nvSpPr>
          <p:spPr bwMode="auto">
            <a:xfrm>
              <a:off x="1194"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17446" name="Rectangle 36"/>
            <p:cNvSpPr>
              <a:spLocks noChangeArrowheads="1"/>
            </p:cNvSpPr>
            <p:nvPr/>
          </p:nvSpPr>
          <p:spPr bwMode="auto">
            <a:xfrm>
              <a:off x="857"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447" name="Rectangle 37"/>
            <p:cNvSpPr>
              <a:spLocks noChangeArrowheads="1"/>
            </p:cNvSpPr>
            <p:nvPr/>
          </p:nvSpPr>
          <p:spPr bwMode="auto">
            <a:xfrm>
              <a:off x="437"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448" name="Rectangle 38"/>
            <p:cNvSpPr>
              <a:spLocks noChangeArrowheads="1"/>
            </p:cNvSpPr>
            <p:nvPr/>
          </p:nvSpPr>
          <p:spPr bwMode="auto">
            <a:xfrm>
              <a:off x="196" y="41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17449" name="Rectangle 39"/>
            <p:cNvSpPr>
              <a:spLocks noChangeArrowheads="1"/>
            </p:cNvSpPr>
            <p:nvPr/>
          </p:nvSpPr>
          <p:spPr bwMode="auto">
            <a:xfrm>
              <a:off x="1502" y="31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50" name="Rectangle 40"/>
            <p:cNvSpPr>
              <a:spLocks noChangeArrowheads="1"/>
            </p:cNvSpPr>
            <p:nvPr/>
          </p:nvSpPr>
          <p:spPr bwMode="auto">
            <a:xfrm>
              <a:off x="1260" y="31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51" name="Rectangle 41"/>
            <p:cNvSpPr>
              <a:spLocks noChangeArrowheads="1"/>
            </p:cNvSpPr>
            <p:nvPr/>
          </p:nvSpPr>
          <p:spPr bwMode="auto">
            <a:xfrm>
              <a:off x="965" y="311"/>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52" name="Rectangle 42"/>
            <p:cNvSpPr>
              <a:spLocks noChangeArrowheads="1"/>
            </p:cNvSpPr>
            <p:nvPr/>
          </p:nvSpPr>
          <p:spPr bwMode="auto">
            <a:xfrm>
              <a:off x="512" y="31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53" name="Rectangle 43"/>
            <p:cNvSpPr>
              <a:spLocks noChangeArrowheads="1"/>
            </p:cNvSpPr>
            <p:nvPr/>
          </p:nvSpPr>
          <p:spPr bwMode="auto">
            <a:xfrm>
              <a:off x="262" y="31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54" name="Rectangle 44"/>
            <p:cNvSpPr>
              <a:spLocks noChangeArrowheads="1"/>
            </p:cNvSpPr>
            <p:nvPr/>
          </p:nvSpPr>
          <p:spPr bwMode="auto">
            <a:xfrm>
              <a:off x="1764" y="311"/>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455" name="Rectangle 45"/>
            <p:cNvSpPr>
              <a:spLocks noChangeArrowheads="1"/>
            </p:cNvSpPr>
            <p:nvPr/>
          </p:nvSpPr>
          <p:spPr bwMode="auto">
            <a:xfrm>
              <a:off x="1341" y="311"/>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56" name="Rectangle 46"/>
            <p:cNvSpPr>
              <a:spLocks noChangeArrowheads="1"/>
            </p:cNvSpPr>
            <p:nvPr/>
          </p:nvSpPr>
          <p:spPr bwMode="auto">
            <a:xfrm>
              <a:off x="1107" y="311"/>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7457" name="Rectangle 47"/>
            <p:cNvSpPr>
              <a:spLocks noChangeArrowheads="1"/>
            </p:cNvSpPr>
            <p:nvPr/>
          </p:nvSpPr>
          <p:spPr bwMode="auto">
            <a:xfrm>
              <a:off x="774" y="311"/>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458" name="Rectangle 48"/>
            <p:cNvSpPr>
              <a:spLocks noChangeArrowheads="1"/>
            </p:cNvSpPr>
            <p:nvPr/>
          </p:nvSpPr>
          <p:spPr bwMode="auto">
            <a:xfrm>
              <a:off x="343" y="311"/>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59" name="Rectangle 49"/>
            <p:cNvSpPr>
              <a:spLocks noChangeArrowheads="1"/>
            </p:cNvSpPr>
            <p:nvPr/>
          </p:nvSpPr>
          <p:spPr bwMode="auto">
            <a:xfrm>
              <a:off x="109" y="311"/>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7460" name="Rectangle 50"/>
            <p:cNvSpPr>
              <a:spLocks noChangeArrowheads="1"/>
            </p:cNvSpPr>
            <p:nvPr/>
          </p:nvSpPr>
          <p:spPr bwMode="auto">
            <a:xfrm>
              <a:off x="1599" y="29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61" name="Rectangle 51"/>
            <p:cNvSpPr>
              <a:spLocks noChangeArrowheads="1"/>
            </p:cNvSpPr>
            <p:nvPr/>
          </p:nvSpPr>
          <p:spPr bwMode="auto">
            <a:xfrm>
              <a:off x="609" y="29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6196" name="Text Box 52"/>
          <p:cNvSpPr txBox="1">
            <a:spLocks noChangeArrowheads="1"/>
          </p:cNvSpPr>
          <p:nvPr/>
        </p:nvSpPr>
        <p:spPr bwMode="auto">
          <a:xfrm>
            <a:off x="1676400" y="3873500"/>
            <a:ext cx="670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可见 </a:t>
            </a:r>
            <a:r>
              <a:rPr lang="en-US" altLang="zh-CN" sz="2400" b="1" i="1">
                <a:solidFill>
                  <a:srgbClr val="000000"/>
                </a:solidFill>
                <a:latin typeface="Times New Roman" panose="02020603050405020304" pitchFamily="18" charset="0"/>
                <a:ea typeface="楷体_GB2312" pitchFamily="49" charset="-122"/>
              </a:rPr>
              <a:t>P</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是过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和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两点的直线。</a:t>
            </a:r>
          </a:p>
        </p:txBody>
      </p:sp>
      <p:grpSp>
        <p:nvGrpSpPr>
          <p:cNvPr id="6197" name="Group 53"/>
          <p:cNvGrpSpPr/>
          <p:nvPr/>
        </p:nvGrpSpPr>
        <p:grpSpPr bwMode="auto">
          <a:xfrm>
            <a:off x="1143000" y="4754563"/>
            <a:ext cx="1397000" cy="376237"/>
            <a:chOff x="0" y="0"/>
            <a:chExt cx="880" cy="237"/>
          </a:xfrm>
        </p:grpSpPr>
        <p:sp>
          <p:nvSpPr>
            <p:cNvPr id="17464" name="Rectangle 54"/>
            <p:cNvSpPr>
              <a:spLocks noChangeArrowheads="1"/>
            </p:cNvSpPr>
            <p:nvPr/>
          </p:nvSpPr>
          <p:spPr bwMode="auto">
            <a:xfrm>
              <a:off x="819" y="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65" name="Rectangle 55"/>
            <p:cNvSpPr>
              <a:spLocks noChangeArrowheads="1"/>
            </p:cNvSpPr>
            <p:nvPr/>
          </p:nvSpPr>
          <p:spPr bwMode="auto">
            <a:xfrm>
              <a:off x="629" y="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66" name="Rectangle 56"/>
            <p:cNvSpPr>
              <a:spLocks noChangeArrowheads="1"/>
            </p:cNvSpPr>
            <p:nvPr/>
          </p:nvSpPr>
          <p:spPr bwMode="auto">
            <a:xfrm>
              <a:off x="560" y="112"/>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17467" name="Rectangle 57"/>
            <p:cNvSpPr>
              <a:spLocks noChangeArrowheads="1"/>
            </p:cNvSpPr>
            <p:nvPr/>
          </p:nvSpPr>
          <p:spPr bwMode="auto">
            <a:xfrm>
              <a:off x="714" y="0"/>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468" name="Rectangle 58"/>
            <p:cNvSpPr>
              <a:spLocks noChangeArrowheads="1"/>
            </p:cNvSpPr>
            <p:nvPr/>
          </p:nvSpPr>
          <p:spPr bwMode="auto">
            <a:xfrm>
              <a:off x="469" y="0"/>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7469" name="AutoShape 59"/>
            <p:cNvSpPr>
              <a:spLocks noChangeArrowheads="1"/>
            </p:cNvSpPr>
            <p:nvPr/>
          </p:nvSpPr>
          <p:spPr bwMode="auto">
            <a:xfrm>
              <a:off x="0" y="17"/>
              <a:ext cx="336" cy="144"/>
            </a:xfrm>
            <a:prstGeom prst="rightArrow">
              <a:avLst>
                <a:gd name="adj1" fmla="val 50000"/>
                <a:gd name="adj2" fmla="val 58312"/>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6204" name="Group 60"/>
          <p:cNvGrpSpPr/>
          <p:nvPr/>
        </p:nvGrpSpPr>
        <p:grpSpPr bwMode="auto">
          <a:xfrm>
            <a:off x="3022600" y="4598988"/>
            <a:ext cx="2454275" cy="701675"/>
            <a:chOff x="0" y="0"/>
            <a:chExt cx="1546" cy="442"/>
          </a:xfrm>
        </p:grpSpPr>
        <p:sp>
          <p:nvSpPr>
            <p:cNvPr id="17471" name="Line 61"/>
            <p:cNvSpPr>
              <a:spLocks noChangeShapeType="1"/>
            </p:cNvSpPr>
            <p:nvPr/>
          </p:nvSpPr>
          <p:spPr bwMode="auto">
            <a:xfrm>
              <a:off x="0" y="226"/>
              <a:ext cx="490"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72" name="Rectangle 62"/>
            <p:cNvSpPr>
              <a:spLocks noChangeArrowheads="1"/>
            </p:cNvSpPr>
            <p:nvPr/>
          </p:nvSpPr>
          <p:spPr bwMode="auto">
            <a:xfrm>
              <a:off x="420"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473" name="Rectangle 63"/>
            <p:cNvSpPr>
              <a:spLocks noChangeArrowheads="1"/>
            </p:cNvSpPr>
            <p:nvPr/>
          </p:nvSpPr>
          <p:spPr bwMode="auto">
            <a:xfrm>
              <a:off x="110"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474" name="Rectangle 64"/>
            <p:cNvSpPr>
              <a:spLocks noChangeArrowheads="1"/>
            </p:cNvSpPr>
            <p:nvPr/>
          </p:nvSpPr>
          <p:spPr bwMode="auto">
            <a:xfrm>
              <a:off x="389"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475" name="Rectangle 65"/>
            <p:cNvSpPr>
              <a:spLocks noChangeArrowheads="1"/>
            </p:cNvSpPr>
            <p:nvPr/>
          </p:nvSpPr>
          <p:spPr bwMode="auto">
            <a:xfrm>
              <a:off x="338"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76" name="Rectangle 66"/>
            <p:cNvSpPr>
              <a:spLocks noChangeArrowheads="1"/>
            </p:cNvSpPr>
            <p:nvPr/>
          </p:nvSpPr>
          <p:spPr bwMode="auto">
            <a:xfrm>
              <a:off x="24"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77" name="Rectangle 67"/>
            <p:cNvSpPr>
              <a:spLocks noChangeArrowheads="1"/>
            </p:cNvSpPr>
            <p:nvPr/>
          </p:nvSpPr>
          <p:spPr bwMode="auto">
            <a:xfrm>
              <a:off x="306" y="2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78" name="Rectangle 68"/>
            <p:cNvSpPr>
              <a:spLocks noChangeArrowheads="1"/>
            </p:cNvSpPr>
            <p:nvPr/>
          </p:nvSpPr>
          <p:spPr bwMode="auto">
            <a:xfrm>
              <a:off x="55" y="2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479" name="Rectangle 69"/>
            <p:cNvSpPr>
              <a:spLocks noChangeArrowheads="1"/>
            </p:cNvSpPr>
            <p:nvPr/>
          </p:nvSpPr>
          <p:spPr bwMode="auto">
            <a:xfrm>
              <a:off x="203" y="21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80" name="Rectangle 70"/>
            <p:cNvSpPr>
              <a:spLocks noChangeArrowheads="1"/>
            </p:cNvSpPr>
            <p:nvPr/>
          </p:nvSpPr>
          <p:spPr bwMode="auto">
            <a:xfrm>
              <a:off x="172" y="2"/>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81" name="Line 71"/>
            <p:cNvSpPr>
              <a:spLocks noChangeShapeType="1"/>
            </p:cNvSpPr>
            <p:nvPr/>
          </p:nvSpPr>
          <p:spPr bwMode="auto">
            <a:xfrm>
              <a:off x="1056" y="226"/>
              <a:ext cx="490"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82" name="Rectangle 72"/>
            <p:cNvSpPr>
              <a:spLocks noChangeArrowheads="1"/>
            </p:cNvSpPr>
            <p:nvPr/>
          </p:nvSpPr>
          <p:spPr bwMode="auto">
            <a:xfrm>
              <a:off x="1473"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483" name="Rectangle 73"/>
            <p:cNvSpPr>
              <a:spLocks noChangeArrowheads="1"/>
            </p:cNvSpPr>
            <p:nvPr/>
          </p:nvSpPr>
          <p:spPr bwMode="auto">
            <a:xfrm>
              <a:off x="1162"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484" name="Rectangle 74"/>
            <p:cNvSpPr>
              <a:spLocks noChangeArrowheads="1"/>
            </p:cNvSpPr>
            <p:nvPr/>
          </p:nvSpPr>
          <p:spPr bwMode="auto">
            <a:xfrm>
              <a:off x="1445" y="11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485" name="Rectangle 75"/>
            <p:cNvSpPr>
              <a:spLocks noChangeArrowheads="1"/>
            </p:cNvSpPr>
            <p:nvPr/>
          </p:nvSpPr>
          <p:spPr bwMode="auto">
            <a:xfrm>
              <a:off x="1386"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86" name="Rectangle 76"/>
            <p:cNvSpPr>
              <a:spLocks noChangeArrowheads="1"/>
            </p:cNvSpPr>
            <p:nvPr/>
          </p:nvSpPr>
          <p:spPr bwMode="auto">
            <a:xfrm>
              <a:off x="1080"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87" name="Rectangle 77"/>
            <p:cNvSpPr>
              <a:spLocks noChangeArrowheads="1"/>
            </p:cNvSpPr>
            <p:nvPr/>
          </p:nvSpPr>
          <p:spPr bwMode="auto">
            <a:xfrm>
              <a:off x="1358"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488" name="Rectangle 78"/>
            <p:cNvSpPr>
              <a:spLocks noChangeArrowheads="1"/>
            </p:cNvSpPr>
            <p:nvPr/>
          </p:nvSpPr>
          <p:spPr bwMode="auto">
            <a:xfrm>
              <a:off x="1107"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489" name="Rectangle 79"/>
            <p:cNvSpPr>
              <a:spLocks noChangeArrowheads="1"/>
            </p:cNvSpPr>
            <p:nvPr/>
          </p:nvSpPr>
          <p:spPr bwMode="auto">
            <a:xfrm>
              <a:off x="1252" y="21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490" name="Rectangle 80"/>
            <p:cNvSpPr>
              <a:spLocks noChangeArrowheads="1"/>
            </p:cNvSpPr>
            <p:nvPr/>
          </p:nvSpPr>
          <p:spPr bwMode="auto">
            <a:xfrm>
              <a:off x="1224"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6225" name="Group 81"/>
          <p:cNvGrpSpPr/>
          <p:nvPr/>
        </p:nvGrpSpPr>
        <p:grpSpPr bwMode="auto">
          <a:xfrm>
            <a:off x="2525713" y="4675188"/>
            <a:ext cx="3733800" cy="609600"/>
            <a:chOff x="0" y="0"/>
            <a:chExt cx="2352" cy="384"/>
          </a:xfrm>
        </p:grpSpPr>
        <p:sp>
          <p:nvSpPr>
            <p:cNvPr id="17492" name="Text Box 82"/>
            <p:cNvSpPr txBox="1">
              <a:spLocks noChangeArrowheads="1"/>
            </p:cNvSpPr>
            <p:nvPr/>
          </p:nvSpPr>
          <p:spPr bwMode="auto">
            <a:xfrm>
              <a:off x="0" y="0"/>
              <a:ext cx="235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p>
          </p:txBody>
        </p:sp>
        <p:sp>
          <p:nvSpPr>
            <p:cNvPr id="17493" name="AutoShape 83"/>
            <p:cNvSpPr>
              <a:spLocks noChangeArrowheads="1"/>
            </p:cNvSpPr>
            <p:nvPr/>
          </p:nvSpPr>
          <p:spPr bwMode="auto">
            <a:xfrm>
              <a:off x="240" y="0"/>
              <a:ext cx="624" cy="384"/>
            </a:xfrm>
            <a:prstGeom prst="bracketPair">
              <a:avLst>
                <a:gd name="adj" fmla="val 16667"/>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7494" name="AutoShape 84"/>
            <p:cNvSpPr>
              <a:spLocks noChangeArrowheads="1"/>
            </p:cNvSpPr>
            <p:nvPr/>
          </p:nvSpPr>
          <p:spPr bwMode="auto">
            <a:xfrm>
              <a:off x="1296" y="0"/>
              <a:ext cx="624" cy="384"/>
            </a:xfrm>
            <a:prstGeom prst="bracketPair">
              <a:avLst>
                <a:gd name="adj" fmla="val 16667"/>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6229" name="Text Box 85"/>
          <p:cNvSpPr txBox="1">
            <a:spLocks noChangeArrowheads="1"/>
          </p:cNvSpPr>
          <p:nvPr/>
        </p:nvSpPr>
        <p:spPr bwMode="auto">
          <a:xfrm>
            <a:off x="611188" y="2420938"/>
            <a:ext cx="3024187"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a:solidFill>
                  <a:srgbClr val="000000"/>
                </a:solidFill>
                <a:latin typeface="Times New Roman" panose="02020603050405020304" pitchFamily="18" charset="0"/>
                <a:ea typeface="楷体_GB2312" pitchFamily="49" charset="-122"/>
              </a:rPr>
              <a:t>1.1 </a:t>
            </a:r>
            <a:r>
              <a:rPr lang="zh-CN" altLang="en-US" sz="2800" b="1">
                <a:solidFill>
                  <a:srgbClr val="000000"/>
                </a:solidFill>
                <a:latin typeface="Times New Roman" panose="02020603050405020304" pitchFamily="18" charset="0"/>
                <a:ea typeface="楷体_GB2312" pitchFamily="49" charset="-122"/>
              </a:rPr>
              <a:t>线性插值</a:t>
            </a:r>
          </a:p>
        </p:txBody>
      </p:sp>
      <p:sp>
        <p:nvSpPr>
          <p:cNvPr id="6230" name="Text Box 86"/>
          <p:cNvSpPr txBox="1">
            <a:spLocks noChangeArrowheads="1"/>
          </p:cNvSpPr>
          <p:nvPr/>
        </p:nvSpPr>
        <p:spPr bwMode="auto">
          <a:xfrm>
            <a:off x="827088" y="4454525"/>
            <a:ext cx="11525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CC99"/>
                </a:solidFill>
                <a:latin typeface="Times New Roman" panose="02020603050405020304" pitchFamily="18" charset="0"/>
                <a:ea typeface="楷体_GB2312" pitchFamily="49" charset="-122"/>
              </a:rPr>
              <a:t>两点式</a:t>
            </a:r>
          </a:p>
        </p:txBody>
      </p:sp>
      <p:grpSp>
        <p:nvGrpSpPr>
          <p:cNvPr id="6231" name="Group 87"/>
          <p:cNvGrpSpPr/>
          <p:nvPr/>
        </p:nvGrpSpPr>
        <p:grpSpPr bwMode="auto">
          <a:xfrm>
            <a:off x="1143000" y="5472113"/>
            <a:ext cx="4149725" cy="785812"/>
            <a:chOff x="0" y="0"/>
            <a:chExt cx="2614" cy="495"/>
          </a:xfrm>
        </p:grpSpPr>
        <p:sp>
          <p:nvSpPr>
            <p:cNvPr id="17498" name="Line 88"/>
            <p:cNvSpPr>
              <a:spLocks noChangeShapeType="1"/>
            </p:cNvSpPr>
            <p:nvPr/>
          </p:nvSpPr>
          <p:spPr bwMode="auto">
            <a:xfrm>
              <a:off x="1428" y="255"/>
              <a:ext cx="554" cy="1"/>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499" name="Rectangle 89"/>
            <p:cNvSpPr>
              <a:spLocks noChangeArrowheads="1"/>
            </p:cNvSpPr>
            <p:nvPr/>
          </p:nvSpPr>
          <p:spPr bwMode="auto">
            <a:xfrm>
              <a:off x="2553" y="13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00" name="Rectangle 90"/>
            <p:cNvSpPr>
              <a:spLocks noChangeArrowheads="1"/>
            </p:cNvSpPr>
            <p:nvPr/>
          </p:nvSpPr>
          <p:spPr bwMode="auto">
            <a:xfrm>
              <a:off x="2009" y="13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01" name="Rectangle 91"/>
            <p:cNvSpPr>
              <a:spLocks noChangeArrowheads="1"/>
            </p:cNvSpPr>
            <p:nvPr/>
          </p:nvSpPr>
          <p:spPr bwMode="auto">
            <a:xfrm>
              <a:off x="819" y="13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02" name="Rectangle 92"/>
            <p:cNvSpPr>
              <a:spLocks noChangeArrowheads="1"/>
            </p:cNvSpPr>
            <p:nvPr/>
          </p:nvSpPr>
          <p:spPr bwMode="auto">
            <a:xfrm>
              <a:off x="629" y="13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03" name="Rectangle 93"/>
            <p:cNvSpPr>
              <a:spLocks noChangeArrowheads="1"/>
            </p:cNvSpPr>
            <p:nvPr/>
          </p:nvSpPr>
          <p:spPr bwMode="auto">
            <a:xfrm>
              <a:off x="2475" y="24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04" name="Rectangle 94"/>
            <p:cNvSpPr>
              <a:spLocks noChangeArrowheads="1"/>
            </p:cNvSpPr>
            <p:nvPr/>
          </p:nvSpPr>
          <p:spPr bwMode="auto">
            <a:xfrm>
              <a:off x="1900" y="37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05" name="Rectangle 95"/>
            <p:cNvSpPr>
              <a:spLocks noChangeArrowheads="1"/>
            </p:cNvSpPr>
            <p:nvPr/>
          </p:nvSpPr>
          <p:spPr bwMode="auto">
            <a:xfrm>
              <a:off x="1549" y="37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506" name="Rectangle 96"/>
            <p:cNvSpPr>
              <a:spLocks noChangeArrowheads="1"/>
            </p:cNvSpPr>
            <p:nvPr/>
          </p:nvSpPr>
          <p:spPr bwMode="auto">
            <a:xfrm>
              <a:off x="1897"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07" name="Rectangle 97"/>
            <p:cNvSpPr>
              <a:spLocks noChangeArrowheads="1"/>
            </p:cNvSpPr>
            <p:nvPr/>
          </p:nvSpPr>
          <p:spPr bwMode="auto">
            <a:xfrm>
              <a:off x="1549"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508" name="Rectangle 98"/>
            <p:cNvSpPr>
              <a:spLocks noChangeArrowheads="1"/>
            </p:cNvSpPr>
            <p:nvPr/>
          </p:nvSpPr>
          <p:spPr bwMode="auto">
            <a:xfrm>
              <a:off x="1180" y="24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09" name="Rectangle 99"/>
            <p:cNvSpPr>
              <a:spLocks noChangeArrowheads="1"/>
            </p:cNvSpPr>
            <p:nvPr/>
          </p:nvSpPr>
          <p:spPr bwMode="auto">
            <a:xfrm>
              <a:off x="560" y="24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17510" name="Rectangle 100"/>
            <p:cNvSpPr>
              <a:spLocks noChangeArrowheads="1"/>
            </p:cNvSpPr>
            <p:nvPr/>
          </p:nvSpPr>
          <p:spPr bwMode="auto">
            <a:xfrm>
              <a:off x="2377" y="13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11" name="Rectangle 101"/>
            <p:cNvSpPr>
              <a:spLocks noChangeArrowheads="1"/>
            </p:cNvSpPr>
            <p:nvPr/>
          </p:nvSpPr>
          <p:spPr bwMode="auto">
            <a:xfrm>
              <a:off x="2093" y="13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512" name="Rectangle 102"/>
            <p:cNvSpPr>
              <a:spLocks noChangeArrowheads="1"/>
            </p:cNvSpPr>
            <p:nvPr/>
          </p:nvSpPr>
          <p:spPr bwMode="auto">
            <a:xfrm>
              <a:off x="1802" y="25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13" name="Rectangle 103"/>
            <p:cNvSpPr>
              <a:spLocks noChangeArrowheads="1"/>
            </p:cNvSpPr>
            <p:nvPr/>
          </p:nvSpPr>
          <p:spPr bwMode="auto">
            <a:xfrm>
              <a:off x="1456" y="25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14" name="Rectangle 104"/>
            <p:cNvSpPr>
              <a:spLocks noChangeArrowheads="1"/>
            </p:cNvSpPr>
            <p:nvPr/>
          </p:nvSpPr>
          <p:spPr bwMode="auto">
            <a:xfrm>
              <a:off x="1811" y="21"/>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515" name="Rectangle 105"/>
            <p:cNvSpPr>
              <a:spLocks noChangeArrowheads="1"/>
            </p:cNvSpPr>
            <p:nvPr/>
          </p:nvSpPr>
          <p:spPr bwMode="auto">
            <a:xfrm>
              <a:off x="1467" y="21"/>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516" name="Rectangle 106"/>
            <p:cNvSpPr>
              <a:spLocks noChangeArrowheads="1"/>
            </p:cNvSpPr>
            <p:nvPr/>
          </p:nvSpPr>
          <p:spPr bwMode="auto">
            <a:xfrm>
              <a:off x="1094" y="137"/>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517" name="Rectangle 107"/>
            <p:cNvSpPr>
              <a:spLocks noChangeArrowheads="1"/>
            </p:cNvSpPr>
            <p:nvPr/>
          </p:nvSpPr>
          <p:spPr bwMode="auto">
            <a:xfrm>
              <a:off x="714" y="13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518" name="Rectangle 108"/>
            <p:cNvSpPr>
              <a:spLocks noChangeArrowheads="1"/>
            </p:cNvSpPr>
            <p:nvPr/>
          </p:nvSpPr>
          <p:spPr bwMode="auto">
            <a:xfrm>
              <a:off x="469" y="137"/>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7519" name="Rectangle 109"/>
            <p:cNvSpPr>
              <a:spLocks noChangeArrowheads="1"/>
            </p:cNvSpPr>
            <p:nvPr/>
          </p:nvSpPr>
          <p:spPr bwMode="auto">
            <a:xfrm>
              <a:off x="2225" y="116"/>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20" name="Rectangle 110"/>
            <p:cNvSpPr>
              <a:spLocks noChangeArrowheads="1"/>
            </p:cNvSpPr>
            <p:nvPr/>
          </p:nvSpPr>
          <p:spPr bwMode="auto">
            <a:xfrm>
              <a:off x="1650" y="237"/>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21" name="Rectangle 111"/>
            <p:cNvSpPr>
              <a:spLocks noChangeArrowheads="1"/>
            </p:cNvSpPr>
            <p:nvPr/>
          </p:nvSpPr>
          <p:spPr bwMode="auto">
            <a:xfrm>
              <a:off x="1650" y="0"/>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22" name="Rectangle 112"/>
            <p:cNvSpPr>
              <a:spLocks noChangeArrowheads="1"/>
            </p:cNvSpPr>
            <p:nvPr/>
          </p:nvSpPr>
          <p:spPr bwMode="auto">
            <a:xfrm>
              <a:off x="1285" y="116"/>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23" name="Rectangle 113"/>
            <p:cNvSpPr>
              <a:spLocks noChangeArrowheads="1"/>
            </p:cNvSpPr>
            <p:nvPr/>
          </p:nvSpPr>
          <p:spPr bwMode="auto">
            <a:xfrm>
              <a:off x="922" y="116"/>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24" name="AutoShape 114"/>
            <p:cNvSpPr>
              <a:spLocks noChangeArrowheads="1"/>
            </p:cNvSpPr>
            <p:nvPr/>
          </p:nvSpPr>
          <p:spPr bwMode="auto">
            <a:xfrm>
              <a:off x="0" y="154"/>
              <a:ext cx="336" cy="144"/>
            </a:xfrm>
            <a:prstGeom prst="rightArrow">
              <a:avLst>
                <a:gd name="adj1" fmla="val 50000"/>
                <a:gd name="adj2" fmla="val 58312"/>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6259" name="Text Box 115"/>
          <p:cNvSpPr txBox="1">
            <a:spLocks noChangeArrowheads="1"/>
          </p:cNvSpPr>
          <p:nvPr/>
        </p:nvSpPr>
        <p:spPr bwMode="auto">
          <a:xfrm>
            <a:off x="827088" y="5375275"/>
            <a:ext cx="11525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CC99"/>
                </a:solidFill>
                <a:latin typeface="Times New Roman" panose="02020603050405020304" pitchFamily="18" charset="0"/>
                <a:ea typeface="楷体_GB2312" pitchFamily="49" charset="-122"/>
              </a:rPr>
              <a:t>点斜式</a:t>
            </a:r>
          </a:p>
        </p:txBody>
      </p:sp>
      <p:grpSp>
        <p:nvGrpSpPr>
          <p:cNvPr id="6260" name="Group 116"/>
          <p:cNvGrpSpPr/>
          <p:nvPr/>
        </p:nvGrpSpPr>
        <p:grpSpPr bwMode="auto">
          <a:xfrm>
            <a:off x="5434013" y="5472113"/>
            <a:ext cx="3241675" cy="811212"/>
            <a:chOff x="0" y="0"/>
            <a:chExt cx="2042" cy="511"/>
          </a:xfrm>
        </p:grpSpPr>
        <p:grpSp>
          <p:nvGrpSpPr>
            <p:cNvPr id="17527" name="Group 117"/>
            <p:cNvGrpSpPr/>
            <p:nvPr/>
          </p:nvGrpSpPr>
          <p:grpSpPr bwMode="auto">
            <a:xfrm>
              <a:off x="0" y="16"/>
              <a:ext cx="2042" cy="495"/>
              <a:chOff x="0" y="0"/>
              <a:chExt cx="2042" cy="495"/>
            </a:xfrm>
          </p:grpSpPr>
          <p:sp>
            <p:nvSpPr>
              <p:cNvPr id="17528" name="Line 118"/>
              <p:cNvSpPr>
                <a:spLocks noChangeShapeType="1"/>
              </p:cNvSpPr>
              <p:nvPr/>
            </p:nvSpPr>
            <p:spPr bwMode="auto">
              <a:xfrm>
                <a:off x="550" y="272"/>
                <a:ext cx="868" cy="0"/>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529" name="Rectangle 119"/>
              <p:cNvSpPr>
                <a:spLocks noChangeArrowheads="1"/>
              </p:cNvSpPr>
              <p:nvPr/>
            </p:nvSpPr>
            <p:spPr bwMode="auto">
              <a:xfrm>
                <a:off x="1980" y="137"/>
                <a:ext cx="6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30" name="Rectangle 120"/>
              <p:cNvSpPr>
                <a:spLocks noChangeArrowheads="1"/>
              </p:cNvSpPr>
              <p:nvPr/>
            </p:nvSpPr>
            <p:spPr bwMode="auto">
              <a:xfrm>
                <a:off x="1432" y="13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31" name="Rectangle 121"/>
              <p:cNvSpPr>
                <a:spLocks noChangeArrowheads="1"/>
              </p:cNvSpPr>
              <p:nvPr/>
            </p:nvSpPr>
            <p:spPr bwMode="auto">
              <a:xfrm>
                <a:off x="1902" y="24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32" name="Rectangle 122"/>
              <p:cNvSpPr>
                <a:spLocks noChangeArrowheads="1"/>
              </p:cNvSpPr>
              <p:nvPr/>
            </p:nvSpPr>
            <p:spPr bwMode="auto">
              <a:xfrm>
                <a:off x="1180" y="37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33" name="Rectangle 123"/>
              <p:cNvSpPr>
                <a:spLocks noChangeArrowheads="1"/>
              </p:cNvSpPr>
              <p:nvPr/>
            </p:nvSpPr>
            <p:spPr bwMode="auto">
              <a:xfrm>
                <a:off x="826" y="37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534" name="Rectangle 124"/>
              <p:cNvSpPr>
                <a:spLocks noChangeArrowheads="1"/>
              </p:cNvSpPr>
              <p:nvPr/>
            </p:nvSpPr>
            <p:spPr bwMode="auto">
              <a:xfrm>
                <a:off x="1319"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35" name="Rectangle 125"/>
              <p:cNvSpPr>
                <a:spLocks noChangeArrowheads="1"/>
              </p:cNvSpPr>
              <p:nvPr/>
            </p:nvSpPr>
            <p:spPr bwMode="auto">
              <a:xfrm>
                <a:off x="817"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7536" name="Rectangle 126"/>
              <p:cNvSpPr>
                <a:spLocks noChangeArrowheads="1"/>
              </p:cNvSpPr>
              <p:nvPr/>
            </p:nvSpPr>
            <p:spPr bwMode="auto">
              <a:xfrm>
                <a:off x="260" y="249"/>
                <a:ext cx="53"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7537" name="Rectangle 127"/>
              <p:cNvSpPr>
                <a:spLocks noChangeArrowheads="1"/>
              </p:cNvSpPr>
              <p:nvPr/>
            </p:nvSpPr>
            <p:spPr bwMode="auto">
              <a:xfrm>
                <a:off x="1803" y="137"/>
                <a:ext cx="9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38" name="Rectangle 128"/>
              <p:cNvSpPr>
                <a:spLocks noChangeArrowheads="1"/>
              </p:cNvSpPr>
              <p:nvPr/>
            </p:nvSpPr>
            <p:spPr bwMode="auto">
              <a:xfrm>
                <a:off x="1517" y="13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17539" name="Rectangle 129"/>
              <p:cNvSpPr>
                <a:spLocks noChangeArrowheads="1"/>
              </p:cNvSpPr>
              <p:nvPr/>
            </p:nvSpPr>
            <p:spPr bwMode="auto">
              <a:xfrm>
                <a:off x="1081" y="258"/>
                <a:ext cx="9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40" name="Rectangle 130"/>
              <p:cNvSpPr>
                <a:spLocks noChangeArrowheads="1"/>
              </p:cNvSpPr>
              <p:nvPr/>
            </p:nvSpPr>
            <p:spPr bwMode="auto">
              <a:xfrm>
                <a:off x="732" y="258"/>
                <a:ext cx="9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41" name="Rectangle 131"/>
              <p:cNvSpPr>
                <a:spLocks noChangeArrowheads="1"/>
              </p:cNvSpPr>
              <p:nvPr/>
            </p:nvSpPr>
            <p:spPr bwMode="auto">
              <a:xfrm>
                <a:off x="1232" y="21"/>
                <a:ext cx="9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42" name="Rectangle 132"/>
              <p:cNvSpPr>
                <a:spLocks noChangeArrowheads="1"/>
              </p:cNvSpPr>
              <p:nvPr/>
            </p:nvSpPr>
            <p:spPr bwMode="auto">
              <a:xfrm>
                <a:off x="734" y="21"/>
                <a:ext cx="9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7543" name="Rectangle 133"/>
              <p:cNvSpPr>
                <a:spLocks noChangeArrowheads="1"/>
              </p:cNvSpPr>
              <p:nvPr/>
            </p:nvSpPr>
            <p:spPr bwMode="auto">
              <a:xfrm>
                <a:off x="173" y="137"/>
                <a:ext cx="8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7544" name="Rectangle 134"/>
              <p:cNvSpPr>
                <a:spLocks noChangeArrowheads="1"/>
              </p:cNvSpPr>
              <p:nvPr/>
            </p:nvSpPr>
            <p:spPr bwMode="auto">
              <a:xfrm>
                <a:off x="1650" y="116"/>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45" name="Rectangle 135"/>
              <p:cNvSpPr>
                <a:spLocks noChangeArrowheads="1"/>
              </p:cNvSpPr>
              <p:nvPr/>
            </p:nvSpPr>
            <p:spPr bwMode="auto">
              <a:xfrm>
                <a:off x="928" y="237"/>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46" name="Rectangle 136"/>
              <p:cNvSpPr>
                <a:spLocks noChangeArrowheads="1"/>
              </p:cNvSpPr>
              <p:nvPr/>
            </p:nvSpPr>
            <p:spPr bwMode="auto">
              <a:xfrm>
                <a:off x="961" y="0"/>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47" name="Rectangle 137"/>
              <p:cNvSpPr>
                <a:spLocks noChangeArrowheads="1"/>
              </p:cNvSpPr>
              <p:nvPr/>
            </p:nvSpPr>
            <p:spPr bwMode="auto">
              <a:xfrm>
                <a:off x="366" y="116"/>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7548" name="Rectangle 138"/>
              <p:cNvSpPr>
                <a:spLocks noChangeArrowheads="1"/>
              </p:cNvSpPr>
              <p:nvPr/>
            </p:nvSpPr>
            <p:spPr bwMode="auto">
              <a:xfrm>
                <a:off x="0" y="116"/>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17549" name="Rectangle 139"/>
            <p:cNvSpPr>
              <a:spLocks noChangeArrowheads="1"/>
            </p:cNvSpPr>
            <p:nvPr/>
          </p:nvSpPr>
          <p:spPr bwMode="auto">
            <a:xfrm>
              <a:off x="591" y="0"/>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a:t>
              </a:r>
            </a:p>
          </p:txBody>
        </p:sp>
        <p:sp>
          <p:nvSpPr>
            <p:cNvPr id="17550" name="Rectangle 140"/>
            <p:cNvSpPr>
              <a:spLocks noChangeArrowheads="1"/>
            </p:cNvSpPr>
            <p:nvPr/>
          </p:nvSpPr>
          <p:spPr bwMode="auto">
            <a:xfrm>
              <a:off x="1090" y="0"/>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a:t>
              </a:r>
            </a:p>
          </p:txBody>
        </p:sp>
        <p:sp>
          <p:nvSpPr>
            <p:cNvPr id="17551" name="Rectangle 141"/>
            <p:cNvSpPr>
              <a:spLocks noChangeArrowheads="1"/>
            </p:cNvSpPr>
            <p:nvPr/>
          </p:nvSpPr>
          <p:spPr bwMode="auto">
            <a:xfrm>
              <a:off x="1316" y="0"/>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a:t>
              </a:r>
            </a:p>
          </p:txBody>
        </p:sp>
        <p:sp>
          <p:nvSpPr>
            <p:cNvPr id="17552" name="Rectangle 142"/>
            <p:cNvSpPr>
              <a:spLocks noChangeArrowheads="1"/>
            </p:cNvSpPr>
            <p:nvPr/>
          </p:nvSpPr>
          <p:spPr bwMode="auto">
            <a:xfrm>
              <a:off x="818" y="0"/>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a:t>
              </a:r>
            </a:p>
          </p:txBody>
        </p:sp>
        <p:sp>
          <p:nvSpPr>
            <p:cNvPr id="17553" name="Rectangle 143"/>
            <p:cNvSpPr>
              <a:spLocks noChangeArrowheads="1"/>
            </p:cNvSpPr>
            <p:nvPr/>
          </p:nvSpPr>
          <p:spPr bwMode="auto">
            <a:xfrm>
              <a:off x="499" y="16"/>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i="1">
                  <a:solidFill>
                    <a:srgbClr val="3333CC"/>
                  </a:solidFill>
                  <a:latin typeface="Times New Roman" panose="02020603050405020304" pitchFamily="18" charset="0"/>
                  <a:ea typeface="楷体_GB2312" pitchFamily="49" charset="-122"/>
                </a:rPr>
                <a:t>f</a:t>
              </a:r>
            </a:p>
          </p:txBody>
        </p:sp>
        <p:sp>
          <p:nvSpPr>
            <p:cNvPr id="17554" name="Rectangle 144"/>
            <p:cNvSpPr>
              <a:spLocks noChangeArrowheads="1"/>
            </p:cNvSpPr>
            <p:nvPr/>
          </p:nvSpPr>
          <p:spPr bwMode="auto">
            <a:xfrm>
              <a:off x="998" y="16"/>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i="1">
                  <a:solidFill>
                    <a:srgbClr val="3333CC"/>
                  </a:solidFill>
                  <a:latin typeface="Times New Roman" panose="02020603050405020304" pitchFamily="18" charset="0"/>
                  <a:ea typeface="楷体_GB2312" pitchFamily="49" charset="-122"/>
                </a:rPr>
                <a:t>f</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6"/>
                                        </p:tgtEl>
                                        <p:attrNameLst>
                                          <p:attrName>style.visibility</p:attrName>
                                        </p:attrNameLst>
                                      </p:cBhvr>
                                      <p:to>
                                        <p:strVal val="visible"/>
                                      </p:to>
                                    </p:set>
                                    <p:animEffect transition="in" filter="wipe(left)">
                                      <p:cBhvr>
                                        <p:cTn id="7" dur="500"/>
                                        <p:tgtEl>
                                          <p:spTgt spid="6146"/>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 presetClass="entr" presetSubtype="2" fill="hold" nodeType="clickEffect">
                                  <p:stCondLst>
                                    <p:cond delay="0"/>
                                  </p:stCondLst>
                                  <p:childTnLst>
                                    <p:set>
                                      <p:cBhvr>
                                        <p:cTn id="11" dur="1" fill="hold">
                                          <p:stCondLst>
                                            <p:cond delay="0"/>
                                          </p:stCondLst>
                                        </p:cTn>
                                        <p:tgtEl>
                                          <p:spTgt spid="6147"/>
                                        </p:tgtEl>
                                        <p:attrNameLst>
                                          <p:attrName>style.visibility</p:attrName>
                                        </p:attrNameLst>
                                      </p:cBhvr>
                                      <p:to>
                                        <p:strVal val="visible"/>
                                      </p:to>
                                    </p:set>
                                    <p:anim calcmode="lin" valueType="num">
                                      <p:cBhvr>
                                        <p:cTn id="12" dur="500" fill="hold"/>
                                        <p:tgtEl>
                                          <p:spTgt spid="6147"/>
                                        </p:tgtEl>
                                        <p:attrNameLst>
                                          <p:attrName>ppt_x</p:attrName>
                                        </p:attrNameLst>
                                      </p:cBhvr>
                                      <p:tavLst>
                                        <p:tav tm="0">
                                          <p:val>
                                            <p:strVal val="1+#ppt_w/2"/>
                                          </p:val>
                                        </p:tav>
                                        <p:tav tm="100000">
                                          <p:val>
                                            <p:strVal val="#ppt_x"/>
                                          </p:val>
                                        </p:tav>
                                      </p:tavLst>
                                    </p:anim>
                                    <p:anim calcmode="lin" valueType="num">
                                      <p:cBhvr>
                                        <p:cTn id="13" dur="500" fill="hold"/>
                                        <p:tgtEl>
                                          <p:spTgt spid="614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4" name="cashreg.wav"/>
                                        </p:tgtEl>
                                      </p:cMediaNode>
                                    </p:audio>
                                  </p:subTnLst>
                                </p:cTn>
                              </p:par>
                            </p:childTnLst>
                          </p:cTn>
                        </p:par>
                      </p:childTnLst>
                    </p:cTn>
                  </p:par>
                  <p:par>
                    <p:cTn id="14" fill="hold">
                      <p:stCondLst>
                        <p:cond delay="indefinite"/>
                      </p:stCondLst>
                      <p:childTnLst>
                        <p:par>
                          <p:cTn id="15" fill="hold">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6172"/>
                                        </p:tgtEl>
                                        <p:attrNameLst>
                                          <p:attrName>style.visibility</p:attrName>
                                        </p:attrNameLst>
                                      </p:cBhvr>
                                      <p:to>
                                        <p:strVal val="visible"/>
                                      </p:to>
                                    </p:set>
                                    <p:animEffect transition="in" filter="box(in)">
                                      <p:cBhvr>
                                        <p:cTn id="18" dur="500"/>
                                        <p:tgtEl>
                                          <p:spTgt spid="6172"/>
                                        </p:tgtEl>
                                      </p:cBhvr>
                                    </p:animEffect>
                                  </p:childTnLst>
                                  <p:subTnLst>
                                    <p:audio>
                                      <p:cMediaNode>
                                        <p:cTn display="0" masterRel="sameClick">
                                          <p:stCondLst>
                                            <p:cond evt="begin" delay="0">
                                              <p:tn val="16"/>
                                            </p:cond>
                                          </p:stCondLst>
                                          <p:endCondLst>
                                            <p:cond evt="onStopAudio" delay="0">
                                              <p:tgtEl>
                                                <p:sldTgt/>
                                              </p:tgtEl>
                                            </p:cond>
                                          </p:endCondLst>
                                        </p:cTn>
                                        <p:tgtEl>
                                          <p:sndTgt r:embed="rId5" name="camera.wav"/>
                                        </p:tgtEl>
                                      </p:cMediaNode>
                                    </p:audio>
                                  </p:sub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6173"/>
                                        </p:tgtEl>
                                        <p:attrNameLst>
                                          <p:attrName>style.visibility</p:attrName>
                                        </p:attrNameLst>
                                      </p:cBhvr>
                                      <p:to>
                                        <p:strVal val="visible"/>
                                      </p:to>
                                    </p:set>
                                    <p:animEffect transition="in" filter="wipe(left)">
                                      <p:cBhvr>
                                        <p:cTn id="23" dur="500"/>
                                        <p:tgtEl>
                                          <p:spTgt spid="6173"/>
                                        </p:tgtEl>
                                      </p:cBhvr>
                                    </p:animEffect>
                                  </p:childTnLst>
                                  <p:subTnLst>
                                    <p:audio>
                                      <p:cMediaNode>
                                        <p:cTn display="0" masterRel="sameClick">
                                          <p:stCondLst>
                                            <p:cond evt="begin" delay="0">
                                              <p:tn val="21"/>
                                            </p:cond>
                                          </p:stCondLst>
                                          <p:endCondLst>
                                            <p:cond evt="onStopAudio" delay="0">
                                              <p:tgtEl>
                                                <p:sldTgt/>
                                              </p:tgtEl>
                                            </p:cond>
                                          </p:endCondLst>
                                        </p:cTn>
                                        <p:tgtEl>
                                          <p:sndTgt r:embed="rId6" name="type.wav"/>
                                        </p:tgtEl>
                                      </p:cMediaNode>
                                    </p:audio>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6196"/>
                                        </p:tgtEl>
                                        <p:attrNameLst>
                                          <p:attrName>style.visibility</p:attrName>
                                        </p:attrNameLst>
                                      </p:cBhvr>
                                      <p:to>
                                        <p:strVal val="visible"/>
                                      </p:to>
                                    </p:set>
                                    <p:animEffect transition="in" filter="wipe(left)">
                                      <p:cBhvr>
                                        <p:cTn id="28" dur="500"/>
                                        <p:tgtEl>
                                          <p:spTgt spid="6196"/>
                                        </p:tgtEl>
                                      </p:cBhvr>
                                    </p:animEffect>
                                  </p:childTnLst>
                                  <p:subTnLst>
                                    <p:audio>
                                      <p:cMediaNode>
                                        <p:cTn display="0" masterRel="sameClick">
                                          <p:stCondLst>
                                            <p:cond evt="begin" delay="0">
                                              <p:tn val="26"/>
                                            </p:cond>
                                          </p:stCondLst>
                                          <p:endCondLst>
                                            <p:cond evt="onStopAudio" delay="0">
                                              <p:tgtEl>
                                                <p:sldTgt/>
                                              </p:tgtEl>
                                            </p:cond>
                                          </p:endCondLst>
                                        </p:cTn>
                                        <p:tgtEl>
                                          <p:sndTgt r:embed="rId6" name="type.wav"/>
                                        </p:tgtEl>
                                      </p:cMediaNode>
                                    </p:audio>
                                  </p:subTnLst>
                                </p:cTn>
                              </p:par>
                            </p:childTnLst>
                          </p:cTn>
                        </p:par>
                      </p:childTnLst>
                    </p:cTn>
                  </p:par>
                  <p:par>
                    <p:cTn id="29" fill="hold">
                      <p:stCondLst>
                        <p:cond delay="indefinite"/>
                      </p:stCondLst>
                      <p:childTnLst>
                        <p:par>
                          <p:cTn id="30" fill="hold">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6230"/>
                                        </p:tgtEl>
                                        <p:attrNameLst>
                                          <p:attrName>style.visibility</p:attrName>
                                        </p:attrNameLst>
                                      </p:cBhvr>
                                      <p:to>
                                        <p:strVal val="visible"/>
                                      </p:to>
                                    </p:set>
                                    <p:animEffect transition="in" filter="blinds(horizontal)">
                                      <p:cBhvr>
                                        <p:cTn id="33" dur="500"/>
                                        <p:tgtEl>
                                          <p:spTgt spid="6230"/>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nodeType="clickEffect">
                                  <p:stCondLst>
                                    <p:cond delay="0"/>
                                  </p:stCondLst>
                                  <p:childTnLst>
                                    <p:set>
                                      <p:cBhvr>
                                        <p:cTn id="37" dur="1" fill="hold">
                                          <p:stCondLst>
                                            <p:cond delay="0"/>
                                          </p:stCondLst>
                                        </p:cTn>
                                        <p:tgtEl>
                                          <p:spTgt spid="6197"/>
                                        </p:tgtEl>
                                        <p:attrNameLst>
                                          <p:attrName>style.visibility</p:attrName>
                                        </p:attrNameLst>
                                      </p:cBhvr>
                                      <p:to>
                                        <p:strVal val="visible"/>
                                      </p:to>
                                    </p:set>
                                    <p:anim calcmode="lin" valueType="num">
                                      <p:cBhvr>
                                        <p:cTn id="38" dur="500" fill="hold"/>
                                        <p:tgtEl>
                                          <p:spTgt spid="6197"/>
                                        </p:tgtEl>
                                        <p:attrNameLst>
                                          <p:attrName>ppt_x</p:attrName>
                                        </p:attrNameLst>
                                      </p:cBhvr>
                                      <p:tavLst>
                                        <p:tav tm="0">
                                          <p:val>
                                            <p:strVal val="0-#ppt_w/2"/>
                                          </p:val>
                                        </p:tav>
                                        <p:tav tm="100000">
                                          <p:val>
                                            <p:strVal val="#ppt_x"/>
                                          </p:val>
                                        </p:tav>
                                      </p:tavLst>
                                    </p:anim>
                                    <p:anim calcmode="lin" valueType="num">
                                      <p:cBhvr>
                                        <p:cTn id="39" dur="500" fill="hold"/>
                                        <p:tgtEl>
                                          <p:spTgt spid="6197"/>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6225"/>
                                        </p:tgtEl>
                                        <p:attrNameLst>
                                          <p:attrName>style.visibility</p:attrName>
                                        </p:attrNameLst>
                                      </p:cBhvr>
                                      <p:to>
                                        <p:strVal val="visible"/>
                                      </p:to>
                                    </p:set>
                                    <p:animEffect transition="in" filter="wipe(up)">
                                      <p:cBhvr>
                                        <p:cTn id="44" dur="500"/>
                                        <p:tgtEl>
                                          <p:spTgt spid="6225"/>
                                        </p:tgtEl>
                                      </p:cBhvr>
                                    </p:animEffect>
                                  </p:childTnLst>
                                  <p:subTnLst>
                                    <p:audio>
                                      <p:cMediaNode>
                                        <p:cTn display="0" masterRel="sameClick">
                                          <p:stCondLst>
                                            <p:cond evt="begin" delay="0">
                                              <p:tn val="42"/>
                                            </p:cond>
                                          </p:stCondLst>
                                          <p:endCondLst>
                                            <p:cond evt="onStopAudio" delay="0">
                                              <p:tgtEl>
                                                <p:sldTgt/>
                                              </p:tgtEl>
                                            </p:cond>
                                          </p:endCondLst>
                                        </p:cTn>
                                        <p:tgtEl>
                                          <p:sndTgt r:embed="rId6" name="type.wav"/>
                                        </p:tgtEl>
                                      </p:cMediaNode>
                                    </p:audio>
                                  </p:sub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6204"/>
                                        </p:tgtEl>
                                        <p:attrNameLst>
                                          <p:attrName>style.visibility</p:attrName>
                                        </p:attrNameLst>
                                      </p:cBhvr>
                                      <p:to>
                                        <p:strVal val="visible"/>
                                      </p:to>
                                    </p:set>
                                    <p:anim calcmode="lin" valueType="num">
                                      <p:cBhvr>
                                        <p:cTn id="49" dur="500" fill="hold"/>
                                        <p:tgtEl>
                                          <p:spTgt spid="6204"/>
                                        </p:tgtEl>
                                        <p:attrNameLst>
                                          <p:attrName>ppt_x</p:attrName>
                                        </p:attrNameLst>
                                      </p:cBhvr>
                                      <p:tavLst>
                                        <p:tav tm="0">
                                          <p:val>
                                            <p:strVal val="#ppt_x"/>
                                          </p:val>
                                        </p:tav>
                                        <p:tav tm="100000">
                                          <p:val>
                                            <p:strVal val="#ppt_x"/>
                                          </p:val>
                                        </p:tav>
                                      </p:tavLst>
                                    </p:anim>
                                    <p:anim calcmode="lin" valueType="num">
                                      <p:cBhvr>
                                        <p:cTn id="50" dur="500" fill="hold"/>
                                        <p:tgtEl>
                                          <p:spTgt spid="6204"/>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47"/>
                                            </p:cond>
                                          </p:stCondLst>
                                          <p:endCondLst>
                                            <p:cond evt="onStopAudio" delay="0">
                                              <p:tgtEl>
                                                <p:sldTgt/>
                                              </p:tgtEl>
                                            </p:cond>
                                          </p:endCondLst>
                                        </p:cTn>
                                        <p:tgtEl>
                                          <p:sndTgt r:embed="rId4" name="cashreg.wav"/>
                                        </p:tgtEl>
                                      </p:cMediaNode>
                                    </p:audio>
                                  </p:subTnLst>
                                </p:cTn>
                              </p:par>
                            </p:childTnLst>
                          </p:cTn>
                        </p:par>
                      </p:childTnLst>
                    </p:cTn>
                  </p:par>
                  <p:par>
                    <p:cTn id="51" fill="hold">
                      <p:stCondLst>
                        <p:cond delay="indefinite"/>
                      </p:stCondLst>
                      <p:childTnLst>
                        <p:par>
                          <p:cTn id="52" fill="hold">
                            <p:stCondLst>
                              <p:cond delay="0"/>
                            </p:stCondLst>
                            <p:childTnLst>
                              <p:par>
                                <p:cTn id="53" presetID="3" presetClass="entr" presetSubtype="10" fill="hold" grpId="0" nodeType="clickEffect">
                                  <p:stCondLst>
                                    <p:cond delay="0"/>
                                  </p:stCondLst>
                                  <p:childTnLst>
                                    <p:set>
                                      <p:cBhvr>
                                        <p:cTn id="54" dur="1" fill="hold">
                                          <p:stCondLst>
                                            <p:cond delay="0"/>
                                          </p:stCondLst>
                                        </p:cTn>
                                        <p:tgtEl>
                                          <p:spTgt spid="6259"/>
                                        </p:tgtEl>
                                        <p:attrNameLst>
                                          <p:attrName>style.visibility</p:attrName>
                                        </p:attrNameLst>
                                      </p:cBhvr>
                                      <p:to>
                                        <p:strVal val="visible"/>
                                      </p:to>
                                    </p:set>
                                    <p:animEffect transition="in" filter="blinds(horizontal)">
                                      <p:cBhvr>
                                        <p:cTn id="55" dur="500"/>
                                        <p:tgtEl>
                                          <p:spTgt spid="625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6231"/>
                                        </p:tgtEl>
                                        <p:attrNameLst>
                                          <p:attrName>style.visibility</p:attrName>
                                        </p:attrNameLst>
                                      </p:cBhvr>
                                      <p:to>
                                        <p:strVal val="visible"/>
                                      </p:to>
                                    </p:set>
                                    <p:animEffect transition="in" filter="wipe(left)">
                                      <p:cBhvr>
                                        <p:cTn id="60" dur="500"/>
                                        <p:tgtEl>
                                          <p:spTgt spid="6231"/>
                                        </p:tgtEl>
                                      </p:cBhvr>
                                    </p:animEffect>
                                  </p:childTnLst>
                                  <p:subTnLst>
                                    <p:audio>
                                      <p:cMediaNode>
                                        <p:cTn display="0" masterRel="sameClick">
                                          <p:stCondLst>
                                            <p:cond evt="begin" delay="0">
                                              <p:tn val="58"/>
                                            </p:cond>
                                          </p:stCondLst>
                                          <p:endCondLst>
                                            <p:cond evt="onStopAudio" delay="0">
                                              <p:tgtEl>
                                                <p:sldTgt/>
                                              </p:tgtEl>
                                            </p:cond>
                                          </p:endCondLst>
                                        </p:cTn>
                                        <p:tgtEl>
                                          <p:sndTgt r:embed="rId5" name="camera.wav"/>
                                        </p:tgtEl>
                                      </p:cMediaNode>
                                    </p:audio>
                                  </p:subTnLst>
                                </p:cTn>
                              </p:par>
                            </p:childTnLst>
                          </p:cTn>
                        </p:par>
                      </p:childTnLst>
                    </p:cTn>
                  </p:par>
                  <p:par>
                    <p:cTn id="61" fill="hold">
                      <p:stCondLst>
                        <p:cond delay="indefinite"/>
                      </p:stCondLst>
                      <p:childTnLst>
                        <p:par>
                          <p:cTn id="62" fill="hold">
                            <p:stCondLst>
                              <p:cond delay="0"/>
                            </p:stCondLst>
                            <p:childTnLst>
                              <p:par>
                                <p:cTn id="63" presetID="3" presetClass="entr" presetSubtype="10" fill="hold" nodeType="clickEffect">
                                  <p:stCondLst>
                                    <p:cond delay="0"/>
                                  </p:stCondLst>
                                  <p:childTnLst>
                                    <p:set>
                                      <p:cBhvr>
                                        <p:cTn id="64" dur="1" fill="hold">
                                          <p:stCondLst>
                                            <p:cond delay="0"/>
                                          </p:stCondLst>
                                        </p:cTn>
                                        <p:tgtEl>
                                          <p:spTgt spid="6260"/>
                                        </p:tgtEl>
                                        <p:attrNameLst>
                                          <p:attrName>style.visibility</p:attrName>
                                        </p:attrNameLst>
                                      </p:cBhvr>
                                      <p:to>
                                        <p:strVal val="visible"/>
                                      </p:to>
                                    </p:set>
                                    <p:animEffect transition="in" filter="blinds(horizontal)">
                                      <p:cBhvr>
                                        <p:cTn id="65" dur="500"/>
                                        <p:tgtEl>
                                          <p:spTgt spid="6260"/>
                                        </p:tgtEl>
                                      </p:cBhvr>
                                    </p:animEffect>
                                  </p:childTnLst>
                                </p:cTn>
                              </p:par>
                            </p:childTnLst>
                          </p:cTn>
                        </p:par>
                      </p:childTnLst>
                    </p:cTn>
                  </p:par>
                  <p:par>
                    <p:cTn id="66" fill="hold">
                      <p:stCondLst>
                        <p:cond delay="indefinite"/>
                      </p:stCondLst>
                      <p:childTnLst>
                        <p:par>
                          <p:cTn id="67" fill="hold">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6229"/>
                                        </p:tgtEl>
                                        <p:attrNameLst>
                                          <p:attrName>style.visibility</p:attrName>
                                        </p:attrNameLst>
                                      </p:cBhvr>
                                      <p:to>
                                        <p:strVal val="visible"/>
                                      </p:to>
                                    </p:set>
                                    <p:anim calcmode="lin" valueType="num">
                                      <p:cBhvr>
                                        <p:cTn id="70" dur="500" fill="hold"/>
                                        <p:tgtEl>
                                          <p:spTgt spid="6229"/>
                                        </p:tgtEl>
                                        <p:attrNameLst>
                                          <p:attrName>ppt_x</p:attrName>
                                        </p:attrNameLst>
                                      </p:cBhvr>
                                      <p:tavLst>
                                        <p:tav tm="0">
                                          <p:val>
                                            <p:strVal val="0-#ppt_w/2"/>
                                          </p:val>
                                        </p:tav>
                                        <p:tav tm="100000">
                                          <p:val>
                                            <p:strVal val="#ppt_x"/>
                                          </p:val>
                                        </p:tav>
                                      </p:tavLst>
                                    </p:anim>
                                    <p:anim calcmode="lin" valueType="num">
                                      <p:cBhvr>
                                        <p:cTn id="71" dur="500" fill="hold"/>
                                        <p:tgtEl>
                                          <p:spTgt spid="62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p:bldP spid="6172" grpId="0" animBg="1"/>
      <p:bldP spid="6196" grpId="0"/>
      <p:bldP spid="6229" grpId="0"/>
      <p:bldP spid="6230" grpId="0"/>
      <p:bldP spid="625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A53CC18D-2F9C-4001-AFBD-0A58391E3507}"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843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843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754CB7E5-1EC4-41E9-8891-0F17C16E9D93}" type="slidenum">
              <a:rPr lang="zh-CN" altLang="en-US" smtClean="0">
                <a:solidFill>
                  <a:srgbClr val="000000"/>
                </a:solidFill>
                <a:latin typeface="Times New Roman" panose="02020603050405020304" pitchFamily="18" charset="0"/>
              </a:rPr>
              <a:t>10</a:t>
            </a:fld>
            <a:endParaRPr lang="zh-CN" altLang="en-US">
              <a:solidFill>
                <a:srgbClr val="000000"/>
              </a:solidFill>
              <a:latin typeface="Times New Roman" panose="02020603050405020304" pitchFamily="18" charset="0"/>
            </a:endParaRPr>
          </a:p>
        </p:txBody>
      </p:sp>
      <p:sp>
        <p:nvSpPr>
          <p:cNvPr id="7170" name="Text Box 2"/>
          <p:cNvSpPr txBox="1">
            <a:spLocks noChangeArrowheads="1"/>
          </p:cNvSpPr>
          <p:nvPr/>
        </p:nvSpPr>
        <p:spPr bwMode="auto">
          <a:xfrm>
            <a:off x="468313" y="404813"/>
            <a:ext cx="3024187"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a:solidFill>
                  <a:srgbClr val="000000"/>
                </a:solidFill>
                <a:latin typeface="Times New Roman" panose="02020603050405020304" pitchFamily="18" charset="0"/>
                <a:ea typeface="楷体_GB2312" pitchFamily="49" charset="-122"/>
              </a:rPr>
              <a:t>1.2  </a:t>
            </a:r>
            <a:r>
              <a:rPr lang="zh-CN" altLang="en-US" sz="2800" b="1">
                <a:solidFill>
                  <a:srgbClr val="000000"/>
                </a:solidFill>
                <a:latin typeface="Times New Roman" panose="02020603050405020304" pitchFamily="18" charset="0"/>
                <a:ea typeface="楷体_GB2312" pitchFamily="49" charset="-122"/>
              </a:rPr>
              <a:t>二次插值</a:t>
            </a:r>
          </a:p>
        </p:txBody>
      </p:sp>
      <p:sp>
        <p:nvSpPr>
          <p:cNvPr id="7171" name="AutoShape 3" descr="再生纸"/>
          <p:cNvSpPr>
            <a:spLocks noChangeArrowheads="1"/>
          </p:cNvSpPr>
          <p:nvPr/>
        </p:nvSpPr>
        <p:spPr bwMode="auto">
          <a:xfrm>
            <a:off x="628650" y="1196975"/>
            <a:ext cx="990600" cy="533400"/>
          </a:xfrm>
          <a:prstGeom prst="bevel">
            <a:avLst>
              <a:gd name="adj" fmla="val 6944"/>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3333CC"/>
                </a:solidFill>
                <a:latin typeface="Times New Roman" panose="02020603050405020304" pitchFamily="18" charset="0"/>
                <a:ea typeface="楷体_GB2312" pitchFamily="49" charset="-122"/>
              </a:rPr>
              <a:t> = 2</a:t>
            </a:r>
            <a:endParaRPr lang="en-US" altLang="zh-CN" sz="2400" b="1" i="1">
              <a:solidFill>
                <a:srgbClr val="3333CC"/>
              </a:solidFill>
              <a:latin typeface="Times New Roman" panose="02020603050405020304" pitchFamily="18" charset="0"/>
              <a:ea typeface="楷体_GB2312" pitchFamily="49" charset="-122"/>
            </a:endParaRPr>
          </a:p>
        </p:txBody>
      </p:sp>
      <p:grpSp>
        <p:nvGrpSpPr>
          <p:cNvPr id="7172" name="Group 4"/>
          <p:cNvGrpSpPr/>
          <p:nvPr/>
        </p:nvGrpSpPr>
        <p:grpSpPr bwMode="auto">
          <a:xfrm>
            <a:off x="1763713" y="1052513"/>
            <a:ext cx="6840537" cy="962025"/>
            <a:chOff x="0" y="0"/>
            <a:chExt cx="4309" cy="606"/>
          </a:xfrm>
        </p:grpSpPr>
        <p:sp>
          <p:nvSpPr>
            <p:cNvPr id="18439" name="Text Box 5"/>
            <p:cNvSpPr txBox="1">
              <a:spLocks noChangeArrowheads="1"/>
            </p:cNvSpPr>
            <p:nvPr/>
          </p:nvSpPr>
          <p:spPr bwMode="auto">
            <a:xfrm>
              <a:off x="0" y="0"/>
              <a:ext cx="294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已知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 </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baseline="-25000">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2</a:t>
              </a:r>
              <a:r>
                <a:rPr lang="en-US" altLang="zh-CN" sz="2800" b="1">
                  <a:solidFill>
                    <a:srgbClr val="000000"/>
                  </a:solidFill>
                  <a:latin typeface="Times New Roman" panose="02020603050405020304" pitchFamily="18" charset="0"/>
                  <a:ea typeface="楷体_GB2312" pitchFamily="49" charset="-122"/>
                </a:rPr>
                <a:t> , </a:t>
              </a:r>
              <a:r>
                <a:rPr lang="zh-CN" altLang="en-US" sz="2400" b="1">
                  <a:solidFill>
                    <a:srgbClr val="000000"/>
                  </a:solidFill>
                  <a:latin typeface="Times New Roman" panose="02020603050405020304" pitchFamily="18" charset="0"/>
                  <a:ea typeface="楷体_GB2312" pitchFamily="49" charset="-122"/>
                </a:rPr>
                <a:t>求</a:t>
              </a:r>
            </a:p>
          </p:txBody>
        </p:sp>
        <p:graphicFrame>
          <p:nvGraphicFramePr>
            <p:cNvPr id="18440" name="Object 6"/>
            <p:cNvGraphicFramePr>
              <a:graphicFrameLocks noChangeAspect="1"/>
            </p:cNvGraphicFramePr>
            <p:nvPr/>
          </p:nvGraphicFramePr>
          <p:xfrm>
            <a:off x="2425" y="61"/>
            <a:ext cx="1884" cy="264"/>
          </p:xfrm>
          <a:graphic>
            <a:graphicData uri="http://schemas.openxmlformats.org/presentationml/2006/ole">
              <mc:AlternateContent xmlns:mc="http://schemas.openxmlformats.org/markup-compatibility/2006">
                <mc:Choice xmlns:v="urn:schemas-microsoft-com:vml" Requires="v">
                  <p:oleObj spid="_x0000_s18557" r:id="rId7" imgW="1460500" imgH="241300" progId="Equation.3">
                    <p:embed/>
                  </p:oleObj>
                </mc:Choice>
                <mc:Fallback>
                  <p:oleObj r:id="rId7" imgW="1460500" imgH="24130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25" y="61"/>
                          <a:ext cx="1884"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8441" name="Text Box 7"/>
            <p:cNvSpPr txBox="1">
              <a:spLocks noChangeArrowheads="1"/>
            </p:cNvSpPr>
            <p:nvPr/>
          </p:nvSpPr>
          <p:spPr bwMode="auto">
            <a:xfrm>
              <a:off x="11" y="318"/>
              <a:ext cx="6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使得</a:t>
              </a:r>
            </a:p>
          </p:txBody>
        </p:sp>
        <p:sp>
          <p:nvSpPr>
            <p:cNvPr id="18442" name="Rectangle 8"/>
            <p:cNvSpPr>
              <a:spLocks noChangeArrowheads="1"/>
            </p:cNvSpPr>
            <p:nvPr/>
          </p:nvSpPr>
          <p:spPr bwMode="auto">
            <a:xfrm>
              <a:off x="1383" y="465"/>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8443" name="Rectangle 9"/>
            <p:cNvSpPr>
              <a:spLocks noChangeArrowheads="1"/>
            </p:cNvSpPr>
            <p:nvPr/>
          </p:nvSpPr>
          <p:spPr bwMode="auto">
            <a:xfrm>
              <a:off x="963" y="465"/>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18444" name="Rectangle 10"/>
            <p:cNvSpPr>
              <a:spLocks noChangeArrowheads="1"/>
            </p:cNvSpPr>
            <p:nvPr/>
          </p:nvSpPr>
          <p:spPr bwMode="auto">
            <a:xfrm>
              <a:off x="722" y="465"/>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18445" name="Rectangle 11"/>
            <p:cNvSpPr>
              <a:spLocks noChangeArrowheads="1"/>
            </p:cNvSpPr>
            <p:nvPr/>
          </p:nvSpPr>
          <p:spPr bwMode="auto">
            <a:xfrm>
              <a:off x="1491" y="357"/>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46" name="Rectangle 12"/>
            <p:cNvSpPr>
              <a:spLocks noChangeArrowheads="1"/>
            </p:cNvSpPr>
            <p:nvPr/>
          </p:nvSpPr>
          <p:spPr bwMode="auto">
            <a:xfrm>
              <a:off x="1038" y="357"/>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47" name="Rectangle 13"/>
            <p:cNvSpPr>
              <a:spLocks noChangeArrowheads="1"/>
            </p:cNvSpPr>
            <p:nvPr/>
          </p:nvSpPr>
          <p:spPr bwMode="auto">
            <a:xfrm>
              <a:off x="788" y="357"/>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48" name="Rectangle 14"/>
            <p:cNvSpPr>
              <a:spLocks noChangeArrowheads="1"/>
            </p:cNvSpPr>
            <p:nvPr/>
          </p:nvSpPr>
          <p:spPr bwMode="auto">
            <a:xfrm>
              <a:off x="1300" y="357"/>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8449" name="Rectangle 15"/>
            <p:cNvSpPr>
              <a:spLocks noChangeArrowheads="1"/>
            </p:cNvSpPr>
            <p:nvPr/>
          </p:nvSpPr>
          <p:spPr bwMode="auto">
            <a:xfrm>
              <a:off x="869" y="357"/>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8450" name="Rectangle 16"/>
            <p:cNvSpPr>
              <a:spLocks noChangeArrowheads="1"/>
            </p:cNvSpPr>
            <p:nvPr/>
          </p:nvSpPr>
          <p:spPr bwMode="auto">
            <a:xfrm>
              <a:off x="635" y="357"/>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grpSp>
          <p:nvGrpSpPr>
            <p:cNvPr id="18451" name="Group 17"/>
            <p:cNvGrpSpPr/>
            <p:nvPr/>
          </p:nvGrpSpPr>
          <p:grpSpPr bwMode="auto">
            <a:xfrm>
              <a:off x="1633" y="336"/>
              <a:ext cx="787" cy="254"/>
              <a:chOff x="0" y="0"/>
              <a:chExt cx="787" cy="254"/>
            </a:xfrm>
          </p:grpSpPr>
          <p:sp>
            <p:nvSpPr>
              <p:cNvPr id="18452" name="Rectangle 18"/>
              <p:cNvSpPr>
                <a:spLocks noChangeArrowheads="1"/>
              </p:cNvSpPr>
              <p:nvPr/>
            </p:nvSpPr>
            <p:spPr bwMode="auto">
              <a:xfrm>
                <a:off x="735"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8453" name="Rectangle 19"/>
              <p:cNvSpPr>
                <a:spLocks noChangeArrowheads="1"/>
              </p:cNvSpPr>
              <p:nvPr/>
            </p:nvSpPr>
            <p:spPr bwMode="auto">
              <a:xfrm>
                <a:off x="323"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8454" name="Rectangle 20"/>
              <p:cNvSpPr>
                <a:spLocks noChangeArrowheads="1"/>
              </p:cNvSpPr>
              <p:nvPr/>
            </p:nvSpPr>
            <p:spPr bwMode="auto">
              <a:xfrm>
                <a:off x="87"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18455" name="Rectangle 21"/>
              <p:cNvSpPr>
                <a:spLocks noChangeArrowheads="1"/>
              </p:cNvSpPr>
              <p:nvPr/>
            </p:nvSpPr>
            <p:spPr bwMode="auto">
              <a:xfrm>
                <a:off x="395" y="2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56" name="Rectangle 22"/>
              <p:cNvSpPr>
                <a:spLocks noChangeArrowheads="1"/>
              </p:cNvSpPr>
              <p:nvPr/>
            </p:nvSpPr>
            <p:spPr bwMode="auto">
              <a:xfrm>
                <a:off x="153" y="2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57" name="Rectangle 23"/>
              <p:cNvSpPr>
                <a:spLocks noChangeArrowheads="1"/>
              </p:cNvSpPr>
              <p:nvPr/>
            </p:nvSpPr>
            <p:spPr bwMode="auto">
              <a:xfrm>
                <a:off x="657" y="21"/>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8458" name="Rectangle 24"/>
              <p:cNvSpPr>
                <a:spLocks noChangeArrowheads="1"/>
              </p:cNvSpPr>
              <p:nvPr/>
            </p:nvSpPr>
            <p:spPr bwMode="auto">
              <a:xfrm>
                <a:off x="234" y="21"/>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8459" name="Rectangle 25"/>
              <p:cNvSpPr>
                <a:spLocks noChangeArrowheads="1"/>
              </p:cNvSpPr>
              <p:nvPr/>
            </p:nvSpPr>
            <p:spPr bwMode="auto">
              <a:xfrm>
                <a:off x="0" y="21"/>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8460" name="Rectangle 26"/>
              <p:cNvSpPr>
                <a:spLocks noChangeArrowheads="1"/>
              </p:cNvSpPr>
              <p:nvPr/>
            </p:nvSpPr>
            <p:spPr bwMode="auto">
              <a:xfrm>
                <a:off x="492"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18461" name="Rectangle 27"/>
            <p:cNvSpPr>
              <a:spLocks noChangeArrowheads="1"/>
            </p:cNvSpPr>
            <p:nvPr/>
          </p:nvSpPr>
          <p:spPr bwMode="auto">
            <a:xfrm>
              <a:off x="1135" y="336"/>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nvGrpSpPr>
            <p:cNvPr id="18462" name="Group 28"/>
            <p:cNvGrpSpPr/>
            <p:nvPr/>
          </p:nvGrpSpPr>
          <p:grpSpPr bwMode="auto">
            <a:xfrm>
              <a:off x="2602" y="318"/>
              <a:ext cx="787" cy="254"/>
              <a:chOff x="0" y="0"/>
              <a:chExt cx="787" cy="254"/>
            </a:xfrm>
          </p:grpSpPr>
          <p:sp>
            <p:nvSpPr>
              <p:cNvPr id="18463" name="Rectangle 29"/>
              <p:cNvSpPr>
                <a:spLocks noChangeArrowheads="1"/>
              </p:cNvSpPr>
              <p:nvPr/>
            </p:nvSpPr>
            <p:spPr bwMode="auto">
              <a:xfrm>
                <a:off x="735"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18464" name="Rectangle 30"/>
              <p:cNvSpPr>
                <a:spLocks noChangeArrowheads="1"/>
              </p:cNvSpPr>
              <p:nvPr/>
            </p:nvSpPr>
            <p:spPr bwMode="auto">
              <a:xfrm>
                <a:off x="323"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18465" name="Rectangle 31"/>
              <p:cNvSpPr>
                <a:spLocks noChangeArrowheads="1"/>
              </p:cNvSpPr>
              <p:nvPr/>
            </p:nvSpPr>
            <p:spPr bwMode="auto">
              <a:xfrm>
                <a:off x="87" y="12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18466" name="Rectangle 32"/>
              <p:cNvSpPr>
                <a:spLocks noChangeArrowheads="1"/>
              </p:cNvSpPr>
              <p:nvPr/>
            </p:nvSpPr>
            <p:spPr bwMode="auto">
              <a:xfrm>
                <a:off x="395" y="2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67" name="Rectangle 33"/>
              <p:cNvSpPr>
                <a:spLocks noChangeArrowheads="1"/>
              </p:cNvSpPr>
              <p:nvPr/>
            </p:nvSpPr>
            <p:spPr bwMode="auto">
              <a:xfrm>
                <a:off x="153" y="21"/>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8468" name="Rectangle 34"/>
              <p:cNvSpPr>
                <a:spLocks noChangeArrowheads="1"/>
              </p:cNvSpPr>
              <p:nvPr/>
            </p:nvSpPr>
            <p:spPr bwMode="auto">
              <a:xfrm>
                <a:off x="657" y="21"/>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18469" name="Rectangle 35"/>
              <p:cNvSpPr>
                <a:spLocks noChangeArrowheads="1"/>
              </p:cNvSpPr>
              <p:nvPr/>
            </p:nvSpPr>
            <p:spPr bwMode="auto">
              <a:xfrm>
                <a:off x="234" y="21"/>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18470" name="Rectangle 36"/>
              <p:cNvSpPr>
                <a:spLocks noChangeArrowheads="1"/>
              </p:cNvSpPr>
              <p:nvPr/>
            </p:nvSpPr>
            <p:spPr bwMode="auto">
              <a:xfrm>
                <a:off x="0" y="21"/>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18471" name="Rectangle 37"/>
              <p:cNvSpPr>
                <a:spLocks noChangeArrowheads="1"/>
              </p:cNvSpPr>
              <p:nvPr/>
            </p:nvSpPr>
            <p:spPr bwMode="auto">
              <a:xfrm>
                <a:off x="492"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18472" name="Rectangle 38"/>
            <p:cNvSpPr>
              <a:spLocks noChangeArrowheads="1"/>
            </p:cNvSpPr>
            <p:nvPr/>
          </p:nvSpPr>
          <p:spPr bwMode="auto">
            <a:xfrm>
              <a:off x="2467" y="334"/>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7207" name="Text Box 39"/>
          <p:cNvSpPr txBox="1">
            <a:spLocks noChangeArrowheads="1"/>
          </p:cNvSpPr>
          <p:nvPr/>
        </p:nvSpPr>
        <p:spPr bwMode="auto">
          <a:xfrm>
            <a:off x="684213" y="2133600"/>
            <a:ext cx="7848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        为求</a:t>
            </a:r>
            <a:r>
              <a:rPr lang="en-US" altLang="zh-CN" sz="2400" b="1" i="1">
                <a:solidFill>
                  <a:srgbClr val="000000"/>
                </a:solidFill>
                <a:latin typeface="Times New Roman" panose="02020603050405020304" pitchFamily="18" charset="0"/>
                <a:ea typeface="楷体_GB2312" pitchFamily="49" charset="-122"/>
              </a:rPr>
              <a:t>P</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将三点代入其表达式</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即可得到三个方程式</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从而联立方程组解出系数</a:t>
            </a:r>
            <a:r>
              <a:rPr lang="en-US" altLang="zh-CN" sz="2400" b="1" i="1">
                <a:solidFill>
                  <a:srgbClr val="000000"/>
                </a:solidFill>
                <a:latin typeface="Times New Roman" panose="02020603050405020304" pitchFamily="18" charset="0"/>
                <a:ea typeface="楷体_GB2312" pitchFamily="49" charset="-122"/>
              </a:rPr>
              <a:t>a</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a</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a</a:t>
            </a:r>
            <a:r>
              <a:rPr lang="en-US" altLang="zh-CN" sz="2400" b="1" baseline="-25000">
                <a:solidFill>
                  <a:srgbClr val="0000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即可</a:t>
            </a:r>
            <a:r>
              <a:rPr lang="en-US" altLang="zh-CN" sz="2400" b="1">
                <a:solidFill>
                  <a:srgbClr val="000000"/>
                </a:solidFill>
                <a:latin typeface="Times New Roman" panose="02020603050405020304" pitchFamily="18" charset="0"/>
                <a:ea typeface="楷体_GB2312" pitchFamily="49" charset="-122"/>
              </a:rPr>
              <a:t>:</a:t>
            </a:r>
            <a:endParaRPr lang="en-US" altLang="zh-CN" sz="2400" b="1" baseline="-25000">
              <a:solidFill>
                <a:srgbClr val="000000"/>
              </a:solidFill>
              <a:latin typeface="Times New Roman" panose="02020603050405020304" pitchFamily="18" charset="0"/>
              <a:ea typeface="楷体_GB2312" pitchFamily="49" charset="-122"/>
            </a:endParaRPr>
          </a:p>
        </p:txBody>
      </p:sp>
      <p:grpSp>
        <p:nvGrpSpPr>
          <p:cNvPr id="7208" name="Group 40"/>
          <p:cNvGrpSpPr/>
          <p:nvPr/>
        </p:nvGrpSpPr>
        <p:grpSpPr bwMode="auto">
          <a:xfrm>
            <a:off x="1763713" y="2997200"/>
            <a:ext cx="3438525" cy="1511300"/>
            <a:chOff x="0" y="0"/>
            <a:chExt cx="2166" cy="952"/>
          </a:xfrm>
        </p:grpSpPr>
        <p:sp>
          <p:nvSpPr>
            <p:cNvPr id="18475" name="AutoShape 41"/>
            <p:cNvSpPr/>
            <p:nvPr/>
          </p:nvSpPr>
          <p:spPr bwMode="auto">
            <a:xfrm>
              <a:off x="0" y="181"/>
              <a:ext cx="45" cy="681"/>
            </a:xfrm>
            <a:prstGeom prst="leftBrace">
              <a:avLst>
                <a:gd name="adj1" fmla="val 125971"/>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18476" name="Object 42"/>
            <p:cNvGraphicFramePr>
              <a:graphicFrameLocks noChangeAspect="1"/>
            </p:cNvGraphicFramePr>
            <p:nvPr/>
          </p:nvGraphicFramePr>
          <p:xfrm>
            <a:off x="91" y="0"/>
            <a:ext cx="2075" cy="325"/>
          </p:xfrm>
          <a:graphic>
            <a:graphicData uri="http://schemas.openxmlformats.org/presentationml/2006/ole">
              <mc:AlternateContent xmlns:mc="http://schemas.openxmlformats.org/markup-compatibility/2006">
                <mc:Choice xmlns:v="urn:schemas-microsoft-com:vml" Requires="v">
                  <p:oleObj spid="_x0000_s18558" r:id="rId9" imgW="1372235" imgH="254000" progId="Equation.3">
                    <p:embed/>
                  </p:oleObj>
                </mc:Choice>
                <mc:Fallback>
                  <p:oleObj r:id="rId9" imgW="1372235" imgH="254000" progId="Equation.3">
                    <p:embed/>
                    <p:pic>
                      <p:nvPicPr>
                        <p:cNvPr id="0" name="Object 4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 y="0"/>
                          <a:ext cx="2075"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8477" name="Object 43"/>
            <p:cNvGraphicFramePr>
              <a:graphicFrameLocks noChangeAspect="1"/>
            </p:cNvGraphicFramePr>
            <p:nvPr/>
          </p:nvGraphicFramePr>
          <p:xfrm>
            <a:off x="110" y="310"/>
            <a:ext cx="2036" cy="325"/>
          </p:xfrm>
          <a:graphic>
            <a:graphicData uri="http://schemas.openxmlformats.org/presentationml/2006/ole">
              <mc:AlternateContent xmlns:mc="http://schemas.openxmlformats.org/markup-compatibility/2006">
                <mc:Choice xmlns:v="urn:schemas-microsoft-com:vml" Requires="v">
                  <p:oleObj spid="_x0000_s18559" r:id="rId11" imgW="1346835" imgH="254000" progId="Equation.3">
                    <p:embed/>
                  </p:oleObj>
                </mc:Choice>
                <mc:Fallback>
                  <p:oleObj r:id="rId11" imgW="1346835" imgH="254000" progId="Equation.3">
                    <p:embed/>
                    <p:pic>
                      <p:nvPicPr>
                        <p:cNvPr id="0" name="Object 4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0" y="310"/>
                          <a:ext cx="2036"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8478" name="Object 44"/>
            <p:cNvGraphicFramePr>
              <a:graphicFrameLocks noChangeAspect="1"/>
            </p:cNvGraphicFramePr>
            <p:nvPr/>
          </p:nvGraphicFramePr>
          <p:xfrm>
            <a:off x="91" y="627"/>
            <a:ext cx="2075" cy="325"/>
          </p:xfrm>
          <a:graphic>
            <a:graphicData uri="http://schemas.openxmlformats.org/presentationml/2006/ole">
              <mc:AlternateContent xmlns:mc="http://schemas.openxmlformats.org/markup-compatibility/2006">
                <mc:Choice xmlns:v="urn:schemas-microsoft-com:vml" Requires="v">
                  <p:oleObj spid="_x0000_s18560" r:id="rId13" imgW="1372235" imgH="254000" progId="Equation.3">
                    <p:embed/>
                  </p:oleObj>
                </mc:Choice>
                <mc:Fallback>
                  <p:oleObj r:id="rId13" imgW="1372235" imgH="254000" progId="Equation.3">
                    <p:embed/>
                    <p:pic>
                      <p:nvPicPr>
                        <p:cNvPr id="0" name="Object 4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1" y="627"/>
                          <a:ext cx="2075"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7213" name="AutoShape 45"/>
          <p:cNvSpPr>
            <a:spLocks noChangeArrowheads="1"/>
          </p:cNvSpPr>
          <p:nvPr/>
        </p:nvSpPr>
        <p:spPr bwMode="auto">
          <a:xfrm>
            <a:off x="2268538" y="2133600"/>
            <a:ext cx="6624637" cy="669925"/>
          </a:xfrm>
          <a:prstGeom prst="wedgeEllipseCallout">
            <a:avLst>
              <a:gd name="adj1" fmla="val -21917"/>
              <a:gd name="adj2" fmla="val 103792"/>
            </a:avLst>
          </a:prstGeom>
          <a:gradFill rotWithShape="0">
            <a:gsLst>
              <a:gs pos="0">
                <a:schemeClr val="bg1"/>
              </a:gs>
              <a:gs pos="100000">
                <a:srgbClr val="C0C0C0"/>
              </a:gs>
            </a:gsLst>
            <a:lin ang="27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30000"/>
              </a:spcBef>
            </a:pPr>
            <a:r>
              <a:rPr lang="zh-CN" altLang="en-US" sz="2400" b="1">
                <a:solidFill>
                  <a:srgbClr val="000000"/>
                </a:solidFill>
                <a:latin typeface="Times New Roman" panose="02020603050405020304" pitchFamily="18" charset="0"/>
                <a:ea typeface="楷体_GB2312" pitchFamily="49" charset="-122"/>
              </a:rPr>
              <a:t>方程组的</a:t>
            </a:r>
            <a:r>
              <a:rPr lang="zh-CN" altLang="en-US" sz="2400" b="1">
                <a:solidFill>
                  <a:srgbClr val="3333CC"/>
                </a:solidFill>
                <a:latin typeface="Times New Roman" panose="02020603050405020304" pitchFamily="18" charset="0"/>
                <a:ea typeface="楷体_GB2312" pitchFamily="49" charset="-122"/>
              </a:rPr>
              <a:t>解是否存在</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若存在解</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是否</a:t>
            </a:r>
            <a:r>
              <a:rPr lang="zh-CN" altLang="en-US" sz="2400" b="1">
                <a:solidFill>
                  <a:srgbClr val="3333CC"/>
                </a:solidFill>
                <a:latin typeface="Times New Roman" panose="02020603050405020304" pitchFamily="18" charset="0"/>
                <a:ea typeface="楷体_GB2312" pitchFamily="49" charset="-122"/>
              </a:rPr>
              <a:t>唯一</a:t>
            </a:r>
            <a:r>
              <a:rPr lang="en-US" altLang="zh-CN" sz="2400" b="1">
                <a:solidFill>
                  <a:srgbClr val="000000"/>
                </a:solidFill>
                <a:latin typeface="Times New Roman" panose="02020603050405020304" pitchFamily="18" charset="0"/>
                <a:ea typeface="楷体_GB2312" pitchFamily="49" charset="-122"/>
              </a:rPr>
              <a:t>?!</a:t>
            </a:r>
            <a:endParaRPr lang="en-US" altLang="zh-CN" sz="2400" b="1">
              <a:solidFill>
                <a:srgbClr val="3333CC"/>
              </a:solidFill>
              <a:latin typeface="Times New Roman" panose="02020603050405020304" pitchFamily="18" charset="0"/>
              <a:ea typeface="楷体_GB2312" pitchFamily="49" charset="-122"/>
            </a:endParaRPr>
          </a:p>
        </p:txBody>
      </p:sp>
      <p:sp>
        <p:nvSpPr>
          <p:cNvPr id="7214" name="Text Box 46"/>
          <p:cNvSpPr txBox="1">
            <a:spLocks noChangeArrowheads="1"/>
          </p:cNvSpPr>
          <p:nvPr/>
        </p:nvSpPr>
        <p:spPr bwMode="auto">
          <a:xfrm>
            <a:off x="684213" y="4581525"/>
            <a:ext cx="792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当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互异时</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方程组的解存在且唯一</a:t>
            </a:r>
            <a:r>
              <a:rPr lang="en-US" altLang="zh-CN" sz="2400" b="1">
                <a:solidFill>
                  <a:srgbClr val="000000"/>
                </a:solidFill>
                <a:latin typeface="Times New Roman" panose="02020603050405020304" pitchFamily="18" charset="0"/>
                <a:ea typeface="楷体_GB2312" pitchFamily="49" charset="-122"/>
              </a:rPr>
              <a:t>.</a:t>
            </a:r>
          </a:p>
        </p:txBody>
      </p:sp>
      <p:sp>
        <p:nvSpPr>
          <p:cNvPr id="7215" name="AutoShape 47" descr="再生纸"/>
          <p:cNvSpPr>
            <a:spLocks noChangeArrowheads="1"/>
          </p:cNvSpPr>
          <p:nvPr/>
        </p:nvSpPr>
        <p:spPr bwMode="auto">
          <a:xfrm>
            <a:off x="671513" y="5084763"/>
            <a:ext cx="7932737" cy="1549400"/>
          </a:xfrm>
          <a:prstGeom prst="roundRect">
            <a:avLst>
              <a:gd name="adj" fmla="val 16667"/>
            </a:avLst>
          </a:prstGeom>
          <a:blipFill dpi="0" rotWithShape="0">
            <a:blip r:embed="rId6"/>
            <a:srcRect/>
            <a:tile tx="0" ty="0" sx="100000" sy="100000" flip="none" algn="tl"/>
          </a:blipFill>
          <a:ln>
            <a:noFill/>
          </a:ln>
          <a:effectLst>
            <a:prstShdw prst="shdw17" dist="17961" dir="2700000">
              <a:srgbClr val="999999"/>
            </a:prstShdw>
          </a:effectLst>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注：</a:t>
            </a:r>
            <a:r>
              <a:rPr lang="zh-CN" altLang="en-US" sz="2400" b="1">
                <a:solidFill>
                  <a:srgbClr val="000000"/>
                </a:solidFill>
                <a:latin typeface="Times New Roman" panose="02020603050405020304" pitchFamily="18" charset="0"/>
                <a:ea typeface="楷体_GB2312" pitchFamily="49" charset="-122"/>
              </a:rPr>
              <a:t>显然有</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求</a:t>
            </a:r>
            <a:r>
              <a:rPr lang="en-US" altLang="zh-CN" sz="2400" b="1" i="1">
                <a:solidFill>
                  <a:srgbClr val="3333CC"/>
                </a:solidFill>
                <a:latin typeface="Times New Roman" panose="02020603050405020304" pitchFamily="18" charset="0"/>
                <a:ea typeface="楷体_GB2312" pitchFamily="49" charset="-122"/>
              </a:rPr>
              <a:t>n </a:t>
            </a:r>
            <a:r>
              <a:rPr lang="zh-CN" altLang="en-US" sz="2400" b="1">
                <a:solidFill>
                  <a:srgbClr val="000000"/>
                </a:solidFill>
                <a:latin typeface="Times New Roman" panose="02020603050405020304" pitchFamily="18" charset="0"/>
                <a:ea typeface="楷体_GB2312" pitchFamily="49" charset="-122"/>
              </a:rPr>
              <a:t>次插值时</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由</a:t>
            </a:r>
            <a:r>
              <a:rPr lang="en-US" altLang="zh-CN" sz="2400" b="1" i="1">
                <a:solidFill>
                  <a:srgbClr val="3333CC"/>
                </a:solidFill>
                <a:latin typeface="Times New Roman" panose="02020603050405020304" pitchFamily="18" charset="0"/>
                <a:ea typeface="楷体_GB2312" pitchFamily="49" charset="-122"/>
              </a:rPr>
              <a:t>n +1</a:t>
            </a:r>
            <a:r>
              <a:rPr lang="zh-CN" altLang="en-US" sz="2400" b="1">
                <a:solidFill>
                  <a:srgbClr val="000000"/>
                </a:solidFill>
                <a:latin typeface="Times New Roman" panose="02020603050405020304" pitchFamily="18" charset="0"/>
                <a:ea typeface="楷体_GB2312" pitchFamily="49" charset="-122"/>
              </a:rPr>
              <a:t>个点可有</a:t>
            </a:r>
            <a:r>
              <a:rPr lang="en-US" altLang="zh-CN" sz="2400" b="1" i="1">
                <a:solidFill>
                  <a:srgbClr val="3333CC"/>
                </a:solidFill>
                <a:latin typeface="Times New Roman" panose="02020603050405020304" pitchFamily="18" charset="0"/>
                <a:ea typeface="楷体_GB2312" pitchFamily="49" charset="-122"/>
              </a:rPr>
              <a:t>n +1</a:t>
            </a:r>
            <a:r>
              <a:rPr lang="zh-CN" altLang="en-US" sz="2400" b="1">
                <a:solidFill>
                  <a:srgbClr val="000000"/>
                </a:solidFill>
                <a:latin typeface="Times New Roman" panose="02020603050405020304" pitchFamily="18" charset="0"/>
                <a:ea typeface="楷体_GB2312" pitchFamily="49" charset="-122"/>
              </a:rPr>
              <a:t>个方程</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联立方程组即可求出插值多项式的</a:t>
            </a:r>
            <a:r>
              <a:rPr lang="en-US" altLang="zh-CN" sz="2400" b="1" i="1">
                <a:solidFill>
                  <a:srgbClr val="3333CC"/>
                </a:solidFill>
                <a:latin typeface="Times New Roman" panose="02020603050405020304" pitchFamily="18" charset="0"/>
                <a:ea typeface="楷体_GB2312" pitchFamily="49" charset="-122"/>
              </a:rPr>
              <a:t>n +1</a:t>
            </a:r>
            <a:r>
              <a:rPr lang="zh-CN" altLang="en-US" sz="2400" b="1">
                <a:solidFill>
                  <a:srgbClr val="000000"/>
                </a:solidFill>
                <a:latin typeface="Times New Roman" panose="02020603050405020304" pitchFamily="18" charset="0"/>
                <a:ea typeface="楷体_GB2312" pitchFamily="49" charset="-122"/>
              </a:rPr>
              <a:t>个系数</a:t>
            </a:r>
            <a:r>
              <a:rPr lang="en-US" altLang="zh-CN" sz="2400" b="1">
                <a:solidFill>
                  <a:srgbClr val="000000"/>
                </a:solidFill>
                <a:latin typeface="Times New Roman" panose="02020603050405020304" pitchFamily="18" charset="0"/>
                <a:ea typeface="楷体_GB2312" pitchFamily="49" charset="-122"/>
              </a:rPr>
              <a:t>.</a:t>
            </a:r>
          </a:p>
          <a:p>
            <a:pPr eaLnBrk="1" hangingPunct="1">
              <a:spcBef>
                <a:spcPct val="50000"/>
              </a:spcBef>
            </a:pP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然而</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FF3300"/>
                </a:solidFill>
                <a:latin typeface="Times New Roman" panose="02020603050405020304" pitchFamily="18" charset="0"/>
                <a:ea typeface="楷体_GB2312" pitchFamily="49" charset="-122"/>
              </a:rPr>
              <a:t>方程组的求解也并不是一件容易的事</a:t>
            </a:r>
            <a:r>
              <a:rPr lang="zh-CN" altLang="en-US" sz="2400" b="1">
                <a:solidFill>
                  <a:srgbClr val="000000"/>
                </a:solidFill>
                <a:latin typeface="Times New Roman" panose="02020603050405020304" pitchFamily="18" charset="0"/>
                <a:ea typeface="楷体_GB2312" pitchFamily="49" charset="-122"/>
              </a:rPr>
              <a:t>。</a:t>
            </a:r>
          </a:p>
          <a:p>
            <a:pPr eaLnBrk="1" hangingPunct="1"/>
            <a:endParaRPr lang="zh-CN" altLang="en-US" sz="2400" b="1">
              <a:solidFill>
                <a:srgbClr val="000000"/>
              </a:solidFill>
              <a:latin typeface="Times New Roman" panose="02020603050405020304" pitchFamily="18" charset="0"/>
              <a:ea typeface="楷体_GB2312" pitchFamily="49" charset="-122"/>
            </a:endParaRPr>
          </a:p>
        </p:txBody>
      </p:sp>
      <p:sp>
        <p:nvSpPr>
          <p:cNvPr id="7216" name="Text Box 48"/>
          <p:cNvSpPr txBox="1">
            <a:spLocks noChangeArrowheads="1"/>
          </p:cNvSpPr>
          <p:nvPr/>
        </p:nvSpPr>
        <p:spPr bwMode="auto">
          <a:xfrm>
            <a:off x="2771775" y="692150"/>
            <a:ext cx="45370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8000"/>
                </a:solidFill>
                <a:latin typeface="Times New Roman" panose="02020603050405020304" pitchFamily="18" charset="0"/>
                <a:ea typeface="楷体_GB2312" pitchFamily="49" charset="-122"/>
              </a:rPr>
              <a:t>待定系数法</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170"/>
                                        </p:tgtEl>
                                        <p:attrNameLst>
                                          <p:attrName>style.visibility</p:attrName>
                                        </p:attrNameLst>
                                      </p:cBhvr>
                                      <p:to>
                                        <p:strVal val="visible"/>
                                      </p:to>
                                    </p:set>
                                    <p:anim calcmode="lin" valueType="num">
                                      <p:cBhvr>
                                        <p:cTn id="7" dur="500" fill="hold"/>
                                        <p:tgtEl>
                                          <p:spTgt spid="7170"/>
                                        </p:tgtEl>
                                        <p:attrNameLst>
                                          <p:attrName>ppt_x</p:attrName>
                                        </p:attrNameLst>
                                      </p:cBhvr>
                                      <p:tavLst>
                                        <p:tav tm="0">
                                          <p:val>
                                            <p:strVal val="0-#ppt_w/2"/>
                                          </p:val>
                                        </p:tav>
                                        <p:tav tm="100000">
                                          <p:val>
                                            <p:strVal val="#ppt_x"/>
                                          </p:val>
                                        </p:tav>
                                      </p:tavLst>
                                    </p:anim>
                                    <p:anim calcmode="lin" valueType="num">
                                      <p:cBhvr>
                                        <p:cTn id="8" dur="500" fill="hold"/>
                                        <p:tgtEl>
                                          <p:spTgt spid="71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7171"/>
                                        </p:tgtEl>
                                        <p:attrNameLst>
                                          <p:attrName>style.visibility</p:attrName>
                                        </p:attrNameLst>
                                      </p:cBhvr>
                                      <p:to>
                                        <p:strVal val="visible"/>
                                      </p:to>
                                    </p:set>
                                    <p:animEffect transition="in" filter="box(in)">
                                      <p:cBhvr>
                                        <p:cTn id="13" dur="500"/>
                                        <p:tgtEl>
                                          <p:spTgt spid="7171"/>
                                        </p:tgtEl>
                                      </p:cBhvr>
                                    </p:animEffect>
                                  </p:childTnLst>
                                  <p:subTnLst>
                                    <p:audio>
                                      <p:cMediaNode>
                                        <p:cTn display="0" masterRel="sameClick">
                                          <p:stCondLst>
                                            <p:cond evt="begin" delay="0">
                                              <p:tn val="11"/>
                                            </p:cond>
                                          </p:stCondLst>
                                          <p:endCondLst>
                                            <p:cond evt="onStopAudio" delay="0">
                                              <p:tgtEl>
                                                <p:sldTgt/>
                                              </p:tgtEl>
                                            </p:cond>
                                          </p:endCondLst>
                                        </p:cTn>
                                        <p:tgtEl>
                                          <p:sndTgt r:embed="rId3" name="camera.wav"/>
                                        </p:tgtEl>
                                      </p:cMediaNode>
                                    </p:audio>
                                  </p:sub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7172"/>
                                        </p:tgtEl>
                                        <p:attrNameLst>
                                          <p:attrName>style.visibility</p:attrName>
                                        </p:attrNameLst>
                                      </p:cBhvr>
                                      <p:to>
                                        <p:strVal val="visible"/>
                                      </p:to>
                                    </p:set>
                                    <p:animEffect transition="in" filter="blinds(horizontal)">
                                      <p:cBhvr>
                                        <p:cTn id="18" dur="500"/>
                                        <p:tgtEl>
                                          <p:spTgt spid="7172"/>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7207"/>
                                        </p:tgtEl>
                                        <p:attrNameLst>
                                          <p:attrName>style.visibility</p:attrName>
                                        </p:attrNameLst>
                                      </p:cBhvr>
                                      <p:to>
                                        <p:strVal val="visible"/>
                                      </p:to>
                                    </p:set>
                                    <p:anim calcmode="lin" valueType="num">
                                      <p:cBhvr>
                                        <p:cTn id="23" dur="500" fill="hold"/>
                                        <p:tgtEl>
                                          <p:spTgt spid="7207"/>
                                        </p:tgtEl>
                                        <p:attrNameLst>
                                          <p:attrName>ppt_x</p:attrName>
                                        </p:attrNameLst>
                                      </p:cBhvr>
                                      <p:tavLst>
                                        <p:tav tm="0">
                                          <p:val>
                                            <p:strVal val="0-#ppt_w/2"/>
                                          </p:val>
                                        </p:tav>
                                        <p:tav tm="100000">
                                          <p:val>
                                            <p:strVal val="#ppt_x"/>
                                          </p:val>
                                        </p:tav>
                                      </p:tavLst>
                                    </p:anim>
                                    <p:anim calcmode="lin" valueType="num">
                                      <p:cBhvr>
                                        <p:cTn id="24" dur="500" fill="hold"/>
                                        <p:tgtEl>
                                          <p:spTgt spid="7207"/>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7208"/>
                                        </p:tgtEl>
                                        <p:attrNameLst>
                                          <p:attrName>style.visibility</p:attrName>
                                        </p:attrNameLst>
                                      </p:cBhvr>
                                      <p:to>
                                        <p:strVal val="visible"/>
                                      </p:to>
                                    </p:set>
                                    <p:animEffect transition="in" filter="blinds(horizontal)">
                                      <p:cBhvr>
                                        <p:cTn id="29" dur="500"/>
                                        <p:tgtEl>
                                          <p:spTgt spid="7208"/>
                                        </p:tgtEl>
                                      </p:cBhvr>
                                    </p:animEffect>
                                  </p:childTnLst>
                                </p:cTn>
                              </p:par>
                            </p:childTnLst>
                          </p:cTn>
                        </p:par>
                      </p:childTnLst>
                    </p:cTn>
                  </p:par>
                  <p:par>
                    <p:cTn id="30" fill="hold">
                      <p:stCondLst>
                        <p:cond delay="indefinite"/>
                      </p:stCondLst>
                      <p:childTnLst>
                        <p:par>
                          <p:cTn id="31" fill="hold">
                            <p:stCondLst>
                              <p:cond delay="0"/>
                            </p:stCondLst>
                            <p:childTnLst>
                              <p:par>
                                <p:cTn id="32" presetID="18" presetClass="entr" presetSubtype="9" fill="hold" grpId="0" nodeType="clickEffect">
                                  <p:stCondLst>
                                    <p:cond delay="0"/>
                                  </p:stCondLst>
                                  <p:childTnLst>
                                    <p:set>
                                      <p:cBhvr>
                                        <p:cTn id="33" dur="1" fill="hold">
                                          <p:stCondLst>
                                            <p:cond delay="0"/>
                                          </p:stCondLst>
                                        </p:cTn>
                                        <p:tgtEl>
                                          <p:spTgt spid="7213"/>
                                        </p:tgtEl>
                                        <p:attrNameLst>
                                          <p:attrName>style.visibility</p:attrName>
                                        </p:attrNameLst>
                                      </p:cBhvr>
                                      <p:to>
                                        <p:strVal val="visible"/>
                                      </p:to>
                                    </p:set>
                                    <p:animEffect transition="in" filter="strips(upLeft)">
                                      <p:cBhvr>
                                        <p:cTn id="34" dur="500"/>
                                        <p:tgtEl>
                                          <p:spTgt spid="7213"/>
                                        </p:tgtEl>
                                      </p:cBhvr>
                                    </p:animEffect>
                                  </p:childTnLst>
                                  <p:subTnLst>
                                    <p:audio>
                                      <p:cMediaNode>
                                        <p:cTn display="0" masterRel="sameClick">
                                          <p:stCondLst>
                                            <p:cond evt="begin" delay="0">
                                              <p:tn val="32"/>
                                            </p:cond>
                                          </p:stCondLst>
                                          <p:endCondLst>
                                            <p:cond evt="onStopAudio" delay="0">
                                              <p:tgtEl>
                                                <p:sldTgt/>
                                              </p:tgtEl>
                                            </p:cond>
                                          </p:endCondLst>
                                        </p:cTn>
                                        <p:tgtEl>
                                          <p:sndTgt r:embed="rId4" name="whoosh.wav"/>
                                        </p:tgtEl>
                                      </p:cMediaNode>
                                    </p:audio>
                                  </p:sub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7214"/>
                                        </p:tgtEl>
                                        <p:attrNameLst>
                                          <p:attrName>style.visibility</p:attrName>
                                        </p:attrNameLst>
                                      </p:cBhvr>
                                      <p:to>
                                        <p:strVal val="visible"/>
                                      </p:to>
                                    </p:set>
                                    <p:anim calcmode="lin" valueType="num">
                                      <p:cBhvr>
                                        <p:cTn id="39" dur="500" fill="hold"/>
                                        <p:tgtEl>
                                          <p:spTgt spid="7214"/>
                                        </p:tgtEl>
                                        <p:attrNameLst>
                                          <p:attrName>ppt_x</p:attrName>
                                        </p:attrNameLst>
                                      </p:cBhvr>
                                      <p:tavLst>
                                        <p:tav tm="0">
                                          <p:val>
                                            <p:strVal val="#ppt_x"/>
                                          </p:val>
                                        </p:tav>
                                        <p:tav tm="100000">
                                          <p:val>
                                            <p:strVal val="#ppt_x"/>
                                          </p:val>
                                        </p:tav>
                                      </p:tavLst>
                                    </p:anim>
                                    <p:anim calcmode="lin" valueType="num">
                                      <p:cBhvr>
                                        <p:cTn id="40" dur="500" fill="hold"/>
                                        <p:tgtEl>
                                          <p:spTgt spid="7214"/>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37"/>
                                            </p:cond>
                                          </p:stCondLst>
                                          <p:endCondLst>
                                            <p:cond evt="onStopAudio" delay="0">
                                              <p:tgtEl>
                                                <p:sldTgt/>
                                              </p:tgtEl>
                                            </p:cond>
                                          </p:endCondLst>
                                        </p:cTn>
                                        <p:tgtEl>
                                          <p:sndTgt r:embed="rId5" name="type.wav"/>
                                        </p:tgtEl>
                                      </p:cMediaNode>
                                    </p:audio>
                                  </p:subTnLst>
                                </p:cTn>
                              </p:par>
                            </p:childTnLst>
                          </p:cTn>
                        </p:par>
                      </p:childTnLst>
                    </p:cTn>
                  </p:par>
                  <p:par>
                    <p:cTn id="41" fill="hold">
                      <p:stCondLst>
                        <p:cond delay="indefinite"/>
                      </p:stCondLst>
                      <p:childTnLst>
                        <p:par>
                          <p:cTn id="42" fill="hold">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7215"/>
                                        </p:tgtEl>
                                        <p:attrNameLst>
                                          <p:attrName>style.visibility</p:attrName>
                                        </p:attrNameLst>
                                      </p:cBhvr>
                                      <p:to>
                                        <p:strVal val="visible"/>
                                      </p:to>
                                    </p:set>
                                    <p:animEffect transition="in" filter="box(in)">
                                      <p:cBhvr>
                                        <p:cTn id="45" dur="500"/>
                                        <p:tgtEl>
                                          <p:spTgt spid="7215"/>
                                        </p:tgtEl>
                                      </p:cBhvr>
                                    </p:animEffect>
                                  </p:childTnLst>
                                  <p:subTnLst>
                                    <p:audio>
                                      <p:cMediaNode>
                                        <p:cTn display="0" masterRel="sameClick">
                                          <p:stCondLst>
                                            <p:cond evt="begin" delay="0">
                                              <p:tn val="43"/>
                                            </p:cond>
                                          </p:stCondLst>
                                          <p:endCondLst>
                                            <p:cond evt="onStopAudio" delay="0">
                                              <p:tgtEl>
                                                <p:sldTgt/>
                                              </p:tgtEl>
                                            </p:cond>
                                          </p:endCondLst>
                                        </p:cTn>
                                        <p:tgtEl>
                                          <p:sndTgt r:embed="rId3" name="camera.wav"/>
                                        </p:tgtEl>
                                      </p:cMediaNode>
                                    </p:audio>
                                  </p:sub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7216"/>
                                        </p:tgtEl>
                                        <p:attrNameLst>
                                          <p:attrName>style.visibility</p:attrName>
                                        </p:attrNameLst>
                                      </p:cBhvr>
                                      <p:to>
                                        <p:strVal val="visible"/>
                                      </p:to>
                                    </p:set>
                                    <p:animEffect transition="in" filter="wipe(left)">
                                      <p:cBhvr>
                                        <p:cTn id="50" dur="500"/>
                                        <p:tgtEl>
                                          <p:spTgt spid="7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p:bldP spid="7171" grpId="0" animBg="1"/>
      <p:bldP spid="7207" grpId="0"/>
      <p:bldP spid="7213" grpId="0" animBg="1"/>
      <p:bldP spid="7214" grpId="0"/>
      <p:bldP spid="7215" grpId="0" animBg="1"/>
      <p:bldP spid="721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8C3C05E0-6075-4322-BD93-3BE3F1A1AC8D}"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1945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1945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0A8AC4B-6FAB-4BEE-B413-B00760B4D4D5}" type="slidenum">
              <a:rPr lang="zh-CN" altLang="en-US" smtClean="0">
                <a:solidFill>
                  <a:srgbClr val="000000"/>
                </a:solidFill>
                <a:latin typeface="Times New Roman" panose="02020603050405020304" pitchFamily="18" charset="0"/>
              </a:rPr>
              <a:t>11</a:t>
            </a:fld>
            <a:endParaRPr lang="zh-CN" altLang="en-US">
              <a:solidFill>
                <a:srgbClr val="000000"/>
              </a:solidFill>
              <a:latin typeface="Times New Roman" panose="02020603050405020304" pitchFamily="18" charset="0"/>
            </a:endParaRPr>
          </a:p>
        </p:txBody>
      </p:sp>
      <p:sp>
        <p:nvSpPr>
          <p:cNvPr id="8194" name="Text Box 2"/>
          <p:cNvSpPr txBox="1">
            <a:spLocks noChangeArrowheads="1"/>
          </p:cNvSpPr>
          <p:nvPr/>
        </p:nvSpPr>
        <p:spPr bwMode="auto">
          <a:xfrm>
            <a:off x="611188" y="1479550"/>
            <a:ext cx="7921625"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0000"/>
                </a:solidFill>
                <a:latin typeface="华文楷体" panose="02010600040101010101" pitchFamily="2" charset="-122"/>
                <a:ea typeface="华文楷体" panose="02010600040101010101" pitchFamily="2" charset="-122"/>
              </a:rPr>
              <a:t>        对于线性插值的</a:t>
            </a:r>
            <a:r>
              <a:rPr lang="zh-CN" altLang="en-US" sz="2800" b="1">
                <a:solidFill>
                  <a:srgbClr val="008000"/>
                </a:solidFill>
                <a:latin typeface="华文楷体" panose="02010600040101010101" pitchFamily="2" charset="-122"/>
                <a:ea typeface="华文楷体" panose="02010600040101010101" pitchFamily="2" charset="-122"/>
              </a:rPr>
              <a:t>两种形式</a:t>
            </a:r>
            <a:r>
              <a:rPr lang="zh-CN" altLang="en-US" sz="2800" b="1">
                <a:solidFill>
                  <a:srgbClr val="FF9900"/>
                </a:solidFill>
                <a:latin typeface="华文楷体" panose="02010600040101010101" pitchFamily="2" charset="-122"/>
                <a:ea typeface="华文楷体" panose="02010600040101010101" pitchFamily="2" charset="-122"/>
              </a:rPr>
              <a:t>解</a:t>
            </a:r>
            <a:r>
              <a:rPr lang="zh-CN" altLang="en-US" sz="2800" b="1">
                <a:solidFill>
                  <a:srgbClr val="000000"/>
                </a:solidFill>
                <a:latin typeface="华文楷体" panose="02010600040101010101" pitchFamily="2" charset="-122"/>
                <a:ea typeface="华文楷体" panose="02010600040101010101" pitchFamily="2" charset="-122"/>
              </a:rPr>
              <a:t>进行适当的分析</a:t>
            </a:r>
            <a:r>
              <a:rPr lang="en-US" altLang="zh-CN" sz="2800" b="1">
                <a:solidFill>
                  <a:srgbClr val="000000"/>
                </a:solidFill>
                <a:latin typeface="华文楷体" panose="02010600040101010101" pitchFamily="2" charset="-122"/>
                <a:ea typeface="华文楷体" panose="02010600040101010101" pitchFamily="2" charset="-122"/>
              </a:rPr>
              <a:t>, </a:t>
            </a:r>
            <a:r>
              <a:rPr lang="zh-CN" altLang="en-US" sz="2800" b="1">
                <a:solidFill>
                  <a:srgbClr val="000000"/>
                </a:solidFill>
                <a:latin typeface="华文楷体" panose="02010600040101010101" pitchFamily="2" charset="-122"/>
                <a:ea typeface="华文楷体" panose="02010600040101010101" pitchFamily="2" charset="-122"/>
              </a:rPr>
              <a:t>从中寻求规律而得到启发</a:t>
            </a:r>
            <a:r>
              <a:rPr lang="en-US" altLang="zh-CN" sz="2800" b="1">
                <a:solidFill>
                  <a:srgbClr val="000000"/>
                </a:solidFill>
                <a:latin typeface="华文楷体" panose="02010600040101010101" pitchFamily="2" charset="-122"/>
                <a:ea typeface="华文楷体" panose="02010600040101010101" pitchFamily="2" charset="-122"/>
              </a:rPr>
              <a:t>,</a:t>
            </a:r>
            <a:r>
              <a:rPr lang="zh-CN" altLang="en-US" sz="2800" b="1">
                <a:solidFill>
                  <a:srgbClr val="000000"/>
                </a:solidFill>
                <a:latin typeface="华文楷体" panose="02010600040101010101" pitchFamily="2" charset="-122"/>
                <a:ea typeface="华文楷体" panose="02010600040101010101" pitchFamily="2" charset="-122"/>
              </a:rPr>
              <a:t>就有了所谓的</a:t>
            </a:r>
            <a:r>
              <a:rPr lang="zh-CN" altLang="en-US" sz="2800" b="1">
                <a:solidFill>
                  <a:srgbClr val="3333CC"/>
                </a:solidFill>
                <a:latin typeface="华文楷体" panose="02010600040101010101" pitchFamily="2" charset="-122"/>
                <a:ea typeface="华文楷体" panose="02010600040101010101" pitchFamily="2" charset="-122"/>
              </a:rPr>
              <a:t>拉格朗日插值法</a:t>
            </a:r>
            <a:r>
              <a:rPr lang="en-US" altLang="zh-CN" sz="2800" b="1">
                <a:solidFill>
                  <a:srgbClr val="000000"/>
                </a:solidFill>
                <a:latin typeface="华文楷体" panose="02010600040101010101" pitchFamily="2" charset="-122"/>
                <a:ea typeface="华文楷体" panose="02010600040101010101" pitchFamily="2" charset="-122"/>
              </a:rPr>
              <a:t>(</a:t>
            </a:r>
            <a:r>
              <a:rPr lang="zh-CN" altLang="en-US" sz="2800" b="1">
                <a:solidFill>
                  <a:srgbClr val="000000"/>
                </a:solidFill>
                <a:latin typeface="华文楷体" panose="02010600040101010101" pitchFamily="2" charset="-122"/>
                <a:ea typeface="华文楷体" panose="02010600040101010101" pitchFamily="2" charset="-122"/>
              </a:rPr>
              <a:t>公式</a:t>
            </a:r>
            <a:r>
              <a:rPr lang="en-US" altLang="zh-CN" sz="2800" b="1">
                <a:solidFill>
                  <a:srgbClr val="000000"/>
                </a:solidFill>
                <a:latin typeface="华文楷体" panose="02010600040101010101" pitchFamily="2" charset="-122"/>
                <a:ea typeface="华文楷体" panose="02010600040101010101" pitchFamily="2" charset="-122"/>
              </a:rPr>
              <a:t>)</a:t>
            </a:r>
            <a:r>
              <a:rPr lang="zh-CN" altLang="en-US" sz="2800" b="1">
                <a:solidFill>
                  <a:srgbClr val="000000"/>
                </a:solidFill>
                <a:latin typeface="华文楷体" panose="02010600040101010101" pitchFamily="2" charset="-122"/>
                <a:ea typeface="华文楷体" panose="02010600040101010101" pitchFamily="2" charset="-122"/>
              </a:rPr>
              <a:t>和</a:t>
            </a:r>
            <a:r>
              <a:rPr lang="zh-CN" altLang="en-US" sz="2800" b="1">
                <a:solidFill>
                  <a:srgbClr val="3333CC"/>
                </a:solidFill>
                <a:latin typeface="华文楷体" panose="02010600040101010101" pitchFamily="2" charset="-122"/>
                <a:ea typeface="华文楷体" panose="02010600040101010101" pitchFamily="2" charset="-122"/>
              </a:rPr>
              <a:t>牛顿插值</a:t>
            </a:r>
            <a:r>
              <a:rPr lang="en-US" altLang="zh-CN" sz="2800" b="1">
                <a:solidFill>
                  <a:srgbClr val="3333CC"/>
                </a:solidFill>
                <a:latin typeface="华文楷体" panose="02010600040101010101" pitchFamily="2" charset="-122"/>
                <a:ea typeface="华文楷体" panose="02010600040101010101" pitchFamily="2" charset="-122"/>
              </a:rPr>
              <a:t>(</a:t>
            </a:r>
            <a:r>
              <a:rPr lang="zh-CN" altLang="en-US" sz="2800" b="1">
                <a:solidFill>
                  <a:srgbClr val="3333CC"/>
                </a:solidFill>
                <a:latin typeface="华文楷体" panose="02010600040101010101" pitchFamily="2" charset="-122"/>
                <a:ea typeface="华文楷体" panose="02010600040101010101" pitchFamily="2" charset="-122"/>
              </a:rPr>
              <a:t>公式</a:t>
            </a:r>
            <a:r>
              <a:rPr lang="en-US" altLang="zh-CN" sz="2800" b="1">
                <a:solidFill>
                  <a:srgbClr val="3333CC"/>
                </a:solidFill>
                <a:latin typeface="华文楷体" panose="02010600040101010101" pitchFamily="2" charset="-122"/>
                <a:ea typeface="华文楷体" panose="02010600040101010101" pitchFamily="2" charset="-122"/>
              </a:rPr>
              <a:t>).</a:t>
            </a:r>
          </a:p>
        </p:txBody>
      </p:sp>
      <p:sp>
        <p:nvSpPr>
          <p:cNvPr id="19461" name="Rectangle 3"/>
          <p:cNvSpPr>
            <a:spLocks noChangeArrowheads="1"/>
          </p:cNvSpPr>
          <p:nvPr/>
        </p:nvSpPr>
        <p:spPr bwMode="auto">
          <a:xfrm>
            <a:off x="0" y="39592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196" name="Text Box 4"/>
          <p:cNvSpPr txBox="1">
            <a:spLocks noChangeArrowheads="1"/>
          </p:cNvSpPr>
          <p:nvPr/>
        </p:nvSpPr>
        <p:spPr bwMode="auto">
          <a:xfrm>
            <a:off x="468313" y="3490913"/>
            <a:ext cx="806450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a:solidFill>
                  <a:srgbClr val="000000"/>
                </a:solidFill>
                <a:latin typeface="楷体_GB2312" pitchFamily="49" charset="-122"/>
                <a:ea typeface="楷体_GB2312" pitchFamily="49" charset="-122"/>
              </a:rPr>
              <a:t>    我们先来看看如何得到</a:t>
            </a:r>
            <a:r>
              <a:rPr lang="zh-CN" altLang="en-US" sz="2800" b="1">
                <a:solidFill>
                  <a:srgbClr val="000000"/>
                </a:solidFill>
                <a:latin typeface="楷体_GB2312" pitchFamily="49" charset="-122"/>
                <a:ea typeface="楷体_GB2312" pitchFamily="49" charset="-122"/>
              </a:rPr>
              <a:t>二次</a:t>
            </a:r>
            <a:r>
              <a:rPr lang="zh-CN" altLang="en-US" sz="2800" b="1">
                <a:solidFill>
                  <a:srgbClr val="3333CC"/>
                </a:solidFill>
                <a:latin typeface="楷体_GB2312" pitchFamily="49" charset="-122"/>
                <a:ea typeface="楷体_GB2312" pitchFamily="49" charset="-122"/>
              </a:rPr>
              <a:t>拉格朗日插值公式（</a:t>
            </a:r>
            <a:r>
              <a:rPr lang="zh-CN" altLang="en-US" sz="2800" b="1">
                <a:solidFill>
                  <a:srgbClr val="000000"/>
                </a:solidFill>
                <a:latin typeface="楷体_GB2312" pitchFamily="49" charset="-122"/>
                <a:ea typeface="楷体_GB2312" pitchFamily="49" charset="-122"/>
              </a:rPr>
              <a:t>和</a:t>
            </a:r>
            <a:r>
              <a:rPr lang="zh-CN" altLang="en-US" sz="2800" b="1">
                <a:solidFill>
                  <a:srgbClr val="3333CC"/>
                </a:solidFill>
                <a:latin typeface="楷体_GB2312" pitchFamily="49" charset="-122"/>
                <a:ea typeface="楷体_GB2312" pitchFamily="49" charset="-122"/>
              </a:rPr>
              <a:t>牛顿插值公式</a:t>
            </a:r>
            <a:r>
              <a:rPr lang="zh-CN" altLang="en-US" b="1">
                <a:solidFill>
                  <a:srgbClr val="3333CC"/>
                </a:solidFill>
                <a:latin typeface="楷体_GB2312" pitchFamily="49" charset="-122"/>
                <a:ea typeface="楷体_GB2312" pitchFamily="49" charset="-122"/>
              </a:rPr>
              <a:t>（</a:t>
            </a:r>
            <a:r>
              <a:rPr lang="zh-CN" altLang="en-US" b="1">
                <a:solidFill>
                  <a:srgbClr val="3333CC"/>
                </a:solidFill>
                <a:latin typeface="宋体" panose="02010600030101010101" pitchFamily="2" charset="-122"/>
              </a:rPr>
              <a:t>为讨论方便，留待后述</a:t>
            </a:r>
            <a:r>
              <a:rPr lang="zh-CN" altLang="en-US" b="1">
                <a:solidFill>
                  <a:srgbClr val="3333CC"/>
                </a:solidFill>
                <a:latin typeface="楷体_GB2312" pitchFamily="49" charset="-122"/>
                <a:ea typeface="楷体_GB2312" pitchFamily="49" charset="-122"/>
              </a:rPr>
              <a:t>）</a:t>
            </a:r>
            <a:r>
              <a:rPr lang="zh-CN" altLang="en-US" sz="2800" b="1">
                <a:solidFill>
                  <a:srgbClr val="3333CC"/>
                </a:solidFill>
                <a:latin typeface="楷体_GB2312" pitchFamily="49" charset="-122"/>
                <a:ea typeface="楷体_GB2312" pitchFamily="49" charset="-122"/>
              </a:rPr>
              <a:t>）</a:t>
            </a:r>
            <a:r>
              <a:rPr lang="en-US" altLang="zh-CN" sz="2800" b="1">
                <a:solidFill>
                  <a:srgbClr val="3333CC"/>
                </a:solidFill>
                <a:latin typeface="楷体_GB2312" pitchFamily="49" charset="-122"/>
                <a:ea typeface="楷体_GB2312" pitchFamily="49" charset="-122"/>
              </a:rPr>
              <a:t>.</a:t>
            </a:r>
            <a:endParaRPr lang="en-US" altLang="zh-CN" sz="2800">
              <a:solidFill>
                <a:srgbClr val="000000"/>
              </a:solidFill>
              <a:latin typeface="楷体_GB2312" pitchFamily="49" charset="-122"/>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194"/>
                                        </p:tgtEl>
                                        <p:attrNameLst>
                                          <p:attrName>style.visibility</p:attrName>
                                        </p:attrNameLst>
                                      </p:cBhvr>
                                      <p:to>
                                        <p:strVal val="visible"/>
                                      </p:to>
                                    </p:set>
                                    <p:animEffect transition="in" filter="wipe(left)">
                                      <p:cBhvr>
                                        <p:cTn id="7" dur="500"/>
                                        <p:tgtEl>
                                          <p:spTgt spid="819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8196"/>
                                        </p:tgtEl>
                                        <p:attrNameLst>
                                          <p:attrName>style.visibility</p:attrName>
                                        </p:attrNameLst>
                                      </p:cBhvr>
                                      <p:to>
                                        <p:strVal val="visible"/>
                                      </p:to>
                                    </p:set>
                                    <p:animEffect transition="in" filter="wipe(down)">
                                      <p:cBhvr>
                                        <p:cTn id="12" dur="500"/>
                                        <p:tgtEl>
                                          <p:spTgt spid="81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p:bldP spid="819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C40B543-6732-4505-8581-868439EA2641}"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048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048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7B42DAC-FE0D-467F-957E-A71A0B16A721}" type="slidenum">
              <a:rPr lang="zh-CN" altLang="en-US" smtClean="0">
                <a:solidFill>
                  <a:srgbClr val="000000"/>
                </a:solidFill>
                <a:latin typeface="Times New Roman" panose="02020603050405020304" pitchFamily="18" charset="0"/>
              </a:rPr>
              <a:t>12</a:t>
            </a:fld>
            <a:endParaRPr lang="zh-CN" altLang="en-US">
              <a:solidFill>
                <a:srgbClr val="000000"/>
              </a:solidFill>
              <a:latin typeface="Times New Roman" panose="02020603050405020304" pitchFamily="18" charset="0"/>
            </a:endParaRPr>
          </a:p>
        </p:txBody>
      </p:sp>
      <p:sp>
        <p:nvSpPr>
          <p:cNvPr id="20484" name="Rectangle 2"/>
          <p:cNvSpPr>
            <a:spLocks noChangeArrowheads="1"/>
          </p:cNvSpPr>
          <p:nvPr/>
        </p:nvSpPr>
        <p:spPr bwMode="auto">
          <a:xfrm>
            <a:off x="0" y="7493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9219" name="Text Box 3"/>
          <p:cNvSpPr txBox="1">
            <a:spLocks noChangeArrowheads="1"/>
          </p:cNvSpPr>
          <p:nvPr/>
        </p:nvSpPr>
        <p:spPr bwMode="auto">
          <a:xfrm>
            <a:off x="684213" y="628650"/>
            <a:ext cx="792003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a:solidFill>
                  <a:srgbClr val="000000"/>
                </a:solidFill>
                <a:latin typeface="Times New Roman" panose="02020603050405020304" pitchFamily="18" charset="0"/>
                <a:ea typeface="楷体_GB2312" pitchFamily="49" charset="-122"/>
              </a:rPr>
              <a:t>        首先</a:t>
            </a:r>
            <a:r>
              <a:rPr lang="en-US" altLang="zh-CN" sz="2400">
                <a:solidFill>
                  <a:srgbClr val="000000"/>
                </a:solidFill>
                <a:latin typeface="Times New Roman" panose="02020603050405020304" pitchFamily="18" charset="0"/>
                <a:ea typeface="楷体_GB2312" pitchFamily="49" charset="-122"/>
              </a:rPr>
              <a:t>, </a:t>
            </a:r>
            <a:r>
              <a:rPr lang="zh-CN" altLang="en-US" sz="2400">
                <a:solidFill>
                  <a:srgbClr val="000000"/>
                </a:solidFill>
                <a:latin typeface="Times New Roman" panose="02020603050405020304" pitchFamily="18" charset="0"/>
                <a:ea typeface="楷体_GB2312" pitchFamily="49" charset="-122"/>
              </a:rPr>
              <a:t>线性插值的两点式</a:t>
            </a:r>
            <a:r>
              <a:rPr lang="zh-CN" altLang="en-US" sz="2400" b="1">
                <a:solidFill>
                  <a:srgbClr val="000000"/>
                </a:solidFill>
                <a:latin typeface="Times New Roman" panose="02020603050405020304" pitchFamily="18" charset="0"/>
                <a:ea typeface="楷体_GB2312" pitchFamily="49" charset="-122"/>
              </a:rPr>
              <a:t>可看作是两个特殊的一次式的一种线性组合</a:t>
            </a:r>
            <a:r>
              <a:rPr lang="en-US" altLang="zh-CN" sz="2400" b="1">
                <a:solidFill>
                  <a:srgbClr val="000000"/>
                </a:solidFill>
                <a:latin typeface="Times New Roman" panose="02020603050405020304" pitchFamily="18" charset="0"/>
                <a:ea typeface="楷体_GB2312" pitchFamily="49" charset="-122"/>
              </a:rPr>
              <a:t>.</a:t>
            </a:r>
          </a:p>
        </p:txBody>
      </p:sp>
      <p:grpSp>
        <p:nvGrpSpPr>
          <p:cNvPr id="9220" name="Group 4"/>
          <p:cNvGrpSpPr/>
          <p:nvPr/>
        </p:nvGrpSpPr>
        <p:grpSpPr bwMode="auto">
          <a:xfrm>
            <a:off x="3268663" y="1374775"/>
            <a:ext cx="2454275" cy="701675"/>
            <a:chOff x="0" y="0"/>
            <a:chExt cx="1546" cy="442"/>
          </a:xfrm>
        </p:grpSpPr>
        <p:sp>
          <p:nvSpPr>
            <p:cNvPr id="20487" name="Line 5"/>
            <p:cNvSpPr>
              <a:spLocks noChangeShapeType="1"/>
            </p:cNvSpPr>
            <p:nvPr/>
          </p:nvSpPr>
          <p:spPr bwMode="auto">
            <a:xfrm>
              <a:off x="0" y="226"/>
              <a:ext cx="490"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488" name="Rectangle 6"/>
            <p:cNvSpPr>
              <a:spLocks noChangeArrowheads="1"/>
            </p:cNvSpPr>
            <p:nvPr/>
          </p:nvSpPr>
          <p:spPr bwMode="auto">
            <a:xfrm>
              <a:off x="420"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20489" name="Rectangle 7"/>
            <p:cNvSpPr>
              <a:spLocks noChangeArrowheads="1"/>
            </p:cNvSpPr>
            <p:nvPr/>
          </p:nvSpPr>
          <p:spPr bwMode="auto">
            <a:xfrm>
              <a:off x="110"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20490" name="Rectangle 8"/>
            <p:cNvSpPr>
              <a:spLocks noChangeArrowheads="1"/>
            </p:cNvSpPr>
            <p:nvPr/>
          </p:nvSpPr>
          <p:spPr bwMode="auto">
            <a:xfrm>
              <a:off x="389"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20491" name="Rectangle 9"/>
            <p:cNvSpPr>
              <a:spLocks noChangeArrowheads="1"/>
            </p:cNvSpPr>
            <p:nvPr/>
          </p:nvSpPr>
          <p:spPr bwMode="auto">
            <a:xfrm>
              <a:off x="338"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492" name="Rectangle 10"/>
            <p:cNvSpPr>
              <a:spLocks noChangeArrowheads="1"/>
            </p:cNvSpPr>
            <p:nvPr/>
          </p:nvSpPr>
          <p:spPr bwMode="auto">
            <a:xfrm>
              <a:off x="24"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493" name="Rectangle 11"/>
            <p:cNvSpPr>
              <a:spLocks noChangeArrowheads="1"/>
            </p:cNvSpPr>
            <p:nvPr/>
          </p:nvSpPr>
          <p:spPr bwMode="auto">
            <a:xfrm>
              <a:off x="306" y="2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494" name="Rectangle 12"/>
            <p:cNvSpPr>
              <a:spLocks noChangeArrowheads="1"/>
            </p:cNvSpPr>
            <p:nvPr/>
          </p:nvSpPr>
          <p:spPr bwMode="auto">
            <a:xfrm>
              <a:off x="55" y="2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0495" name="Rectangle 13"/>
            <p:cNvSpPr>
              <a:spLocks noChangeArrowheads="1"/>
            </p:cNvSpPr>
            <p:nvPr/>
          </p:nvSpPr>
          <p:spPr bwMode="auto">
            <a:xfrm>
              <a:off x="203" y="21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496" name="Rectangle 14"/>
            <p:cNvSpPr>
              <a:spLocks noChangeArrowheads="1"/>
            </p:cNvSpPr>
            <p:nvPr/>
          </p:nvSpPr>
          <p:spPr bwMode="auto">
            <a:xfrm>
              <a:off x="172" y="2"/>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497" name="Line 15"/>
            <p:cNvSpPr>
              <a:spLocks noChangeShapeType="1"/>
            </p:cNvSpPr>
            <p:nvPr/>
          </p:nvSpPr>
          <p:spPr bwMode="auto">
            <a:xfrm>
              <a:off x="1056" y="226"/>
              <a:ext cx="490"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498" name="Rectangle 16"/>
            <p:cNvSpPr>
              <a:spLocks noChangeArrowheads="1"/>
            </p:cNvSpPr>
            <p:nvPr/>
          </p:nvSpPr>
          <p:spPr bwMode="auto">
            <a:xfrm>
              <a:off x="1473"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20499" name="Rectangle 17"/>
            <p:cNvSpPr>
              <a:spLocks noChangeArrowheads="1"/>
            </p:cNvSpPr>
            <p:nvPr/>
          </p:nvSpPr>
          <p:spPr bwMode="auto">
            <a:xfrm>
              <a:off x="1162" y="3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20500" name="Rectangle 18"/>
            <p:cNvSpPr>
              <a:spLocks noChangeArrowheads="1"/>
            </p:cNvSpPr>
            <p:nvPr/>
          </p:nvSpPr>
          <p:spPr bwMode="auto">
            <a:xfrm>
              <a:off x="1445" y="11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20501" name="Rectangle 19"/>
            <p:cNvSpPr>
              <a:spLocks noChangeArrowheads="1"/>
            </p:cNvSpPr>
            <p:nvPr/>
          </p:nvSpPr>
          <p:spPr bwMode="auto">
            <a:xfrm>
              <a:off x="1386"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502" name="Rectangle 20"/>
            <p:cNvSpPr>
              <a:spLocks noChangeArrowheads="1"/>
            </p:cNvSpPr>
            <p:nvPr/>
          </p:nvSpPr>
          <p:spPr bwMode="auto">
            <a:xfrm>
              <a:off x="1080" y="22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503" name="Rectangle 21"/>
            <p:cNvSpPr>
              <a:spLocks noChangeArrowheads="1"/>
            </p:cNvSpPr>
            <p:nvPr/>
          </p:nvSpPr>
          <p:spPr bwMode="auto">
            <a:xfrm>
              <a:off x="1358"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0504" name="Rectangle 22"/>
            <p:cNvSpPr>
              <a:spLocks noChangeArrowheads="1"/>
            </p:cNvSpPr>
            <p:nvPr/>
          </p:nvSpPr>
          <p:spPr bwMode="auto">
            <a:xfrm>
              <a:off x="1107"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0505" name="Rectangle 23"/>
            <p:cNvSpPr>
              <a:spLocks noChangeArrowheads="1"/>
            </p:cNvSpPr>
            <p:nvPr/>
          </p:nvSpPr>
          <p:spPr bwMode="auto">
            <a:xfrm>
              <a:off x="1252" y="21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06" name="Rectangle 24"/>
            <p:cNvSpPr>
              <a:spLocks noChangeArrowheads="1"/>
            </p:cNvSpPr>
            <p:nvPr/>
          </p:nvSpPr>
          <p:spPr bwMode="auto">
            <a:xfrm>
              <a:off x="1224"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9241" name="Group 25"/>
          <p:cNvGrpSpPr/>
          <p:nvPr/>
        </p:nvGrpSpPr>
        <p:grpSpPr bwMode="auto">
          <a:xfrm>
            <a:off x="2133600" y="1450975"/>
            <a:ext cx="4371975" cy="609600"/>
            <a:chOff x="0" y="0"/>
            <a:chExt cx="2754" cy="384"/>
          </a:xfrm>
        </p:grpSpPr>
        <p:grpSp>
          <p:nvGrpSpPr>
            <p:cNvPr id="20508" name="Group 26"/>
            <p:cNvGrpSpPr/>
            <p:nvPr/>
          </p:nvGrpSpPr>
          <p:grpSpPr bwMode="auto">
            <a:xfrm>
              <a:off x="0" y="50"/>
              <a:ext cx="411" cy="237"/>
              <a:chOff x="0" y="0"/>
              <a:chExt cx="411" cy="237"/>
            </a:xfrm>
          </p:grpSpPr>
          <p:sp>
            <p:nvSpPr>
              <p:cNvPr id="20509" name="Rectangle 27"/>
              <p:cNvSpPr>
                <a:spLocks noChangeArrowheads="1"/>
              </p:cNvSpPr>
              <p:nvPr/>
            </p:nvSpPr>
            <p:spPr bwMode="auto">
              <a:xfrm>
                <a:off x="350" y="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10" name="Rectangle 28"/>
              <p:cNvSpPr>
                <a:spLocks noChangeArrowheads="1"/>
              </p:cNvSpPr>
              <p:nvPr/>
            </p:nvSpPr>
            <p:spPr bwMode="auto">
              <a:xfrm>
                <a:off x="160" y="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11" name="Rectangle 29"/>
              <p:cNvSpPr>
                <a:spLocks noChangeArrowheads="1"/>
              </p:cNvSpPr>
              <p:nvPr/>
            </p:nvSpPr>
            <p:spPr bwMode="auto">
              <a:xfrm>
                <a:off x="91" y="112"/>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0512" name="Rectangle 30"/>
              <p:cNvSpPr>
                <a:spLocks noChangeArrowheads="1"/>
              </p:cNvSpPr>
              <p:nvPr/>
            </p:nvSpPr>
            <p:spPr bwMode="auto">
              <a:xfrm>
                <a:off x="245" y="0"/>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0513" name="Rectangle 31"/>
              <p:cNvSpPr>
                <a:spLocks noChangeArrowheads="1"/>
              </p:cNvSpPr>
              <p:nvPr/>
            </p:nvSpPr>
            <p:spPr bwMode="auto">
              <a:xfrm>
                <a:off x="0" y="0"/>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20514" name="Group 32"/>
            <p:cNvGrpSpPr/>
            <p:nvPr/>
          </p:nvGrpSpPr>
          <p:grpSpPr bwMode="auto">
            <a:xfrm>
              <a:off x="402" y="0"/>
              <a:ext cx="2352" cy="384"/>
              <a:chOff x="0" y="0"/>
              <a:chExt cx="2352" cy="384"/>
            </a:xfrm>
          </p:grpSpPr>
          <p:sp>
            <p:nvSpPr>
              <p:cNvPr id="20515" name="Text Box 33"/>
              <p:cNvSpPr txBox="1">
                <a:spLocks noChangeArrowheads="1"/>
              </p:cNvSpPr>
              <p:nvPr/>
            </p:nvSpPr>
            <p:spPr bwMode="auto">
              <a:xfrm>
                <a:off x="0" y="0"/>
                <a:ext cx="235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p>
            </p:txBody>
          </p:sp>
          <p:sp>
            <p:nvSpPr>
              <p:cNvPr id="20516" name="AutoShape 34"/>
              <p:cNvSpPr>
                <a:spLocks noChangeArrowheads="1"/>
              </p:cNvSpPr>
              <p:nvPr/>
            </p:nvSpPr>
            <p:spPr bwMode="auto">
              <a:xfrm>
                <a:off x="240" y="0"/>
                <a:ext cx="624" cy="384"/>
              </a:xfrm>
              <a:prstGeom prst="bracketPair">
                <a:avLst>
                  <a:gd name="adj" fmla="val 16667"/>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0517" name="AutoShape 35"/>
              <p:cNvSpPr>
                <a:spLocks noChangeArrowheads="1"/>
              </p:cNvSpPr>
              <p:nvPr/>
            </p:nvSpPr>
            <p:spPr bwMode="auto">
              <a:xfrm>
                <a:off x="1296" y="0"/>
                <a:ext cx="624" cy="384"/>
              </a:xfrm>
              <a:prstGeom prst="bracketPair">
                <a:avLst>
                  <a:gd name="adj" fmla="val 16667"/>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grpSp>
        <p:nvGrpSpPr>
          <p:cNvPr id="9252" name="Group 36"/>
          <p:cNvGrpSpPr/>
          <p:nvPr/>
        </p:nvGrpSpPr>
        <p:grpSpPr bwMode="auto">
          <a:xfrm>
            <a:off x="6361113" y="1408113"/>
            <a:ext cx="1409700" cy="698500"/>
            <a:chOff x="0" y="0"/>
            <a:chExt cx="888" cy="440"/>
          </a:xfrm>
        </p:grpSpPr>
        <p:sp>
          <p:nvSpPr>
            <p:cNvPr id="20519" name="Rectangle 37"/>
            <p:cNvSpPr>
              <a:spLocks noChangeArrowheads="1"/>
            </p:cNvSpPr>
            <p:nvPr/>
          </p:nvSpPr>
          <p:spPr bwMode="auto">
            <a:xfrm>
              <a:off x="148" y="50"/>
              <a:ext cx="161"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4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0520" name="Rectangle 38"/>
            <p:cNvSpPr>
              <a:spLocks noChangeArrowheads="1"/>
            </p:cNvSpPr>
            <p:nvPr/>
          </p:nvSpPr>
          <p:spPr bwMode="auto">
            <a:xfrm>
              <a:off x="207" y="303"/>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21" name="Rectangle 39"/>
            <p:cNvSpPr>
              <a:spLocks noChangeArrowheads="1"/>
            </p:cNvSpPr>
            <p:nvPr/>
          </p:nvSpPr>
          <p:spPr bwMode="auto">
            <a:xfrm>
              <a:off x="0" y="101"/>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22" name="Rectangle 40"/>
            <p:cNvSpPr>
              <a:spLocks noChangeArrowheads="1"/>
            </p:cNvSpPr>
            <p:nvPr/>
          </p:nvSpPr>
          <p:spPr bwMode="auto">
            <a:xfrm>
              <a:off x="222" y="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0523" name="Rectangle 41"/>
            <p:cNvSpPr>
              <a:spLocks noChangeArrowheads="1"/>
            </p:cNvSpPr>
            <p:nvPr/>
          </p:nvSpPr>
          <p:spPr bwMode="auto">
            <a:xfrm>
              <a:off x="273" y="31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0524" name="Rectangle 42"/>
            <p:cNvSpPr>
              <a:spLocks noChangeArrowheads="1"/>
            </p:cNvSpPr>
            <p:nvPr/>
          </p:nvSpPr>
          <p:spPr bwMode="auto">
            <a:xfrm>
              <a:off x="683" y="122"/>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25" name="Rectangle 43"/>
            <p:cNvSpPr>
              <a:spLocks noChangeArrowheads="1"/>
            </p:cNvSpPr>
            <p:nvPr/>
          </p:nvSpPr>
          <p:spPr bwMode="auto">
            <a:xfrm>
              <a:off x="493" y="122"/>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0526" name="Rectangle 44"/>
            <p:cNvSpPr>
              <a:spLocks noChangeArrowheads="1"/>
            </p:cNvSpPr>
            <p:nvPr/>
          </p:nvSpPr>
          <p:spPr bwMode="auto">
            <a:xfrm>
              <a:off x="164" y="315"/>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20527" name="Rectangle 45"/>
            <p:cNvSpPr>
              <a:spLocks noChangeArrowheads="1"/>
            </p:cNvSpPr>
            <p:nvPr/>
          </p:nvSpPr>
          <p:spPr bwMode="auto">
            <a:xfrm>
              <a:off x="859" y="235"/>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0528" name="Rectangle 46"/>
            <p:cNvSpPr>
              <a:spLocks noChangeArrowheads="1"/>
            </p:cNvSpPr>
            <p:nvPr/>
          </p:nvSpPr>
          <p:spPr bwMode="auto">
            <a:xfrm>
              <a:off x="437" y="235"/>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20529" name="Rectangle 47"/>
            <p:cNvSpPr>
              <a:spLocks noChangeArrowheads="1"/>
            </p:cNvSpPr>
            <p:nvPr/>
          </p:nvSpPr>
          <p:spPr bwMode="auto">
            <a:xfrm>
              <a:off x="770" y="122"/>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20530" name="Rectangle 48"/>
            <p:cNvSpPr>
              <a:spLocks noChangeArrowheads="1"/>
            </p:cNvSpPr>
            <p:nvPr/>
          </p:nvSpPr>
          <p:spPr bwMode="auto">
            <a:xfrm>
              <a:off x="577" y="122"/>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0531" name="Rectangle 49"/>
            <p:cNvSpPr>
              <a:spLocks noChangeArrowheads="1"/>
            </p:cNvSpPr>
            <p:nvPr/>
          </p:nvSpPr>
          <p:spPr bwMode="auto">
            <a:xfrm>
              <a:off x="377" y="122"/>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grpSp>
      <p:sp>
        <p:nvSpPr>
          <p:cNvPr id="9266" name="Text Box 50"/>
          <p:cNvSpPr txBox="1">
            <a:spLocks noChangeArrowheads="1"/>
          </p:cNvSpPr>
          <p:nvPr/>
        </p:nvSpPr>
        <p:spPr bwMode="auto">
          <a:xfrm>
            <a:off x="900113" y="1493838"/>
            <a:ext cx="11525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CC99"/>
                </a:solidFill>
                <a:latin typeface="Times New Roman" panose="02020603050405020304" pitchFamily="18" charset="0"/>
                <a:ea typeface="楷体_GB2312" pitchFamily="49" charset="-122"/>
              </a:rPr>
              <a:t>两点式</a:t>
            </a:r>
          </a:p>
        </p:txBody>
      </p:sp>
      <p:grpSp>
        <p:nvGrpSpPr>
          <p:cNvPr id="9267" name="Group 51"/>
          <p:cNvGrpSpPr/>
          <p:nvPr/>
        </p:nvGrpSpPr>
        <p:grpSpPr bwMode="auto">
          <a:xfrm>
            <a:off x="3205163" y="2098675"/>
            <a:ext cx="2590800" cy="609600"/>
            <a:chOff x="0" y="0"/>
            <a:chExt cx="1632" cy="384"/>
          </a:xfrm>
        </p:grpSpPr>
        <p:sp>
          <p:nvSpPr>
            <p:cNvPr id="20534" name="AutoShape 52"/>
            <p:cNvSpPr/>
            <p:nvPr/>
          </p:nvSpPr>
          <p:spPr bwMode="auto">
            <a:xfrm rot="-5400000">
              <a:off x="216" y="-216"/>
              <a:ext cx="144" cy="576"/>
            </a:xfrm>
            <a:prstGeom prst="leftBrace">
              <a:avLst>
                <a:gd name="adj1" fmla="val 33296"/>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0535" name="AutoShape 53"/>
            <p:cNvSpPr/>
            <p:nvPr/>
          </p:nvSpPr>
          <p:spPr bwMode="auto">
            <a:xfrm rot="-5400000">
              <a:off x="1272" y="-216"/>
              <a:ext cx="144" cy="576"/>
            </a:xfrm>
            <a:prstGeom prst="leftBrace">
              <a:avLst>
                <a:gd name="adj1" fmla="val 33296"/>
                <a:gd name="adj2" fmla="val 50000"/>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0536" name="Text Box 54"/>
            <p:cNvSpPr txBox="1">
              <a:spLocks noChangeArrowheads="1"/>
            </p:cNvSpPr>
            <p:nvPr/>
          </p:nvSpPr>
          <p:spPr bwMode="auto">
            <a:xfrm>
              <a:off x="96" y="96"/>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l</a:t>
              </a:r>
              <a:r>
                <a:rPr lang="en-US" altLang="zh-CN" sz="2400" b="1" baseline="-25000">
                  <a:solidFill>
                    <a:srgbClr val="FF33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endParaRPr lang="en-US" altLang="zh-CN" sz="2400" b="1" i="1">
                <a:solidFill>
                  <a:srgbClr val="000000"/>
                </a:solidFill>
                <a:latin typeface="Times New Roman" panose="02020603050405020304" pitchFamily="18" charset="0"/>
                <a:ea typeface="楷体_GB2312" pitchFamily="49" charset="-122"/>
              </a:endParaRPr>
            </a:p>
          </p:txBody>
        </p:sp>
        <p:sp>
          <p:nvSpPr>
            <p:cNvPr id="20537" name="Text Box 55"/>
            <p:cNvSpPr txBox="1">
              <a:spLocks noChangeArrowheads="1"/>
            </p:cNvSpPr>
            <p:nvPr/>
          </p:nvSpPr>
          <p:spPr bwMode="auto">
            <a:xfrm>
              <a:off x="1152" y="96"/>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l</a:t>
              </a:r>
              <a:r>
                <a:rPr lang="en-US" altLang="zh-CN" sz="2400" b="1" baseline="-25000">
                  <a:solidFill>
                    <a:srgbClr val="FF33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endParaRPr lang="en-US" altLang="zh-CN" sz="2400" b="1" i="1">
                <a:solidFill>
                  <a:srgbClr val="000000"/>
                </a:solidFill>
                <a:latin typeface="Times New Roman" panose="02020603050405020304" pitchFamily="18" charset="0"/>
                <a:ea typeface="楷体_GB2312" pitchFamily="49" charset="-122"/>
              </a:endParaRPr>
            </a:p>
          </p:txBody>
        </p:sp>
      </p:grpSp>
      <p:grpSp>
        <p:nvGrpSpPr>
          <p:cNvPr id="9272" name="Group 56"/>
          <p:cNvGrpSpPr/>
          <p:nvPr/>
        </p:nvGrpSpPr>
        <p:grpSpPr bwMode="auto">
          <a:xfrm>
            <a:off x="1219200" y="3835400"/>
            <a:ext cx="5526088" cy="587375"/>
            <a:chOff x="0" y="0"/>
            <a:chExt cx="3481" cy="370"/>
          </a:xfrm>
        </p:grpSpPr>
        <p:sp>
          <p:nvSpPr>
            <p:cNvPr id="20539" name="Rectangle 57"/>
            <p:cNvSpPr>
              <a:spLocks noChangeArrowheads="1"/>
            </p:cNvSpPr>
            <p:nvPr/>
          </p:nvSpPr>
          <p:spPr bwMode="auto">
            <a:xfrm>
              <a:off x="0" y="45"/>
              <a:ext cx="69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宋体" panose="02010600030101010101" pitchFamily="2" charset="-122"/>
                  <a:ea typeface="楷体_GB2312" pitchFamily="49" charset="-122"/>
                </a:rPr>
                <a:t>实质上</a:t>
              </a:r>
              <a:endParaRPr lang="zh-CN" altLang="en-US" sz="2400" b="1">
                <a:solidFill>
                  <a:srgbClr val="000000"/>
                </a:solidFill>
                <a:latin typeface="Times New Roman" panose="02020603050405020304" pitchFamily="18" charset="0"/>
                <a:ea typeface="楷体_GB2312" pitchFamily="49" charset="-122"/>
              </a:endParaRPr>
            </a:p>
          </p:txBody>
        </p:sp>
        <p:graphicFrame>
          <p:nvGraphicFramePr>
            <p:cNvPr id="20540" name="Object 58"/>
            <p:cNvGraphicFramePr>
              <a:graphicFrameLocks noChangeAspect="1"/>
            </p:cNvGraphicFramePr>
            <p:nvPr/>
          </p:nvGraphicFramePr>
          <p:xfrm>
            <a:off x="635" y="0"/>
            <a:ext cx="231" cy="370"/>
          </p:xfrm>
          <a:graphic>
            <a:graphicData uri="http://schemas.openxmlformats.org/presentationml/2006/ole">
              <mc:AlternateContent xmlns:mc="http://schemas.openxmlformats.org/markup-compatibility/2006">
                <mc:Choice xmlns:v="urn:schemas-microsoft-com:vml" Requires="v">
                  <p:oleObj spid="_x0000_s20647" r:id="rId7" imgW="140335" imgH="229870" progId="Equation.3">
                    <p:embed/>
                  </p:oleObj>
                </mc:Choice>
                <mc:Fallback>
                  <p:oleObj r:id="rId7" imgW="140335" imgH="229870" progId="Equation.3">
                    <p:embed/>
                    <p:pic>
                      <p:nvPicPr>
                        <p:cNvPr id="0" name="Object 5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 y="0"/>
                          <a:ext cx="23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0541" name="Rectangle 59"/>
            <p:cNvSpPr>
              <a:spLocks noChangeArrowheads="1"/>
            </p:cNvSpPr>
            <p:nvPr/>
          </p:nvSpPr>
          <p:spPr bwMode="auto">
            <a:xfrm>
              <a:off x="645" y="45"/>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宋体" panose="02010600030101010101" pitchFamily="2" charset="-122"/>
                </a:rPr>
                <a:t>（</a:t>
              </a:r>
              <a:endParaRPr lang="zh-CN" altLang="en-US" sz="2400" b="1">
                <a:solidFill>
                  <a:srgbClr val="000000"/>
                </a:solidFill>
                <a:latin typeface="Times New Roman" panose="02020603050405020304" pitchFamily="18" charset="0"/>
              </a:endParaRPr>
            </a:p>
          </p:txBody>
        </p:sp>
        <p:graphicFrame>
          <p:nvGraphicFramePr>
            <p:cNvPr id="20542" name="Object 60"/>
            <p:cNvGraphicFramePr>
              <a:graphicFrameLocks noChangeAspect="1"/>
            </p:cNvGraphicFramePr>
            <p:nvPr/>
          </p:nvGraphicFramePr>
          <p:xfrm>
            <a:off x="862" y="87"/>
            <a:ext cx="200" cy="231"/>
          </p:xfrm>
          <a:graphic>
            <a:graphicData uri="http://schemas.openxmlformats.org/presentationml/2006/ole">
              <mc:AlternateContent xmlns:mc="http://schemas.openxmlformats.org/markup-compatibility/2006">
                <mc:Choice xmlns:v="urn:schemas-microsoft-com:vml" Requires="v">
                  <p:oleObj spid="_x0000_s20648" r:id="rId9" imgW="127635" imgH="140335" progId="Equation.3">
                    <p:embed/>
                  </p:oleObj>
                </mc:Choice>
                <mc:Fallback>
                  <p:oleObj r:id="rId9" imgW="127635" imgH="140335" progId="Equation.3">
                    <p:embed/>
                    <p:pic>
                      <p:nvPicPr>
                        <p:cNvPr id="0" name="Object 6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62" y="87"/>
                          <a:ext cx="20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0543" name="Rectangle 61"/>
            <p:cNvSpPr>
              <a:spLocks noChangeArrowheads="1"/>
            </p:cNvSpPr>
            <p:nvPr/>
          </p:nvSpPr>
          <p:spPr bwMode="auto">
            <a:xfrm>
              <a:off x="952" y="45"/>
              <a:ext cx="50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宋体" panose="02010600030101010101" pitchFamily="2" charset="-122"/>
                  <a:ea typeface="楷体_GB2312" pitchFamily="49" charset="-122"/>
                </a:rPr>
                <a:t>）和</a:t>
              </a:r>
              <a:endParaRPr lang="zh-CN" altLang="en-US" sz="2400" b="1">
                <a:solidFill>
                  <a:srgbClr val="000000"/>
                </a:solidFill>
                <a:latin typeface="Times New Roman" panose="02020603050405020304" pitchFamily="18" charset="0"/>
                <a:ea typeface="楷体_GB2312" pitchFamily="49" charset="-122"/>
              </a:endParaRPr>
            </a:p>
          </p:txBody>
        </p:sp>
        <p:graphicFrame>
          <p:nvGraphicFramePr>
            <p:cNvPr id="20544" name="Object 62"/>
            <p:cNvGraphicFramePr>
              <a:graphicFrameLocks noChangeAspect="1"/>
            </p:cNvGraphicFramePr>
            <p:nvPr/>
          </p:nvGraphicFramePr>
          <p:xfrm>
            <a:off x="1406" y="0"/>
            <a:ext cx="200" cy="354"/>
          </p:xfrm>
          <a:graphic>
            <a:graphicData uri="http://schemas.openxmlformats.org/presentationml/2006/ole">
              <mc:AlternateContent xmlns:mc="http://schemas.openxmlformats.org/markup-compatibility/2006">
                <mc:Choice xmlns:v="urn:schemas-microsoft-com:vml" Requires="v">
                  <p:oleObj spid="_x0000_s20649" r:id="rId11" imgW="127635" imgH="216535" progId="Equation.3">
                    <p:embed/>
                  </p:oleObj>
                </mc:Choice>
                <mc:Fallback>
                  <p:oleObj r:id="rId11" imgW="127635" imgH="216535" progId="Equation.3">
                    <p:embed/>
                    <p:pic>
                      <p:nvPicPr>
                        <p:cNvPr id="0" name="Object 6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6" y="0"/>
                          <a:ext cx="200"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0545" name="Rectangle 63"/>
            <p:cNvSpPr>
              <a:spLocks noChangeArrowheads="1"/>
            </p:cNvSpPr>
            <p:nvPr/>
          </p:nvSpPr>
          <p:spPr bwMode="auto">
            <a:xfrm>
              <a:off x="1406" y="45"/>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宋体" panose="02010600030101010101" pitchFamily="2" charset="-122"/>
                </a:rPr>
                <a:t>（</a:t>
              </a:r>
              <a:endParaRPr lang="zh-CN" altLang="en-US" sz="2400" b="1">
                <a:solidFill>
                  <a:srgbClr val="000000"/>
                </a:solidFill>
                <a:latin typeface="Times New Roman" panose="02020603050405020304" pitchFamily="18" charset="0"/>
              </a:endParaRPr>
            </a:p>
          </p:txBody>
        </p:sp>
        <p:graphicFrame>
          <p:nvGraphicFramePr>
            <p:cNvPr id="20546" name="Object 64"/>
            <p:cNvGraphicFramePr>
              <a:graphicFrameLocks noChangeAspect="1"/>
            </p:cNvGraphicFramePr>
            <p:nvPr/>
          </p:nvGraphicFramePr>
          <p:xfrm>
            <a:off x="1633" y="87"/>
            <a:ext cx="200" cy="231"/>
          </p:xfrm>
          <a:graphic>
            <a:graphicData uri="http://schemas.openxmlformats.org/presentationml/2006/ole">
              <mc:AlternateContent xmlns:mc="http://schemas.openxmlformats.org/markup-compatibility/2006">
                <mc:Choice xmlns:v="urn:schemas-microsoft-com:vml" Requires="v">
                  <p:oleObj spid="_x0000_s20650" r:id="rId13" imgW="127635" imgH="140335" progId="Equation.3">
                    <p:embed/>
                  </p:oleObj>
                </mc:Choice>
                <mc:Fallback>
                  <p:oleObj r:id="rId13" imgW="127635" imgH="140335" progId="Equation.3">
                    <p:embed/>
                    <p:pic>
                      <p:nvPicPr>
                        <p:cNvPr id="0" name="Object 6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3" y="87"/>
                          <a:ext cx="20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0547" name="Rectangle 65"/>
            <p:cNvSpPr>
              <a:spLocks noChangeArrowheads="1"/>
            </p:cNvSpPr>
            <p:nvPr/>
          </p:nvSpPr>
          <p:spPr bwMode="auto">
            <a:xfrm>
              <a:off x="1724" y="45"/>
              <a:ext cx="175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楷体_GB2312" pitchFamily="49" charset="-122"/>
                  <a:ea typeface="楷体_GB2312" pitchFamily="49" charset="-122"/>
                </a:rPr>
                <a:t>）即是满足函数表 </a:t>
              </a:r>
            </a:p>
          </p:txBody>
        </p:sp>
      </p:grpSp>
      <p:graphicFrame>
        <p:nvGraphicFramePr>
          <p:cNvPr id="9282" name="Object 66"/>
          <p:cNvGraphicFramePr>
            <a:graphicFrameLocks noChangeAspect="1"/>
          </p:cNvGraphicFramePr>
          <p:nvPr/>
        </p:nvGraphicFramePr>
        <p:xfrm>
          <a:off x="863600" y="4365625"/>
          <a:ext cx="6084888" cy="1312863"/>
        </p:xfrm>
        <a:graphic>
          <a:graphicData uri="http://schemas.openxmlformats.org/presentationml/2006/ole">
            <mc:AlternateContent xmlns:mc="http://schemas.openxmlformats.org/markup-compatibility/2006">
              <mc:Choice xmlns:v="urn:schemas-microsoft-com:vml" Requires="v">
                <p:oleObj spid="_x0000_s20651" r:id="rId14" imgW="3258820" imgH="732155" progId="Word.Document.8">
                  <p:embed/>
                </p:oleObj>
              </mc:Choice>
              <mc:Fallback>
                <p:oleObj r:id="rId14" imgW="3258820" imgH="732155" progId="Word.Document.8">
                  <p:embed/>
                  <p:pic>
                    <p:nvPicPr>
                      <p:cNvPr id="0" name="Object 6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63600" y="4365625"/>
                        <a:ext cx="6084888" cy="131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283" name="Rectangle 67"/>
          <p:cNvSpPr>
            <a:spLocks noChangeArrowheads="1"/>
          </p:cNvSpPr>
          <p:nvPr/>
        </p:nvSpPr>
        <p:spPr bwMode="auto">
          <a:xfrm>
            <a:off x="611188" y="5373688"/>
            <a:ext cx="80645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的一次插值多项式 </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称</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和</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为以</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为节点的基本插值多项式，也称为</a:t>
            </a:r>
            <a:r>
              <a:rPr lang="zh-CN" altLang="en-US" sz="2400" b="1">
                <a:solidFill>
                  <a:srgbClr val="FF9900"/>
                </a:solidFill>
                <a:latin typeface="Times New Roman" panose="02020603050405020304" pitchFamily="18" charset="0"/>
                <a:ea typeface="楷体_GB2312" pitchFamily="49" charset="-122"/>
              </a:rPr>
              <a:t>线性插值的</a:t>
            </a:r>
            <a:r>
              <a:rPr lang="zh-CN" altLang="en-US" sz="2400" b="1">
                <a:solidFill>
                  <a:srgbClr val="3333CC"/>
                </a:solidFill>
                <a:latin typeface="Times New Roman" panose="02020603050405020304" pitchFamily="18" charset="0"/>
                <a:ea typeface="楷体_GB2312" pitchFamily="49" charset="-122"/>
              </a:rPr>
              <a:t>插值基函数</a:t>
            </a:r>
            <a:r>
              <a:rPr lang="zh-CN" altLang="en-US" sz="2400" b="1">
                <a:solidFill>
                  <a:srgbClr val="000000"/>
                </a:solidFill>
                <a:latin typeface="Times New Roman" panose="02020603050405020304" pitchFamily="18" charset="0"/>
                <a:ea typeface="楷体_GB2312" pitchFamily="49" charset="-122"/>
              </a:rPr>
              <a:t> 。</a:t>
            </a:r>
          </a:p>
        </p:txBody>
      </p:sp>
      <p:sp>
        <p:nvSpPr>
          <p:cNvPr id="9284" name="Rectangle 68"/>
          <p:cNvSpPr>
            <a:spLocks noChangeArrowheads="1"/>
          </p:cNvSpPr>
          <p:nvPr/>
        </p:nvSpPr>
        <p:spPr bwMode="auto">
          <a:xfrm>
            <a:off x="611188" y="6237288"/>
            <a:ext cx="80645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        于是，线性插值即是用</a:t>
            </a:r>
            <a:r>
              <a:rPr lang="zh-CN" altLang="en-US" sz="2400" b="1">
                <a:solidFill>
                  <a:srgbClr val="3333CC"/>
                </a:solidFill>
                <a:latin typeface="Times New Roman" panose="02020603050405020304" pitchFamily="18" charset="0"/>
                <a:ea typeface="楷体_GB2312" pitchFamily="49" charset="-122"/>
              </a:rPr>
              <a:t>基函数的线性组合</a:t>
            </a:r>
            <a:r>
              <a:rPr lang="zh-CN" altLang="en-US" sz="2400" b="1">
                <a:solidFill>
                  <a:srgbClr val="000000"/>
                </a:solidFill>
                <a:latin typeface="Times New Roman" panose="02020603050405020304" pitchFamily="18" charset="0"/>
                <a:ea typeface="楷体_GB2312" pitchFamily="49" charset="-122"/>
              </a:rPr>
              <a:t>来构造的</a:t>
            </a:r>
            <a:r>
              <a:rPr lang="en-US" altLang="zh-CN" sz="2400" b="1">
                <a:solidFill>
                  <a:srgbClr val="000000"/>
                </a:solidFill>
                <a:latin typeface="Times New Roman" panose="02020603050405020304" pitchFamily="18" charset="0"/>
                <a:ea typeface="楷体_GB2312" pitchFamily="49" charset="-122"/>
              </a:rPr>
              <a:t>. </a:t>
            </a:r>
          </a:p>
        </p:txBody>
      </p:sp>
      <p:sp>
        <p:nvSpPr>
          <p:cNvPr id="9285" name="Text Box 69"/>
          <p:cNvSpPr txBox="1">
            <a:spLocks noChangeArrowheads="1"/>
          </p:cNvSpPr>
          <p:nvPr/>
        </p:nvSpPr>
        <p:spPr bwMode="auto">
          <a:xfrm>
            <a:off x="2916238" y="173038"/>
            <a:ext cx="27352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8000"/>
                </a:solidFill>
                <a:latin typeface="Times New Roman" panose="02020603050405020304" pitchFamily="18" charset="0"/>
                <a:ea typeface="楷体_GB2312" pitchFamily="49" charset="-122"/>
              </a:rPr>
              <a:t>基函数法</a:t>
            </a:r>
          </a:p>
        </p:txBody>
      </p:sp>
      <p:sp>
        <p:nvSpPr>
          <p:cNvPr id="9286" name="AutoShape 70"/>
          <p:cNvSpPr>
            <a:spLocks noChangeArrowheads="1"/>
          </p:cNvSpPr>
          <p:nvPr/>
        </p:nvSpPr>
        <p:spPr bwMode="auto">
          <a:xfrm>
            <a:off x="3359150" y="333375"/>
            <a:ext cx="5605463" cy="669925"/>
          </a:xfrm>
          <a:prstGeom prst="wedgeEllipseCallout">
            <a:avLst>
              <a:gd name="adj1" fmla="val 15111"/>
              <a:gd name="adj2" fmla="val 140759"/>
            </a:avLst>
          </a:prstGeom>
          <a:gradFill rotWithShape="0">
            <a:gsLst>
              <a:gs pos="0">
                <a:schemeClr val="bg1"/>
              </a:gs>
              <a:gs pos="100000">
                <a:srgbClr val="C0C0C0"/>
              </a:gs>
            </a:gsLst>
            <a:lin ang="27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30000"/>
              </a:spcBef>
            </a:pPr>
            <a:r>
              <a:rPr lang="zh-CN" altLang="en-US" sz="2400" b="1">
                <a:solidFill>
                  <a:srgbClr val="000000"/>
                </a:solidFill>
                <a:latin typeface="Times New Roman" panose="02020603050405020304" pitchFamily="18" charset="0"/>
                <a:ea typeface="楷体_GB2312" pitchFamily="49" charset="-122"/>
              </a:rPr>
              <a:t>称为</a:t>
            </a:r>
            <a:r>
              <a:rPr lang="zh-CN" altLang="en-US" sz="2400" b="1">
                <a:solidFill>
                  <a:srgbClr val="3333CC"/>
                </a:solidFill>
                <a:latin typeface="Times New Roman" panose="02020603050405020304" pitchFamily="18" charset="0"/>
                <a:ea typeface="楷体_GB2312" pitchFamily="49" charset="-122"/>
              </a:rPr>
              <a:t>拉氏基函数</a:t>
            </a:r>
            <a:r>
              <a:rPr lang="zh-CN" altLang="en-US" sz="2400" b="1">
                <a:solidFill>
                  <a:srgbClr val="000000"/>
                </a:solidFill>
                <a:latin typeface="Times New Roman" panose="02020603050405020304" pitchFamily="18" charset="0"/>
                <a:ea typeface="楷体_GB2312" pitchFamily="49" charset="-122"/>
              </a:rPr>
              <a:t>  ，满足 </a:t>
            </a:r>
            <a:r>
              <a:rPr lang="en-US" altLang="zh-CN" sz="2400" b="1" i="1">
                <a:solidFill>
                  <a:srgbClr val="3333CC"/>
                </a:solidFill>
                <a:latin typeface="Times New Roman" panose="02020603050405020304" pitchFamily="18" charset="0"/>
                <a:ea typeface="楷体_GB2312" pitchFamily="49" charset="-122"/>
              </a:rPr>
              <a:t>l</a:t>
            </a:r>
            <a:r>
              <a:rPr lang="en-US" altLang="zh-CN" sz="2400" b="1" i="1" baseline="-25000">
                <a:solidFill>
                  <a:srgbClr val="3333CC"/>
                </a:solidFill>
                <a:latin typeface="Times New Roman" panose="02020603050405020304" pitchFamily="18" charset="0"/>
                <a:ea typeface="楷体_GB2312" pitchFamily="49" charset="-122"/>
              </a:rPr>
              <a:t>i</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i="1" baseline="-25000">
                <a:solidFill>
                  <a:srgbClr val="3333CC"/>
                </a:solidFill>
                <a:latin typeface="Times New Roman" panose="02020603050405020304" pitchFamily="18" charset="0"/>
                <a:ea typeface="楷体_GB2312" pitchFamily="49" charset="-122"/>
                <a:sym typeface="Symbol" panose="05050102010706020507" pitchFamily="18" charset="2"/>
              </a:rPr>
              <a:t>ij</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endParaRPr lang="en-US" altLang="zh-CN" sz="2000" b="1">
              <a:solidFill>
                <a:srgbClr val="008000"/>
              </a:solidFill>
              <a:ea typeface="楷体_GB2312" pitchFamily="49" charset="-122"/>
            </a:endParaRPr>
          </a:p>
        </p:txBody>
      </p:sp>
      <p:sp>
        <p:nvSpPr>
          <p:cNvPr id="9288" name="Text Box 72"/>
          <p:cNvSpPr txBox="1">
            <a:spLocks noChangeArrowheads="1"/>
          </p:cNvSpPr>
          <p:nvPr/>
        </p:nvSpPr>
        <p:spPr bwMode="auto">
          <a:xfrm>
            <a:off x="1185863" y="2684463"/>
            <a:ext cx="6049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这里，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rPr>
              <a:t>(</a:t>
            </a:r>
            <a:r>
              <a:rPr lang="en-US" altLang="zh-CN" sz="2400" b="1" i="1">
                <a:solidFill>
                  <a:srgbClr val="000000"/>
                </a:solidFill>
                <a:latin typeface="Times New Roman" panose="02020603050405020304" pitchFamily="18" charset="0"/>
              </a:rPr>
              <a:t>x</a:t>
            </a:r>
            <a:r>
              <a:rPr lang="en-US" altLang="zh-CN" sz="2400" b="1">
                <a:solidFill>
                  <a:srgbClr val="000000"/>
                </a:solidFill>
                <a:latin typeface="Times New Roman" panose="02020603050405020304" pitchFamily="18" charset="0"/>
              </a:rPr>
              <a:t>)</a:t>
            </a:r>
            <a:r>
              <a:rPr lang="zh-CN" altLang="en-US" sz="2400" b="1">
                <a:solidFill>
                  <a:srgbClr val="000000"/>
                </a:solidFill>
                <a:latin typeface="Times New Roman" panose="02020603050405020304" pitchFamily="18" charset="0"/>
                <a:ea typeface="楷体_GB2312" pitchFamily="49" charset="-122"/>
              </a:rPr>
              <a:t>和</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rPr>
              <a:t>(</a:t>
            </a:r>
            <a:r>
              <a:rPr lang="en-US" altLang="zh-CN" sz="2400" b="1" i="1">
                <a:solidFill>
                  <a:srgbClr val="000000"/>
                </a:solidFill>
                <a:latin typeface="Times New Roman" panose="02020603050405020304" pitchFamily="18" charset="0"/>
              </a:rPr>
              <a:t>x</a:t>
            </a:r>
            <a:r>
              <a:rPr lang="en-US" altLang="zh-CN" sz="2400" b="1">
                <a:solidFill>
                  <a:srgbClr val="000000"/>
                </a:solidFill>
                <a:latin typeface="Times New Roman" panose="02020603050405020304" pitchFamily="18" charset="0"/>
              </a:rPr>
              <a:t>)</a:t>
            </a:r>
            <a:r>
              <a:rPr lang="zh-CN" altLang="en-US" sz="2400" b="1">
                <a:solidFill>
                  <a:srgbClr val="000000"/>
                </a:solidFill>
                <a:latin typeface="Times New Roman" panose="02020603050405020304" pitchFamily="18" charset="0"/>
                <a:ea typeface="楷体_GB2312" pitchFamily="49" charset="-122"/>
              </a:rPr>
              <a:t>具有如下性质：</a:t>
            </a:r>
            <a:endParaRPr lang="zh-CN" altLang="en-US" sz="2400" b="1">
              <a:solidFill>
                <a:srgbClr val="000000"/>
              </a:solidFill>
              <a:latin typeface="Times New Roman" panose="02020603050405020304" pitchFamily="18" charset="0"/>
            </a:endParaRPr>
          </a:p>
        </p:txBody>
      </p:sp>
      <p:sp>
        <p:nvSpPr>
          <p:cNvPr id="9289" name="Rectangle 73"/>
          <p:cNvSpPr>
            <a:spLocks noChangeArrowheads="1"/>
          </p:cNvSpPr>
          <p:nvPr/>
        </p:nvSpPr>
        <p:spPr bwMode="auto">
          <a:xfrm>
            <a:off x="1547813" y="3068638"/>
            <a:ext cx="597535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800" b="1" i="1">
                <a:solidFill>
                  <a:srgbClr val="000000"/>
                </a:solidFill>
                <a:latin typeface="Times New Roman" panose="02020603050405020304" pitchFamily="18" charset="0"/>
                <a:ea typeface="楷体_GB2312" pitchFamily="49" charset="-122"/>
              </a:rPr>
              <a:t>l</a:t>
            </a:r>
            <a:r>
              <a:rPr lang="en-US" altLang="zh-CN" sz="2800" b="1" baseline="-25000">
                <a:solidFill>
                  <a:srgbClr val="000000"/>
                </a:solidFill>
                <a:latin typeface="Times New Roman" panose="02020603050405020304" pitchFamily="18" charset="0"/>
                <a:ea typeface="楷体_GB2312" pitchFamily="49" charset="-122"/>
              </a:rPr>
              <a:t>0</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baseline="-25000">
                <a:solidFill>
                  <a:srgbClr val="000000"/>
                </a:solidFill>
                <a:latin typeface="Times New Roman" panose="02020603050405020304" pitchFamily="18" charset="0"/>
                <a:ea typeface="楷体_GB2312" pitchFamily="49" charset="-122"/>
              </a:rPr>
              <a:t>0</a:t>
            </a:r>
            <a:r>
              <a:rPr lang="en-US" altLang="zh-CN" sz="2800" b="1">
                <a:solidFill>
                  <a:srgbClr val="000000"/>
                </a:solidFill>
                <a:latin typeface="Times New Roman" panose="02020603050405020304" pitchFamily="18" charset="0"/>
                <a:ea typeface="楷体_GB2312" pitchFamily="49" charset="-122"/>
              </a:rPr>
              <a:t>)=1,   </a:t>
            </a:r>
            <a:r>
              <a:rPr lang="en-US" altLang="zh-CN" sz="2800" b="1" i="1">
                <a:solidFill>
                  <a:srgbClr val="000000"/>
                </a:solidFill>
                <a:latin typeface="Times New Roman" panose="02020603050405020304" pitchFamily="18" charset="0"/>
                <a:ea typeface="楷体_GB2312" pitchFamily="49" charset="-122"/>
              </a:rPr>
              <a:t>l</a:t>
            </a:r>
            <a:r>
              <a:rPr lang="en-US" altLang="zh-CN" sz="2800" b="1" baseline="-25000">
                <a:solidFill>
                  <a:srgbClr val="000000"/>
                </a:solidFill>
                <a:latin typeface="Times New Roman" panose="02020603050405020304" pitchFamily="18" charset="0"/>
                <a:ea typeface="楷体_GB2312" pitchFamily="49" charset="-122"/>
              </a:rPr>
              <a:t>0</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baseline="-25000">
                <a:solidFill>
                  <a:srgbClr val="000000"/>
                </a:solidFill>
                <a:latin typeface="Times New Roman" panose="02020603050405020304" pitchFamily="18" charset="0"/>
                <a:ea typeface="楷体_GB2312" pitchFamily="49" charset="-122"/>
              </a:rPr>
              <a:t>1</a:t>
            </a:r>
            <a:r>
              <a:rPr lang="en-US" altLang="zh-CN" sz="2800" b="1">
                <a:solidFill>
                  <a:srgbClr val="000000"/>
                </a:solidFill>
                <a:latin typeface="Times New Roman" panose="02020603050405020304" pitchFamily="18" charset="0"/>
                <a:ea typeface="楷体_GB2312" pitchFamily="49" charset="-122"/>
              </a:rPr>
              <a:t>)=0,   </a:t>
            </a:r>
            <a:r>
              <a:rPr lang="en-US" altLang="zh-CN" sz="2800" b="1" i="1">
                <a:solidFill>
                  <a:srgbClr val="000000"/>
                </a:solidFill>
                <a:latin typeface="Times New Roman" panose="02020603050405020304" pitchFamily="18" charset="0"/>
                <a:ea typeface="楷体_GB2312" pitchFamily="49" charset="-122"/>
              </a:rPr>
              <a:t>l</a:t>
            </a:r>
            <a:r>
              <a:rPr lang="en-US" altLang="zh-CN" sz="2800" b="1" baseline="-25000">
                <a:solidFill>
                  <a:srgbClr val="000000"/>
                </a:solidFill>
                <a:latin typeface="Times New Roman" panose="02020603050405020304" pitchFamily="18" charset="0"/>
                <a:ea typeface="楷体_GB2312" pitchFamily="49" charset="-122"/>
              </a:rPr>
              <a:t>1</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baseline="-25000">
                <a:solidFill>
                  <a:srgbClr val="000000"/>
                </a:solidFill>
                <a:latin typeface="Times New Roman" panose="02020603050405020304" pitchFamily="18" charset="0"/>
                <a:ea typeface="楷体_GB2312" pitchFamily="49" charset="-122"/>
              </a:rPr>
              <a:t>0</a:t>
            </a:r>
            <a:r>
              <a:rPr lang="en-US" altLang="zh-CN" sz="2800" b="1">
                <a:solidFill>
                  <a:srgbClr val="000000"/>
                </a:solidFill>
                <a:latin typeface="Times New Roman" panose="02020603050405020304" pitchFamily="18" charset="0"/>
                <a:ea typeface="楷体_GB2312" pitchFamily="49" charset="-122"/>
              </a:rPr>
              <a:t>)=0,   </a:t>
            </a:r>
            <a:r>
              <a:rPr lang="en-US" altLang="zh-CN" sz="2800" b="1" i="1">
                <a:solidFill>
                  <a:srgbClr val="000000"/>
                </a:solidFill>
                <a:latin typeface="Times New Roman" panose="02020603050405020304" pitchFamily="18" charset="0"/>
                <a:ea typeface="楷体_GB2312" pitchFamily="49" charset="-122"/>
              </a:rPr>
              <a:t>l</a:t>
            </a:r>
            <a:r>
              <a:rPr lang="en-US" altLang="zh-CN" sz="2800" b="1" baseline="-25000">
                <a:solidFill>
                  <a:srgbClr val="000000"/>
                </a:solidFill>
                <a:latin typeface="Times New Roman" panose="02020603050405020304" pitchFamily="18" charset="0"/>
                <a:ea typeface="楷体_GB2312" pitchFamily="49" charset="-122"/>
              </a:rPr>
              <a:t>1</a:t>
            </a:r>
            <a:r>
              <a:rPr lang="en-US" altLang="zh-CN" sz="2800" b="1">
                <a:solidFill>
                  <a:srgbClr val="000000"/>
                </a:solidFill>
                <a:latin typeface="Times New Roman" panose="02020603050405020304" pitchFamily="18" charset="0"/>
                <a:ea typeface="楷体_GB2312" pitchFamily="49" charset="-122"/>
              </a:rPr>
              <a:t>(</a:t>
            </a:r>
            <a:r>
              <a:rPr lang="en-US" altLang="zh-CN" sz="2800" b="1" i="1">
                <a:solidFill>
                  <a:srgbClr val="000000"/>
                </a:solidFill>
                <a:latin typeface="Times New Roman" panose="02020603050405020304" pitchFamily="18" charset="0"/>
                <a:ea typeface="楷体_GB2312" pitchFamily="49" charset="-122"/>
              </a:rPr>
              <a:t>x</a:t>
            </a:r>
            <a:r>
              <a:rPr lang="en-US" altLang="zh-CN" sz="2800" b="1" baseline="-25000">
                <a:solidFill>
                  <a:srgbClr val="000000"/>
                </a:solidFill>
                <a:latin typeface="Times New Roman" panose="02020603050405020304" pitchFamily="18" charset="0"/>
                <a:ea typeface="楷体_GB2312" pitchFamily="49" charset="-122"/>
              </a:rPr>
              <a:t>1</a:t>
            </a:r>
            <a:r>
              <a:rPr lang="en-US" altLang="zh-CN" sz="2800" b="1">
                <a:solidFill>
                  <a:srgbClr val="000000"/>
                </a:solidFill>
                <a:latin typeface="Times New Roman" panose="02020603050405020304" pitchFamily="18" charset="0"/>
                <a:ea typeface="楷体_GB2312" pitchFamily="49" charset="-122"/>
              </a:rPr>
              <a:t>)=1,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9219"/>
                                        </p:tgtEl>
                                        <p:attrNameLst>
                                          <p:attrName>style.visibility</p:attrName>
                                        </p:attrNameLst>
                                      </p:cBhvr>
                                      <p:to>
                                        <p:strVal val="visible"/>
                                      </p:to>
                                    </p:set>
                                    <p:anim calcmode="lin" valueType="num">
                                      <p:cBhvr>
                                        <p:cTn id="7" dur="500" fill="hold"/>
                                        <p:tgtEl>
                                          <p:spTgt spid="9219"/>
                                        </p:tgtEl>
                                        <p:attrNameLst>
                                          <p:attrName>ppt_x</p:attrName>
                                        </p:attrNameLst>
                                      </p:cBhvr>
                                      <p:tavLst>
                                        <p:tav tm="0">
                                          <p:val>
                                            <p:strVal val="0-#ppt_w/2"/>
                                          </p:val>
                                        </p:tav>
                                        <p:tav tm="100000">
                                          <p:val>
                                            <p:strVal val="#ppt_x"/>
                                          </p:val>
                                        </p:tav>
                                      </p:tavLst>
                                    </p:anim>
                                    <p:anim calcmode="lin" valueType="num">
                                      <p:cBhvr>
                                        <p:cTn id="8" dur="500" fill="hold"/>
                                        <p:tgtEl>
                                          <p:spTgt spid="921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9266"/>
                                        </p:tgtEl>
                                        <p:attrNameLst>
                                          <p:attrName>style.visibility</p:attrName>
                                        </p:attrNameLst>
                                      </p:cBhvr>
                                      <p:to>
                                        <p:strVal val="visible"/>
                                      </p:to>
                                    </p:set>
                                    <p:animEffect transition="in" filter="blinds(horizontal)">
                                      <p:cBhvr>
                                        <p:cTn id="13" dur="500"/>
                                        <p:tgtEl>
                                          <p:spTgt spid="9266"/>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9241"/>
                                        </p:tgtEl>
                                        <p:attrNameLst>
                                          <p:attrName>style.visibility</p:attrName>
                                        </p:attrNameLst>
                                      </p:cBhvr>
                                      <p:to>
                                        <p:strVal val="visible"/>
                                      </p:to>
                                    </p:set>
                                    <p:animEffect transition="in" filter="blinds(horizontal)">
                                      <p:cBhvr>
                                        <p:cTn id="18" dur="500"/>
                                        <p:tgtEl>
                                          <p:spTgt spid="9241"/>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9220"/>
                                        </p:tgtEl>
                                        <p:attrNameLst>
                                          <p:attrName>style.visibility</p:attrName>
                                        </p:attrNameLst>
                                      </p:cBhvr>
                                      <p:to>
                                        <p:strVal val="visible"/>
                                      </p:to>
                                    </p:set>
                                    <p:anim calcmode="lin" valueType="num">
                                      <p:cBhvr>
                                        <p:cTn id="23" dur="500" fill="hold"/>
                                        <p:tgtEl>
                                          <p:spTgt spid="9220"/>
                                        </p:tgtEl>
                                        <p:attrNameLst>
                                          <p:attrName>ppt_x</p:attrName>
                                        </p:attrNameLst>
                                      </p:cBhvr>
                                      <p:tavLst>
                                        <p:tav tm="0">
                                          <p:val>
                                            <p:strVal val="#ppt_x"/>
                                          </p:val>
                                        </p:tav>
                                        <p:tav tm="100000">
                                          <p:val>
                                            <p:strVal val="#ppt_x"/>
                                          </p:val>
                                        </p:tav>
                                      </p:tavLst>
                                    </p:anim>
                                    <p:anim calcmode="lin" valueType="num">
                                      <p:cBhvr>
                                        <p:cTn id="24" dur="500" fill="hold"/>
                                        <p:tgtEl>
                                          <p:spTgt spid="9220"/>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21"/>
                                            </p:cond>
                                          </p:stCondLst>
                                          <p:endCondLst>
                                            <p:cond evt="onStopAudio" delay="0">
                                              <p:tgtEl>
                                                <p:sldTgt/>
                                              </p:tgtEl>
                                            </p:cond>
                                          </p:endCondLst>
                                        </p:cTn>
                                        <p:tgtEl>
                                          <p:sndTgt r:embed="rId3" name="cashreg.wav"/>
                                        </p:tgtEl>
                                      </p:cMediaNode>
                                    </p:audio>
                                  </p:sub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9267"/>
                                        </p:tgtEl>
                                        <p:attrNameLst>
                                          <p:attrName>style.visibility</p:attrName>
                                        </p:attrNameLst>
                                      </p:cBhvr>
                                      <p:to>
                                        <p:strVal val="visible"/>
                                      </p:to>
                                    </p:set>
                                    <p:animEffect transition="in" filter="wipe(up)">
                                      <p:cBhvr>
                                        <p:cTn id="29" dur="500"/>
                                        <p:tgtEl>
                                          <p:spTgt spid="9267"/>
                                        </p:tgtEl>
                                      </p:cBhvr>
                                    </p:animEffect>
                                  </p:childTnLst>
                                  <p:subTnLst>
                                    <p:audio>
                                      <p:cMediaNode>
                                        <p:cTn display="0" masterRel="sameClick">
                                          <p:stCondLst>
                                            <p:cond evt="begin" delay="0">
                                              <p:tn val="27"/>
                                            </p:cond>
                                          </p:stCondLst>
                                          <p:endCondLst>
                                            <p:cond evt="onStopAudio" delay="0">
                                              <p:tgtEl>
                                                <p:sldTgt/>
                                              </p:tgtEl>
                                            </p:cond>
                                          </p:endCondLst>
                                        </p:cTn>
                                        <p:tgtEl>
                                          <p:sndTgt r:embed="rId4" name="type.wav"/>
                                        </p:tgtEl>
                                      </p:cMediaNode>
                                    </p:audio>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9252"/>
                                        </p:tgtEl>
                                        <p:attrNameLst>
                                          <p:attrName>style.visibility</p:attrName>
                                        </p:attrNameLst>
                                      </p:cBhvr>
                                      <p:to>
                                        <p:strVal val="visible"/>
                                      </p:to>
                                    </p:set>
                                    <p:animEffect transition="in" filter="wipe(left)">
                                      <p:cBhvr>
                                        <p:cTn id="34" dur="500"/>
                                        <p:tgtEl>
                                          <p:spTgt spid="9252"/>
                                        </p:tgtEl>
                                      </p:cBhvr>
                                    </p:animEffect>
                                  </p:childTnLst>
                                  <p:subTnLst>
                                    <p:audio>
                                      <p:cMediaNode>
                                        <p:cTn display="0" masterRel="sameClick">
                                          <p:stCondLst>
                                            <p:cond evt="begin" delay="0">
                                              <p:tn val="32"/>
                                            </p:cond>
                                          </p:stCondLst>
                                          <p:endCondLst>
                                            <p:cond evt="onStopAudio" delay="0">
                                              <p:tgtEl>
                                                <p:sldTgt/>
                                              </p:tgtEl>
                                            </p:cond>
                                          </p:endCondLst>
                                        </p:cTn>
                                        <p:tgtEl>
                                          <p:sndTgt r:embed="rId5" name="chimes.wav"/>
                                        </p:tgtEl>
                                      </p:cMediaNode>
                                    </p:audio>
                                  </p:sub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9288"/>
                                        </p:tgtEl>
                                        <p:attrNameLst>
                                          <p:attrName>style.visibility</p:attrName>
                                        </p:attrNameLst>
                                      </p:cBhvr>
                                      <p:to>
                                        <p:strVal val="visible"/>
                                      </p:to>
                                    </p:set>
                                    <p:animEffect transition="in" filter="wipe(left)">
                                      <p:cBhvr>
                                        <p:cTn id="39" dur="500"/>
                                        <p:tgtEl>
                                          <p:spTgt spid="928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9289"/>
                                        </p:tgtEl>
                                        <p:attrNameLst>
                                          <p:attrName>style.visibility</p:attrName>
                                        </p:attrNameLst>
                                      </p:cBhvr>
                                      <p:to>
                                        <p:strVal val="visible"/>
                                      </p:to>
                                    </p:set>
                                    <p:animEffect transition="in" filter="wipe(left)">
                                      <p:cBhvr>
                                        <p:cTn id="44" dur="500"/>
                                        <p:tgtEl>
                                          <p:spTgt spid="9289"/>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9272"/>
                                        </p:tgtEl>
                                        <p:attrNameLst>
                                          <p:attrName>style.visibility</p:attrName>
                                        </p:attrNameLst>
                                      </p:cBhvr>
                                      <p:to>
                                        <p:strVal val="visible"/>
                                      </p:to>
                                    </p:set>
                                    <p:anim calcmode="lin" valueType="num">
                                      <p:cBhvr>
                                        <p:cTn id="49" dur="500" fill="hold"/>
                                        <p:tgtEl>
                                          <p:spTgt spid="9272"/>
                                        </p:tgtEl>
                                        <p:attrNameLst>
                                          <p:attrName>ppt_x</p:attrName>
                                        </p:attrNameLst>
                                      </p:cBhvr>
                                      <p:tavLst>
                                        <p:tav tm="0">
                                          <p:val>
                                            <p:strVal val="#ppt_x"/>
                                          </p:val>
                                        </p:tav>
                                        <p:tav tm="100000">
                                          <p:val>
                                            <p:strVal val="#ppt_x"/>
                                          </p:val>
                                        </p:tav>
                                      </p:tavLst>
                                    </p:anim>
                                    <p:anim calcmode="lin" valueType="num">
                                      <p:cBhvr>
                                        <p:cTn id="50" dur="500" fill="hold"/>
                                        <p:tgtEl>
                                          <p:spTgt spid="9272"/>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 presetClass="entr" presetSubtype="10" fill="hold" nodeType="clickEffect">
                                  <p:stCondLst>
                                    <p:cond delay="0"/>
                                  </p:stCondLst>
                                  <p:childTnLst>
                                    <p:set>
                                      <p:cBhvr>
                                        <p:cTn id="54" dur="1" fill="hold">
                                          <p:stCondLst>
                                            <p:cond delay="0"/>
                                          </p:stCondLst>
                                        </p:cTn>
                                        <p:tgtEl>
                                          <p:spTgt spid="9282"/>
                                        </p:tgtEl>
                                        <p:attrNameLst>
                                          <p:attrName>style.visibility</p:attrName>
                                        </p:attrNameLst>
                                      </p:cBhvr>
                                      <p:to>
                                        <p:strVal val="visible"/>
                                      </p:to>
                                    </p:set>
                                    <p:animEffect transition="in" filter="blinds(horizontal)">
                                      <p:cBhvr>
                                        <p:cTn id="55" dur="500"/>
                                        <p:tgtEl>
                                          <p:spTgt spid="9282"/>
                                        </p:tgtEl>
                                      </p:cBhvr>
                                    </p:animEffect>
                                  </p:childTnLst>
                                </p:cTn>
                              </p:par>
                            </p:childTnLst>
                          </p:cTn>
                        </p:par>
                      </p:childTnLst>
                    </p:cTn>
                  </p:par>
                  <p:par>
                    <p:cTn id="56" fill="hold">
                      <p:stCondLst>
                        <p:cond delay="indefinite"/>
                      </p:stCondLst>
                      <p:childTnLst>
                        <p:par>
                          <p:cTn id="57" fill="hold">
                            <p:stCondLst>
                              <p:cond delay="0"/>
                            </p:stCondLst>
                            <p:childTnLst>
                              <p:par>
                                <p:cTn id="58" presetID="3" presetClass="entr" presetSubtype="10" fill="hold" grpId="0" nodeType="clickEffect">
                                  <p:stCondLst>
                                    <p:cond delay="0"/>
                                  </p:stCondLst>
                                  <p:childTnLst>
                                    <p:set>
                                      <p:cBhvr>
                                        <p:cTn id="59" dur="1" fill="hold">
                                          <p:stCondLst>
                                            <p:cond delay="0"/>
                                          </p:stCondLst>
                                        </p:cTn>
                                        <p:tgtEl>
                                          <p:spTgt spid="9283"/>
                                        </p:tgtEl>
                                        <p:attrNameLst>
                                          <p:attrName>style.visibility</p:attrName>
                                        </p:attrNameLst>
                                      </p:cBhvr>
                                      <p:to>
                                        <p:strVal val="visible"/>
                                      </p:to>
                                    </p:set>
                                    <p:animEffect transition="in" filter="blinds(horizontal)">
                                      <p:cBhvr>
                                        <p:cTn id="60" dur="500"/>
                                        <p:tgtEl>
                                          <p:spTgt spid="9283"/>
                                        </p:tgtEl>
                                      </p:cBhvr>
                                    </p:animEffect>
                                  </p:childTnLst>
                                </p:cTn>
                              </p:par>
                            </p:childTnLst>
                          </p:cTn>
                        </p:par>
                      </p:childTnLst>
                    </p:cTn>
                  </p:par>
                  <p:par>
                    <p:cTn id="61" fill="hold">
                      <p:stCondLst>
                        <p:cond delay="indefinite"/>
                      </p:stCondLst>
                      <p:childTnLst>
                        <p:par>
                          <p:cTn id="62" fill="hold">
                            <p:stCondLst>
                              <p:cond delay="0"/>
                            </p:stCondLst>
                            <p:childTnLst>
                              <p:par>
                                <p:cTn id="63" presetID="18" presetClass="entr" presetSubtype="9" fill="hold" grpId="0" nodeType="clickEffect">
                                  <p:stCondLst>
                                    <p:cond delay="0"/>
                                  </p:stCondLst>
                                  <p:childTnLst>
                                    <p:set>
                                      <p:cBhvr>
                                        <p:cTn id="64" dur="1" fill="hold">
                                          <p:stCondLst>
                                            <p:cond delay="0"/>
                                          </p:stCondLst>
                                        </p:cTn>
                                        <p:tgtEl>
                                          <p:spTgt spid="9286"/>
                                        </p:tgtEl>
                                        <p:attrNameLst>
                                          <p:attrName>style.visibility</p:attrName>
                                        </p:attrNameLst>
                                      </p:cBhvr>
                                      <p:to>
                                        <p:strVal val="visible"/>
                                      </p:to>
                                    </p:set>
                                    <p:animEffect transition="in" filter="strips(upLeft)">
                                      <p:cBhvr>
                                        <p:cTn id="65" dur="500"/>
                                        <p:tgtEl>
                                          <p:spTgt spid="9286"/>
                                        </p:tgtEl>
                                      </p:cBhvr>
                                    </p:animEffect>
                                  </p:childTnLst>
                                  <p:subTnLst>
                                    <p:set>
                                      <p:cBhvr override="childStyle">
                                        <p:cTn dur="1" fill="hold" display="0" masterRel="nextClick" afterEffect="1"/>
                                        <p:tgtEl>
                                          <p:spTgt spid="9286"/>
                                        </p:tgtEl>
                                        <p:attrNameLst>
                                          <p:attrName>style.visibility</p:attrName>
                                        </p:attrNameLst>
                                      </p:cBhvr>
                                      <p:to>
                                        <p:strVal val="hidden"/>
                                      </p:to>
                                    </p:set>
                                    <p:audio>
                                      <p:cMediaNode>
                                        <p:cTn display="0" masterRel="sameClick">
                                          <p:stCondLst>
                                            <p:cond evt="begin" delay="0">
                                              <p:tn val="63"/>
                                            </p:cond>
                                          </p:stCondLst>
                                          <p:endCondLst>
                                            <p:cond evt="onStopAudio" delay="0">
                                              <p:tgtEl>
                                                <p:sldTgt/>
                                              </p:tgtEl>
                                            </p:cond>
                                          </p:endCondLst>
                                        </p:cTn>
                                        <p:tgtEl>
                                          <p:sndTgt r:embed="rId6" name="whoosh.wav"/>
                                        </p:tgtEl>
                                      </p:cMediaNode>
                                    </p:audio>
                                  </p:subTnLst>
                                </p:cTn>
                              </p:par>
                            </p:childTnLst>
                          </p:cTn>
                        </p:par>
                      </p:childTnLst>
                    </p:cTn>
                  </p:par>
                  <p:par>
                    <p:cTn id="66" fill="hold">
                      <p:stCondLst>
                        <p:cond delay="indefinite"/>
                      </p:stCondLst>
                      <p:childTnLst>
                        <p:par>
                          <p:cTn id="67" fill="hold">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9284"/>
                                        </p:tgtEl>
                                        <p:attrNameLst>
                                          <p:attrName>style.visibility</p:attrName>
                                        </p:attrNameLst>
                                      </p:cBhvr>
                                      <p:to>
                                        <p:strVal val="visible"/>
                                      </p:to>
                                    </p:set>
                                    <p:anim calcmode="lin" valueType="num">
                                      <p:cBhvr>
                                        <p:cTn id="70" dur="500" fill="hold"/>
                                        <p:tgtEl>
                                          <p:spTgt spid="9284"/>
                                        </p:tgtEl>
                                        <p:attrNameLst>
                                          <p:attrName>ppt_x</p:attrName>
                                        </p:attrNameLst>
                                      </p:cBhvr>
                                      <p:tavLst>
                                        <p:tav tm="0">
                                          <p:val>
                                            <p:strVal val="0-#ppt_w/2"/>
                                          </p:val>
                                        </p:tav>
                                        <p:tav tm="100000">
                                          <p:val>
                                            <p:strVal val="#ppt_x"/>
                                          </p:val>
                                        </p:tav>
                                      </p:tavLst>
                                    </p:anim>
                                    <p:anim calcmode="lin" valueType="num">
                                      <p:cBhvr>
                                        <p:cTn id="71" dur="500" fill="hold"/>
                                        <p:tgtEl>
                                          <p:spTgt spid="9284"/>
                                        </p:tgtEl>
                                        <p:attrNameLst>
                                          <p:attrName>ppt_y</p:attrName>
                                        </p:attrNameLst>
                                      </p:cBhvr>
                                      <p:tavLst>
                                        <p:tav tm="0">
                                          <p:val>
                                            <p:strVal val="#ppt_y"/>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9285"/>
                                        </p:tgtEl>
                                        <p:attrNameLst>
                                          <p:attrName>style.visibility</p:attrName>
                                        </p:attrNameLst>
                                      </p:cBhvr>
                                      <p:to>
                                        <p:strVal val="visible"/>
                                      </p:to>
                                    </p:set>
                                    <p:animEffect transition="in" filter="wipe(left)">
                                      <p:cBhvr>
                                        <p:cTn id="76" dur="500"/>
                                        <p:tgtEl>
                                          <p:spTgt spid="92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p:bldP spid="9266" grpId="0"/>
      <p:bldP spid="9283" grpId="0"/>
      <p:bldP spid="9284" grpId="0"/>
      <p:bldP spid="9285" grpId="0"/>
      <p:bldP spid="9286" grpId="0" animBg="1"/>
      <p:bldP spid="9288" grpId="0"/>
      <p:bldP spid="928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77E285B2-53D9-4398-89A7-EE997FE34E25}"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1506"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1507"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04D07F2-B340-4C46-9204-43156DA81CEF}" type="slidenum">
              <a:rPr lang="zh-CN" altLang="en-US" smtClean="0">
                <a:solidFill>
                  <a:srgbClr val="000000"/>
                </a:solidFill>
                <a:latin typeface="Times New Roman" panose="02020603050405020304" pitchFamily="18" charset="0"/>
              </a:rPr>
              <a:t>13</a:t>
            </a:fld>
            <a:endParaRPr lang="zh-CN" altLang="en-US">
              <a:solidFill>
                <a:srgbClr val="000000"/>
              </a:solidFill>
              <a:latin typeface="Times New Roman" panose="02020603050405020304" pitchFamily="18" charset="0"/>
            </a:endParaRPr>
          </a:p>
        </p:txBody>
      </p:sp>
      <p:sp>
        <p:nvSpPr>
          <p:cNvPr id="21508" name="Rectangle 2"/>
          <p:cNvSpPr>
            <a:spLocks noChangeArrowheads="1"/>
          </p:cNvSpPr>
          <p:nvPr/>
        </p:nvSpPr>
        <p:spPr bwMode="auto">
          <a:xfrm>
            <a:off x="612775" y="692150"/>
            <a:ext cx="8135938"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        由此启发，我们希望二次插值也能由一些二次插值基函数来线性组合</a:t>
            </a:r>
            <a:r>
              <a:rPr lang="en-US" altLang="zh-CN" sz="2400" b="1">
                <a:solidFill>
                  <a:srgbClr val="000000"/>
                </a:solidFill>
                <a:latin typeface="Times New Roman" panose="02020603050405020304" pitchFamily="18" charset="0"/>
                <a:ea typeface="楷体_GB2312" pitchFamily="49" charset="-122"/>
              </a:rPr>
              <a:t>:</a:t>
            </a:r>
          </a:p>
        </p:txBody>
      </p:sp>
      <p:pic>
        <p:nvPicPr>
          <p:cNvPr id="2150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690688"/>
            <a:ext cx="5976938" cy="585787"/>
          </a:xfrm>
          <a:prstGeom prst="rect">
            <a:avLst/>
          </a:prstGeom>
          <a:solidFill>
            <a:srgbClr val="FFFFCC"/>
          </a:solidFill>
          <a:ln w="9525">
            <a:solidFill>
              <a:schemeClr val="hlink"/>
            </a:solidFill>
            <a:miter lim="800000"/>
            <a:headEnd/>
            <a:tailEnd/>
          </a:ln>
        </p:spPr>
      </p:pic>
      <p:sp>
        <p:nvSpPr>
          <p:cNvPr id="21510" name="Rectangle 4"/>
          <p:cNvSpPr>
            <a:spLocks noChangeArrowheads="1"/>
          </p:cNvSpPr>
          <p:nvPr/>
        </p:nvSpPr>
        <p:spPr bwMode="auto">
          <a:xfrm>
            <a:off x="684213" y="2395538"/>
            <a:ext cx="72739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这时，</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 l</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都是二次多项式，且应满足</a:t>
            </a:r>
          </a:p>
        </p:txBody>
      </p:sp>
      <p:pic>
        <p:nvPicPr>
          <p:cNvPr id="102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41488" y="3462338"/>
            <a:ext cx="5710237" cy="1550987"/>
          </a:xfrm>
          <a:prstGeom prst="rect">
            <a:avLst/>
          </a:prstGeom>
          <a:noFill/>
          <a:ln w="9525">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10246" name="Rectangle 6"/>
          <p:cNvSpPr>
            <a:spLocks noChangeArrowheads="1"/>
          </p:cNvSpPr>
          <p:nvPr/>
        </p:nvSpPr>
        <p:spPr bwMode="auto">
          <a:xfrm>
            <a:off x="654050" y="5780088"/>
            <a:ext cx="75898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满足</a:t>
            </a:r>
            <a:r>
              <a:rPr lang="en-US" altLang="zh-CN" sz="2400" b="1">
                <a:solidFill>
                  <a:srgbClr val="000000"/>
                </a:solidFill>
                <a:latin typeface="Times New Roman" panose="02020603050405020304" pitchFamily="18" charset="0"/>
                <a:ea typeface="楷体_GB2312" pitchFamily="49" charset="-122"/>
              </a:rPr>
              <a:t>(2.1)</a:t>
            </a:r>
            <a:r>
              <a:rPr lang="zh-CN" altLang="en-US" sz="2400" b="1">
                <a:solidFill>
                  <a:srgbClr val="000000"/>
                </a:solidFill>
                <a:latin typeface="Times New Roman" panose="02020603050405020304" pitchFamily="18" charset="0"/>
                <a:ea typeface="楷体_GB2312" pitchFamily="49" charset="-122"/>
              </a:rPr>
              <a:t>式的</a:t>
            </a:r>
            <a:r>
              <a:rPr lang="zh-CN" altLang="en-US" sz="2400" b="1" i="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l </a:t>
            </a:r>
            <a:r>
              <a:rPr lang="en-US" altLang="zh-CN" sz="2400" b="1" i="1" baseline="-25000">
                <a:solidFill>
                  <a:srgbClr val="0000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是否存在</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若存在，具有什么形式呢</a:t>
            </a:r>
            <a:r>
              <a:rPr lang="en-US" altLang="zh-CN" sz="2400" b="1">
                <a:solidFill>
                  <a:srgbClr val="000000"/>
                </a:solidFill>
                <a:latin typeface="Times New Roman" panose="02020603050405020304" pitchFamily="18" charset="0"/>
                <a:ea typeface="楷体_GB2312" pitchFamily="49" charset="-122"/>
              </a:rPr>
              <a:t>?</a:t>
            </a:r>
          </a:p>
        </p:txBody>
      </p:sp>
      <p:sp>
        <p:nvSpPr>
          <p:cNvPr id="21513" name="Rectangle 7"/>
          <p:cNvSpPr>
            <a:spLocks noChangeArrowheads="1"/>
          </p:cNvSpPr>
          <p:nvPr/>
        </p:nvSpPr>
        <p:spPr bwMode="auto">
          <a:xfrm>
            <a:off x="7718425" y="4124325"/>
            <a:ext cx="1174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00000"/>
                </a:solidFill>
                <a:latin typeface="Times New Roman" panose="02020603050405020304" pitchFamily="18" charset="0"/>
                <a:ea typeface="楷体_GB2312" pitchFamily="49" charset="-122"/>
              </a:rPr>
              <a:t>（</a:t>
            </a:r>
            <a:r>
              <a:rPr lang="en-US" altLang="zh-CN" sz="2400">
                <a:solidFill>
                  <a:srgbClr val="000000"/>
                </a:solidFill>
                <a:latin typeface="Times New Roman" panose="02020603050405020304" pitchFamily="18" charset="0"/>
                <a:ea typeface="楷体_GB2312" pitchFamily="49" charset="-122"/>
              </a:rPr>
              <a:t>2.1</a:t>
            </a:r>
            <a:r>
              <a:rPr lang="zh-CN" altLang="en-US" sz="2400">
                <a:solidFill>
                  <a:srgbClr val="000000"/>
                </a:solidFill>
                <a:latin typeface="Times New Roman" panose="02020603050405020304" pitchFamily="18" charset="0"/>
                <a:ea typeface="楷体_GB2312" pitchFamily="49" charset="-122"/>
              </a:rPr>
              <a:t>）</a:t>
            </a:r>
          </a:p>
        </p:txBody>
      </p:sp>
      <p:pic>
        <p:nvPicPr>
          <p:cNvPr id="10248" name="Picture 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7113" y="3149600"/>
            <a:ext cx="6842125" cy="2582863"/>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245"/>
                                        </p:tgtEl>
                                        <p:attrNameLst>
                                          <p:attrName>style.visibility</p:attrName>
                                        </p:attrNameLst>
                                      </p:cBhvr>
                                      <p:to>
                                        <p:strVal val="visible"/>
                                      </p:to>
                                    </p:set>
                                    <p:anim calcmode="lin" valueType="num">
                                      <p:cBhvr>
                                        <p:cTn id="7" dur="500" fill="hold"/>
                                        <p:tgtEl>
                                          <p:spTgt spid="10245"/>
                                        </p:tgtEl>
                                        <p:attrNameLst>
                                          <p:attrName>ppt_x</p:attrName>
                                        </p:attrNameLst>
                                      </p:cBhvr>
                                      <p:tavLst>
                                        <p:tav tm="0">
                                          <p:val>
                                            <p:strVal val="#ppt_x"/>
                                          </p:val>
                                        </p:tav>
                                        <p:tav tm="100000">
                                          <p:val>
                                            <p:strVal val="#ppt_x"/>
                                          </p:val>
                                        </p:tav>
                                      </p:tavLst>
                                    </p:anim>
                                    <p:anim calcmode="lin" valueType="num">
                                      <p:cBhvr>
                                        <p:cTn id="8" dur="500" fill="hold"/>
                                        <p:tgtEl>
                                          <p:spTgt spid="102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nodeType="clickEffect">
                                  <p:stCondLst>
                                    <p:cond delay="0"/>
                                  </p:stCondLst>
                                  <p:childTnLst>
                                    <p:set>
                                      <p:cBhvr>
                                        <p:cTn id="12" dur="1" fill="hold">
                                          <p:stCondLst>
                                            <p:cond delay="0"/>
                                          </p:stCondLst>
                                        </p:cTn>
                                        <p:tgtEl>
                                          <p:spTgt spid="10248"/>
                                        </p:tgtEl>
                                        <p:attrNameLst>
                                          <p:attrName>style.visibility</p:attrName>
                                        </p:attrNameLst>
                                      </p:cBhvr>
                                      <p:to>
                                        <p:strVal val="visible"/>
                                      </p:to>
                                    </p:set>
                                    <p:animEffect transition="in" filter="box(in)">
                                      <p:cBhvr>
                                        <p:cTn id="13" dur="500"/>
                                        <p:tgtEl>
                                          <p:spTgt spid="10248"/>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10246"/>
                                        </p:tgtEl>
                                        <p:attrNameLst>
                                          <p:attrName>style.visibility</p:attrName>
                                        </p:attrNameLst>
                                      </p:cBhvr>
                                      <p:to>
                                        <p:strVal val="visible"/>
                                      </p:to>
                                    </p:set>
                                    <p:animEffect transition="in" filter="wipe(down)">
                                      <p:cBhvr>
                                        <p:cTn id="18" dur="500"/>
                                        <p:tgtEl>
                                          <p:spTgt spid="10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61962AAC-0995-4610-B444-9AFD1F37C3E8}"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253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253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D084EA62-76DE-4226-B100-07A20CA80A22}" type="slidenum">
              <a:rPr lang="zh-CN" altLang="en-US" smtClean="0">
                <a:solidFill>
                  <a:srgbClr val="000000"/>
                </a:solidFill>
                <a:latin typeface="Times New Roman" panose="02020603050405020304" pitchFamily="18" charset="0"/>
              </a:rPr>
              <a:t>14</a:t>
            </a:fld>
            <a:endParaRPr lang="zh-CN" altLang="en-US">
              <a:solidFill>
                <a:srgbClr val="000000"/>
              </a:solidFill>
              <a:latin typeface="Times New Roman" panose="02020603050405020304" pitchFamily="18" charset="0"/>
            </a:endParaRPr>
          </a:p>
        </p:txBody>
      </p:sp>
      <p:sp>
        <p:nvSpPr>
          <p:cNvPr id="11266" name="Rectangle 2"/>
          <p:cNvSpPr>
            <a:spLocks noChangeArrowheads="1"/>
          </p:cNvSpPr>
          <p:nvPr/>
        </p:nvSpPr>
        <p:spPr bwMode="auto">
          <a:xfrm>
            <a:off x="684213" y="2728913"/>
            <a:ext cx="1485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同理可得 </a:t>
            </a:r>
          </a:p>
        </p:txBody>
      </p:sp>
      <p:sp>
        <p:nvSpPr>
          <p:cNvPr id="11267" name="Rectangle 3"/>
          <p:cNvSpPr>
            <a:spLocks noChangeArrowheads="1"/>
          </p:cNvSpPr>
          <p:nvPr/>
        </p:nvSpPr>
        <p:spPr bwMode="auto">
          <a:xfrm>
            <a:off x="1692275" y="2657475"/>
            <a:ext cx="4270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l</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a:solidFill>
                  <a:srgbClr val="3333CC"/>
                </a:solidFill>
                <a:latin typeface="Times New Roman" panose="02020603050405020304" pitchFamily="18" charset="0"/>
                <a:ea typeface="楷体_GB2312" pitchFamily="49" charset="-122"/>
              </a:rPr>
              <a:t>)</a:t>
            </a:r>
            <a:r>
              <a:rPr lang="zh-CN" altLang="en-US" sz="2400" b="1">
                <a:solidFill>
                  <a:srgbClr val="3333CC"/>
                </a:solidFill>
                <a:latin typeface="Times New Roman" panose="02020603050405020304" pitchFamily="18" charset="0"/>
                <a:ea typeface="楷体_GB2312" pitchFamily="49" charset="-122"/>
              </a:rPr>
              <a:t>＝ </a:t>
            </a:r>
            <a:r>
              <a:rPr lang="zh-CN" altLang="en-US" sz="2400" b="1"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endParaRPr lang="en-US" altLang="zh-CN" sz="2400">
              <a:solidFill>
                <a:srgbClr val="000000"/>
              </a:solidFill>
              <a:latin typeface="Times New Roman" panose="02020603050405020304" pitchFamily="18" charset="0"/>
              <a:ea typeface="楷体_GB2312" pitchFamily="49" charset="-122"/>
            </a:endParaRPr>
          </a:p>
        </p:txBody>
      </p:sp>
      <p:sp>
        <p:nvSpPr>
          <p:cNvPr id="11268" name="Rectangle 4"/>
          <p:cNvSpPr>
            <a:spLocks noChangeArrowheads="1"/>
          </p:cNvSpPr>
          <p:nvPr/>
        </p:nvSpPr>
        <p:spPr bwMode="auto">
          <a:xfrm>
            <a:off x="1670050" y="3617913"/>
            <a:ext cx="42703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l</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a:solidFill>
                  <a:srgbClr val="3333CC"/>
                </a:solidFill>
                <a:latin typeface="Times New Roman" panose="02020603050405020304" pitchFamily="18" charset="0"/>
                <a:ea typeface="楷体_GB2312" pitchFamily="49" charset="-122"/>
              </a:rPr>
              <a:t>)</a:t>
            </a:r>
            <a:r>
              <a:rPr lang="zh-CN" altLang="en-US" sz="2400" b="1">
                <a:solidFill>
                  <a:srgbClr val="3333CC"/>
                </a:solidFill>
                <a:latin typeface="Times New Roman" panose="02020603050405020304" pitchFamily="18" charset="0"/>
                <a:ea typeface="楷体_GB2312" pitchFamily="49" charset="-122"/>
              </a:rPr>
              <a:t>＝ </a:t>
            </a:r>
            <a:r>
              <a:rPr lang="zh-CN" altLang="en-US" sz="2400" b="1"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endParaRPr lang="en-US" altLang="zh-CN" sz="2400">
              <a:solidFill>
                <a:srgbClr val="000000"/>
              </a:solidFill>
              <a:latin typeface="Times New Roman" panose="02020603050405020304" pitchFamily="18" charset="0"/>
              <a:ea typeface="楷体_GB2312" pitchFamily="49" charset="-122"/>
            </a:endParaRPr>
          </a:p>
        </p:txBody>
      </p:sp>
      <p:grpSp>
        <p:nvGrpSpPr>
          <p:cNvPr id="11269" name="Group 5"/>
          <p:cNvGrpSpPr/>
          <p:nvPr/>
        </p:nvGrpSpPr>
        <p:grpSpPr bwMode="auto">
          <a:xfrm>
            <a:off x="5795963" y="2439988"/>
            <a:ext cx="2720975" cy="890587"/>
            <a:chOff x="0" y="0"/>
            <a:chExt cx="1714" cy="561"/>
          </a:xfrm>
        </p:grpSpPr>
        <p:sp>
          <p:nvSpPr>
            <p:cNvPr id="22536" name="Rectangle 6"/>
            <p:cNvSpPr>
              <a:spLocks noChangeArrowheads="1"/>
            </p:cNvSpPr>
            <p:nvPr/>
          </p:nvSpPr>
          <p:spPr bwMode="auto">
            <a:xfrm>
              <a:off x="0" y="152"/>
              <a:ext cx="47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aseline="-25000">
                  <a:solidFill>
                    <a:srgbClr val="3333CC"/>
                  </a:solidFill>
                  <a:latin typeface="Times New Roman" panose="02020603050405020304" pitchFamily="18" charset="0"/>
                  <a:ea typeface="楷体_GB2312" pitchFamily="49" charset="-122"/>
                </a:rPr>
                <a:t>1</a:t>
              </a:r>
              <a:r>
                <a:rPr lang="zh-CN" altLang="en-US" sz="2400">
                  <a:solidFill>
                    <a:srgbClr val="3333CC"/>
                  </a:solidFill>
                  <a:latin typeface="Times New Roman" panose="02020603050405020304" pitchFamily="18" charset="0"/>
                  <a:ea typeface="楷体_GB2312" pitchFamily="49" charset="-122"/>
                </a:rPr>
                <a:t>＝</a:t>
              </a:r>
            </a:p>
          </p:txBody>
        </p:sp>
        <p:sp>
          <p:nvSpPr>
            <p:cNvPr id="22537" name="Rectangle 7"/>
            <p:cNvSpPr>
              <a:spLocks noChangeArrowheads="1"/>
            </p:cNvSpPr>
            <p:nvPr/>
          </p:nvSpPr>
          <p:spPr bwMode="auto">
            <a:xfrm>
              <a:off x="362" y="273"/>
              <a:ext cx="13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1</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0</a:t>
              </a:r>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1</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2</a:t>
              </a:r>
              <a:r>
                <a:rPr lang="en-US" altLang="zh-CN" sz="2400">
                  <a:solidFill>
                    <a:srgbClr val="3333CC"/>
                  </a:solidFill>
                  <a:latin typeface="Times New Roman" panose="02020603050405020304" pitchFamily="18" charset="0"/>
                  <a:ea typeface="楷体_GB2312" pitchFamily="49" charset="-122"/>
                </a:rPr>
                <a:t>)</a:t>
              </a:r>
            </a:p>
          </p:txBody>
        </p:sp>
        <p:sp>
          <p:nvSpPr>
            <p:cNvPr id="22538" name="Rectangle 8"/>
            <p:cNvSpPr>
              <a:spLocks noChangeArrowheads="1"/>
            </p:cNvSpPr>
            <p:nvPr/>
          </p:nvSpPr>
          <p:spPr bwMode="auto">
            <a:xfrm>
              <a:off x="921" y="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1</a:t>
              </a:r>
            </a:p>
          </p:txBody>
        </p:sp>
        <p:sp>
          <p:nvSpPr>
            <p:cNvPr id="22539" name="Line 9"/>
            <p:cNvSpPr>
              <a:spLocks noChangeShapeType="1"/>
            </p:cNvSpPr>
            <p:nvPr/>
          </p:nvSpPr>
          <p:spPr bwMode="auto">
            <a:xfrm>
              <a:off x="408" y="288"/>
              <a:ext cx="127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1274" name="Group 10"/>
          <p:cNvGrpSpPr/>
          <p:nvPr/>
        </p:nvGrpSpPr>
        <p:grpSpPr bwMode="auto">
          <a:xfrm>
            <a:off x="5738813" y="3402013"/>
            <a:ext cx="2720975" cy="890587"/>
            <a:chOff x="0" y="0"/>
            <a:chExt cx="1714" cy="561"/>
          </a:xfrm>
        </p:grpSpPr>
        <p:sp>
          <p:nvSpPr>
            <p:cNvPr id="22541" name="Rectangle 11"/>
            <p:cNvSpPr>
              <a:spLocks noChangeArrowheads="1"/>
            </p:cNvSpPr>
            <p:nvPr/>
          </p:nvSpPr>
          <p:spPr bwMode="auto">
            <a:xfrm>
              <a:off x="0" y="152"/>
              <a:ext cx="47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aseline="-25000">
                  <a:solidFill>
                    <a:srgbClr val="3333CC"/>
                  </a:solidFill>
                  <a:latin typeface="Times New Roman" panose="02020603050405020304" pitchFamily="18" charset="0"/>
                  <a:ea typeface="楷体_GB2312" pitchFamily="49" charset="-122"/>
                </a:rPr>
                <a:t>2</a:t>
              </a:r>
              <a:r>
                <a:rPr lang="zh-CN" altLang="en-US" sz="2400">
                  <a:solidFill>
                    <a:srgbClr val="3333CC"/>
                  </a:solidFill>
                  <a:latin typeface="Times New Roman" panose="02020603050405020304" pitchFamily="18" charset="0"/>
                  <a:ea typeface="楷体_GB2312" pitchFamily="49" charset="-122"/>
                </a:rPr>
                <a:t>＝</a:t>
              </a:r>
            </a:p>
          </p:txBody>
        </p:sp>
        <p:sp>
          <p:nvSpPr>
            <p:cNvPr id="22542" name="Rectangle 12"/>
            <p:cNvSpPr>
              <a:spLocks noChangeArrowheads="1"/>
            </p:cNvSpPr>
            <p:nvPr/>
          </p:nvSpPr>
          <p:spPr bwMode="auto">
            <a:xfrm>
              <a:off x="362" y="273"/>
              <a:ext cx="13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2</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0</a:t>
              </a:r>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2</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1</a:t>
              </a:r>
              <a:r>
                <a:rPr lang="en-US" altLang="zh-CN" sz="2400">
                  <a:solidFill>
                    <a:srgbClr val="3333CC"/>
                  </a:solidFill>
                  <a:latin typeface="Times New Roman" panose="02020603050405020304" pitchFamily="18" charset="0"/>
                  <a:ea typeface="楷体_GB2312" pitchFamily="49" charset="-122"/>
                </a:rPr>
                <a:t>)</a:t>
              </a:r>
            </a:p>
          </p:txBody>
        </p:sp>
        <p:sp>
          <p:nvSpPr>
            <p:cNvPr id="22543" name="Rectangle 13"/>
            <p:cNvSpPr>
              <a:spLocks noChangeArrowheads="1"/>
            </p:cNvSpPr>
            <p:nvPr/>
          </p:nvSpPr>
          <p:spPr bwMode="auto">
            <a:xfrm>
              <a:off x="921" y="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1</a:t>
              </a:r>
            </a:p>
          </p:txBody>
        </p:sp>
        <p:sp>
          <p:nvSpPr>
            <p:cNvPr id="22544" name="Line 14"/>
            <p:cNvSpPr>
              <a:spLocks noChangeShapeType="1"/>
            </p:cNvSpPr>
            <p:nvPr/>
          </p:nvSpPr>
          <p:spPr bwMode="auto">
            <a:xfrm>
              <a:off x="408" y="288"/>
              <a:ext cx="127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1279" name="Rectangle 15"/>
          <p:cNvSpPr>
            <a:spLocks noChangeArrowheads="1"/>
          </p:cNvSpPr>
          <p:nvPr/>
        </p:nvSpPr>
        <p:spPr bwMode="auto">
          <a:xfrm>
            <a:off x="684213" y="5630863"/>
            <a:ext cx="792003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此即</a:t>
            </a:r>
            <a:r>
              <a:rPr lang="zh-CN" altLang="en-US" sz="2400" b="1">
                <a:solidFill>
                  <a:srgbClr val="FF9900"/>
                </a:solidFill>
                <a:latin typeface="Times New Roman" panose="02020603050405020304" pitchFamily="18" charset="0"/>
                <a:ea typeface="楷体_GB2312" pitchFamily="49" charset="-122"/>
              </a:rPr>
              <a:t>二次</a:t>
            </a:r>
            <a:r>
              <a:rPr lang="zh-CN" altLang="en-US" sz="2400" b="1">
                <a:solidFill>
                  <a:srgbClr val="3333CC"/>
                </a:solidFill>
                <a:latin typeface="Times New Roman" panose="02020603050405020304" pitchFamily="18" charset="0"/>
                <a:ea typeface="楷体_GB2312" pitchFamily="49" charset="-122"/>
              </a:rPr>
              <a:t>拉格朗日插值公式</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其中</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 l</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是满足</a:t>
            </a:r>
            <a:r>
              <a:rPr lang="en-US" altLang="zh-CN" sz="2400" b="1">
                <a:solidFill>
                  <a:srgbClr val="000000"/>
                </a:solidFill>
                <a:latin typeface="Times New Roman" panose="02020603050405020304" pitchFamily="18" charset="0"/>
                <a:ea typeface="楷体_GB2312" pitchFamily="49" charset="-122"/>
              </a:rPr>
              <a:t>(2.1)</a:t>
            </a:r>
            <a:r>
              <a:rPr lang="zh-CN" altLang="en-US" sz="2400" b="1">
                <a:solidFill>
                  <a:srgbClr val="000000"/>
                </a:solidFill>
                <a:latin typeface="Times New Roman" panose="02020603050405020304" pitchFamily="18" charset="0"/>
                <a:ea typeface="楷体_GB2312" pitchFamily="49" charset="-122"/>
              </a:rPr>
              <a:t>的特殊</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基本</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二次插值多项式</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称为</a:t>
            </a:r>
            <a:r>
              <a:rPr lang="zh-CN" altLang="en-US" sz="2400" b="1">
                <a:solidFill>
                  <a:srgbClr val="3333CC"/>
                </a:solidFill>
                <a:latin typeface="Times New Roman" panose="02020603050405020304" pitchFamily="18" charset="0"/>
                <a:ea typeface="楷体_GB2312" pitchFamily="49" charset="-122"/>
              </a:rPr>
              <a:t>二次插值基函数</a:t>
            </a:r>
            <a:r>
              <a:rPr lang="en-US" altLang="zh-CN" sz="2400" b="1">
                <a:solidFill>
                  <a:srgbClr val="000000"/>
                </a:solidFill>
                <a:latin typeface="Times New Roman" panose="02020603050405020304" pitchFamily="18" charset="0"/>
                <a:ea typeface="楷体_GB2312" pitchFamily="49" charset="-122"/>
              </a:rPr>
              <a:t>.</a:t>
            </a:r>
          </a:p>
        </p:txBody>
      </p:sp>
      <p:grpSp>
        <p:nvGrpSpPr>
          <p:cNvPr id="11280" name="Group 16"/>
          <p:cNvGrpSpPr/>
          <p:nvPr/>
        </p:nvGrpSpPr>
        <p:grpSpPr bwMode="auto">
          <a:xfrm>
            <a:off x="755650" y="4478338"/>
            <a:ext cx="8064500" cy="939800"/>
            <a:chOff x="0" y="0"/>
            <a:chExt cx="5080" cy="592"/>
          </a:xfrm>
        </p:grpSpPr>
        <p:sp>
          <p:nvSpPr>
            <p:cNvPr id="22547" name="Text Box 17"/>
            <p:cNvSpPr txBox="1">
              <a:spLocks noChangeArrowheads="1"/>
            </p:cNvSpPr>
            <p:nvPr/>
          </p:nvSpPr>
          <p:spPr bwMode="auto">
            <a:xfrm>
              <a:off x="0" y="122"/>
              <a:ext cx="508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000000"/>
                  </a:solidFill>
                  <a:latin typeface="Times New Roman" panose="02020603050405020304" pitchFamily="18" charset="0"/>
                  <a:ea typeface="楷体_GB2312" pitchFamily="49" charset="-122"/>
                </a:rPr>
                <a:t>P</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en-US" altLang="zh-CN" sz="28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baseline="-25000">
                  <a:solidFill>
                    <a:srgbClr val="3333CC"/>
                  </a:solidFill>
                  <a:latin typeface="Times New Roman" panose="02020603050405020304" pitchFamily="18" charset="0"/>
                  <a:ea typeface="楷体_GB2312" pitchFamily="49" charset="-122"/>
                </a:rPr>
                <a:t>2</a:t>
              </a:r>
            </a:p>
          </p:txBody>
        </p:sp>
        <p:sp>
          <p:nvSpPr>
            <p:cNvPr id="22548" name="Rectangle 18"/>
            <p:cNvSpPr>
              <a:spLocks noChangeArrowheads="1"/>
            </p:cNvSpPr>
            <p:nvPr/>
          </p:nvSpPr>
          <p:spPr bwMode="auto">
            <a:xfrm>
              <a:off x="2041" y="16"/>
              <a:ext cx="14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i="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i="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endParaRPr lang="en-US" altLang="zh-CN" sz="2400">
                <a:solidFill>
                  <a:srgbClr val="000000"/>
                </a:solidFill>
                <a:latin typeface="Times New Roman" panose="02020603050405020304" pitchFamily="18" charset="0"/>
                <a:ea typeface="楷体_GB2312" pitchFamily="49" charset="-122"/>
              </a:endParaRPr>
            </a:p>
          </p:txBody>
        </p:sp>
        <p:sp>
          <p:nvSpPr>
            <p:cNvPr id="22549" name="Rectangle 19"/>
            <p:cNvSpPr>
              <a:spLocks noChangeArrowheads="1"/>
            </p:cNvSpPr>
            <p:nvPr/>
          </p:nvSpPr>
          <p:spPr bwMode="auto">
            <a:xfrm>
              <a:off x="2041" y="304"/>
              <a:ext cx="12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p>
          </p:txBody>
        </p:sp>
        <p:sp>
          <p:nvSpPr>
            <p:cNvPr id="22550" name="Rectangle 20"/>
            <p:cNvSpPr>
              <a:spLocks noChangeArrowheads="1"/>
            </p:cNvSpPr>
            <p:nvPr/>
          </p:nvSpPr>
          <p:spPr bwMode="auto">
            <a:xfrm>
              <a:off x="589" y="0"/>
              <a:ext cx="14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i="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i="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endParaRPr lang="en-US" altLang="zh-CN" sz="2400">
                <a:solidFill>
                  <a:srgbClr val="000000"/>
                </a:solidFill>
                <a:latin typeface="Times New Roman" panose="02020603050405020304" pitchFamily="18" charset="0"/>
                <a:ea typeface="楷体_GB2312" pitchFamily="49" charset="-122"/>
              </a:endParaRPr>
            </a:p>
          </p:txBody>
        </p:sp>
        <p:sp>
          <p:nvSpPr>
            <p:cNvPr id="22551" name="Rectangle 21"/>
            <p:cNvSpPr>
              <a:spLocks noChangeArrowheads="1"/>
            </p:cNvSpPr>
            <p:nvPr/>
          </p:nvSpPr>
          <p:spPr bwMode="auto">
            <a:xfrm>
              <a:off x="589" y="288"/>
              <a:ext cx="12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p>
          </p:txBody>
        </p:sp>
        <p:sp>
          <p:nvSpPr>
            <p:cNvPr id="22552" name="Rectangle 22"/>
            <p:cNvSpPr>
              <a:spLocks noChangeArrowheads="1"/>
            </p:cNvSpPr>
            <p:nvPr/>
          </p:nvSpPr>
          <p:spPr bwMode="auto">
            <a:xfrm>
              <a:off x="3493" y="0"/>
              <a:ext cx="14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endParaRPr lang="en-US" altLang="zh-CN" sz="2400">
                <a:solidFill>
                  <a:srgbClr val="000000"/>
                </a:solidFill>
                <a:latin typeface="Times New Roman" panose="02020603050405020304" pitchFamily="18" charset="0"/>
                <a:ea typeface="楷体_GB2312" pitchFamily="49" charset="-122"/>
              </a:endParaRPr>
            </a:p>
          </p:txBody>
        </p:sp>
        <p:sp>
          <p:nvSpPr>
            <p:cNvPr id="22553" name="Rectangle 23"/>
            <p:cNvSpPr>
              <a:spLocks noChangeArrowheads="1"/>
            </p:cNvSpPr>
            <p:nvPr/>
          </p:nvSpPr>
          <p:spPr bwMode="auto">
            <a:xfrm>
              <a:off x="3493" y="288"/>
              <a:ext cx="12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楷体_GB2312" pitchFamily="49" charset="-122"/>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p>
          </p:txBody>
        </p:sp>
        <p:sp>
          <p:nvSpPr>
            <p:cNvPr id="22554" name="Line 24"/>
            <p:cNvSpPr>
              <a:spLocks noChangeShapeType="1"/>
            </p:cNvSpPr>
            <p:nvPr/>
          </p:nvSpPr>
          <p:spPr bwMode="auto">
            <a:xfrm>
              <a:off x="635" y="317"/>
              <a:ext cx="1089"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555" name="Line 25"/>
            <p:cNvSpPr>
              <a:spLocks noChangeShapeType="1"/>
            </p:cNvSpPr>
            <p:nvPr/>
          </p:nvSpPr>
          <p:spPr bwMode="auto">
            <a:xfrm>
              <a:off x="2087" y="317"/>
              <a:ext cx="1089"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556" name="Line 26"/>
            <p:cNvSpPr>
              <a:spLocks noChangeShapeType="1"/>
            </p:cNvSpPr>
            <p:nvPr/>
          </p:nvSpPr>
          <p:spPr bwMode="auto">
            <a:xfrm>
              <a:off x="3539" y="317"/>
              <a:ext cx="1089"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1291" name="Rectangle 27"/>
          <p:cNvSpPr>
            <a:spLocks noChangeArrowheads="1"/>
          </p:cNvSpPr>
          <p:nvPr/>
        </p:nvSpPr>
        <p:spPr bwMode="auto">
          <a:xfrm>
            <a:off x="1763713" y="4549775"/>
            <a:ext cx="1800225" cy="790575"/>
          </a:xfrm>
          <a:prstGeom prst="rect">
            <a:avLst/>
          </a:prstGeom>
          <a:noFill/>
          <a:ln w="9525">
            <a:solidFill>
              <a:srgbClr val="FF6600"/>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2558" name="Rectangle 28"/>
          <p:cNvSpPr>
            <a:spLocks noChangeArrowheads="1"/>
          </p:cNvSpPr>
          <p:nvPr/>
        </p:nvSpPr>
        <p:spPr bwMode="auto">
          <a:xfrm>
            <a:off x="661988" y="369888"/>
            <a:ext cx="7870825"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        先考虑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。因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是以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为零点的二次多项式</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所以它可写成 </a:t>
            </a:r>
            <a:r>
              <a:rPr lang="en-US" altLang="zh-CN" sz="2400" b="1" i="1">
                <a:solidFill>
                  <a:srgbClr val="3333CC"/>
                </a:solidFill>
                <a:latin typeface="Times New Roman" panose="02020603050405020304" pitchFamily="18" charset="0"/>
                <a:ea typeface="楷体_GB2312" pitchFamily="49" charset="-122"/>
              </a:rPr>
              <a:t>l</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a:solidFill>
                  <a:srgbClr val="3333CC"/>
                </a:solidFill>
                <a:latin typeface="Times New Roman" panose="02020603050405020304" pitchFamily="18" charset="0"/>
                <a:ea typeface="楷体_GB2312" pitchFamily="49" charset="-122"/>
              </a:rPr>
              <a:t>)</a:t>
            </a:r>
            <a:r>
              <a:rPr lang="zh-CN" altLang="en-US" sz="2400" b="1">
                <a:solidFill>
                  <a:srgbClr val="3333CC"/>
                </a:solidFill>
                <a:latin typeface="Times New Roman" panose="02020603050405020304" pitchFamily="18" charset="0"/>
                <a:ea typeface="楷体_GB2312" pitchFamily="49" charset="-122"/>
              </a:rPr>
              <a:t>＝ </a:t>
            </a:r>
            <a:r>
              <a:rPr lang="zh-CN" altLang="en-US" sz="2400" b="1"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其中</a:t>
            </a:r>
            <a:r>
              <a:rPr lang="zh-CN" altLang="en-US" sz="24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i="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是待定系数。 又因为 </a:t>
            </a:r>
            <a:r>
              <a:rPr lang="en-US" altLang="zh-CN" sz="2400" b="1" i="1">
                <a:solidFill>
                  <a:srgbClr val="000000"/>
                </a:solidFill>
                <a:latin typeface="Times New Roman" panose="02020603050405020304" pitchFamily="18" charset="0"/>
                <a:ea typeface="楷体_GB2312" pitchFamily="49" charset="-122"/>
              </a:rPr>
              <a:t>l</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，所以</a:t>
            </a:r>
            <a:r>
              <a:rPr lang="zh-CN" altLang="en-US" sz="24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，则可有</a:t>
            </a:r>
          </a:p>
        </p:txBody>
      </p:sp>
      <p:grpSp>
        <p:nvGrpSpPr>
          <p:cNvPr id="11293" name="Group 29"/>
          <p:cNvGrpSpPr/>
          <p:nvPr/>
        </p:nvGrpSpPr>
        <p:grpSpPr bwMode="auto">
          <a:xfrm>
            <a:off x="5795963" y="1530350"/>
            <a:ext cx="2720975" cy="890588"/>
            <a:chOff x="0" y="0"/>
            <a:chExt cx="1714" cy="561"/>
          </a:xfrm>
        </p:grpSpPr>
        <p:sp>
          <p:nvSpPr>
            <p:cNvPr id="22560" name="Rectangle 30"/>
            <p:cNvSpPr>
              <a:spLocks noChangeArrowheads="1"/>
            </p:cNvSpPr>
            <p:nvPr/>
          </p:nvSpPr>
          <p:spPr bwMode="auto">
            <a:xfrm>
              <a:off x="0" y="152"/>
              <a:ext cx="47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aseline="-25000">
                  <a:solidFill>
                    <a:srgbClr val="3333CC"/>
                  </a:solidFill>
                  <a:latin typeface="Times New Roman" panose="02020603050405020304" pitchFamily="18" charset="0"/>
                  <a:ea typeface="楷体_GB2312" pitchFamily="49" charset="-122"/>
                </a:rPr>
                <a:t>0</a:t>
              </a:r>
              <a:r>
                <a:rPr lang="zh-CN" altLang="en-US" sz="2400">
                  <a:solidFill>
                    <a:srgbClr val="3333CC"/>
                  </a:solidFill>
                  <a:latin typeface="Times New Roman" panose="02020603050405020304" pitchFamily="18" charset="0"/>
                  <a:ea typeface="楷体_GB2312" pitchFamily="49" charset="-122"/>
                </a:rPr>
                <a:t>＝</a:t>
              </a:r>
            </a:p>
          </p:txBody>
        </p:sp>
        <p:sp>
          <p:nvSpPr>
            <p:cNvPr id="22561" name="Rectangle 31"/>
            <p:cNvSpPr>
              <a:spLocks noChangeArrowheads="1"/>
            </p:cNvSpPr>
            <p:nvPr/>
          </p:nvSpPr>
          <p:spPr bwMode="auto">
            <a:xfrm>
              <a:off x="362" y="273"/>
              <a:ext cx="13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0</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1</a:t>
              </a:r>
              <a:r>
                <a:rPr lang="en-US" altLang="zh-CN"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0</a:t>
              </a:r>
              <a:r>
                <a:rPr lang="zh-CN" altLang="en-US" sz="2400">
                  <a:solidFill>
                    <a:srgbClr val="3333CC"/>
                  </a:solidFill>
                  <a:latin typeface="Times New Roman" panose="02020603050405020304" pitchFamily="18" charset="0"/>
                  <a:ea typeface="楷体_GB2312" pitchFamily="49" charset="-122"/>
                </a:rPr>
                <a:t>－</a:t>
              </a:r>
              <a:r>
                <a:rPr lang="en-US" altLang="zh-CN" sz="2400" i="1">
                  <a:solidFill>
                    <a:srgbClr val="3333CC"/>
                  </a:solidFill>
                  <a:latin typeface="Times New Roman" panose="02020603050405020304" pitchFamily="18" charset="0"/>
                  <a:ea typeface="楷体_GB2312" pitchFamily="49" charset="-122"/>
                </a:rPr>
                <a:t>x</a:t>
              </a:r>
              <a:r>
                <a:rPr lang="en-US" altLang="zh-CN" sz="2400" baseline="-25000">
                  <a:solidFill>
                    <a:srgbClr val="3333CC"/>
                  </a:solidFill>
                  <a:latin typeface="Times New Roman" panose="02020603050405020304" pitchFamily="18" charset="0"/>
                  <a:ea typeface="楷体_GB2312" pitchFamily="49" charset="-122"/>
                </a:rPr>
                <a:t>2</a:t>
              </a:r>
              <a:r>
                <a:rPr lang="en-US" altLang="zh-CN" sz="2400">
                  <a:solidFill>
                    <a:srgbClr val="3333CC"/>
                  </a:solidFill>
                  <a:latin typeface="Times New Roman" panose="02020603050405020304" pitchFamily="18" charset="0"/>
                  <a:ea typeface="楷体_GB2312" pitchFamily="49" charset="-122"/>
                </a:rPr>
                <a:t>)</a:t>
              </a:r>
            </a:p>
          </p:txBody>
        </p:sp>
        <p:sp>
          <p:nvSpPr>
            <p:cNvPr id="22562" name="Rectangle 32"/>
            <p:cNvSpPr>
              <a:spLocks noChangeArrowheads="1"/>
            </p:cNvSpPr>
            <p:nvPr/>
          </p:nvSpPr>
          <p:spPr bwMode="auto">
            <a:xfrm>
              <a:off x="921" y="0"/>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a:solidFill>
                    <a:srgbClr val="3333CC"/>
                  </a:solidFill>
                  <a:latin typeface="Times New Roman" panose="02020603050405020304" pitchFamily="18" charset="0"/>
                  <a:ea typeface="楷体_GB2312" pitchFamily="49" charset="-122"/>
                </a:rPr>
                <a:t>1</a:t>
              </a:r>
            </a:p>
          </p:txBody>
        </p:sp>
        <p:sp>
          <p:nvSpPr>
            <p:cNvPr id="22563" name="Line 33"/>
            <p:cNvSpPr>
              <a:spLocks noChangeShapeType="1"/>
            </p:cNvSpPr>
            <p:nvPr/>
          </p:nvSpPr>
          <p:spPr bwMode="auto">
            <a:xfrm>
              <a:off x="408" y="288"/>
              <a:ext cx="127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1298" name="Rectangle 34"/>
          <p:cNvSpPr>
            <a:spLocks noChangeArrowheads="1"/>
          </p:cNvSpPr>
          <p:nvPr/>
        </p:nvSpPr>
        <p:spPr bwMode="auto">
          <a:xfrm>
            <a:off x="1670050" y="1747838"/>
            <a:ext cx="47021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00000"/>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l</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a:solidFill>
                  <a:srgbClr val="3333CC"/>
                </a:solidFill>
                <a:latin typeface="Times New Roman" panose="02020603050405020304" pitchFamily="18" charset="0"/>
                <a:ea typeface="楷体_GB2312" pitchFamily="49" charset="-122"/>
              </a:rPr>
              <a:t>)</a:t>
            </a:r>
            <a:r>
              <a:rPr lang="zh-CN" altLang="en-US" sz="2400" b="1">
                <a:solidFill>
                  <a:srgbClr val="3333CC"/>
                </a:solidFill>
                <a:latin typeface="Times New Roman" panose="02020603050405020304" pitchFamily="18" charset="0"/>
                <a:ea typeface="楷体_GB2312" pitchFamily="49" charset="-122"/>
              </a:rPr>
              <a:t>＝ </a:t>
            </a:r>
            <a:r>
              <a:rPr lang="zh-CN" altLang="en-US" sz="2400" b="1" i="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1</a:t>
            </a:r>
            <a:r>
              <a:rPr lang="en-US" altLang="zh-CN"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 </a:t>
            </a:r>
            <a:r>
              <a:rPr lang="zh-CN" altLang="en-US" sz="2400" b="1">
                <a:solidFill>
                  <a:srgbClr val="3333CC"/>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2</a:t>
            </a:r>
            <a:r>
              <a:rPr lang="en-US" altLang="zh-CN" sz="2400" b="1">
                <a:solidFill>
                  <a:srgbClr val="3333CC"/>
                </a:solidFill>
                <a:latin typeface="Times New Roman" panose="02020603050405020304" pitchFamily="18" charset="0"/>
                <a:ea typeface="楷体_GB2312" pitchFamily="49" charset="-122"/>
              </a:rPr>
              <a:t>),</a:t>
            </a:r>
            <a:r>
              <a:rPr lang="en-US" altLang="zh-CN" sz="2400">
                <a:solidFill>
                  <a:srgbClr val="000000"/>
                </a:solidFill>
                <a:latin typeface="Times New Roman" panose="02020603050405020304" pitchFamily="18" charset="0"/>
                <a:ea typeface="楷体_GB2312" pitchFamily="49" charset="-122"/>
              </a:rPr>
              <a:t> </a:t>
            </a:r>
          </a:p>
        </p:txBody>
      </p:sp>
      <p:sp>
        <p:nvSpPr>
          <p:cNvPr id="11299" name="Rectangle 35"/>
          <p:cNvSpPr>
            <a:spLocks noChangeArrowheads="1"/>
          </p:cNvSpPr>
          <p:nvPr/>
        </p:nvSpPr>
        <p:spPr bwMode="auto">
          <a:xfrm>
            <a:off x="4067175" y="4583113"/>
            <a:ext cx="1800225" cy="790575"/>
          </a:xfrm>
          <a:prstGeom prst="rect">
            <a:avLst/>
          </a:prstGeom>
          <a:noFill/>
          <a:ln w="9525">
            <a:solidFill>
              <a:srgbClr val="FF6600"/>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1300" name="Rectangle 36"/>
          <p:cNvSpPr>
            <a:spLocks noChangeArrowheads="1"/>
          </p:cNvSpPr>
          <p:nvPr/>
        </p:nvSpPr>
        <p:spPr bwMode="auto">
          <a:xfrm>
            <a:off x="6372225" y="4581525"/>
            <a:ext cx="1800225" cy="790575"/>
          </a:xfrm>
          <a:prstGeom prst="rect">
            <a:avLst/>
          </a:prstGeom>
          <a:noFill/>
          <a:ln w="9525">
            <a:solidFill>
              <a:srgbClr val="FF6600"/>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1293"/>
                                        </p:tgtEl>
                                        <p:attrNameLst>
                                          <p:attrName>style.visibility</p:attrName>
                                        </p:attrNameLst>
                                      </p:cBhvr>
                                      <p:to>
                                        <p:strVal val="visible"/>
                                      </p:to>
                                    </p:set>
                                    <p:animEffect transition="in" filter="blinds(horizontal)">
                                      <p:cBhvr>
                                        <p:cTn id="7" dur="500"/>
                                        <p:tgtEl>
                                          <p:spTgt spid="1129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11266"/>
                                        </p:tgtEl>
                                        <p:attrNameLst>
                                          <p:attrName>style.visibility</p:attrName>
                                        </p:attrNameLst>
                                      </p:cBhvr>
                                      <p:to>
                                        <p:strVal val="visible"/>
                                      </p:to>
                                    </p:set>
                                    <p:anim calcmode="lin" valueType="num">
                                      <p:cBhvr>
                                        <p:cTn id="12" dur="500" fill="hold"/>
                                        <p:tgtEl>
                                          <p:spTgt spid="11266"/>
                                        </p:tgtEl>
                                        <p:attrNameLst>
                                          <p:attrName>ppt_x</p:attrName>
                                        </p:attrNameLst>
                                      </p:cBhvr>
                                      <p:tavLst>
                                        <p:tav tm="0">
                                          <p:val>
                                            <p:strVal val="0-#ppt_w/2"/>
                                          </p:val>
                                        </p:tav>
                                        <p:tav tm="100000">
                                          <p:val>
                                            <p:strVal val="#ppt_x"/>
                                          </p:val>
                                        </p:tav>
                                      </p:tavLst>
                                    </p:anim>
                                    <p:anim calcmode="lin" valueType="num">
                                      <p:cBhvr>
                                        <p:cTn id="13" dur="500" fill="hold"/>
                                        <p:tgtEl>
                                          <p:spTgt spid="11266"/>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11267"/>
                                        </p:tgtEl>
                                        <p:attrNameLst>
                                          <p:attrName>style.visibility</p:attrName>
                                        </p:attrNameLst>
                                      </p:cBhvr>
                                      <p:to>
                                        <p:strVal val="visible"/>
                                      </p:to>
                                    </p:set>
                                    <p:animEffect transition="in" filter="blinds(horizontal)">
                                      <p:cBhvr>
                                        <p:cTn id="18" dur="500"/>
                                        <p:tgtEl>
                                          <p:spTgt spid="11267"/>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nodeType="clickEffect">
                                  <p:stCondLst>
                                    <p:cond delay="0"/>
                                  </p:stCondLst>
                                  <p:childTnLst>
                                    <p:set>
                                      <p:cBhvr>
                                        <p:cTn id="22" dur="1" fill="hold">
                                          <p:stCondLst>
                                            <p:cond delay="0"/>
                                          </p:stCondLst>
                                        </p:cTn>
                                        <p:tgtEl>
                                          <p:spTgt spid="11269"/>
                                        </p:tgtEl>
                                        <p:attrNameLst>
                                          <p:attrName>style.visibility</p:attrName>
                                        </p:attrNameLst>
                                      </p:cBhvr>
                                      <p:to>
                                        <p:strVal val="visible"/>
                                      </p:to>
                                    </p:set>
                                    <p:animEffect transition="in" filter="blinds(horizontal)">
                                      <p:cBhvr>
                                        <p:cTn id="23" dur="500"/>
                                        <p:tgtEl>
                                          <p:spTgt spid="11269"/>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11268"/>
                                        </p:tgtEl>
                                        <p:attrNameLst>
                                          <p:attrName>style.visibility</p:attrName>
                                        </p:attrNameLst>
                                      </p:cBhvr>
                                      <p:to>
                                        <p:strVal val="visible"/>
                                      </p:to>
                                    </p:set>
                                    <p:animEffect transition="in" filter="blinds(horizontal)">
                                      <p:cBhvr>
                                        <p:cTn id="28" dur="500"/>
                                        <p:tgtEl>
                                          <p:spTgt spid="11268"/>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11274"/>
                                        </p:tgtEl>
                                        <p:attrNameLst>
                                          <p:attrName>style.visibility</p:attrName>
                                        </p:attrNameLst>
                                      </p:cBhvr>
                                      <p:to>
                                        <p:strVal val="visible"/>
                                      </p:to>
                                    </p:set>
                                    <p:animEffect transition="in" filter="blinds(horizontal)">
                                      <p:cBhvr>
                                        <p:cTn id="33" dur="500"/>
                                        <p:tgtEl>
                                          <p:spTgt spid="11274"/>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11298"/>
                                        </p:tgtEl>
                                        <p:attrNameLst>
                                          <p:attrName>style.visibility</p:attrName>
                                        </p:attrNameLst>
                                      </p:cBhvr>
                                      <p:to>
                                        <p:strVal val="visible"/>
                                      </p:to>
                                    </p:set>
                                    <p:anim calcmode="lin" valueType="num">
                                      <p:cBhvr>
                                        <p:cTn id="38" dur="1000" fill="hold"/>
                                        <p:tgtEl>
                                          <p:spTgt spid="11298"/>
                                        </p:tgtEl>
                                        <p:attrNameLst>
                                          <p:attrName>ppt_x</p:attrName>
                                        </p:attrNameLst>
                                      </p:cBhvr>
                                      <p:tavLst>
                                        <p:tav tm="0">
                                          <p:val>
                                            <p:strVal val="0-#ppt_w/2"/>
                                          </p:val>
                                        </p:tav>
                                        <p:tav tm="100000">
                                          <p:val>
                                            <p:strVal val="#ppt_x"/>
                                          </p:val>
                                        </p:tav>
                                      </p:tavLst>
                                    </p:anim>
                                    <p:anim calcmode="lin" valueType="num">
                                      <p:cBhvr>
                                        <p:cTn id="39" dur="1000" fill="hold"/>
                                        <p:tgtEl>
                                          <p:spTgt spid="11298"/>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11280"/>
                                        </p:tgtEl>
                                        <p:attrNameLst>
                                          <p:attrName>style.visibility</p:attrName>
                                        </p:attrNameLst>
                                      </p:cBhvr>
                                      <p:to>
                                        <p:strVal val="visible"/>
                                      </p:to>
                                    </p:set>
                                    <p:anim calcmode="lin" valueType="num">
                                      <p:cBhvr>
                                        <p:cTn id="44" dur="500" fill="hold"/>
                                        <p:tgtEl>
                                          <p:spTgt spid="11280"/>
                                        </p:tgtEl>
                                        <p:attrNameLst>
                                          <p:attrName>ppt_x</p:attrName>
                                        </p:attrNameLst>
                                      </p:cBhvr>
                                      <p:tavLst>
                                        <p:tav tm="0">
                                          <p:val>
                                            <p:strVal val="#ppt_x"/>
                                          </p:val>
                                        </p:tav>
                                        <p:tav tm="100000">
                                          <p:val>
                                            <p:strVal val="#ppt_x"/>
                                          </p:val>
                                        </p:tav>
                                      </p:tavLst>
                                    </p:anim>
                                    <p:anim calcmode="lin" valueType="num">
                                      <p:cBhvr>
                                        <p:cTn id="45" dur="500" fill="hold"/>
                                        <p:tgtEl>
                                          <p:spTgt spid="11280"/>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3" presetClass="entr" presetSubtype="10" fill="hold" nodeType="clickEffect">
                                  <p:stCondLst>
                                    <p:cond delay="0"/>
                                  </p:stCondLst>
                                  <p:childTnLst>
                                    <p:set>
                                      <p:cBhvr>
                                        <p:cTn id="49" dur="1" fill="hold">
                                          <p:stCondLst>
                                            <p:cond delay="0"/>
                                          </p:stCondLst>
                                        </p:cTn>
                                        <p:tgtEl>
                                          <p:spTgt spid="11291"/>
                                        </p:tgtEl>
                                        <p:attrNameLst>
                                          <p:attrName>style.visibility</p:attrName>
                                        </p:attrNameLst>
                                      </p:cBhvr>
                                      <p:to>
                                        <p:strVal val="visible"/>
                                      </p:to>
                                    </p:set>
                                    <p:animEffect transition="in" filter="blinds(horizontal)">
                                      <p:cBhvr>
                                        <p:cTn id="50" dur="500"/>
                                        <p:tgtEl>
                                          <p:spTgt spid="11291"/>
                                        </p:tgtEl>
                                      </p:cBhvr>
                                    </p:animEffect>
                                  </p:childTnLst>
                                </p:cTn>
                              </p:par>
                            </p:childTnLst>
                          </p:cTn>
                        </p:par>
                      </p:childTnLst>
                    </p:cTn>
                  </p:par>
                  <p:par>
                    <p:cTn id="51" fill="hold">
                      <p:stCondLst>
                        <p:cond delay="indefinite"/>
                      </p:stCondLst>
                      <p:childTnLst>
                        <p:par>
                          <p:cTn id="52" fill="hold">
                            <p:stCondLst>
                              <p:cond delay="0"/>
                            </p:stCondLst>
                            <p:childTnLst>
                              <p:par>
                                <p:cTn id="53" presetID="3" presetClass="entr" presetSubtype="10" fill="hold" nodeType="clickEffect">
                                  <p:stCondLst>
                                    <p:cond delay="0"/>
                                  </p:stCondLst>
                                  <p:childTnLst>
                                    <p:set>
                                      <p:cBhvr>
                                        <p:cTn id="54" dur="1" fill="hold">
                                          <p:stCondLst>
                                            <p:cond delay="0"/>
                                          </p:stCondLst>
                                        </p:cTn>
                                        <p:tgtEl>
                                          <p:spTgt spid="11299"/>
                                        </p:tgtEl>
                                        <p:attrNameLst>
                                          <p:attrName>style.visibility</p:attrName>
                                        </p:attrNameLst>
                                      </p:cBhvr>
                                      <p:to>
                                        <p:strVal val="visible"/>
                                      </p:to>
                                    </p:set>
                                    <p:animEffect transition="in" filter="blinds(horizontal)">
                                      <p:cBhvr>
                                        <p:cTn id="55" dur="500"/>
                                        <p:tgtEl>
                                          <p:spTgt spid="11299"/>
                                        </p:tgtEl>
                                      </p:cBhvr>
                                    </p:animEffect>
                                  </p:childTnLst>
                                </p:cTn>
                              </p:par>
                            </p:childTnLst>
                          </p:cTn>
                        </p:par>
                      </p:childTnLst>
                    </p:cTn>
                  </p:par>
                  <p:par>
                    <p:cTn id="56" fill="hold">
                      <p:stCondLst>
                        <p:cond delay="indefinite"/>
                      </p:stCondLst>
                      <p:childTnLst>
                        <p:par>
                          <p:cTn id="57" fill="hold">
                            <p:stCondLst>
                              <p:cond delay="0"/>
                            </p:stCondLst>
                            <p:childTnLst>
                              <p:par>
                                <p:cTn id="58" presetID="3" presetClass="entr" presetSubtype="10" fill="hold" nodeType="clickEffect">
                                  <p:stCondLst>
                                    <p:cond delay="0"/>
                                  </p:stCondLst>
                                  <p:childTnLst>
                                    <p:set>
                                      <p:cBhvr>
                                        <p:cTn id="59" dur="1" fill="hold">
                                          <p:stCondLst>
                                            <p:cond delay="0"/>
                                          </p:stCondLst>
                                        </p:cTn>
                                        <p:tgtEl>
                                          <p:spTgt spid="11300"/>
                                        </p:tgtEl>
                                        <p:attrNameLst>
                                          <p:attrName>style.visibility</p:attrName>
                                        </p:attrNameLst>
                                      </p:cBhvr>
                                      <p:to>
                                        <p:strVal val="visible"/>
                                      </p:to>
                                    </p:set>
                                    <p:animEffect transition="in" filter="blinds(horizontal)">
                                      <p:cBhvr>
                                        <p:cTn id="60" dur="500"/>
                                        <p:tgtEl>
                                          <p:spTgt spid="11300"/>
                                        </p:tgtEl>
                                      </p:cBhvr>
                                    </p:animEffec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11279"/>
                                        </p:tgtEl>
                                        <p:attrNameLst>
                                          <p:attrName>style.visibility</p:attrName>
                                        </p:attrNameLst>
                                      </p:cBhvr>
                                      <p:to>
                                        <p:strVal val="visible"/>
                                      </p:to>
                                    </p:set>
                                    <p:anim calcmode="lin" valueType="num">
                                      <p:cBhvr>
                                        <p:cTn id="65" dur="500" fill="hold"/>
                                        <p:tgtEl>
                                          <p:spTgt spid="11279"/>
                                        </p:tgtEl>
                                        <p:attrNameLst>
                                          <p:attrName>ppt_x</p:attrName>
                                        </p:attrNameLst>
                                      </p:cBhvr>
                                      <p:tavLst>
                                        <p:tav tm="0">
                                          <p:val>
                                            <p:strVal val="0-#ppt_w/2"/>
                                          </p:val>
                                        </p:tav>
                                        <p:tav tm="100000">
                                          <p:val>
                                            <p:strVal val="#ppt_x"/>
                                          </p:val>
                                        </p:tav>
                                      </p:tavLst>
                                    </p:anim>
                                    <p:anim calcmode="lin" valueType="num">
                                      <p:cBhvr>
                                        <p:cTn id="66" dur="500" fill="hold"/>
                                        <p:tgtEl>
                                          <p:spTgt spid="112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p:bldP spid="11267" grpId="0"/>
      <p:bldP spid="11268" grpId="0"/>
      <p:bldP spid="11279" grpId="0"/>
      <p:bldP spid="1129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E5268ED4-3D7D-4034-9557-FF4DA3457D04}"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355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355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86625244-D934-4BEC-93C5-FBA38BD59F08}" type="slidenum">
              <a:rPr lang="zh-CN" altLang="en-US" smtClean="0">
                <a:solidFill>
                  <a:srgbClr val="000000"/>
                </a:solidFill>
                <a:latin typeface="Times New Roman" panose="02020603050405020304" pitchFamily="18" charset="0"/>
              </a:rPr>
              <a:t>15</a:t>
            </a:fld>
            <a:endParaRPr lang="zh-CN" altLang="en-US">
              <a:solidFill>
                <a:srgbClr val="000000"/>
              </a:solidFill>
              <a:latin typeface="Times New Roman" panose="02020603050405020304" pitchFamily="18" charset="0"/>
            </a:endParaRPr>
          </a:p>
        </p:txBody>
      </p:sp>
      <p:sp>
        <p:nvSpPr>
          <p:cNvPr id="12290" name="AutoShape 2" descr="再生纸"/>
          <p:cNvSpPr>
            <a:spLocks noChangeArrowheads="1"/>
          </p:cNvSpPr>
          <p:nvPr/>
        </p:nvSpPr>
        <p:spPr bwMode="auto">
          <a:xfrm>
            <a:off x="457200" y="1519238"/>
            <a:ext cx="990600" cy="533400"/>
          </a:xfrm>
          <a:prstGeom prst="bevel">
            <a:avLst>
              <a:gd name="adj" fmla="val 6944"/>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3333CC"/>
                </a:solidFill>
                <a:latin typeface="Times New Roman" panose="02020603050405020304" pitchFamily="18" charset="0"/>
                <a:ea typeface="楷体_GB2312" pitchFamily="49" charset="-122"/>
              </a:rPr>
              <a:t> 1</a:t>
            </a:r>
            <a:endParaRPr lang="en-US" altLang="zh-CN" sz="2400" b="1" i="1">
              <a:solidFill>
                <a:srgbClr val="3333CC"/>
              </a:solidFill>
              <a:latin typeface="Times New Roman" panose="02020603050405020304" pitchFamily="18" charset="0"/>
              <a:ea typeface="楷体_GB2312" pitchFamily="49" charset="-122"/>
            </a:endParaRPr>
          </a:p>
        </p:txBody>
      </p:sp>
      <p:grpSp>
        <p:nvGrpSpPr>
          <p:cNvPr id="12291" name="Group 3"/>
          <p:cNvGrpSpPr/>
          <p:nvPr/>
        </p:nvGrpSpPr>
        <p:grpSpPr bwMode="auto">
          <a:xfrm>
            <a:off x="1524000" y="1443038"/>
            <a:ext cx="6781800" cy="1171575"/>
            <a:chOff x="0" y="0"/>
            <a:chExt cx="4272" cy="738"/>
          </a:xfrm>
        </p:grpSpPr>
        <p:sp>
          <p:nvSpPr>
            <p:cNvPr id="23558" name="Text Box 4"/>
            <p:cNvSpPr txBox="1">
              <a:spLocks noChangeArrowheads="1"/>
            </p:cNvSpPr>
            <p:nvPr/>
          </p:nvSpPr>
          <p:spPr bwMode="auto">
            <a:xfrm>
              <a:off x="0" y="0"/>
              <a:ext cx="42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希望找到</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i = </a:t>
              </a:r>
              <a:r>
                <a:rPr lang="en-US" altLang="zh-CN" sz="2400" b="1">
                  <a:solidFill>
                    <a:srgbClr val="000000"/>
                  </a:solidFill>
                  <a:latin typeface="Times New Roman" panose="02020603050405020304" pitchFamily="18" charset="0"/>
                  <a:ea typeface="楷体_GB2312" pitchFamily="49" charset="-122"/>
                </a:rPr>
                <a:t>0, …,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使得</a:t>
              </a:r>
              <a:r>
                <a:rPr lang="zh-CN" altLang="en-US" sz="2400" b="1" i="1">
                  <a:solidFill>
                    <a:srgbClr val="3333CC"/>
                  </a:solidFill>
                  <a:latin typeface="Times New Roman" panose="02020603050405020304" pitchFamily="18" charset="0"/>
                  <a:ea typeface="楷体_GB2312" pitchFamily="49" charset="-122"/>
                </a:rPr>
                <a:t> </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i="1" baseline="-25000">
                  <a:solidFill>
                    <a:srgbClr val="000000"/>
                  </a:solidFill>
                  <a:latin typeface="Times New Roman" panose="02020603050405020304" pitchFamily="18" charset="0"/>
                  <a:ea typeface="楷体_GB2312" pitchFamily="49" charset="-122"/>
                  <a:sym typeface="Symbol" panose="05050102010706020507" pitchFamily="18" charset="2"/>
                </a:rPr>
                <a:t>ij</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；然后令</a:t>
              </a:r>
            </a:p>
          </p:txBody>
        </p:sp>
        <p:grpSp>
          <p:nvGrpSpPr>
            <p:cNvPr id="23559" name="Group 5"/>
            <p:cNvGrpSpPr/>
            <p:nvPr/>
          </p:nvGrpSpPr>
          <p:grpSpPr bwMode="auto">
            <a:xfrm>
              <a:off x="96" y="288"/>
              <a:ext cx="1356" cy="450"/>
              <a:chOff x="0" y="0"/>
              <a:chExt cx="1356" cy="450"/>
            </a:xfrm>
          </p:grpSpPr>
          <p:sp>
            <p:nvSpPr>
              <p:cNvPr id="23560" name="Rectangle 6"/>
              <p:cNvSpPr>
                <a:spLocks noChangeArrowheads="1"/>
              </p:cNvSpPr>
              <p:nvPr/>
            </p:nvSpPr>
            <p:spPr bwMode="auto">
              <a:xfrm>
                <a:off x="595" y="66"/>
                <a:ext cx="15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3561" name="Rectangle 7"/>
              <p:cNvSpPr>
                <a:spLocks noChangeArrowheads="1"/>
              </p:cNvSpPr>
              <p:nvPr/>
            </p:nvSpPr>
            <p:spPr bwMode="auto">
              <a:xfrm>
                <a:off x="656" y="324"/>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562" name="Rectangle 8"/>
              <p:cNvSpPr>
                <a:spLocks noChangeArrowheads="1"/>
              </p:cNvSpPr>
              <p:nvPr/>
            </p:nvSpPr>
            <p:spPr bwMode="auto">
              <a:xfrm>
                <a:off x="452" y="91"/>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563" name="Rectangle 9"/>
              <p:cNvSpPr>
                <a:spLocks noChangeArrowheads="1"/>
              </p:cNvSpPr>
              <p:nvPr/>
            </p:nvSpPr>
            <p:spPr bwMode="auto">
              <a:xfrm>
                <a:off x="664" y="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3564" name="Rectangle 10"/>
              <p:cNvSpPr>
                <a:spLocks noChangeArrowheads="1"/>
              </p:cNvSpPr>
              <p:nvPr/>
            </p:nvSpPr>
            <p:spPr bwMode="auto">
              <a:xfrm>
                <a:off x="615" y="33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23565" name="Rectangle 11"/>
              <p:cNvSpPr>
                <a:spLocks noChangeArrowheads="1"/>
              </p:cNvSpPr>
              <p:nvPr/>
            </p:nvSpPr>
            <p:spPr bwMode="auto">
              <a:xfrm>
                <a:off x="1297" y="22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3566" name="Rectangle 12"/>
              <p:cNvSpPr>
                <a:spLocks noChangeArrowheads="1"/>
              </p:cNvSpPr>
              <p:nvPr/>
            </p:nvSpPr>
            <p:spPr bwMode="auto">
              <a:xfrm>
                <a:off x="874" y="21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i</a:t>
                </a:r>
                <a:endParaRPr lang="en-US" altLang="zh-CN" sz="2800" b="1">
                  <a:solidFill>
                    <a:srgbClr val="FF3300"/>
                  </a:solidFill>
                  <a:latin typeface="Times New Roman" panose="02020603050405020304" pitchFamily="18" charset="0"/>
                  <a:ea typeface="楷体_GB2312" pitchFamily="49" charset="-122"/>
                </a:endParaRPr>
              </a:p>
            </p:txBody>
          </p:sp>
          <p:sp>
            <p:nvSpPr>
              <p:cNvPr id="23567" name="Rectangle 13"/>
              <p:cNvSpPr>
                <a:spLocks noChangeArrowheads="1"/>
              </p:cNvSpPr>
              <p:nvPr/>
            </p:nvSpPr>
            <p:spPr bwMode="auto">
              <a:xfrm>
                <a:off x="94" y="21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3568" name="Rectangle 14"/>
              <p:cNvSpPr>
                <a:spLocks noChangeArrowheads="1"/>
              </p:cNvSpPr>
              <p:nvPr/>
            </p:nvSpPr>
            <p:spPr bwMode="auto">
              <a:xfrm>
                <a:off x="1212" y="74"/>
                <a:ext cx="144"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23569" name="Rectangle 15"/>
              <p:cNvSpPr>
                <a:spLocks noChangeArrowheads="1"/>
              </p:cNvSpPr>
              <p:nvPr/>
            </p:nvSpPr>
            <p:spPr bwMode="auto">
              <a:xfrm>
                <a:off x="1009" y="11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570" name="Rectangle 16"/>
              <p:cNvSpPr>
                <a:spLocks noChangeArrowheads="1"/>
              </p:cNvSpPr>
              <p:nvPr/>
            </p:nvSpPr>
            <p:spPr bwMode="auto">
              <a:xfrm>
                <a:off x="816" y="110"/>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23571" name="Rectangle 17"/>
              <p:cNvSpPr>
                <a:spLocks noChangeArrowheads="1"/>
              </p:cNvSpPr>
              <p:nvPr/>
            </p:nvSpPr>
            <p:spPr bwMode="auto">
              <a:xfrm>
                <a:off x="252" y="11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572" name="Rectangle 18"/>
              <p:cNvSpPr>
                <a:spLocks noChangeArrowheads="1"/>
              </p:cNvSpPr>
              <p:nvPr/>
            </p:nvSpPr>
            <p:spPr bwMode="auto">
              <a:xfrm>
                <a:off x="0" y="110"/>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23573" name="Rectangle 19"/>
              <p:cNvSpPr>
                <a:spLocks noChangeArrowheads="1"/>
              </p:cNvSpPr>
              <p:nvPr/>
            </p:nvSpPr>
            <p:spPr bwMode="auto">
              <a:xfrm>
                <a:off x="720" y="33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3574" name="Rectangle 20"/>
              <p:cNvSpPr>
                <a:spLocks noChangeArrowheads="1"/>
              </p:cNvSpPr>
              <p:nvPr/>
            </p:nvSpPr>
            <p:spPr bwMode="auto">
              <a:xfrm>
                <a:off x="1116" y="12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575" name="Rectangle 21"/>
              <p:cNvSpPr>
                <a:spLocks noChangeArrowheads="1"/>
              </p:cNvSpPr>
              <p:nvPr/>
            </p:nvSpPr>
            <p:spPr bwMode="auto">
              <a:xfrm>
                <a:off x="927"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576" name="Rectangle 22"/>
              <p:cNvSpPr>
                <a:spLocks noChangeArrowheads="1"/>
              </p:cNvSpPr>
              <p:nvPr/>
            </p:nvSpPr>
            <p:spPr bwMode="auto">
              <a:xfrm>
                <a:off x="354"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577" name="Rectangle 23"/>
              <p:cNvSpPr>
                <a:spLocks noChangeArrowheads="1"/>
              </p:cNvSpPr>
              <p:nvPr/>
            </p:nvSpPr>
            <p:spPr bwMode="auto">
              <a:xfrm>
                <a:off x="171"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23578" name="Text Box 24"/>
            <p:cNvSpPr txBox="1">
              <a:spLocks noChangeArrowheads="1"/>
            </p:cNvSpPr>
            <p:nvPr/>
          </p:nvSpPr>
          <p:spPr bwMode="auto">
            <a:xfrm>
              <a:off x="1440" y="384"/>
              <a:ext cx="25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，则显然有</a:t>
              </a:r>
              <a:r>
                <a:rPr lang="en-US" altLang="zh-CN" sz="2400" b="1" i="1">
                  <a:solidFill>
                    <a:srgbClr val="000000"/>
                  </a:solidFill>
                  <a:latin typeface="Times New Roman" panose="02020603050405020304" pitchFamily="18" charset="0"/>
                  <a:ea typeface="楷体_GB2312" pitchFamily="49" charset="-122"/>
                </a:rPr>
                <a:t>P</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a:t>
              </a:r>
              <a:r>
                <a:rPr lang="en-US" altLang="zh-CN" sz="2400" b="1">
                  <a:solidFill>
                    <a:srgbClr val="3333CC"/>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i="1" baseline="-25000">
                  <a:solidFill>
                    <a:srgbClr val="3333CC"/>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a:t>
              </a:r>
            </a:p>
          </p:txBody>
        </p:sp>
      </p:grpSp>
      <p:grpSp>
        <p:nvGrpSpPr>
          <p:cNvPr id="12313" name="Group 25"/>
          <p:cNvGrpSpPr/>
          <p:nvPr/>
        </p:nvGrpSpPr>
        <p:grpSpPr bwMode="auto">
          <a:xfrm>
            <a:off x="533400" y="2509838"/>
            <a:ext cx="931863" cy="1262062"/>
            <a:chOff x="0" y="0"/>
            <a:chExt cx="587" cy="795"/>
          </a:xfrm>
        </p:grpSpPr>
        <p:grpSp>
          <p:nvGrpSpPr>
            <p:cNvPr id="23580" name="Group 26"/>
            <p:cNvGrpSpPr/>
            <p:nvPr/>
          </p:nvGrpSpPr>
          <p:grpSpPr bwMode="auto">
            <a:xfrm flipH="1">
              <a:off x="0" y="0"/>
              <a:ext cx="574" cy="795"/>
              <a:chOff x="0" y="0"/>
              <a:chExt cx="574" cy="795"/>
            </a:xfrm>
          </p:grpSpPr>
          <p:grpSp>
            <p:nvGrpSpPr>
              <p:cNvPr id="23581" name="Group 27"/>
              <p:cNvGrpSpPr/>
              <p:nvPr/>
            </p:nvGrpSpPr>
            <p:grpSpPr bwMode="auto">
              <a:xfrm>
                <a:off x="0" y="0"/>
                <a:ext cx="486" cy="483"/>
                <a:chOff x="0" y="0"/>
                <a:chExt cx="486" cy="483"/>
              </a:xfrm>
            </p:grpSpPr>
            <p:grpSp>
              <p:nvGrpSpPr>
                <p:cNvPr id="23582" name="Group 28"/>
                <p:cNvGrpSpPr/>
                <p:nvPr/>
              </p:nvGrpSpPr>
              <p:grpSpPr bwMode="auto">
                <a:xfrm>
                  <a:off x="10" y="6"/>
                  <a:ext cx="476" cy="477"/>
                  <a:chOff x="0" y="0"/>
                  <a:chExt cx="476" cy="477"/>
                </a:xfrm>
              </p:grpSpPr>
              <p:grpSp>
                <p:nvGrpSpPr>
                  <p:cNvPr id="23583" name="Group 29"/>
                  <p:cNvGrpSpPr/>
                  <p:nvPr/>
                </p:nvGrpSpPr>
                <p:grpSpPr bwMode="auto">
                  <a:xfrm>
                    <a:off x="0" y="0"/>
                    <a:ext cx="476" cy="477"/>
                    <a:chOff x="0" y="0"/>
                    <a:chExt cx="476" cy="477"/>
                  </a:xfrm>
                </p:grpSpPr>
                <p:sp>
                  <p:nvSpPr>
                    <p:cNvPr id="23584" name="未知"/>
                    <p:cNvSpPr>
                      <a:spLocks noChangeArrowheads="1"/>
                    </p:cNvSpPr>
                    <p:nvPr/>
                  </p:nvSpPr>
                  <p:spPr bwMode="auto">
                    <a:xfrm>
                      <a:off x="0" y="0"/>
                      <a:ext cx="404" cy="277"/>
                    </a:xfrm>
                    <a:custGeom>
                      <a:avLst/>
                      <a:gdLst>
                        <a:gd name="T0" fmla="*/ 25 w 1214"/>
                        <a:gd name="T1" fmla="*/ 830 h 830"/>
                        <a:gd name="T2" fmla="*/ 7 w 1214"/>
                        <a:gd name="T3" fmla="*/ 732 h 830"/>
                        <a:gd name="T4" fmla="*/ 0 w 1214"/>
                        <a:gd name="T5" fmla="*/ 637 h 830"/>
                        <a:gd name="T6" fmla="*/ 3 w 1214"/>
                        <a:gd name="T7" fmla="*/ 572 h 830"/>
                        <a:gd name="T8" fmla="*/ 14 w 1214"/>
                        <a:gd name="T9" fmla="*/ 512 h 830"/>
                        <a:gd name="T10" fmla="*/ 32 w 1214"/>
                        <a:gd name="T11" fmla="*/ 447 h 830"/>
                        <a:gd name="T12" fmla="*/ 61 w 1214"/>
                        <a:gd name="T13" fmla="*/ 382 h 830"/>
                        <a:gd name="T14" fmla="*/ 98 w 1214"/>
                        <a:gd name="T15" fmla="*/ 313 h 830"/>
                        <a:gd name="T16" fmla="*/ 134 w 1214"/>
                        <a:gd name="T17" fmla="*/ 258 h 830"/>
                        <a:gd name="T18" fmla="*/ 178 w 1214"/>
                        <a:gd name="T19" fmla="*/ 204 h 830"/>
                        <a:gd name="T20" fmla="*/ 228 w 1214"/>
                        <a:gd name="T21" fmla="*/ 156 h 830"/>
                        <a:gd name="T22" fmla="*/ 279 w 1214"/>
                        <a:gd name="T23" fmla="*/ 116 h 830"/>
                        <a:gd name="T24" fmla="*/ 334 w 1214"/>
                        <a:gd name="T25" fmla="*/ 84 h 830"/>
                        <a:gd name="T26" fmla="*/ 400 w 1214"/>
                        <a:gd name="T27" fmla="*/ 55 h 830"/>
                        <a:gd name="T28" fmla="*/ 477 w 1214"/>
                        <a:gd name="T29" fmla="*/ 29 h 830"/>
                        <a:gd name="T30" fmla="*/ 542 w 1214"/>
                        <a:gd name="T31" fmla="*/ 11 h 830"/>
                        <a:gd name="T32" fmla="*/ 622 w 1214"/>
                        <a:gd name="T33" fmla="*/ 0 h 830"/>
                        <a:gd name="T34" fmla="*/ 723 w 1214"/>
                        <a:gd name="T35" fmla="*/ 0 h 830"/>
                        <a:gd name="T36" fmla="*/ 800 w 1214"/>
                        <a:gd name="T37" fmla="*/ 15 h 830"/>
                        <a:gd name="T38" fmla="*/ 891 w 1214"/>
                        <a:gd name="T39" fmla="*/ 36 h 830"/>
                        <a:gd name="T40" fmla="*/ 981 w 1214"/>
                        <a:gd name="T41" fmla="*/ 76 h 830"/>
                        <a:gd name="T42" fmla="*/ 1061 w 1214"/>
                        <a:gd name="T43" fmla="*/ 124 h 830"/>
                        <a:gd name="T44" fmla="*/ 1116 w 1214"/>
                        <a:gd name="T45" fmla="*/ 171 h 830"/>
                        <a:gd name="T46" fmla="*/ 1170 w 1214"/>
                        <a:gd name="T47" fmla="*/ 225 h 830"/>
                        <a:gd name="T48" fmla="*/ 1214 w 1214"/>
                        <a:gd name="T49" fmla="*/ 280 h 830"/>
                        <a:gd name="T50" fmla="*/ 1097 w 1214"/>
                        <a:gd name="T51" fmla="*/ 193 h 830"/>
                        <a:gd name="T52" fmla="*/ 1036 w 1214"/>
                        <a:gd name="T53" fmla="*/ 156 h 830"/>
                        <a:gd name="T54" fmla="*/ 970 w 1214"/>
                        <a:gd name="T55" fmla="*/ 131 h 830"/>
                        <a:gd name="T56" fmla="*/ 887 w 1214"/>
                        <a:gd name="T57" fmla="*/ 105 h 830"/>
                        <a:gd name="T58" fmla="*/ 807 w 1214"/>
                        <a:gd name="T59" fmla="*/ 95 h 830"/>
                        <a:gd name="T60" fmla="*/ 720 w 1214"/>
                        <a:gd name="T61" fmla="*/ 91 h 830"/>
                        <a:gd name="T62" fmla="*/ 655 w 1214"/>
                        <a:gd name="T63" fmla="*/ 95 h 830"/>
                        <a:gd name="T64" fmla="*/ 586 w 1214"/>
                        <a:gd name="T65" fmla="*/ 105 h 830"/>
                        <a:gd name="T66" fmla="*/ 517 w 1214"/>
                        <a:gd name="T67" fmla="*/ 124 h 830"/>
                        <a:gd name="T68" fmla="*/ 451 w 1214"/>
                        <a:gd name="T69" fmla="*/ 145 h 830"/>
                        <a:gd name="T70" fmla="*/ 379 w 1214"/>
                        <a:gd name="T71" fmla="*/ 182 h 830"/>
                        <a:gd name="T72" fmla="*/ 323 w 1214"/>
                        <a:gd name="T73" fmla="*/ 214 h 830"/>
                        <a:gd name="T74" fmla="*/ 276 w 1214"/>
                        <a:gd name="T75" fmla="*/ 254 h 830"/>
                        <a:gd name="T76" fmla="*/ 221 w 1214"/>
                        <a:gd name="T77" fmla="*/ 298 h 830"/>
                        <a:gd name="T78" fmla="*/ 178 w 1214"/>
                        <a:gd name="T79" fmla="*/ 345 h 830"/>
                        <a:gd name="T80" fmla="*/ 134 w 1214"/>
                        <a:gd name="T81" fmla="*/ 411 h 830"/>
                        <a:gd name="T82" fmla="*/ 94 w 1214"/>
                        <a:gd name="T83" fmla="*/ 480 h 830"/>
                        <a:gd name="T84" fmla="*/ 69 w 1214"/>
                        <a:gd name="T85" fmla="*/ 545 h 830"/>
                        <a:gd name="T86" fmla="*/ 47 w 1214"/>
                        <a:gd name="T87" fmla="*/ 623 h 830"/>
                        <a:gd name="T88" fmla="*/ 32 w 1214"/>
                        <a:gd name="T89" fmla="*/ 717 h 830"/>
                        <a:gd name="T90" fmla="*/ 25 w 1214"/>
                        <a:gd name="T91"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4" h="830">
                          <a:moveTo>
                            <a:pt x="25" y="830"/>
                          </a:moveTo>
                          <a:lnTo>
                            <a:pt x="7" y="732"/>
                          </a:lnTo>
                          <a:lnTo>
                            <a:pt x="0" y="637"/>
                          </a:lnTo>
                          <a:lnTo>
                            <a:pt x="3" y="572"/>
                          </a:lnTo>
                          <a:lnTo>
                            <a:pt x="14" y="512"/>
                          </a:lnTo>
                          <a:lnTo>
                            <a:pt x="32" y="447"/>
                          </a:lnTo>
                          <a:lnTo>
                            <a:pt x="61" y="382"/>
                          </a:lnTo>
                          <a:lnTo>
                            <a:pt x="98" y="313"/>
                          </a:lnTo>
                          <a:lnTo>
                            <a:pt x="134" y="258"/>
                          </a:lnTo>
                          <a:lnTo>
                            <a:pt x="178" y="204"/>
                          </a:lnTo>
                          <a:lnTo>
                            <a:pt x="228" y="156"/>
                          </a:lnTo>
                          <a:lnTo>
                            <a:pt x="279" y="116"/>
                          </a:lnTo>
                          <a:lnTo>
                            <a:pt x="334" y="84"/>
                          </a:lnTo>
                          <a:lnTo>
                            <a:pt x="400" y="55"/>
                          </a:lnTo>
                          <a:lnTo>
                            <a:pt x="477" y="29"/>
                          </a:lnTo>
                          <a:lnTo>
                            <a:pt x="542" y="11"/>
                          </a:lnTo>
                          <a:lnTo>
                            <a:pt x="622" y="0"/>
                          </a:lnTo>
                          <a:lnTo>
                            <a:pt x="723" y="0"/>
                          </a:lnTo>
                          <a:lnTo>
                            <a:pt x="800" y="15"/>
                          </a:lnTo>
                          <a:lnTo>
                            <a:pt x="891" y="36"/>
                          </a:lnTo>
                          <a:lnTo>
                            <a:pt x="981" y="76"/>
                          </a:lnTo>
                          <a:lnTo>
                            <a:pt x="1061" y="124"/>
                          </a:lnTo>
                          <a:lnTo>
                            <a:pt x="1116" y="171"/>
                          </a:lnTo>
                          <a:lnTo>
                            <a:pt x="1170" y="225"/>
                          </a:lnTo>
                          <a:lnTo>
                            <a:pt x="1214" y="280"/>
                          </a:lnTo>
                          <a:lnTo>
                            <a:pt x="1097" y="193"/>
                          </a:lnTo>
                          <a:lnTo>
                            <a:pt x="1036" y="156"/>
                          </a:lnTo>
                          <a:lnTo>
                            <a:pt x="970" y="131"/>
                          </a:lnTo>
                          <a:lnTo>
                            <a:pt x="887" y="105"/>
                          </a:lnTo>
                          <a:lnTo>
                            <a:pt x="807" y="95"/>
                          </a:lnTo>
                          <a:lnTo>
                            <a:pt x="720" y="91"/>
                          </a:lnTo>
                          <a:lnTo>
                            <a:pt x="655" y="95"/>
                          </a:lnTo>
                          <a:lnTo>
                            <a:pt x="586" y="105"/>
                          </a:lnTo>
                          <a:lnTo>
                            <a:pt x="517" y="124"/>
                          </a:lnTo>
                          <a:lnTo>
                            <a:pt x="451" y="145"/>
                          </a:lnTo>
                          <a:lnTo>
                            <a:pt x="379" y="182"/>
                          </a:lnTo>
                          <a:lnTo>
                            <a:pt x="323" y="214"/>
                          </a:lnTo>
                          <a:lnTo>
                            <a:pt x="276" y="254"/>
                          </a:lnTo>
                          <a:lnTo>
                            <a:pt x="221" y="298"/>
                          </a:lnTo>
                          <a:lnTo>
                            <a:pt x="178" y="345"/>
                          </a:lnTo>
                          <a:lnTo>
                            <a:pt x="134" y="411"/>
                          </a:lnTo>
                          <a:lnTo>
                            <a:pt x="94" y="480"/>
                          </a:lnTo>
                          <a:lnTo>
                            <a:pt x="69" y="545"/>
                          </a:lnTo>
                          <a:lnTo>
                            <a:pt x="47" y="623"/>
                          </a:lnTo>
                          <a:lnTo>
                            <a:pt x="32" y="717"/>
                          </a:lnTo>
                          <a:lnTo>
                            <a:pt x="25" y="83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85" name="未知"/>
                    <p:cNvSpPr>
                      <a:spLocks noChangeArrowheads="1"/>
                    </p:cNvSpPr>
                    <p:nvPr/>
                  </p:nvSpPr>
                  <p:spPr bwMode="auto">
                    <a:xfrm>
                      <a:off x="30" y="137"/>
                      <a:ext cx="446" cy="340"/>
                    </a:xfrm>
                    <a:custGeom>
                      <a:avLst/>
                      <a:gdLst>
                        <a:gd name="T0" fmla="*/ 0 w 1339"/>
                        <a:gd name="T1" fmla="*/ 619 h 1018"/>
                        <a:gd name="T2" fmla="*/ 77 w 1339"/>
                        <a:gd name="T3" fmla="*/ 706 h 1018"/>
                        <a:gd name="T4" fmla="*/ 160 w 1339"/>
                        <a:gd name="T5" fmla="*/ 782 h 1018"/>
                        <a:gd name="T6" fmla="*/ 237 w 1339"/>
                        <a:gd name="T7" fmla="*/ 826 h 1018"/>
                        <a:gd name="T8" fmla="*/ 347 w 1339"/>
                        <a:gd name="T9" fmla="*/ 873 h 1018"/>
                        <a:gd name="T10" fmla="*/ 434 w 1339"/>
                        <a:gd name="T11" fmla="*/ 899 h 1018"/>
                        <a:gd name="T12" fmla="*/ 514 w 1339"/>
                        <a:gd name="T13" fmla="*/ 909 h 1018"/>
                        <a:gd name="T14" fmla="*/ 608 w 1339"/>
                        <a:gd name="T15" fmla="*/ 909 h 1018"/>
                        <a:gd name="T16" fmla="*/ 677 w 1339"/>
                        <a:gd name="T17" fmla="*/ 902 h 1018"/>
                        <a:gd name="T18" fmla="*/ 761 w 1339"/>
                        <a:gd name="T19" fmla="*/ 888 h 1018"/>
                        <a:gd name="T20" fmla="*/ 844 w 1339"/>
                        <a:gd name="T21" fmla="*/ 862 h 1018"/>
                        <a:gd name="T22" fmla="*/ 913 w 1339"/>
                        <a:gd name="T23" fmla="*/ 826 h 1018"/>
                        <a:gd name="T24" fmla="*/ 978 w 1339"/>
                        <a:gd name="T25" fmla="*/ 786 h 1018"/>
                        <a:gd name="T26" fmla="*/ 1037 w 1339"/>
                        <a:gd name="T27" fmla="*/ 746 h 1018"/>
                        <a:gd name="T28" fmla="*/ 1095 w 1339"/>
                        <a:gd name="T29" fmla="*/ 688 h 1018"/>
                        <a:gd name="T30" fmla="*/ 1153 w 1339"/>
                        <a:gd name="T31" fmla="*/ 622 h 1018"/>
                        <a:gd name="T32" fmla="*/ 1197 w 1339"/>
                        <a:gd name="T33" fmla="*/ 561 h 1018"/>
                        <a:gd name="T34" fmla="*/ 1223 w 1339"/>
                        <a:gd name="T35" fmla="*/ 499 h 1018"/>
                        <a:gd name="T36" fmla="*/ 1256 w 1339"/>
                        <a:gd name="T37" fmla="*/ 401 h 1018"/>
                        <a:gd name="T38" fmla="*/ 1277 w 1339"/>
                        <a:gd name="T39" fmla="*/ 299 h 1018"/>
                        <a:gd name="T40" fmla="*/ 1281 w 1339"/>
                        <a:gd name="T41" fmla="*/ 208 h 1018"/>
                        <a:gd name="T42" fmla="*/ 1266 w 1339"/>
                        <a:gd name="T43" fmla="*/ 109 h 1018"/>
                        <a:gd name="T44" fmla="*/ 1234 w 1339"/>
                        <a:gd name="T45" fmla="*/ 0 h 1018"/>
                        <a:gd name="T46" fmla="*/ 1266 w 1339"/>
                        <a:gd name="T47" fmla="*/ 58 h 1018"/>
                        <a:gd name="T48" fmla="*/ 1303 w 1339"/>
                        <a:gd name="T49" fmla="*/ 141 h 1018"/>
                        <a:gd name="T50" fmla="*/ 1321 w 1339"/>
                        <a:gd name="T51" fmla="*/ 219 h 1018"/>
                        <a:gd name="T52" fmla="*/ 1339 w 1339"/>
                        <a:gd name="T53" fmla="*/ 292 h 1018"/>
                        <a:gd name="T54" fmla="*/ 1335 w 1339"/>
                        <a:gd name="T55" fmla="*/ 353 h 1018"/>
                        <a:gd name="T56" fmla="*/ 1332 w 1339"/>
                        <a:gd name="T57" fmla="*/ 437 h 1018"/>
                        <a:gd name="T58" fmla="*/ 1288 w 1339"/>
                        <a:gd name="T59" fmla="*/ 597 h 1018"/>
                        <a:gd name="T60" fmla="*/ 1245 w 1339"/>
                        <a:gd name="T61" fmla="*/ 684 h 1018"/>
                        <a:gd name="T62" fmla="*/ 1190 w 1339"/>
                        <a:gd name="T63" fmla="*/ 760 h 1018"/>
                        <a:gd name="T64" fmla="*/ 1131 w 1339"/>
                        <a:gd name="T65" fmla="*/ 826 h 1018"/>
                        <a:gd name="T66" fmla="*/ 1073 w 1339"/>
                        <a:gd name="T67" fmla="*/ 873 h 1018"/>
                        <a:gd name="T68" fmla="*/ 993 w 1339"/>
                        <a:gd name="T69" fmla="*/ 928 h 1018"/>
                        <a:gd name="T70" fmla="*/ 913 w 1339"/>
                        <a:gd name="T71" fmla="*/ 964 h 1018"/>
                        <a:gd name="T72" fmla="*/ 837 w 1339"/>
                        <a:gd name="T73" fmla="*/ 989 h 1018"/>
                        <a:gd name="T74" fmla="*/ 739 w 1339"/>
                        <a:gd name="T75" fmla="*/ 1015 h 1018"/>
                        <a:gd name="T76" fmla="*/ 666 w 1339"/>
                        <a:gd name="T77" fmla="*/ 1018 h 1018"/>
                        <a:gd name="T78" fmla="*/ 586 w 1339"/>
                        <a:gd name="T79" fmla="*/ 1018 h 1018"/>
                        <a:gd name="T80" fmla="*/ 506 w 1339"/>
                        <a:gd name="T81" fmla="*/ 1004 h 1018"/>
                        <a:gd name="T82" fmla="*/ 419 w 1339"/>
                        <a:gd name="T83" fmla="*/ 986 h 1018"/>
                        <a:gd name="T84" fmla="*/ 361 w 1339"/>
                        <a:gd name="T85" fmla="*/ 964 h 1018"/>
                        <a:gd name="T86" fmla="*/ 284 w 1339"/>
                        <a:gd name="T87" fmla="*/ 924 h 1018"/>
                        <a:gd name="T88" fmla="*/ 218 w 1339"/>
                        <a:gd name="T89" fmla="*/ 888 h 1018"/>
                        <a:gd name="T90" fmla="*/ 157 w 1339"/>
                        <a:gd name="T91" fmla="*/ 837 h 1018"/>
                        <a:gd name="T92" fmla="*/ 91 w 1339"/>
                        <a:gd name="T93" fmla="*/ 768 h 1018"/>
                        <a:gd name="T94" fmla="*/ 30 w 1339"/>
                        <a:gd name="T95" fmla="*/ 680 h 1018"/>
                        <a:gd name="T96" fmla="*/ 0 w 1339"/>
                        <a:gd name="T97" fmla="*/ 619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9" h="1018">
                          <a:moveTo>
                            <a:pt x="0" y="619"/>
                          </a:moveTo>
                          <a:lnTo>
                            <a:pt x="77" y="706"/>
                          </a:lnTo>
                          <a:lnTo>
                            <a:pt x="160" y="782"/>
                          </a:lnTo>
                          <a:lnTo>
                            <a:pt x="237" y="826"/>
                          </a:lnTo>
                          <a:lnTo>
                            <a:pt x="347" y="873"/>
                          </a:lnTo>
                          <a:lnTo>
                            <a:pt x="434" y="899"/>
                          </a:lnTo>
                          <a:lnTo>
                            <a:pt x="514" y="909"/>
                          </a:lnTo>
                          <a:lnTo>
                            <a:pt x="608" y="909"/>
                          </a:lnTo>
                          <a:lnTo>
                            <a:pt x="677" y="902"/>
                          </a:lnTo>
                          <a:lnTo>
                            <a:pt x="761" y="888"/>
                          </a:lnTo>
                          <a:lnTo>
                            <a:pt x="844" y="862"/>
                          </a:lnTo>
                          <a:lnTo>
                            <a:pt x="913" y="826"/>
                          </a:lnTo>
                          <a:lnTo>
                            <a:pt x="978" y="786"/>
                          </a:lnTo>
                          <a:lnTo>
                            <a:pt x="1037" y="746"/>
                          </a:lnTo>
                          <a:lnTo>
                            <a:pt x="1095" y="688"/>
                          </a:lnTo>
                          <a:lnTo>
                            <a:pt x="1153" y="622"/>
                          </a:lnTo>
                          <a:lnTo>
                            <a:pt x="1197" y="561"/>
                          </a:lnTo>
                          <a:lnTo>
                            <a:pt x="1223" y="499"/>
                          </a:lnTo>
                          <a:lnTo>
                            <a:pt x="1256" y="401"/>
                          </a:lnTo>
                          <a:lnTo>
                            <a:pt x="1277" y="299"/>
                          </a:lnTo>
                          <a:lnTo>
                            <a:pt x="1281" y="208"/>
                          </a:lnTo>
                          <a:lnTo>
                            <a:pt x="1266" y="109"/>
                          </a:lnTo>
                          <a:lnTo>
                            <a:pt x="1234" y="0"/>
                          </a:lnTo>
                          <a:lnTo>
                            <a:pt x="1266" y="58"/>
                          </a:lnTo>
                          <a:lnTo>
                            <a:pt x="1303" y="141"/>
                          </a:lnTo>
                          <a:lnTo>
                            <a:pt x="1321" y="219"/>
                          </a:lnTo>
                          <a:lnTo>
                            <a:pt x="1339" y="292"/>
                          </a:lnTo>
                          <a:lnTo>
                            <a:pt x="1335" y="353"/>
                          </a:lnTo>
                          <a:lnTo>
                            <a:pt x="1332" y="437"/>
                          </a:lnTo>
                          <a:lnTo>
                            <a:pt x="1288" y="597"/>
                          </a:lnTo>
                          <a:lnTo>
                            <a:pt x="1245" y="684"/>
                          </a:lnTo>
                          <a:lnTo>
                            <a:pt x="1190" y="760"/>
                          </a:lnTo>
                          <a:lnTo>
                            <a:pt x="1131" y="826"/>
                          </a:lnTo>
                          <a:lnTo>
                            <a:pt x="1073" y="873"/>
                          </a:lnTo>
                          <a:lnTo>
                            <a:pt x="993" y="928"/>
                          </a:lnTo>
                          <a:lnTo>
                            <a:pt x="913" y="964"/>
                          </a:lnTo>
                          <a:lnTo>
                            <a:pt x="837" y="989"/>
                          </a:lnTo>
                          <a:lnTo>
                            <a:pt x="739" y="1015"/>
                          </a:lnTo>
                          <a:lnTo>
                            <a:pt x="666" y="1018"/>
                          </a:lnTo>
                          <a:lnTo>
                            <a:pt x="586" y="1018"/>
                          </a:lnTo>
                          <a:lnTo>
                            <a:pt x="506" y="1004"/>
                          </a:lnTo>
                          <a:lnTo>
                            <a:pt x="419" y="986"/>
                          </a:lnTo>
                          <a:lnTo>
                            <a:pt x="361" y="964"/>
                          </a:lnTo>
                          <a:lnTo>
                            <a:pt x="284" y="924"/>
                          </a:lnTo>
                          <a:lnTo>
                            <a:pt x="218" y="888"/>
                          </a:lnTo>
                          <a:lnTo>
                            <a:pt x="157" y="837"/>
                          </a:lnTo>
                          <a:lnTo>
                            <a:pt x="91" y="768"/>
                          </a:lnTo>
                          <a:lnTo>
                            <a:pt x="30" y="680"/>
                          </a:lnTo>
                          <a:lnTo>
                            <a:pt x="0" y="61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23586" name="Group 32"/>
                  <p:cNvGrpSpPr/>
                  <p:nvPr/>
                </p:nvGrpSpPr>
                <p:grpSpPr bwMode="auto">
                  <a:xfrm>
                    <a:off x="2" y="7"/>
                    <a:ext cx="473" cy="449"/>
                    <a:chOff x="0" y="0"/>
                    <a:chExt cx="473" cy="449"/>
                  </a:xfrm>
                </p:grpSpPr>
                <p:sp>
                  <p:nvSpPr>
                    <p:cNvPr id="23587" name="未知"/>
                    <p:cNvSpPr>
                      <a:spLocks noChangeArrowheads="1"/>
                    </p:cNvSpPr>
                    <p:nvPr/>
                  </p:nvSpPr>
                  <p:spPr bwMode="auto">
                    <a:xfrm>
                      <a:off x="27" y="337"/>
                      <a:ext cx="116" cy="112"/>
                    </a:xfrm>
                    <a:custGeom>
                      <a:avLst/>
                      <a:gdLst>
                        <a:gd name="T0" fmla="*/ 0 w 347"/>
                        <a:gd name="T1" fmla="*/ 0 h 337"/>
                        <a:gd name="T2" fmla="*/ 36 w 347"/>
                        <a:gd name="T3" fmla="*/ 68 h 337"/>
                        <a:gd name="T4" fmla="*/ 71 w 347"/>
                        <a:gd name="T5" fmla="*/ 120 h 337"/>
                        <a:gd name="T6" fmla="*/ 109 w 347"/>
                        <a:gd name="T7" fmla="*/ 167 h 337"/>
                        <a:gd name="T8" fmla="*/ 167 w 347"/>
                        <a:gd name="T9" fmla="*/ 224 h 337"/>
                        <a:gd name="T10" fmla="*/ 211 w 347"/>
                        <a:gd name="T11" fmla="*/ 260 h 337"/>
                        <a:gd name="T12" fmla="*/ 266 w 347"/>
                        <a:gd name="T13" fmla="*/ 296 h 337"/>
                        <a:gd name="T14" fmla="*/ 347 w 347"/>
                        <a:gd name="T15" fmla="*/ 337 h 337"/>
                        <a:gd name="T16" fmla="*/ 257 w 347"/>
                        <a:gd name="T17" fmla="*/ 213 h 337"/>
                        <a:gd name="T18" fmla="*/ 206 w 347"/>
                        <a:gd name="T19" fmla="*/ 184 h 337"/>
                        <a:gd name="T20" fmla="*/ 170 w 347"/>
                        <a:gd name="T21" fmla="*/ 159 h 337"/>
                        <a:gd name="T22" fmla="*/ 116 w 347"/>
                        <a:gd name="T23" fmla="*/ 122 h 337"/>
                        <a:gd name="T24" fmla="*/ 75 w 347"/>
                        <a:gd name="T25" fmla="*/ 84 h 337"/>
                        <a:gd name="T26" fmla="*/ 42 w 347"/>
                        <a:gd name="T27" fmla="*/ 51 h 337"/>
                        <a:gd name="T28" fmla="*/ 0 w 347"/>
                        <a:gd name="T29"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337">
                          <a:moveTo>
                            <a:pt x="0" y="0"/>
                          </a:moveTo>
                          <a:lnTo>
                            <a:pt x="36" y="68"/>
                          </a:lnTo>
                          <a:lnTo>
                            <a:pt x="71" y="120"/>
                          </a:lnTo>
                          <a:lnTo>
                            <a:pt x="109" y="167"/>
                          </a:lnTo>
                          <a:lnTo>
                            <a:pt x="167" y="224"/>
                          </a:lnTo>
                          <a:lnTo>
                            <a:pt x="211" y="260"/>
                          </a:lnTo>
                          <a:lnTo>
                            <a:pt x="266" y="296"/>
                          </a:lnTo>
                          <a:lnTo>
                            <a:pt x="347" y="337"/>
                          </a:lnTo>
                          <a:lnTo>
                            <a:pt x="257" y="213"/>
                          </a:lnTo>
                          <a:lnTo>
                            <a:pt x="206" y="184"/>
                          </a:lnTo>
                          <a:lnTo>
                            <a:pt x="170" y="159"/>
                          </a:lnTo>
                          <a:lnTo>
                            <a:pt x="116" y="122"/>
                          </a:lnTo>
                          <a:lnTo>
                            <a:pt x="75" y="84"/>
                          </a:lnTo>
                          <a:lnTo>
                            <a:pt x="42" y="51"/>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88" name="未知"/>
                    <p:cNvSpPr>
                      <a:spLocks noChangeArrowheads="1"/>
                    </p:cNvSpPr>
                    <p:nvPr/>
                  </p:nvSpPr>
                  <p:spPr bwMode="auto">
                    <a:xfrm>
                      <a:off x="432" y="128"/>
                      <a:ext cx="41" cy="220"/>
                    </a:xfrm>
                    <a:custGeom>
                      <a:avLst/>
                      <a:gdLst>
                        <a:gd name="T0" fmla="*/ 23 w 125"/>
                        <a:gd name="T1" fmla="*/ 0 h 662"/>
                        <a:gd name="T2" fmla="*/ 47 w 125"/>
                        <a:gd name="T3" fmla="*/ 45 h 662"/>
                        <a:gd name="T4" fmla="*/ 63 w 125"/>
                        <a:gd name="T5" fmla="*/ 84 h 662"/>
                        <a:gd name="T6" fmla="*/ 80 w 125"/>
                        <a:gd name="T7" fmla="*/ 124 h 662"/>
                        <a:gd name="T8" fmla="*/ 92 w 125"/>
                        <a:gd name="T9" fmla="*/ 163 h 662"/>
                        <a:gd name="T10" fmla="*/ 102 w 125"/>
                        <a:gd name="T11" fmla="*/ 199 h 662"/>
                        <a:gd name="T12" fmla="*/ 120 w 125"/>
                        <a:gd name="T13" fmla="*/ 263 h 662"/>
                        <a:gd name="T14" fmla="*/ 125 w 125"/>
                        <a:gd name="T15" fmla="*/ 326 h 662"/>
                        <a:gd name="T16" fmla="*/ 121 w 125"/>
                        <a:gd name="T17" fmla="*/ 423 h 662"/>
                        <a:gd name="T18" fmla="*/ 113 w 125"/>
                        <a:gd name="T19" fmla="*/ 489 h 662"/>
                        <a:gd name="T20" fmla="*/ 99 w 125"/>
                        <a:gd name="T21" fmla="*/ 542 h 662"/>
                        <a:gd name="T22" fmla="*/ 79 w 125"/>
                        <a:gd name="T23" fmla="*/ 598 h 662"/>
                        <a:gd name="T24" fmla="*/ 51 w 125"/>
                        <a:gd name="T25" fmla="*/ 662 h 662"/>
                        <a:gd name="T26" fmla="*/ 0 w 125"/>
                        <a:gd name="T27" fmla="*/ 537 h 662"/>
                        <a:gd name="T28" fmla="*/ 23 w 125"/>
                        <a:gd name="T29" fmla="*/ 483 h 662"/>
                        <a:gd name="T30" fmla="*/ 34 w 125"/>
                        <a:gd name="T31" fmla="*/ 453 h 662"/>
                        <a:gd name="T32" fmla="*/ 47 w 125"/>
                        <a:gd name="T33" fmla="*/ 416 h 662"/>
                        <a:gd name="T34" fmla="*/ 56 w 125"/>
                        <a:gd name="T35" fmla="*/ 377 h 662"/>
                        <a:gd name="T36" fmla="*/ 63 w 125"/>
                        <a:gd name="T37" fmla="*/ 318 h 662"/>
                        <a:gd name="T38" fmla="*/ 67 w 125"/>
                        <a:gd name="T39" fmla="*/ 268 h 662"/>
                        <a:gd name="T40" fmla="*/ 67 w 125"/>
                        <a:gd name="T41" fmla="*/ 194 h 662"/>
                        <a:gd name="T42" fmla="*/ 56 w 125"/>
                        <a:gd name="T43" fmla="*/ 128 h 662"/>
                        <a:gd name="T44" fmla="*/ 44 w 125"/>
                        <a:gd name="T45" fmla="*/ 73 h 662"/>
                        <a:gd name="T46" fmla="*/ 36 w 125"/>
                        <a:gd name="T47" fmla="*/ 44 h 662"/>
                        <a:gd name="T48" fmla="*/ 23 w 125"/>
                        <a:gd name="T49" fmla="*/ 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662">
                          <a:moveTo>
                            <a:pt x="23" y="0"/>
                          </a:moveTo>
                          <a:lnTo>
                            <a:pt x="47" y="45"/>
                          </a:lnTo>
                          <a:lnTo>
                            <a:pt x="63" y="84"/>
                          </a:lnTo>
                          <a:lnTo>
                            <a:pt x="80" y="124"/>
                          </a:lnTo>
                          <a:lnTo>
                            <a:pt x="92" y="163"/>
                          </a:lnTo>
                          <a:lnTo>
                            <a:pt x="102" y="199"/>
                          </a:lnTo>
                          <a:lnTo>
                            <a:pt x="120" y="263"/>
                          </a:lnTo>
                          <a:lnTo>
                            <a:pt x="125" y="326"/>
                          </a:lnTo>
                          <a:lnTo>
                            <a:pt x="121" y="423"/>
                          </a:lnTo>
                          <a:lnTo>
                            <a:pt x="113" y="489"/>
                          </a:lnTo>
                          <a:lnTo>
                            <a:pt x="99" y="542"/>
                          </a:lnTo>
                          <a:lnTo>
                            <a:pt x="79" y="598"/>
                          </a:lnTo>
                          <a:lnTo>
                            <a:pt x="51" y="662"/>
                          </a:lnTo>
                          <a:lnTo>
                            <a:pt x="0" y="537"/>
                          </a:lnTo>
                          <a:lnTo>
                            <a:pt x="23" y="483"/>
                          </a:lnTo>
                          <a:lnTo>
                            <a:pt x="34" y="453"/>
                          </a:lnTo>
                          <a:lnTo>
                            <a:pt x="47" y="416"/>
                          </a:lnTo>
                          <a:lnTo>
                            <a:pt x="56" y="377"/>
                          </a:lnTo>
                          <a:lnTo>
                            <a:pt x="63" y="318"/>
                          </a:lnTo>
                          <a:lnTo>
                            <a:pt x="67" y="268"/>
                          </a:lnTo>
                          <a:lnTo>
                            <a:pt x="67" y="194"/>
                          </a:lnTo>
                          <a:lnTo>
                            <a:pt x="56" y="128"/>
                          </a:lnTo>
                          <a:lnTo>
                            <a:pt x="44" y="73"/>
                          </a:lnTo>
                          <a:lnTo>
                            <a:pt x="36" y="44"/>
                          </a:lnTo>
                          <a:lnTo>
                            <a:pt x="2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89" name="未知"/>
                    <p:cNvSpPr>
                      <a:spLocks noChangeArrowheads="1"/>
                    </p:cNvSpPr>
                    <p:nvPr/>
                  </p:nvSpPr>
                  <p:spPr bwMode="auto">
                    <a:xfrm>
                      <a:off x="215" y="0"/>
                      <a:ext cx="164" cy="66"/>
                    </a:xfrm>
                    <a:custGeom>
                      <a:avLst/>
                      <a:gdLst>
                        <a:gd name="T0" fmla="*/ 0 w 494"/>
                        <a:gd name="T1" fmla="*/ 0 h 200"/>
                        <a:gd name="T2" fmla="*/ 37 w 494"/>
                        <a:gd name="T3" fmla="*/ 73 h 200"/>
                        <a:gd name="T4" fmla="*/ 95 w 494"/>
                        <a:gd name="T5" fmla="*/ 69 h 200"/>
                        <a:gd name="T6" fmla="*/ 149 w 494"/>
                        <a:gd name="T7" fmla="*/ 73 h 200"/>
                        <a:gd name="T8" fmla="*/ 198 w 494"/>
                        <a:gd name="T9" fmla="*/ 80 h 200"/>
                        <a:gd name="T10" fmla="*/ 244 w 494"/>
                        <a:gd name="T11" fmla="*/ 89 h 200"/>
                        <a:gd name="T12" fmla="*/ 290 w 494"/>
                        <a:gd name="T13" fmla="*/ 101 h 200"/>
                        <a:gd name="T14" fmla="*/ 322 w 494"/>
                        <a:gd name="T15" fmla="*/ 111 h 200"/>
                        <a:gd name="T16" fmla="*/ 363 w 494"/>
                        <a:gd name="T17" fmla="*/ 128 h 200"/>
                        <a:gd name="T18" fmla="*/ 410 w 494"/>
                        <a:gd name="T19" fmla="*/ 151 h 200"/>
                        <a:gd name="T20" fmla="*/ 494 w 494"/>
                        <a:gd name="T21" fmla="*/ 200 h 200"/>
                        <a:gd name="T22" fmla="*/ 445 w 494"/>
                        <a:gd name="T23" fmla="*/ 149 h 200"/>
                        <a:gd name="T24" fmla="*/ 411 w 494"/>
                        <a:gd name="T25" fmla="*/ 124 h 200"/>
                        <a:gd name="T26" fmla="*/ 367 w 494"/>
                        <a:gd name="T27" fmla="*/ 95 h 200"/>
                        <a:gd name="T28" fmla="*/ 339 w 494"/>
                        <a:gd name="T29" fmla="*/ 78 h 200"/>
                        <a:gd name="T30" fmla="*/ 277 w 494"/>
                        <a:gd name="T31" fmla="*/ 49 h 200"/>
                        <a:gd name="T32" fmla="*/ 237 w 494"/>
                        <a:gd name="T33" fmla="*/ 34 h 200"/>
                        <a:gd name="T34" fmla="*/ 204 w 494"/>
                        <a:gd name="T35" fmla="*/ 23 h 200"/>
                        <a:gd name="T36" fmla="*/ 174 w 494"/>
                        <a:gd name="T37" fmla="*/ 16 h 200"/>
                        <a:gd name="T38" fmla="*/ 127 w 494"/>
                        <a:gd name="T39" fmla="*/ 8 h 200"/>
                        <a:gd name="T40" fmla="*/ 77 w 494"/>
                        <a:gd name="T41" fmla="*/ 2 h 200"/>
                        <a:gd name="T42" fmla="*/ 22 w 494"/>
                        <a:gd name="T43" fmla="*/ 0 h 200"/>
                        <a:gd name="T44" fmla="*/ 0 w 494"/>
                        <a:gd name="T4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4" h="200">
                          <a:moveTo>
                            <a:pt x="0" y="0"/>
                          </a:moveTo>
                          <a:lnTo>
                            <a:pt x="37" y="73"/>
                          </a:lnTo>
                          <a:lnTo>
                            <a:pt x="95" y="69"/>
                          </a:lnTo>
                          <a:lnTo>
                            <a:pt x="149" y="73"/>
                          </a:lnTo>
                          <a:lnTo>
                            <a:pt x="198" y="80"/>
                          </a:lnTo>
                          <a:lnTo>
                            <a:pt x="244" y="89"/>
                          </a:lnTo>
                          <a:lnTo>
                            <a:pt x="290" y="101"/>
                          </a:lnTo>
                          <a:lnTo>
                            <a:pt x="322" y="111"/>
                          </a:lnTo>
                          <a:lnTo>
                            <a:pt x="363" y="128"/>
                          </a:lnTo>
                          <a:lnTo>
                            <a:pt x="410" y="151"/>
                          </a:lnTo>
                          <a:lnTo>
                            <a:pt x="494" y="200"/>
                          </a:lnTo>
                          <a:lnTo>
                            <a:pt x="445" y="149"/>
                          </a:lnTo>
                          <a:lnTo>
                            <a:pt x="411" y="124"/>
                          </a:lnTo>
                          <a:lnTo>
                            <a:pt x="367" y="95"/>
                          </a:lnTo>
                          <a:lnTo>
                            <a:pt x="339" y="78"/>
                          </a:lnTo>
                          <a:lnTo>
                            <a:pt x="277" y="49"/>
                          </a:lnTo>
                          <a:lnTo>
                            <a:pt x="237" y="34"/>
                          </a:lnTo>
                          <a:lnTo>
                            <a:pt x="204" y="23"/>
                          </a:lnTo>
                          <a:lnTo>
                            <a:pt x="174" y="16"/>
                          </a:lnTo>
                          <a:lnTo>
                            <a:pt x="127" y="8"/>
                          </a:lnTo>
                          <a:lnTo>
                            <a:pt x="77" y="2"/>
                          </a:lnTo>
                          <a:lnTo>
                            <a:pt x="22" y="0"/>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90" name="未知"/>
                    <p:cNvSpPr>
                      <a:spLocks noChangeArrowheads="1"/>
                    </p:cNvSpPr>
                    <p:nvPr/>
                  </p:nvSpPr>
                  <p:spPr bwMode="auto">
                    <a:xfrm>
                      <a:off x="0" y="93"/>
                      <a:ext cx="53" cy="157"/>
                    </a:xfrm>
                    <a:custGeom>
                      <a:avLst/>
                      <a:gdLst>
                        <a:gd name="T0" fmla="*/ 0 w 158"/>
                        <a:gd name="T1" fmla="*/ 360 h 469"/>
                        <a:gd name="T2" fmla="*/ 4 w 158"/>
                        <a:gd name="T3" fmla="*/ 324 h 469"/>
                        <a:gd name="T4" fmla="*/ 6 w 158"/>
                        <a:gd name="T5" fmla="*/ 284 h 469"/>
                        <a:gd name="T6" fmla="*/ 17 w 158"/>
                        <a:gd name="T7" fmla="*/ 220 h 469"/>
                        <a:gd name="T8" fmla="*/ 29 w 158"/>
                        <a:gd name="T9" fmla="*/ 169 h 469"/>
                        <a:gd name="T10" fmla="*/ 46 w 158"/>
                        <a:gd name="T11" fmla="*/ 123 h 469"/>
                        <a:gd name="T12" fmla="*/ 68 w 158"/>
                        <a:gd name="T13" fmla="*/ 76 h 469"/>
                        <a:gd name="T14" fmla="*/ 87 w 158"/>
                        <a:gd name="T15" fmla="*/ 39 h 469"/>
                        <a:gd name="T16" fmla="*/ 112 w 158"/>
                        <a:gd name="T17" fmla="*/ 0 h 469"/>
                        <a:gd name="T18" fmla="*/ 158 w 158"/>
                        <a:gd name="T19" fmla="*/ 61 h 469"/>
                        <a:gd name="T20" fmla="*/ 131 w 158"/>
                        <a:gd name="T21" fmla="*/ 97 h 469"/>
                        <a:gd name="T22" fmla="*/ 112 w 158"/>
                        <a:gd name="T23" fmla="*/ 130 h 469"/>
                        <a:gd name="T24" fmla="*/ 96 w 158"/>
                        <a:gd name="T25" fmla="*/ 160 h 469"/>
                        <a:gd name="T26" fmla="*/ 73 w 158"/>
                        <a:gd name="T27" fmla="*/ 203 h 469"/>
                        <a:gd name="T28" fmla="*/ 58 w 158"/>
                        <a:gd name="T29" fmla="*/ 240 h 469"/>
                        <a:gd name="T30" fmla="*/ 50 w 158"/>
                        <a:gd name="T31" fmla="*/ 277 h 469"/>
                        <a:gd name="T32" fmla="*/ 39 w 158"/>
                        <a:gd name="T33" fmla="*/ 313 h 469"/>
                        <a:gd name="T34" fmla="*/ 32 w 158"/>
                        <a:gd name="T35" fmla="*/ 353 h 469"/>
                        <a:gd name="T36" fmla="*/ 26 w 158"/>
                        <a:gd name="T37" fmla="*/ 401 h 469"/>
                        <a:gd name="T38" fmla="*/ 21 w 158"/>
                        <a:gd name="T39" fmla="*/ 450 h 469"/>
                        <a:gd name="T40" fmla="*/ 12 w 158"/>
                        <a:gd name="T41" fmla="*/ 469 h 469"/>
                        <a:gd name="T42" fmla="*/ 0 w 158"/>
                        <a:gd name="T43" fmla="*/ 3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8" h="469">
                          <a:moveTo>
                            <a:pt x="0" y="360"/>
                          </a:moveTo>
                          <a:lnTo>
                            <a:pt x="4" y="324"/>
                          </a:lnTo>
                          <a:lnTo>
                            <a:pt x="6" y="284"/>
                          </a:lnTo>
                          <a:lnTo>
                            <a:pt x="17" y="220"/>
                          </a:lnTo>
                          <a:lnTo>
                            <a:pt x="29" y="169"/>
                          </a:lnTo>
                          <a:lnTo>
                            <a:pt x="46" y="123"/>
                          </a:lnTo>
                          <a:lnTo>
                            <a:pt x="68" y="76"/>
                          </a:lnTo>
                          <a:lnTo>
                            <a:pt x="87" y="39"/>
                          </a:lnTo>
                          <a:lnTo>
                            <a:pt x="112" y="0"/>
                          </a:lnTo>
                          <a:lnTo>
                            <a:pt x="158" y="61"/>
                          </a:lnTo>
                          <a:lnTo>
                            <a:pt x="131" y="97"/>
                          </a:lnTo>
                          <a:lnTo>
                            <a:pt x="112" y="130"/>
                          </a:lnTo>
                          <a:lnTo>
                            <a:pt x="96" y="160"/>
                          </a:lnTo>
                          <a:lnTo>
                            <a:pt x="73" y="203"/>
                          </a:lnTo>
                          <a:lnTo>
                            <a:pt x="58" y="240"/>
                          </a:lnTo>
                          <a:lnTo>
                            <a:pt x="50" y="277"/>
                          </a:lnTo>
                          <a:lnTo>
                            <a:pt x="39" y="313"/>
                          </a:lnTo>
                          <a:lnTo>
                            <a:pt x="32" y="353"/>
                          </a:lnTo>
                          <a:lnTo>
                            <a:pt x="26" y="401"/>
                          </a:lnTo>
                          <a:lnTo>
                            <a:pt x="21" y="450"/>
                          </a:lnTo>
                          <a:lnTo>
                            <a:pt x="12" y="469"/>
                          </a:lnTo>
                          <a:lnTo>
                            <a:pt x="0" y="3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sp>
              <p:nvSpPr>
                <p:cNvPr id="23591" name="Oval 37"/>
                <p:cNvSpPr>
                  <a:spLocks noChangeArrowheads="1"/>
                </p:cNvSpPr>
                <p:nvPr/>
              </p:nvSpPr>
              <p:spPr bwMode="auto">
                <a:xfrm>
                  <a:off x="20" y="37"/>
                  <a:ext cx="466" cy="446"/>
                </a:xfrm>
                <a:prstGeom prst="ellipse">
                  <a:avLst/>
                </a:pr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23592" name="Group 38"/>
                <p:cNvGrpSpPr/>
                <p:nvPr/>
              </p:nvGrpSpPr>
              <p:grpSpPr bwMode="auto">
                <a:xfrm>
                  <a:off x="0" y="0"/>
                  <a:ext cx="466" cy="447"/>
                  <a:chOff x="0" y="0"/>
                  <a:chExt cx="466" cy="447"/>
                </a:xfrm>
              </p:grpSpPr>
              <p:sp>
                <p:nvSpPr>
                  <p:cNvPr id="23593" name="Oval 39"/>
                  <p:cNvSpPr>
                    <a:spLocks noChangeArrowheads="1"/>
                  </p:cNvSpPr>
                  <p:nvPr/>
                </p:nvSpPr>
                <p:spPr bwMode="auto">
                  <a:xfrm>
                    <a:off x="6" y="7"/>
                    <a:ext cx="455" cy="435"/>
                  </a:xfrm>
                  <a:prstGeom prst="ellipse">
                    <a:avLst/>
                  </a:prstGeom>
                  <a:noFill/>
                  <a:ln w="25400">
                    <a:solidFill>
                      <a:srgbClr val="9F9F9F"/>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3594" name="Oval 40"/>
                  <p:cNvSpPr>
                    <a:spLocks noChangeArrowheads="1"/>
                  </p:cNvSpPr>
                  <p:nvPr/>
                </p:nvSpPr>
                <p:spPr bwMode="auto">
                  <a:xfrm>
                    <a:off x="0" y="0"/>
                    <a:ext cx="466" cy="447"/>
                  </a:xfrm>
                  <a:prstGeom prst="ellipse">
                    <a:avLst/>
                  </a:pr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3595" name="Oval 41"/>
                  <p:cNvSpPr>
                    <a:spLocks noChangeArrowheads="1"/>
                  </p:cNvSpPr>
                  <p:nvPr/>
                </p:nvSpPr>
                <p:spPr bwMode="auto">
                  <a:xfrm>
                    <a:off x="13" y="12"/>
                    <a:ext cx="441" cy="424"/>
                  </a:xfrm>
                  <a:prstGeom prst="ellipse">
                    <a:avLst/>
                  </a:pr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grpSp>
            <p:nvGrpSpPr>
              <p:cNvPr id="23596" name="Group 42"/>
              <p:cNvGrpSpPr/>
              <p:nvPr/>
            </p:nvGrpSpPr>
            <p:grpSpPr bwMode="auto">
              <a:xfrm>
                <a:off x="334" y="421"/>
                <a:ext cx="240" cy="374"/>
                <a:chOff x="0" y="0"/>
                <a:chExt cx="240" cy="374"/>
              </a:xfrm>
            </p:grpSpPr>
            <p:sp>
              <p:nvSpPr>
                <p:cNvPr id="23597" name="未知"/>
                <p:cNvSpPr>
                  <a:spLocks noChangeArrowheads="1"/>
                </p:cNvSpPr>
                <p:nvPr/>
              </p:nvSpPr>
              <p:spPr bwMode="auto">
                <a:xfrm>
                  <a:off x="2" y="19"/>
                  <a:ext cx="228" cy="327"/>
                </a:xfrm>
                <a:custGeom>
                  <a:avLst/>
                  <a:gdLst>
                    <a:gd name="T0" fmla="*/ 0 w 683"/>
                    <a:gd name="T1" fmla="*/ 73 h 979"/>
                    <a:gd name="T2" fmla="*/ 484 w 683"/>
                    <a:gd name="T3" fmla="*/ 979 h 979"/>
                    <a:gd name="T4" fmla="*/ 683 w 683"/>
                    <a:gd name="T5" fmla="*/ 879 h 979"/>
                    <a:gd name="T6" fmla="*/ 196 w 683"/>
                    <a:gd name="T7" fmla="*/ 0 h 979"/>
                    <a:gd name="T8" fmla="*/ 0 w 683"/>
                    <a:gd name="T9" fmla="*/ 73 h 979"/>
                  </a:gdLst>
                  <a:ahLst/>
                  <a:cxnLst>
                    <a:cxn ang="0">
                      <a:pos x="T0" y="T1"/>
                    </a:cxn>
                    <a:cxn ang="0">
                      <a:pos x="T2" y="T3"/>
                    </a:cxn>
                    <a:cxn ang="0">
                      <a:pos x="T4" y="T5"/>
                    </a:cxn>
                    <a:cxn ang="0">
                      <a:pos x="T6" y="T7"/>
                    </a:cxn>
                    <a:cxn ang="0">
                      <a:pos x="T8" y="T9"/>
                    </a:cxn>
                  </a:cxnLst>
                  <a:rect l="0" t="0" r="r" b="b"/>
                  <a:pathLst>
                    <a:path w="683" h="979">
                      <a:moveTo>
                        <a:pt x="0" y="73"/>
                      </a:moveTo>
                      <a:lnTo>
                        <a:pt x="484" y="979"/>
                      </a:lnTo>
                      <a:lnTo>
                        <a:pt x="683" y="879"/>
                      </a:lnTo>
                      <a:lnTo>
                        <a:pt x="196" y="0"/>
                      </a:lnTo>
                      <a:lnTo>
                        <a:pt x="0" y="73"/>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98" name="Arc 44"/>
                <p:cNvSpPr>
                  <a:spLocks noChangeArrowheads="1"/>
                </p:cNvSpPr>
                <p:nvPr/>
              </p:nvSpPr>
              <p:spPr bwMode="auto">
                <a:xfrm>
                  <a:off x="1" y="0"/>
                  <a:ext cx="69" cy="43"/>
                </a:xfrm>
                <a:custGeom>
                  <a:avLst/>
                  <a:gdLst>
                    <a:gd name="T0" fmla="*/ 802 w 41895"/>
                    <a:gd name="T1" fmla="*/ 27434 h 27434"/>
                    <a:gd name="T2" fmla="*/ 0 w 41895"/>
                    <a:gd name="T3" fmla="*/ 21600 h 27434"/>
                    <a:gd name="T4" fmla="*/ 21600 w 41895"/>
                    <a:gd name="T5" fmla="*/ 0 h 27434"/>
                    <a:gd name="T6" fmla="*/ 41895 w 41895"/>
                    <a:gd name="T7" fmla="*/ 14206 h 27434"/>
                    <a:gd name="T8" fmla="*/ 802 w 41895"/>
                    <a:gd name="T9" fmla="*/ 27434 h 27434"/>
                    <a:gd name="T10" fmla="*/ 0 w 41895"/>
                    <a:gd name="T11" fmla="*/ 21600 h 27434"/>
                    <a:gd name="T12" fmla="*/ 21600 w 41895"/>
                    <a:gd name="T13" fmla="*/ 0 h 27434"/>
                    <a:gd name="T14" fmla="*/ 41895 w 41895"/>
                    <a:gd name="T15" fmla="*/ 14206 h 27434"/>
                    <a:gd name="T16" fmla="*/ 21600 w 41895"/>
                    <a:gd name="T17" fmla="*/ 21600 h 27434"/>
                    <a:gd name="T18" fmla="*/ 802 w 41895"/>
                    <a:gd name="T19" fmla="*/ 27434 h 27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95" h="27434" fill="none">
                      <a:moveTo>
                        <a:pt x="802" y="27434"/>
                      </a:moveTo>
                      <a:cubicBezTo>
                        <a:pt x="270" y="25535"/>
                        <a:pt x="0" y="23572"/>
                        <a:pt x="0" y="21600"/>
                      </a:cubicBezTo>
                      <a:cubicBezTo>
                        <a:pt x="0" y="9670"/>
                        <a:pt x="9670" y="0"/>
                        <a:pt x="21600" y="0"/>
                      </a:cubicBezTo>
                      <a:cubicBezTo>
                        <a:pt x="30678" y="0"/>
                        <a:pt x="38788" y="5676"/>
                        <a:pt x="41895" y="14206"/>
                      </a:cubicBezTo>
                    </a:path>
                    <a:path w="41895" h="27434" stroke="0">
                      <a:moveTo>
                        <a:pt x="802" y="27434"/>
                      </a:moveTo>
                      <a:cubicBezTo>
                        <a:pt x="270" y="25535"/>
                        <a:pt x="0" y="23572"/>
                        <a:pt x="0" y="21600"/>
                      </a:cubicBezTo>
                      <a:cubicBezTo>
                        <a:pt x="0" y="9670"/>
                        <a:pt x="9670" y="0"/>
                        <a:pt x="21600" y="0"/>
                      </a:cubicBezTo>
                      <a:cubicBezTo>
                        <a:pt x="30678" y="0"/>
                        <a:pt x="38788" y="5676"/>
                        <a:pt x="41895" y="14206"/>
                      </a:cubicBezTo>
                      <a:lnTo>
                        <a:pt x="21600" y="21600"/>
                      </a:lnTo>
                      <a:lnTo>
                        <a:pt x="802" y="27434"/>
                      </a:lnTo>
                      <a:close/>
                    </a:path>
                  </a:pathLst>
                </a:custGeom>
                <a:solidFill>
                  <a:srgbClr val="5F3F1F"/>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599" name="Arc 45"/>
                <p:cNvSpPr>
                  <a:spLocks noChangeArrowheads="1"/>
                </p:cNvSpPr>
                <p:nvPr/>
              </p:nvSpPr>
              <p:spPr bwMode="auto">
                <a:xfrm>
                  <a:off x="3" y="5"/>
                  <a:ext cx="69" cy="40"/>
                </a:xfrm>
                <a:custGeom>
                  <a:avLst/>
                  <a:gdLst>
                    <a:gd name="T0" fmla="*/ 135 w 42120"/>
                    <a:gd name="T1" fmla="*/ 24019 h 24019"/>
                    <a:gd name="T2" fmla="*/ 0 w 42120"/>
                    <a:gd name="T3" fmla="*/ 21600 h 24019"/>
                    <a:gd name="T4" fmla="*/ 21600 w 42120"/>
                    <a:gd name="T5" fmla="*/ 0 h 24019"/>
                    <a:gd name="T6" fmla="*/ 42119 w 42120"/>
                    <a:gd name="T7" fmla="*/ 14855 h 24019"/>
                    <a:gd name="T8" fmla="*/ 135 w 42120"/>
                    <a:gd name="T9" fmla="*/ 24019 h 24019"/>
                    <a:gd name="T10" fmla="*/ 0 w 42120"/>
                    <a:gd name="T11" fmla="*/ 21600 h 24019"/>
                    <a:gd name="T12" fmla="*/ 21600 w 42120"/>
                    <a:gd name="T13" fmla="*/ 0 h 24019"/>
                    <a:gd name="T14" fmla="*/ 42119 w 42120"/>
                    <a:gd name="T15" fmla="*/ 14855 h 24019"/>
                    <a:gd name="T16" fmla="*/ 21600 w 42120"/>
                    <a:gd name="T17" fmla="*/ 21600 h 24019"/>
                    <a:gd name="T18" fmla="*/ 135 w 42120"/>
                    <a:gd name="T19" fmla="*/ 24019 h 24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120" h="24019" fill="none">
                      <a:moveTo>
                        <a:pt x="135" y="24019"/>
                      </a:moveTo>
                      <a:cubicBezTo>
                        <a:pt x="45" y="23215"/>
                        <a:pt x="0" y="22408"/>
                        <a:pt x="0" y="21600"/>
                      </a:cubicBezTo>
                      <a:cubicBezTo>
                        <a:pt x="0" y="9670"/>
                        <a:pt x="9670" y="0"/>
                        <a:pt x="21600" y="0"/>
                      </a:cubicBezTo>
                      <a:cubicBezTo>
                        <a:pt x="30930" y="0"/>
                        <a:pt x="39206" y="5991"/>
                        <a:pt x="42119" y="14855"/>
                      </a:cubicBezTo>
                    </a:path>
                    <a:path w="42120" h="24019" stroke="0">
                      <a:moveTo>
                        <a:pt x="135" y="24019"/>
                      </a:moveTo>
                      <a:cubicBezTo>
                        <a:pt x="45" y="23215"/>
                        <a:pt x="0" y="22408"/>
                        <a:pt x="0" y="21600"/>
                      </a:cubicBezTo>
                      <a:cubicBezTo>
                        <a:pt x="0" y="9670"/>
                        <a:pt x="9670" y="0"/>
                        <a:pt x="21600" y="0"/>
                      </a:cubicBezTo>
                      <a:cubicBezTo>
                        <a:pt x="30930" y="0"/>
                        <a:pt x="39206" y="5991"/>
                        <a:pt x="42119" y="14855"/>
                      </a:cubicBezTo>
                      <a:lnTo>
                        <a:pt x="21600" y="21600"/>
                      </a:lnTo>
                      <a:lnTo>
                        <a:pt x="135" y="24019"/>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00" name="未知"/>
                <p:cNvSpPr>
                  <a:spLocks noChangeArrowheads="1"/>
                </p:cNvSpPr>
                <p:nvPr/>
              </p:nvSpPr>
              <p:spPr bwMode="auto">
                <a:xfrm>
                  <a:off x="0" y="5"/>
                  <a:ext cx="44" cy="84"/>
                </a:xfrm>
                <a:custGeom>
                  <a:avLst/>
                  <a:gdLst>
                    <a:gd name="T0" fmla="*/ 4 w 130"/>
                    <a:gd name="T1" fmla="*/ 116 h 251"/>
                    <a:gd name="T2" fmla="*/ 0 w 130"/>
                    <a:gd name="T3" fmla="*/ 99 h 251"/>
                    <a:gd name="T4" fmla="*/ 0 w 130"/>
                    <a:gd name="T5" fmla="*/ 83 h 251"/>
                    <a:gd name="T6" fmla="*/ 2 w 130"/>
                    <a:gd name="T7" fmla="*/ 70 h 251"/>
                    <a:gd name="T8" fmla="*/ 7 w 130"/>
                    <a:gd name="T9" fmla="*/ 51 h 251"/>
                    <a:gd name="T10" fmla="*/ 15 w 130"/>
                    <a:gd name="T11" fmla="*/ 35 h 251"/>
                    <a:gd name="T12" fmla="*/ 25 w 130"/>
                    <a:gd name="T13" fmla="*/ 20 h 251"/>
                    <a:gd name="T14" fmla="*/ 38 w 130"/>
                    <a:gd name="T15" fmla="*/ 8 h 251"/>
                    <a:gd name="T16" fmla="*/ 50 w 130"/>
                    <a:gd name="T17" fmla="*/ 0 h 251"/>
                    <a:gd name="T18" fmla="*/ 130 w 130"/>
                    <a:gd name="T19" fmla="*/ 136 h 251"/>
                    <a:gd name="T20" fmla="*/ 115 w 130"/>
                    <a:gd name="T21" fmla="*/ 144 h 251"/>
                    <a:gd name="T22" fmla="*/ 105 w 130"/>
                    <a:gd name="T23" fmla="*/ 154 h 251"/>
                    <a:gd name="T24" fmla="*/ 96 w 130"/>
                    <a:gd name="T25" fmla="*/ 163 h 251"/>
                    <a:gd name="T26" fmla="*/ 88 w 130"/>
                    <a:gd name="T27" fmla="*/ 176 h 251"/>
                    <a:gd name="T28" fmla="*/ 80 w 130"/>
                    <a:gd name="T29" fmla="*/ 197 h 251"/>
                    <a:gd name="T30" fmla="*/ 75 w 130"/>
                    <a:gd name="T31" fmla="*/ 226 h 251"/>
                    <a:gd name="T32" fmla="*/ 75 w 130"/>
                    <a:gd name="T33" fmla="*/ 251 h 251"/>
                    <a:gd name="T34" fmla="*/ 4 w 130"/>
                    <a:gd name="T35" fmla="*/ 11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251">
                      <a:moveTo>
                        <a:pt x="4" y="116"/>
                      </a:moveTo>
                      <a:lnTo>
                        <a:pt x="0" y="99"/>
                      </a:lnTo>
                      <a:lnTo>
                        <a:pt x="0" y="83"/>
                      </a:lnTo>
                      <a:lnTo>
                        <a:pt x="2" y="70"/>
                      </a:lnTo>
                      <a:lnTo>
                        <a:pt x="7" y="51"/>
                      </a:lnTo>
                      <a:lnTo>
                        <a:pt x="15" y="35"/>
                      </a:lnTo>
                      <a:lnTo>
                        <a:pt x="25" y="20"/>
                      </a:lnTo>
                      <a:lnTo>
                        <a:pt x="38" y="8"/>
                      </a:lnTo>
                      <a:lnTo>
                        <a:pt x="50" y="0"/>
                      </a:lnTo>
                      <a:lnTo>
                        <a:pt x="130" y="136"/>
                      </a:lnTo>
                      <a:lnTo>
                        <a:pt x="115" y="144"/>
                      </a:lnTo>
                      <a:lnTo>
                        <a:pt x="105" y="154"/>
                      </a:lnTo>
                      <a:lnTo>
                        <a:pt x="96" y="163"/>
                      </a:lnTo>
                      <a:lnTo>
                        <a:pt x="88" y="176"/>
                      </a:lnTo>
                      <a:lnTo>
                        <a:pt x="80" y="197"/>
                      </a:lnTo>
                      <a:lnTo>
                        <a:pt x="75" y="226"/>
                      </a:lnTo>
                      <a:lnTo>
                        <a:pt x="75" y="251"/>
                      </a:lnTo>
                      <a:lnTo>
                        <a:pt x="4" y="116"/>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01" name="Arc 47"/>
                <p:cNvSpPr>
                  <a:spLocks noChangeArrowheads="1"/>
                </p:cNvSpPr>
                <p:nvPr/>
              </p:nvSpPr>
              <p:spPr bwMode="auto">
                <a:xfrm>
                  <a:off x="0" y="1"/>
                  <a:ext cx="36" cy="41"/>
                </a:xfrm>
                <a:custGeom>
                  <a:avLst/>
                  <a:gdLst>
                    <a:gd name="T0" fmla="*/ 801 w 21600"/>
                    <a:gd name="T1" fmla="*/ 26115 h 26116"/>
                    <a:gd name="T2" fmla="*/ 0 w 21600"/>
                    <a:gd name="T3" fmla="*/ 20287 h 26116"/>
                    <a:gd name="T4" fmla="*/ 14183 w 21600"/>
                    <a:gd name="T5" fmla="*/ 0 h 26116"/>
                    <a:gd name="T6" fmla="*/ 801 w 21600"/>
                    <a:gd name="T7" fmla="*/ 26115 h 26116"/>
                    <a:gd name="T8" fmla="*/ 0 w 21600"/>
                    <a:gd name="T9" fmla="*/ 20287 h 26116"/>
                    <a:gd name="T10" fmla="*/ 14183 w 21600"/>
                    <a:gd name="T11" fmla="*/ 0 h 26116"/>
                    <a:gd name="T12" fmla="*/ 21600 w 21600"/>
                    <a:gd name="T13" fmla="*/ 20287 h 26116"/>
                    <a:gd name="T14" fmla="*/ 801 w 21600"/>
                    <a:gd name="T15" fmla="*/ 26115 h 26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6116" fill="none">
                      <a:moveTo>
                        <a:pt x="801" y="26115"/>
                      </a:moveTo>
                      <a:cubicBezTo>
                        <a:pt x="269" y="24218"/>
                        <a:pt x="0" y="22257"/>
                        <a:pt x="0" y="20287"/>
                      </a:cubicBezTo>
                      <a:cubicBezTo>
                        <a:pt x="0" y="11217"/>
                        <a:pt x="5665" y="3114"/>
                        <a:pt x="14183" y="0"/>
                      </a:cubicBezTo>
                    </a:path>
                    <a:path w="21600" h="26116" stroke="0">
                      <a:moveTo>
                        <a:pt x="801" y="26115"/>
                      </a:moveTo>
                      <a:cubicBezTo>
                        <a:pt x="269" y="24218"/>
                        <a:pt x="0" y="22257"/>
                        <a:pt x="0" y="20287"/>
                      </a:cubicBezTo>
                      <a:cubicBezTo>
                        <a:pt x="0" y="11217"/>
                        <a:pt x="5665" y="3114"/>
                        <a:pt x="14183" y="0"/>
                      </a:cubicBezTo>
                      <a:lnTo>
                        <a:pt x="21600" y="20287"/>
                      </a:lnTo>
                      <a:lnTo>
                        <a:pt x="801" y="26115"/>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02" name="Arc 48"/>
                <p:cNvSpPr>
                  <a:spLocks noChangeArrowheads="1"/>
                </p:cNvSpPr>
                <p:nvPr/>
              </p:nvSpPr>
              <p:spPr bwMode="auto">
                <a:xfrm>
                  <a:off x="26" y="45"/>
                  <a:ext cx="70" cy="43"/>
                </a:xfrm>
                <a:custGeom>
                  <a:avLst/>
                  <a:gdLst>
                    <a:gd name="T0" fmla="*/ 780 w 42374"/>
                    <a:gd name="T1" fmla="*/ 27354 h 27354"/>
                    <a:gd name="T2" fmla="*/ 0 w 42374"/>
                    <a:gd name="T3" fmla="*/ 21600 h 27354"/>
                    <a:gd name="T4" fmla="*/ 21600 w 42374"/>
                    <a:gd name="T5" fmla="*/ 0 h 27354"/>
                    <a:gd name="T6" fmla="*/ 42374 w 42374"/>
                    <a:gd name="T7" fmla="*/ 15683 h 27354"/>
                    <a:gd name="T8" fmla="*/ 780 w 42374"/>
                    <a:gd name="T9" fmla="*/ 27354 h 27354"/>
                    <a:gd name="T10" fmla="*/ 0 w 42374"/>
                    <a:gd name="T11" fmla="*/ 21600 h 27354"/>
                    <a:gd name="T12" fmla="*/ 21600 w 42374"/>
                    <a:gd name="T13" fmla="*/ 0 h 27354"/>
                    <a:gd name="T14" fmla="*/ 42374 w 42374"/>
                    <a:gd name="T15" fmla="*/ 15683 h 27354"/>
                    <a:gd name="T16" fmla="*/ 21600 w 42374"/>
                    <a:gd name="T17" fmla="*/ 21600 h 27354"/>
                    <a:gd name="T18" fmla="*/ 780 w 42374"/>
                    <a:gd name="T19" fmla="*/ 27354 h 27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4" h="27354" fill="none">
                      <a:moveTo>
                        <a:pt x="780" y="27354"/>
                      </a:moveTo>
                      <a:cubicBezTo>
                        <a:pt x="262" y="25479"/>
                        <a:pt x="0" y="23544"/>
                        <a:pt x="0" y="21600"/>
                      </a:cubicBezTo>
                      <a:cubicBezTo>
                        <a:pt x="0" y="9670"/>
                        <a:pt x="9670" y="0"/>
                        <a:pt x="21600" y="0"/>
                      </a:cubicBezTo>
                      <a:cubicBezTo>
                        <a:pt x="31250" y="0"/>
                        <a:pt x="39730" y="6402"/>
                        <a:pt x="42374" y="15683"/>
                      </a:cubicBezTo>
                    </a:path>
                    <a:path w="42374" h="27354" stroke="0">
                      <a:moveTo>
                        <a:pt x="780" y="27354"/>
                      </a:moveTo>
                      <a:cubicBezTo>
                        <a:pt x="262" y="25479"/>
                        <a:pt x="0" y="23544"/>
                        <a:pt x="0" y="21600"/>
                      </a:cubicBezTo>
                      <a:cubicBezTo>
                        <a:pt x="0" y="9670"/>
                        <a:pt x="9670" y="0"/>
                        <a:pt x="21600" y="0"/>
                      </a:cubicBezTo>
                      <a:cubicBezTo>
                        <a:pt x="31250" y="0"/>
                        <a:pt x="39730" y="6402"/>
                        <a:pt x="42374" y="15683"/>
                      </a:cubicBezTo>
                      <a:lnTo>
                        <a:pt x="21600" y="21600"/>
                      </a:lnTo>
                      <a:lnTo>
                        <a:pt x="780" y="27354"/>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23603" name="Group 49"/>
                <p:cNvGrpSpPr/>
                <p:nvPr/>
              </p:nvGrpSpPr>
              <p:grpSpPr bwMode="auto">
                <a:xfrm>
                  <a:off x="28" y="52"/>
                  <a:ext cx="75" cy="49"/>
                  <a:chOff x="0" y="0"/>
                  <a:chExt cx="75" cy="49"/>
                </a:xfrm>
              </p:grpSpPr>
              <p:grpSp>
                <p:nvGrpSpPr>
                  <p:cNvPr id="23604" name="Group 50"/>
                  <p:cNvGrpSpPr/>
                  <p:nvPr/>
                </p:nvGrpSpPr>
                <p:grpSpPr bwMode="auto">
                  <a:xfrm>
                    <a:off x="0" y="0"/>
                    <a:ext cx="71" cy="41"/>
                    <a:chOff x="0" y="0"/>
                    <a:chExt cx="71" cy="41"/>
                  </a:xfrm>
                </p:grpSpPr>
                <p:sp>
                  <p:nvSpPr>
                    <p:cNvPr id="23605" name="Arc 51"/>
                    <p:cNvSpPr>
                      <a:spLocks noChangeArrowheads="1"/>
                    </p:cNvSpPr>
                    <p:nvPr/>
                  </p:nvSpPr>
                  <p:spPr bwMode="auto">
                    <a:xfrm>
                      <a:off x="1" y="1"/>
                      <a:ext cx="69" cy="40"/>
                    </a:xfrm>
                    <a:custGeom>
                      <a:avLst/>
                      <a:gdLst>
                        <a:gd name="T0" fmla="*/ 497 w 42557"/>
                        <a:gd name="T1" fmla="*/ 26207 h 26208"/>
                        <a:gd name="T2" fmla="*/ 0 w 42557"/>
                        <a:gd name="T3" fmla="*/ 21600 h 26208"/>
                        <a:gd name="T4" fmla="*/ 21600 w 42557"/>
                        <a:gd name="T5" fmla="*/ 0 h 26208"/>
                        <a:gd name="T6" fmla="*/ 42557 w 42557"/>
                        <a:gd name="T7" fmla="*/ 16369 h 26208"/>
                        <a:gd name="T8" fmla="*/ 497 w 42557"/>
                        <a:gd name="T9" fmla="*/ 26207 h 26208"/>
                        <a:gd name="T10" fmla="*/ 0 w 42557"/>
                        <a:gd name="T11" fmla="*/ 21600 h 26208"/>
                        <a:gd name="T12" fmla="*/ 21600 w 42557"/>
                        <a:gd name="T13" fmla="*/ 0 h 26208"/>
                        <a:gd name="T14" fmla="*/ 42557 w 42557"/>
                        <a:gd name="T15" fmla="*/ 16369 h 26208"/>
                        <a:gd name="T16" fmla="*/ 21600 w 42557"/>
                        <a:gd name="T17" fmla="*/ 21600 h 26208"/>
                        <a:gd name="T18" fmla="*/ 497 w 42557"/>
                        <a:gd name="T19" fmla="*/ 26207 h 2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57" h="26208" fill="none">
                          <a:moveTo>
                            <a:pt x="497" y="26207"/>
                          </a:moveTo>
                          <a:cubicBezTo>
                            <a:pt x="166" y="24694"/>
                            <a:pt x="0" y="23149"/>
                            <a:pt x="0" y="21600"/>
                          </a:cubicBezTo>
                          <a:cubicBezTo>
                            <a:pt x="0" y="9670"/>
                            <a:pt x="9670" y="0"/>
                            <a:pt x="21600" y="0"/>
                          </a:cubicBezTo>
                          <a:cubicBezTo>
                            <a:pt x="31514" y="0"/>
                            <a:pt x="40156" y="6750"/>
                            <a:pt x="42557" y="16369"/>
                          </a:cubicBezTo>
                        </a:path>
                        <a:path w="42557" h="26208" stroke="0">
                          <a:moveTo>
                            <a:pt x="497" y="26207"/>
                          </a:moveTo>
                          <a:cubicBezTo>
                            <a:pt x="166" y="24694"/>
                            <a:pt x="0" y="23149"/>
                            <a:pt x="0" y="21600"/>
                          </a:cubicBezTo>
                          <a:cubicBezTo>
                            <a:pt x="0" y="9670"/>
                            <a:pt x="9670" y="0"/>
                            <a:pt x="21600" y="0"/>
                          </a:cubicBezTo>
                          <a:cubicBezTo>
                            <a:pt x="31514" y="0"/>
                            <a:pt x="40156" y="6750"/>
                            <a:pt x="42557" y="16369"/>
                          </a:cubicBezTo>
                          <a:lnTo>
                            <a:pt x="21600" y="21600"/>
                          </a:lnTo>
                          <a:lnTo>
                            <a:pt x="497" y="26207"/>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06" name="Arc 52"/>
                    <p:cNvSpPr>
                      <a:spLocks noChangeArrowheads="1"/>
                    </p:cNvSpPr>
                    <p:nvPr/>
                  </p:nvSpPr>
                  <p:spPr bwMode="auto">
                    <a:xfrm>
                      <a:off x="1" y="5"/>
                      <a:ext cx="35" cy="36"/>
                    </a:xfrm>
                    <a:custGeom>
                      <a:avLst/>
                      <a:gdLst>
                        <a:gd name="T0" fmla="*/ 497 w 21600"/>
                        <a:gd name="T1" fmla="*/ 23512 h 23513"/>
                        <a:gd name="T2" fmla="*/ 0 w 21600"/>
                        <a:gd name="T3" fmla="*/ 18905 h 23513"/>
                        <a:gd name="T4" fmla="*/ 11151 w 21600"/>
                        <a:gd name="T5" fmla="*/ 0 h 23513"/>
                        <a:gd name="T6" fmla="*/ 497 w 21600"/>
                        <a:gd name="T7" fmla="*/ 23512 h 23513"/>
                        <a:gd name="T8" fmla="*/ 0 w 21600"/>
                        <a:gd name="T9" fmla="*/ 18905 h 23513"/>
                        <a:gd name="T10" fmla="*/ 11151 w 21600"/>
                        <a:gd name="T11" fmla="*/ 0 h 23513"/>
                        <a:gd name="T12" fmla="*/ 21600 w 21600"/>
                        <a:gd name="T13" fmla="*/ 18905 h 23513"/>
                        <a:gd name="T14" fmla="*/ 497 w 21600"/>
                        <a:gd name="T15" fmla="*/ 23512 h 23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513" fill="none">
                          <a:moveTo>
                            <a:pt x="497" y="23512"/>
                          </a:moveTo>
                          <a:cubicBezTo>
                            <a:pt x="166" y="21999"/>
                            <a:pt x="0" y="20454"/>
                            <a:pt x="0" y="18905"/>
                          </a:cubicBezTo>
                          <a:cubicBezTo>
                            <a:pt x="0" y="11043"/>
                            <a:pt x="4270" y="3803"/>
                            <a:pt x="11151" y="0"/>
                          </a:cubicBezTo>
                        </a:path>
                        <a:path w="21600" h="23513" stroke="0">
                          <a:moveTo>
                            <a:pt x="497" y="23512"/>
                          </a:moveTo>
                          <a:cubicBezTo>
                            <a:pt x="166" y="21999"/>
                            <a:pt x="0" y="20454"/>
                            <a:pt x="0" y="18905"/>
                          </a:cubicBezTo>
                          <a:cubicBezTo>
                            <a:pt x="0" y="11043"/>
                            <a:pt x="4270" y="3803"/>
                            <a:pt x="11151" y="0"/>
                          </a:cubicBezTo>
                          <a:lnTo>
                            <a:pt x="21600" y="18905"/>
                          </a:lnTo>
                          <a:lnTo>
                            <a:pt x="497" y="23512"/>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07" name="Arc 53"/>
                    <p:cNvSpPr>
                      <a:spLocks noChangeArrowheads="1"/>
                    </p:cNvSpPr>
                    <p:nvPr/>
                  </p:nvSpPr>
                  <p:spPr bwMode="auto">
                    <a:xfrm>
                      <a:off x="0" y="0"/>
                      <a:ext cx="71" cy="41"/>
                    </a:xfrm>
                    <a:custGeom>
                      <a:avLst/>
                      <a:gdLst>
                        <a:gd name="T0" fmla="*/ 540 w 42376"/>
                        <a:gd name="T1" fmla="*/ 26400 h 26401"/>
                        <a:gd name="T2" fmla="*/ 0 w 42376"/>
                        <a:gd name="T3" fmla="*/ 21600 h 26401"/>
                        <a:gd name="T4" fmla="*/ 21600 w 42376"/>
                        <a:gd name="T5" fmla="*/ 0 h 26401"/>
                        <a:gd name="T6" fmla="*/ 42375 w 42376"/>
                        <a:gd name="T7" fmla="*/ 15690 h 26401"/>
                        <a:gd name="T8" fmla="*/ 540 w 42376"/>
                        <a:gd name="T9" fmla="*/ 26400 h 26401"/>
                        <a:gd name="T10" fmla="*/ 0 w 42376"/>
                        <a:gd name="T11" fmla="*/ 21600 h 26401"/>
                        <a:gd name="T12" fmla="*/ 21600 w 42376"/>
                        <a:gd name="T13" fmla="*/ 0 h 26401"/>
                        <a:gd name="T14" fmla="*/ 42375 w 42376"/>
                        <a:gd name="T15" fmla="*/ 15690 h 26401"/>
                        <a:gd name="T16" fmla="*/ 21600 w 42376"/>
                        <a:gd name="T17" fmla="*/ 21600 h 26401"/>
                        <a:gd name="T18" fmla="*/ 540 w 42376"/>
                        <a:gd name="T19" fmla="*/ 26400 h 26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6" h="26401" fill="none">
                          <a:moveTo>
                            <a:pt x="540" y="26400"/>
                          </a:moveTo>
                          <a:cubicBezTo>
                            <a:pt x="181" y="24825"/>
                            <a:pt x="0" y="23215"/>
                            <a:pt x="0" y="21600"/>
                          </a:cubicBezTo>
                          <a:cubicBezTo>
                            <a:pt x="0" y="9670"/>
                            <a:pt x="9670" y="0"/>
                            <a:pt x="21600" y="0"/>
                          </a:cubicBezTo>
                          <a:cubicBezTo>
                            <a:pt x="31253" y="0"/>
                            <a:pt x="39734" y="6405"/>
                            <a:pt x="42375" y="15690"/>
                          </a:cubicBezTo>
                        </a:path>
                        <a:path w="42376" h="26401" stroke="0">
                          <a:moveTo>
                            <a:pt x="540" y="26400"/>
                          </a:moveTo>
                          <a:cubicBezTo>
                            <a:pt x="181" y="24825"/>
                            <a:pt x="0" y="23215"/>
                            <a:pt x="0" y="21600"/>
                          </a:cubicBezTo>
                          <a:cubicBezTo>
                            <a:pt x="0" y="9670"/>
                            <a:pt x="9670" y="0"/>
                            <a:pt x="21600" y="0"/>
                          </a:cubicBezTo>
                          <a:cubicBezTo>
                            <a:pt x="31253" y="0"/>
                            <a:pt x="39734" y="6405"/>
                            <a:pt x="42375" y="15690"/>
                          </a:cubicBezTo>
                          <a:lnTo>
                            <a:pt x="21600" y="21600"/>
                          </a:lnTo>
                          <a:lnTo>
                            <a:pt x="540" y="26400"/>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23608" name="Arc 54"/>
                  <p:cNvSpPr>
                    <a:spLocks noChangeArrowheads="1"/>
                  </p:cNvSpPr>
                  <p:nvPr/>
                </p:nvSpPr>
                <p:spPr bwMode="auto">
                  <a:xfrm>
                    <a:off x="4" y="7"/>
                    <a:ext cx="71" cy="42"/>
                  </a:xfrm>
                  <a:custGeom>
                    <a:avLst/>
                    <a:gdLst>
                      <a:gd name="T0" fmla="*/ 640 w 42399"/>
                      <a:gd name="T1" fmla="*/ 26822 h 26822"/>
                      <a:gd name="T2" fmla="*/ 0 w 42399"/>
                      <a:gd name="T3" fmla="*/ 21600 h 26822"/>
                      <a:gd name="T4" fmla="*/ 21600 w 42399"/>
                      <a:gd name="T5" fmla="*/ 0 h 26822"/>
                      <a:gd name="T6" fmla="*/ 42398 w 42399"/>
                      <a:gd name="T7" fmla="*/ 15771 h 26822"/>
                      <a:gd name="T8" fmla="*/ 640 w 42399"/>
                      <a:gd name="T9" fmla="*/ 26822 h 26822"/>
                      <a:gd name="T10" fmla="*/ 0 w 42399"/>
                      <a:gd name="T11" fmla="*/ 21600 h 26822"/>
                      <a:gd name="T12" fmla="*/ 21600 w 42399"/>
                      <a:gd name="T13" fmla="*/ 0 h 26822"/>
                      <a:gd name="T14" fmla="*/ 42398 w 42399"/>
                      <a:gd name="T15" fmla="*/ 15771 h 26822"/>
                      <a:gd name="T16" fmla="*/ 21600 w 42399"/>
                      <a:gd name="T17" fmla="*/ 21600 h 26822"/>
                      <a:gd name="T18" fmla="*/ 640 w 42399"/>
                      <a:gd name="T19" fmla="*/ 26822 h 26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99" h="26822" fill="none">
                        <a:moveTo>
                          <a:pt x="640" y="26822"/>
                        </a:moveTo>
                        <a:cubicBezTo>
                          <a:pt x="215" y="25113"/>
                          <a:pt x="0" y="23360"/>
                          <a:pt x="0" y="21600"/>
                        </a:cubicBezTo>
                        <a:cubicBezTo>
                          <a:pt x="0" y="9670"/>
                          <a:pt x="9670" y="0"/>
                          <a:pt x="21600" y="0"/>
                        </a:cubicBezTo>
                        <a:cubicBezTo>
                          <a:pt x="31284" y="0"/>
                          <a:pt x="39785" y="6445"/>
                          <a:pt x="42398" y="15771"/>
                        </a:cubicBezTo>
                      </a:path>
                      <a:path w="42399" h="26822" stroke="0">
                        <a:moveTo>
                          <a:pt x="640" y="26822"/>
                        </a:moveTo>
                        <a:cubicBezTo>
                          <a:pt x="215" y="25113"/>
                          <a:pt x="0" y="23360"/>
                          <a:pt x="0" y="21600"/>
                        </a:cubicBezTo>
                        <a:cubicBezTo>
                          <a:pt x="0" y="9670"/>
                          <a:pt x="9670" y="0"/>
                          <a:pt x="21600" y="0"/>
                        </a:cubicBezTo>
                        <a:cubicBezTo>
                          <a:pt x="31284" y="0"/>
                          <a:pt x="39785" y="6445"/>
                          <a:pt x="42398" y="15771"/>
                        </a:cubicBezTo>
                        <a:lnTo>
                          <a:pt x="21600" y="21600"/>
                        </a:lnTo>
                        <a:lnTo>
                          <a:pt x="640" y="26822"/>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23609" name="Group 55"/>
                <p:cNvGrpSpPr/>
                <p:nvPr/>
              </p:nvGrpSpPr>
              <p:grpSpPr bwMode="auto">
                <a:xfrm>
                  <a:off x="35" y="66"/>
                  <a:ext cx="75" cy="48"/>
                  <a:chOff x="0" y="0"/>
                  <a:chExt cx="75" cy="48"/>
                </a:xfrm>
              </p:grpSpPr>
              <p:grpSp>
                <p:nvGrpSpPr>
                  <p:cNvPr id="23610" name="Group 56"/>
                  <p:cNvGrpSpPr/>
                  <p:nvPr/>
                </p:nvGrpSpPr>
                <p:grpSpPr bwMode="auto">
                  <a:xfrm>
                    <a:off x="0" y="0"/>
                    <a:ext cx="71" cy="41"/>
                    <a:chOff x="0" y="0"/>
                    <a:chExt cx="71" cy="41"/>
                  </a:xfrm>
                </p:grpSpPr>
                <p:sp>
                  <p:nvSpPr>
                    <p:cNvPr id="23611" name="Arc 57"/>
                    <p:cNvSpPr>
                      <a:spLocks noChangeArrowheads="1"/>
                    </p:cNvSpPr>
                    <p:nvPr/>
                  </p:nvSpPr>
                  <p:spPr bwMode="auto">
                    <a:xfrm>
                      <a:off x="0" y="0"/>
                      <a:ext cx="70" cy="40"/>
                    </a:xfrm>
                    <a:custGeom>
                      <a:avLst/>
                      <a:gdLst>
                        <a:gd name="T0" fmla="*/ 511 w 42659"/>
                        <a:gd name="T1" fmla="*/ 26270 h 26271"/>
                        <a:gd name="T2" fmla="*/ 0 w 42659"/>
                        <a:gd name="T3" fmla="*/ 21600 h 26271"/>
                        <a:gd name="T4" fmla="*/ 21600 w 42659"/>
                        <a:gd name="T5" fmla="*/ 0 h 26271"/>
                        <a:gd name="T6" fmla="*/ 42658 w 42659"/>
                        <a:gd name="T7" fmla="*/ 16795 h 26271"/>
                        <a:gd name="T8" fmla="*/ 511 w 42659"/>
                        <a:gd name="T9" fmla="*/ 26270 h 26271"/>
                        <a:gd name="T10" fmla="*/ 0 w 42659"/>
                        <a:gd name="T11" fmla="*/ 21600 h 26271"/>
                        <a:gd name="T12" fmla="*/ 21600 w 42659"/>
                        <a:gd name="T13" fmla="*/ 0 h 26271"/>
                        <a:gd name="T14" fmla="*/ 42658 w 42659"/>
                        <a:gd name="T15" fmla="*/ 16795 h 26271"/>
                        <a:gd name="T16" fmla="*/ 21600 w 42659"/>
                        <a:gd name="T17" fmla="*/ 21600 h 26271"/>
                        <a:gd name="T18" fmla="*/ 511 w 42659"/>
                        <a:gd name="T19" fmla="*/ 26270 h 26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659" h="26271" fill="none">
                          <a:moveTo>
                            <a:pt x="511" y="26270"/>
                          </a:moveTo>
                          <a:cubicBezTo>
                            <a:pt x="171" y="24737"/>
                            <a:pt x="0" y="23170"/>
                            <a:pt x="0" y="21600"/>
                          </a:cubicBezTo>
                          <a:cubicBezTo>
                            <a:pt x="0" y="9670"/>
                            <a:pt x="9670" y="0"/>
                            <a:pt x="21600" y="0"/>
                          </a:cubicBezTo>
                          <a:cubicBezTo>
                            <a:pt x="31678" y="0"/>
                            <a:pt x="40416" y="6969"/>
                            <a:pt x="42658" y="16795"/>
                          </a:cubicBezTo>
                        </a:path>
                        <a:path w="42659" h="26271" stroke="0">
                          <a:moveTo>
                            <a:pt x="511" y="26270"/>
                          </a:moveTo>
                          <a:cubicBezTo>
                            <a:pt x="171" y="24737"/>
                            <a:pt x="0" y="23170"/>
                            <a:pt x="0" y="21600"/>
                          </a:cubicBezTo>
                          <a:cubicBezTo>
                            <a:pt x="0" y="9670"/>
                            <a:pt x="9670" y="0"/>
                            <a:pt x="21600" y="0"/>
                          </a:cubicBezTo>
                          <a:cubicBezTo>
                            <a:pt x="31678" y="0"/>
                            <a:pt x="40416" y="6969"/>
                            <a:pt x="42658" y="16795"/>
                          </a:cubicBezTo>
                          <a:lnTo>
                            <a:pt x="21600" y="21600"/>
                          </a:lnTo>
                          <a:lnTo>
                            <a:pt x="511" y="26270"/>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12" name="Arc 58"/>
                    <p:cNvSpPr>
                      <a:spLocks noChangeArrowheads="1"/>
                    </p:cNvSpPr>
                    <p:nvPr/>
                  </p:nvSpPr>
                  <p:spPr bwMode="auto">
                    <a:xfrm>
                      <a:off x="0" y="4"/>
                      <a:ext cx="36" cy="36"/>
                    </a:xfrm>
                    <a:custGeom>
                      <a:avLst/>
                      <a:gdLst>
                        <a:gd name="T0" fmla="*/ 511 w 21600"/>
                        <a:gd name="T1" fmla="*/ 23481 h 23482"/>
                        <a:gd name="T2" fmla="*/ 0 w 21600"/>
                        <a:gd name="T3" fmla="*/ 18811 h 23482"/>
                        <a:gd name="T4" fmla="*/ 10983 w 21600"/>
                        <a:gd name="T5" fmla="*/ 0 h 23482"/>
                        <a:gd name="T6" fmla="*/ 511 w 21600"/>
                        <a:gd name="T7" fmla="*/ 23481 h 23482"/>
                        <a:gd name="T8" fmla="*/ 0 w 21600"/>
                        <a:gd name="T9" fmla="*/ 18811 h 23482"/>
                        <a:gd name="T10" fmla="*/ 10983 w 21600"/>
                        <a:gd name="T11" fmla="*/ 0 h 23482"/>
                        <a:gd name="T12" fmla="*/ 21600 w 21600"/>
                        <a:gd name="T13" fmla="*/ 18811 h 23482"/>
                        <a:gd name="T14" fmla="*/ 511 w 21600"/>
                        <a:gd name="T15" fmla="*/ 23481 h 23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482" fill="none">
                          <a:moveTo>
                            <a:pt x="511" y="23481"/>
                          </a:moveTo>
                          <a:cubicBezTo>
                            <a:pt x="171" y="21948"/>
                            <a:pt x="0" y="20381"/>
                            <a:pt x="0" y="18811"/>
                          </a:cubicBezTo>
                          <a:cubicBezTo>
                            <a:pt x="0" y="11018"/>
                            <a:pt x="4197" y="3830"/>
                            <a:pt x="10983" y="0"/>
                          </a:cubicBezTo>
                        </a:path>
                        <a:path w="21600" h="23482" stroke="0">
                          <a:moveTo>
                            <a:pt x="511" y="23481"/>
                          </a:moveTo>
                          <a:cubicBezTo>
                            <a:pt x="171" y="21948"/>
                            <a:pt x="0" y="20381"/>
                            <a:pt x="0" y="18811"/>
                          </a:cubicBezTo>
                          <a:cubicBezTo>
                            <a:pt x="0" y="11018"/>
                            <a:pt x="4197" y="3830"/>
                            <a:pt x="10983" y="0"/>
                          </a:cubicBezTo>
                          <a:lnTo>
                            <a:pt x="21600" y="18811"/>
                          </a:lnTo>
                          <a:lnTo>
                            <a:pt x="511" y="23481"/>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13" name="Arc 59"/>
                    <p:cNvSpPr>
                      <a:spLocks noChangeArrowheads="1"/>
                    </p:cNvSpPr>
                    <p:nvPr/>
                  </p:nvSpPr>
                  <p:spPr bwMode="auto">
                    <a:xfrm>
                      <a:off x="0" y="0"/>
                      <a:ext cx="71" cy="41"/>
                    </a:xfrm>
                    <a:custGeom>
                      <a:avLst/>
                      <a:gdLst>
                        <a:gd name="T0" fmla="*/ 509 w 42376"/>
                        <a:gd name="T1" fmla="*/ 26266 h 26266"/>
                        <a:gd name="T2" fmla="*/ 0 w 42376"/>
                        <a:gd name="T3" fmla="*/ 21600 h 26266"/>
                        <a:gd name="T4" fmla="*/ 21600 w 42376"/>
                        <a:gd name="T5" fmla="*/ 0 h 26266"/>
                        <a:gd name="T6" fmla="*/ 42375 w 42376"/>
                        <a:gd name="T7" fmla="*/ 15690 h 26266"/>
                        <a:gd name="T8" fmla="*/ 509 w 42376"/>
                        <a:gd name="T9" fmla="*/ 26266 h 26266"/>
                        <a:gd name="T10" fmla="*/ 0 w 42376"/>
                        <a:gd name="T11" fmla="*/ 21600 h 26266"/>
                        <a:gd name="T12" fmla="*/ 21600 w 42376"/>
                        <a:gd name="T13" fmla="*/ 0 h 26266"/>
                        <a:gd name="T14" fmla="*/ 42375 w 42376"/>
                        <a:gd name="T15" fmla="*/ 15690 h 26266"/>
                        <a:gd name="T16" fmla="*/ 21600 w 42376"/>
                        <a:gd name="T17" fmla="*/ 21600 h 26266"/>
                        <a:gd name="T18" fmla="*/ 509 w 42376"/>
                        <a:gd name="T19" fmla="*/ 26266 h 26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6" h="26266" fill="none">
                          <a:moveTo>
                            <a:pt x="509" y="26266"/>
                          </a:moveTo>
                          <a:cubicBezTo>
                            <a:pt x="171" y="24733"/>
                            <a:pt x="0" y="23169"/>
                            <a:pt x="0" y="21600"/>
                          </a:cubicBezTo>
                          <a:cubicBezTo>
                            <a:pt x="0" y="9670"/>
                            <a:pt x="9670" y="0"/>
                            <a:pt x="21600" y="0"/>
                          </a:cubicBezTo>
                          <a:cubicBezTo>
                            <a:pt x="31253" y="0"/>
                            <a:pt x="39734" y="6405"/>
                            <a:pt x="42375" y="15690"/>
                          </a:cubicBezTo>
                        </a:path>
                        <a:path w="42376" h="26266" stroke="0">
                          <a:moveTo>
                            <a:pt x="509" y="26266"/>
                          </a:moveTo>
                          <a:cubicBezTo>
                            <a:pt x="171" y="24733"/>
                            <a:pt x="0" y="23169"/>
                            <a:pt x="0" y="21600"/>
                          </a:cubicBezTo>
                          <a:cubicBezTo>
                            <a:pt x="0" y="9670"/>
                            <a:pt x="9670" y="0"/>
                            <a:pt x="21600" y="0"/>
                          </a:cubicBezTo>
                          <a:cubicBezTo>
                            <a:pt x="31253" y="0"/>
                            <a:pt x="39734" y="6405"/>
                            <a:pt x="42375" y="15690"/>
                          </a:cubicBezTo>
                          <a:lnTo>
                            <a:pt x="21600" y="21600"/>
                          </a:lnTo>
                          <a:lnTo>
                            <a:pt x="509" y="26266"/>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23614" name="Arc 60"/>
                  <p:cNvSpPr>
                    <a:spLocks noChangeArrowheads="1"/>
                  </p:cNvSpPr>
                  <p:nvPr/>
                </p:nvSpPr>
                <p:spPr bwMode="auto">
                  <a:xfrm>
                    <a:off x="4" y="7"/>
                    <a:ext cx="71" cy="41"/>
                  </a:xfrm>
                  <a:custGeom>
                    <a:avLst/>
                    <a:gdLst>
                      <a:gd name="T0" fmla="*/ 509 w 42502"/>
                      <a:gd name="T1" fmla="*/ 26266 h 26266"/>
                      <a:gd name="T2" fmla="*/ 0 w 42502"/>
                      <a:gd name="T3" fmla="*/ 21600 h 26266"/>
                      <a:gd name="T4" fmla="*/ 21600 w 42502"/>
                      <a:gd name="T5" fmla="*/ 0 h 26266"/>
                      <a:gd name="T6" fmla="*/ 42502 w 42502"/>
                      <a:gd name="T7" fmla="*/ 16154 h 26266"/>
                      <a:gd name="T8" fmla="*/ 509 w 42502"/>
                      <a:gd name="T9" fmla="*/ 26266 h 26266"/>
                      <a:gd name="T10" fmla="*/ 0 w 42502"/>
                      <a:gd name="T11" fmla="*/ 21600 h 26266"/>
                      <a:gd name="T12" fmla="*/ 21600 w 42502"/>
                      <a:gd name="T13" fmla="*/ 0 h 26266"/>
                      <a:gd name="T14" fmla="*/ 42502 w 42502"/>
                      <a:gd name="T15" fmla="*/ 16154 h 26266"/>
                      <a:gd name="T16" fmla="*/ 21600 w 42502"/>
                      <a:gd name="T17" fmla="*/ 21600 h 26266"/>
                      <a:gd name="T18" fmla="*/ 509 w 42502"/>
                      <a:gd name="T19" fmla="*/ 26266 h 26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02" h="26266" fill="none">
                        <a:moveTo>
                          <a:pt x="509" y="26266"/>
                        </a:moveTo>
                        <a:cubicBezTo>
                          <a:pt x="171" y="24733"/>
                          <a:pt x="0" y="23169"/>
                          <a:pt x="0" y="21600"/>
                        </a:cubicBezTo>
                        <a:cubicBezTo>
                          <a:pt x="0" y="9670"/>
                          <a:pt x="9670" y="0"/>
                          <a:pt x="21600" y="0"/>
                        </a:cubicBezTo>
                        <a:cubicBezTo>
                          <a:pt x="31432" y="0"/>
                          <a:pt x="40023" y="6640"/>
                          <a:pt x="42502" y="16154"/>
                        </a:cubicBezTo>
                      </a:path>
                      <a:path w="42502" h="26266" stroke="0">
                        <a:moveTo>
                          <a:pt x="509" y="26266"/>
                        </a:moveTo>
                        <a:cubicBezTo>
                          <a:pt x="171" y="24733"/>
                          <a:pt x="0" y="23169"/>
                          <a:pt x="0" y="21600"/>
                        </a:cubicBezTo>
                        <a:cubicBezTo>
                          <a:pt x="0" y="9670"/>
                          <a:pt x="9670" y="0"/>
                          <a:pt x="21600" y="0"/>
                        </a:cubicBezTo>
                        <a:cubicBezTo>
                          <a:pt x="31432" y="0"/>
                          <a:pt x="40023" y="6640"/>
                          <a:pt x="42502" y="16154"/>
                        </a:cubicBezTo>
                        <a:lnTo>
                          <a:pt x="21600" y="21600"/>
                        </a:lnTo>
                        <a:lnTo>
                          <a:pt x="509" y="26266"/>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23615" name="Group 61"/>
                <p:cNvGrpSpPr/>
                <p:nvPr/>
              </p:nvGrpSpPr>
              <p:grpSpPr bwMode="auto">
                <a:xfrm>
                  <a:off x="43" y="79"/>
                  <a:ext cx="69" cy="40"/>
                  <a:chOff x="0" y="0"/>
                  <a:chExt cx="69" cy="40"/>
                </a:xfrm>
              </p:grpSpPr>
              <p:sp>
                <p:nvSpPr>
                  <p:cNvPr id="23616" name="Arc 62"/>
                  <p:cNvSpPr>
                    <a:spLocks noChangeArrowheads="1"/>
                  </p:cNvSpPr>
                  <p:nvPr/>
                </p:nvSpPr>
                <p:spPr bwMode="auto">
                  <a:xfrm>
                    <a:off x="0" y="0"/>
                    <a:ext cx="69" cy="40"/>
                  </a:xfrm>
                  <a:custGeom>
                    <a:avLst/>
                    <a:gdLst>
                      <a:gd name="T0" fmla="*/ 497 w 42703"/>
                      <a:gd name="T1" fmla="*/ 26207 h 26208"/>
                      <a:gd name="T2" fmla="*/ 0 w 42703"/>
                      <a:gd name="T3" fmla="*/ 21600 h 26208"/>
                      <a:gd name="T4" fmla="*/ 21600 w 42703"/>
                      <a:gd name="T5" fmla="*/ 0 h 26208"/>
                      <a:gd name="T6" fmla="*/ 42702 w 42703"/>
                      <a:gd name="T7" fmla="*/ 16992 h 26208"/>
                      <a:gd name="T8" fmla="*/ 497 w 42703"/>
                      <a:gd name="T9" fmla="*/ 26207 h 26208"/>
                      <a:gd name="T10" fmla="*/ 0 w 42703"/>
                      <a:gd name="T11" fmla="*/ 21600 h 26208"/>
                      <a:gd name="T12" fmla="*/ 21600 w 42703"/>
                      <a:gd name="T13" fmla="*/ 0 h 26208"/>
                      <a:gd name="T14" fmla="*/ 42702 w 42703"/>
                      <a:gd name="T15" fmla="*/ 16992 h 26208"/>
                      <a:gd name="T16" fmla="*/ 21600 w 42703"/>
                      <a:gd name="T17" fmla="*/ 21600 h 26208"/>
                      <a:gd name="T18" fmla="*/ 497 w 42703"/>
                      <a:gd name="T19" fmla="*/ 26207 h 2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703" h="26208" fill="none">
                        <a:moveTo>
                          <a:pt x="497" y="26207"/>
                        </a:moveTo>
                        <a:cubicBezTo>
                          <a:pt x="166" y="24694"/>
                          <a:pt x="0" y="23149"/>
                          <a:pt x="0" y="21600"/>
                        </a:cubicBezTo>
                        <a:cubicBezTo>
                          <a:pt x="0" y="9670"/>
                          <a:pt x="9670" y="0"/>
                          <a:pt x="21600" y="0"/>
                        </a:cubicBezTo>
                        <a:cubicBezTo>
                          <a:pt x="31753" y="0"/>
                          <a:pt x="40536" y="7072"/>
                          <a:pt x="42702" y="16992"/>
                        </a:cubicBezTo>
                      </a:path>
                      <a:path w="42703" h="26208" stroke="0">
                        <a:moveTo>
                          <a:pt x="497" y="26207"/>
                        </a:moveTo>
                        <a:cubicBezTo>
                          <a:pt x="166" y="24694"/>
                          <a:pt x="0" y="23149"/>
                          <a:pt x="0" y="21600"/>
                        </a:cubicBezTo>
                        <a:cubicBezTo>
                          <a:pt x="0" y="9670"/>
                          <a:pt x="9670" y="0"/>
                          <a:pt x="21600" y="0"/>
                        </a:cubicBezTo>
                        <a:cubicBezTo>
                          <a:pt x="31753" y="0"/>
                          <a:pt x="40536" y="7072"/>
                          <a:pt x="42702" y="16992"/>
                        </a:cubicBezTo>
                        <a:lnTo>
                          <a:pt x="21600" y="21600"/>
                        </a:lnTo>
                        <a:lnTo>
                          <a:pt x="497" y="26207"/>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17" name="Arc 63"/>
                  <p:cNvSpPr>
                    <a:spLocks noChangeArrowheads="1"/>
                  </p:cNvSpPr>
                  <p:nvPr/>
                </p:nvSpPr>
                <p:spPr bwMode="auto">
                  <a:xfrm>
                    <a:off x="0" y="4"/>
                    <a:ext cx="35" cy="36"/>
                  </a:xfrm>
                  <a:custGeom>
                    <a:avLst/>
                    <a:gdLst>
                      <a:gd name="T0" fmla="*/ 497 w 21600"/>
                      <a:gd name="T1" fmla="*/ 23353 h 23354"/>
                      <a:gd name="T2" fmla="*/ 0 w 21600"/>
                      <a:gd name="T3" fmla="*/ 18746 h 23354"/>
                      <a:gd name="T4" fmla="*/ 10869 w 21600"/>
                      <a:gd name="T5" fmla="*/ 0 h 23354"/>
                      <a:gd name="T6" fmla="*/ 497 w 21600"/>
                      <a:gd name="T7" fmla="*/ 23353 h 23354"/>
                      <a:gd name="T8" fmla="*/ 0 w 21600"/>
                      <a:gd name="T9" fmla="*/ 18746 h 23354"/>
                      <a:gd name="T10" fmla="*/ 10869 w 21600"/>
                      <a:gd name="T11" fmla="*/ 0 h 23354"/>
                      <a:gd name="T12" fmla="*/ 21600 w 21600"/>
                      <a:gd name="T13" fmla="*/ 18746 h 23354"/>
                      <a:gd name="T14" fmla="*/ 497 w 21600"/>
                      <a:gd name="T15" fmla="*/ 23353 h 23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354" fill="none">
                        <a:moveTo>
                          <a:pt x="497" y="23353"/>
                        </a:moveTo>
                        <a:cubicBezTo>
                          <a:pt x="166" y="21840"/>
                          <a:pt x="0" y="20295"/>
                          <a:pt x="0" y="18746"/>
                        </a:cubicBezTo>
                        <a:cubicBezTo>
                          <a:pt x="0" y="11000"/>
                          <a:pt x="4147" y="3848"/>
                          <a:pt x="10869" y="0"/>
                        </a:cubicBezTo>
                      </a:path>
                      <a:path w="21600" h="23354" stroke="0">
                        <a:moveTo>
                          <a:pt x="497" y="23353"/>
                        </a:moveTo>
                        <a:cubicBezTo>
                          <a:pt x="166" y="21840"/>
                          <a:pt x="0" y="20295"/>
                          <a:pt x="0" y="18746"/>
                        </a:cubicBezTo>
                        <a:cubicBezTo>
                          <a:pt x="0" y="11000"/>
                          <a:pt x="4147" y="3848"/>
                          <a:pt x="10869" y="0"/>
                        </a:cubicBezTo>
                        <a:lnTo>
                          <a:pt x="21600" y="18746"/>
                        </a:lnTo>
                        <a:lnTo>
                          <a:pt x="497" y="23353"/>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23618" name="Group 64"/>
                <p:cNvGrpSpPr/>
                <p:nvPr/>
              </p:nvGrpSpPr>
              <p:grpSpPr bwMode="auto">
                <a:xfrm>
                  <a:off x="42" y="79"/>
                  <a:ext cx="75" cy="47"/>
                  <a:chOff x="0" y="0"/>
                  <a:chExt cx="75" cy="47"/>
                </a:xfrm>
              </p:grpSpPr>
              <p:sp>
                <p:nvSpPr>
                  <p:cNvPr id="23619" name="Arc 65"/>
                  <p:cNvSpPr>
                    <a:spLocks noChangeArrowheads="1"/>
                  </p:cNvSpPr>
                  <p:nvPr/>
                </p:nvSpPr>
                <p:spPr bwMode="auto">
                  <a:xfrm>
                    <a:off x="0" y="0"/>
                    <a:ext cx="71" cy="40"/>
                  </a:xfrm>
                  <a:custGeom>
                    <a:avLst/>
                    <a:gdLst>
                      <a:gd name="T0" fmla="*/ 378 w 42541"/>
                      <a:gd name="T1" fmla="*/ 25623 h 25624"/>
                      <a:gd name="T2" fmla="*/ 0 w 42541"/>
                      <a:gd name="T3" fmla="*/ 21600 h 25624"/>
                      <a:gd name="T4" fmla="*/ 21600 w 42541"/>
                      <a:gd name="T5" fmla="*/ 0 h 25624"/>
                      <a:gd name="T6" fmla="*/ 42540 w 42541"/>
                      <a:gd name="T7" fmla="*/ 16305 h 25624"/>
                      <a:gd name="T8" fmla="*/ 378 w 42541"/>
                      <a:gd name="T9" fmla="*/ 25623 h 25624"/>
                      <a:gd name="T10" fmla="*/ 0 w 42541"/>
                      <a:gd name="T11" fmla="*/ 21600 h 25624"/>
                      <a:gd name="T12" fmla="*/ 21600 w 42541"/>
                      <a:gd name="T13" fmla="*/ 0 h 25624"/>
                      <a:gd name="T14" fmla="*/ 42540 w 42541"/>
                      <a:gd name="T15" fmla="*/ 16305 h 25624"/>
                      <a:gd name="T16" fmla="*/ 21600 w 42541"/>
                      <a:gd name="T17" fmla="*/ 21600 h 25624"/>
                      <a:gd name="T18" fmla="*/ 378 w 42541"/>
                      <a:gd name="T19" fmla="*/ 25623 h 25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41" h="25624" fill="none">
                        <a:moveTo>
                          <a:pt x="378" y="25623"/>
                        </a:moveTo>
                        <a:cubicBezTo>
                          <a:pt x="126" y="24297"/>
                          <a:pt x="0" y="22950"/>
                          <a:pt x="0" y="21600"/>
                        </a:cubicBezTo>
                        <a:cubicBezTo>
                          <a:pt x="0" y="9670"/>
                          <a:pt x="9670" y="0"/>
                          <a:pt x="21600" y="0"/>
                        </a:cubicBezTo>
                        <a:cubicBezTo>
                          <a:pt x="31489" y="0"/>
                          <a:pt x="40116" y="6716"/>
                          <a:pt x="42540" y="16305"/>
                        </a:cubicBezTo>
                      </a:path>
                      <a:path w="42541" h="25624" stroke="0">
                        <a:moveTo>
                          <a:pt x="378" y="25623"/>
                        </a:moveTo>
                        <a:cubicBezTo>
                          <a:pt x="126" y="24297"/>
                          <a:pt x="0" y="22950"/>
                          <a:pt x="0" y="21600"/>
                        </a:cubicBezTo>
                        <a:cubicBezTo>
                          <a:pt x="0" y="9670"/>
                          <a:pt x="9670" y="0"/>
                          <a:pt x="21600" y="0"/>
                        </a:cubicBezTo>
                        <a:cubicBezTo>
                          <a:pt x="31489" y="0"/>
                          <a:pt x="40116" y="6716"/>
                          <a:pt x="42540" y="16305"/>
                        </a:cubicBezTo>
                        <a:lnTo>
                          <a:pt x="21600" y="21600"/>
                        </a:lnTo>
                        <a:lnTo>
                          <a:pt x="378" y="25623"/>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20" name="Arc 66"/>
                  <p:cNvSpPr>
                    <a:spLocks noChangeArrowheads="1"/>
                  </p:cNvSpPr>
                  <p:nvPr/>
                </p:nvSpPr>
                <p:spPr bwMode="auto">
                  <a:xfrm>
                    <a:off x="4" y="7"/>
                    <a:ext cx="71" cy="40"/>
                  </a:xfrm>
                  <a:custGeom>
                    <a:avLst/>
                    <a:gdLst>
                      <a:gd name="T0" fmla="*/ 378 w 42541"/>
                      <a:gd name="T1" fmla="*/ 25623 h 25624"/>
                      <a:gd name="T2" fmla="*/ 0 w 42541"/>
                      <a:gd name="T3" fmla="*/ 21600 h 25624"/>
                      <a:gd name="T4" fmla="*/ 21600 w 42541"/>
                      <a:gd name="T5" fmla="*/ 0 h 25624"/>
                      <a:gd name="T6" fmla="*/ 42540 w 42541"/>
                      <a:gd name="T7" fmla="*/ 16305 h 25624"/>
                      <a:gd name="T8" fmla="*/ 378 w 42541"/>
                      <a:gd name="T9" fmla="*/ 25623 h 25624"/>
                      <a:gd name="T10" fmla="*/ 0 w 42541"/>
                      <a:gd name="T11" fmla="*/ 21600 h 25624"/>
                      <a:gd name="T12" fmla="*/ 21600 w 42541"/>
                      <a:gd name="T13" fmla="*/ 0 h 25624"/>
                      <a:gd name="T14" fmla="*/ 42540 w 42541"/>
                      <a:gd name="T15" fmla="*/ 16305 h 25624"/>
                      <a:gd name="T16" fmla="*/ 21600 w 42541"/>
                      <a:gd name="T17" fmla="*/ 21600 h 25624"/>
                      <a:gd name="T18" fmla="*/ 378 w 42541"/>
                      <a:gd name="T19" fmla="*/ 25623 h 25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41" h="25624" fill="none">
                        <a:moveTo>
                          <a:pt x="378" y="25623"/>
                        </a:moveTo>
                        <a:cubicBezTo>
                          <a:pt x="126" y="24297"/>
                          <a:pt x="0" y="22950"/>
                          <a:pt x="0" y="21600"/>
                        </a:cubicBezTo>
                        <a:cubicBezTo>
                          <a:pt x="0" y="9670"/>
                          <a:pt x="9670" y="0"/>
                          <a:pt x="21600" y="0"/>
                        </a:cubicBezTo>
                        <a:cubicBezTo>
                          <a:pt x="31489" y="0"/>
                          <a:pt x="40116" y="6716"/>
                          <a:pt x="42540" y="16305"/>
                        </a:cubicBezTo>
                      </a:path>
                      <a:path w="42541" h="25624" stroke="0">
                        <a:moveTo>
                          <a:pt x="378" y="25623"/>
                        </a:moveTo>
                        <a:cubicBezTo>
                          <a:pt x="126" y="24297"/>
                          <a:pt x="0" y="22950"/>
                          <a:pt x="0" y="21600"/>
                        </a:cubicBezTo>
                        <a:cubicBezTo>
                          <a:pt x="0" y="9670"/>
                          <a:pt x="9670" y="0"/>
                          <a:pt x="21600" y="0"/>
                        </a:cubicBezTo>
                        <a:cubicBezTo>
                          <a:pt x="31489" y="0"/>
                          <a:pt x="40116" y="6716"/>
                          <a:pt x="42540" y="16305"/>
                        </a:cubicBezTo>
                        <a:lnTo>
                          <a:pt x="21600" y="21600"/>
                        </a:lnTo>
                        <a:lnTo>
                          <a:pt x="378" y="25623"/>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23621" name="Group 67"/>
                <p:cNvGrpSpPr/>
                <p:nvPr/>
              </p:nvGrpSpPr>
              <p:grpSpPr bwMode="auto">
                <a:xfrm>
                  <a:off x="3" y="21"/>
                  <a:ext cx="228" cy="327"/>
                  <a:chOff x="0" y="0"/>
                  <a:chExt cx="228" cy="327"/>
                </a:xfrm>
              </p:grpSpPr>
              <p:sp>
                <p:nvSpPr>
                  <p:cNvPr id="23622" name="Line 68"/>
                  <p:cNvSpPr>
                    <a:spLocks noChangeShapeType="1"/>
                  </p:cNvSpPr>
                  <p:nvPr/>
                </p:nvSpPr>
                <p:spPr bwMode="auto">
                  <a:xfrm>
                    <a:off x="66" y="0"/>
                    <a:ext cx="162" cy="291"/>
                  </a:xfrm>
                  <a:prstGeom prst="line">
                    <a:avLst/>
                  </a:prstGeom>
                  <a:noFill/>
                  <a:ln w="476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23" name="Line 69"/>
                  <p:cNvSpPr>
                    <a:spLocks noChangeShapeType="1"/>
                  </p:cNvSpPr>
                  <p:nvPr/>
                </p:nvSpPr>
                <p:spPr bwMode="auto">
                  <a:xfrm>
                    <a:off x="0" y="23"/>
                    <a:ext cx="162" cy="304"/>
                  </a:xfrm>
                  <a:prstGeom prst="line">
                    <a:avLst/>
                  </a:prstGeom>
                  <a:noFill/>
                  <a:ln w="476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23624" name="Group 70"/>
                <p:cNvGrpSpPr/>
                <p:nvPr/>
              </p:nvGrpSpPr>
              <p:grpSpPr bwMode="auto">
                <a:xfrm>
                  <a:off x="50" y="91"/>
                  <a:ext cx="73" cy="48"/>
                  <a:chOff x="0" y="0"/>
                  <a:chExt cx="73" cy="48"/>
                </a:xfrm>
              </p:grpSpPr>
              <p:grpSp>
                <p:nvGrpSpPr>
                  <p:cNvPr id="23625" name="Group 71"/>
                  <p:cNvGrpSpPr/>
                  <p:nvPr/>
                </p:nvGrpSpPr>
                <p:grpSpPr bwMode="auto">
                  <a:xfrm>
                    <a:off x="0" y="1"/>
                    <a:ext cx="70" cy="39"/>
                    <a:chOff x="0" y="0"/>
                    <a:chExt cx="70" cy="39"/>
                  </a:xfrm>
                </p:grpSpPr>
                <p:sp>
                  <p:nvSpPr>
                    <p:cNvPr id="23626" name="Arc 72"/>
                    <p:cNvSpPr>
                      <a:spLocks noChangeArrowheads="1"/>
                    </p:cNvSpPr>
                    <p:nvPr/>
                  </p:nvSpPr>
                  <p:spPr bwMode="auto">
                    <a:xfrm>
                      <a:off x="0" y="0"/>
                      <a:ext cx="70" cy="39"/>
                    </a:xfrm>
                    <a:custGeom>
                      <a:avLst/>
                      <a:gdLst>
                        <a:gd name="T0" fmla="*/ 358 w 42659"/>
                        <a:gd name="T1" fmla="*/ 25516 h 25517"/>
                        <a:gd name="T2" fmla="*/ 0 w 42659"/>
                        <a:gd name="T3" fmla="*/ 21600 h 25517"/>
                        <a:gd name="T4" fmla="*/ 21600 w 42659"/>
                        <a:gd name="T5" fmla="*/ 0 h 25517"/>
                        <a:gd name="T6" fmla="*/ 42658 w 42659"/>
                        <a:gd name="T7" fmla="*/ 16795 h 25517"/>
                        <a:gd name="T8" fmla="*/ 358 w 42659"/>
                        <a:gd name="T9" fmla="*/ 25516 h 25517"/>
                        <a:gd name="T10" fmla="*/ 0 w 42659"/>
                        <a:gd name="T11" fmla="*/ 21600 h 25517"/>
                        <a:gd name="T12" fmla="*/ 21600 w 42659"/>
                        <a:gd name="T13" fmla="*/ 0 h 25517"/>
                        <a:gd name="T14" fmla="*/ 42658 w 42659"/>
                        <a:gd name="T15" fmla="*/ 16795 h 25517"/>
                        <a:gd name="T16" fmla="*/ 21600 w 42659"/>
                        <a:gd name="T17" fmla="*/ 21600 h 25517"/>
                        <a:gd name="T18" fmla="*/ 358 w 42659"/>
                        <a:gd name="T19" fmla="*/ 25516 h 25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659" h="25517" fill="none">
                          <a:moveTo>
                            <a:pt x="358" y="25516"/>
                          </a:moveTo>
                          <a:cubicBezTo>
                            <a:pt x="119" y="24224"/>
                            <a:pt x="0" y="22913"/>
                            <a:pt x="0" y="21600"/>
                          </a:cubicBezTo>
                          <a:cubicBezTo>
                            <a:pt x="0" y="9670"/>
                            <a:pt x="9670" y="0"/>
                            <a:pt x="21600" y="0"/>
                          </a:cubicBezTo>
                          <a:cubicBezTo>
                            <a:pt x="31678" y="0"/>
                            <a:pt x="40416" y="6969"/>
                            <a:pt x="42658" y="16795"/>
                          </a:cubicBezTo>
                        </a:path>
                        <a:path w="42659" h="25517" stroke="0">
                          <a:moveTo>
                            <a:pt x="358" y="25516"/>
                          </a:moveTo>
                          <a:cubicBezTo>
                            <a:pt x="119" y="24224"/>
                            <a:pt x="0" y="22913"/>
                            <a:pt x="0" y="21600"/>
                          </a:cubicBezTo>
                          <a:cubicBezTo>
                            <a:pt x="0" y="9670"/>
                            <a:pt x="9670" y="0"/>
                            <a:pt x="21600" y="0"/>
                          </a:cubicBezTo>
                          <a:cubicBezTo>
                            <a:pt x="31678" y="0"/>
                            <a:pt x="40416" y="6969"/>
                            <a:pt x="42658" y="16795"/>
                          </a:cubicBezTo>
                          <a:lnTo>
                            <a:pt x="21600" y="21600"/>
                          </a:lnTo>
                          <a:lnTo>
                            <a:pt x="358" y="25516"/>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27" name="Arc 73"/>
                    <p:cNvSpPr>
                      <a:spLocks noChangeArrowheads="1"/>
                    </p:cNvSpPr>
                    <p:nvPr/>
                  </p:nvSpPr>
                  <p:spPr bwMode="auto">
                    <a:xfrm>
                      <a:off x="0" y="4"/>
                      <a:ext cx="36" cy="35"/>
                    </a:xfrm>
                    <a:custGeom>
                      <a:avLst/>
                      <a:gdLst>
                        <a:gd name="T0" fmla="*/ 358 w 21600"/>
                        <a:gd name="T1" fmla="*/ 22727 h 22728"/>
                        <a:gd name="T2" fmla="*/ 0 w 21600"/>
                        <a:gd name="T3" fmla="*/ 18811 h 22728"/>
                        <a:gd name="T4" fmla="*/ 10983 w 21600"/>
                        <a:gd name="T5" fmla="*/ 0 h 22728"/>
                        <a:gd name="T6" fmla="*/ 358 w 21600"/>
                        <a:gd name="T7" fmla="*/ 22727 h 22728"/>
                        <a:gd name="T8" fmla="*/ 0 w 21600"/>
                        <a:gd name="T9" fmla="*/ 18811 h 22728"/>
                        <a:gd name="T10" fmla="*/ 10983 w 21600"/>
                        <a:gd name="T11" fmla="*/ 0 h 22728"/>
                        <a:gd name="T12" fmla="*/ 21600 w 21600"/>
                        <a:gd name="T13" fmla="*/ 18811 h 22728"/>
                        <a:gd name="T14" fmla="*/ 358 w 21600"/>
                        <a:gd name="T15" fmla="*/ 22727 h 227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2728" fill="none">
                          <a:moveTo>
                            <a:pt x="358" y="22727"/>
                          </a:moveTo>
                          <a:cubicBezTo>
                            <a:pt x="119" y="21435"/>
                            <a:pt x="0" y="20124"/>
                            <a:pt x="0" y="18811"/>
                          </a:cubicBezTo>
                          <a:cubicBezTo>
                            <a:pt x="0" y="11018"/>
                            <a:pt x="4197" y="3830"/>
                            <a:pt x="10983" y="0"/>
                          </a:cubicBezTo>
                        </a:path>
                        <a:path w="21600" h="22728" stroke="0">
                          <a:moveTo>
                            <a:pt x="358" y="22727"/>
                          </a:moveTo>
                          <a:cubicBezTo>
                            <a:pt x="119" y="21435"/>
                            <a:pt x="0" y="20124"/>
                            <a:pt x="0" y="18811"/>
                          </a:cubicBezTo>
                          <a:cubicBezTo>
                            <a:pt x="0" y="11018"/>
                            <a:pt x="4197" y="3830"/>
                            <a:pt x="10983" y="0"/>
                          </a:cubicBezTo>
                          <a:lnTo>
                            <a:pt x="21600" y="18811"/>
                          </a:lnTo>
                          <a:lnTo>
                            <a:pt x="358" y="22727"/>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23628" name="Arc 74"/>
                  <p:cNvSpPr>
                    <a:spLocks noChangeArrowheads="1"/>
                  </p:cNvSpPr>
                  <p:nvPr/>
                </p:nvSpPr>
                <p:spPr bwMode="auto">
                  <a:xfrm>
                    <a:off x="0" y="0"/>
                    <a:ext cx="71" cy="41"/>
                  </a:xfrm>
                  <a:custGeom>
                    <a:avLst/>
                    <a:gdLst>
                      <a:gd name="T0" fmla="*/ 495 w 42704"/>
                      <a:gd name="T1" fmla="*/ 26201 h 26201"/>
                      <a:gd name="T2" fmla="*/ 0 w 42704"/>
                      <a:gd name="T3" fmla="*/ 21600 h 26201"/>
                      <a:gd name="T4" fmla="*/ 21600 w 42704"/>
                      <a:gd name="T5" fmla="*/ 0 h 26201"/>
                      <a:gd name="T6" fmla="*/ 42704 w 42704"/>
                      <a:gd name="T7" fmla="*/ 16998 h 26201"/>
                      <a:gd name="T8" fmla="*/ 495 w 42704"/>
                      <a:gd name="T9" fmla="*/ 26201 h 26201"/>
                      <a:gd name="T10" fmla="*/ 0 w 42704"/>
                      <a:gd name="T11" fmla="*/ 21600 h 26201"/>
                      <a:gd name="T12" fmla="*/ 21600 w 42704"/>
                      <a:gd name="T13" fmla="*/ 0 h 26201"/>
                      <a:gd name="T14" fmla="*/ 42704 w 42704"/>
                      <a:gd name="T15" fmla="*/ 16998 h 26201"/>
                      <a:gd name="T16" fmla="*/ 21600 w 42704"/>
                      <a:gd name="T17" fmla="*/ 21600 h 26201"/>
                      <a:gd name="T18" fmla="*/ 495 w 42704"/>
                      <a:gd name="T19" fmla="*/ 26201 h 26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704" h="26201" fill="none">
                        <a:moveTo>
                          <a:pt x="495" y="26201"/>
                        </a:moveTo>
                        <a:cubicBezTo>
                          <a:pt x="166" y="24689"/>
                          <a:pt x="0" y="23147"/>
                          <a:pt x="0" y="21600"/>
                        </a:cubicBezTo>
                        <a:cubicBezTo>
                          <a:pt x="0" y="9670"/>
                          <a:pt x="9670" y="0"/>
                          <a:pt x="21600" y="0"/>
                        </a:cubicBezTo>
                        <a:cubicBezTo>
                          <a:pt x="31756" y="0"/>
                          <a:pt x="40540" y="7075"/>
                          <a:pt x="42704" y="16998"/>
                        </a:cubicBezTo>
                      </a:path>
                      <a:path w="42704" h="26201" stroke="0">
                        <a:moveTo>
                          <a:pt x="495" y="26201"/>
                        </a:moveTo>
                        <a:cubicBezTo>
                          <a:pt x="166" y="24689"/>
                          <a:pt x="0" y="23147"/>
                          <a:pt x="0" y="21600"/>
                        </a:cubicBezTo>
                        <a:cubicBezTo>
                          <a:pt x="0" y="9670"/>
                          <a:pt x="9670" y="0"/>
                          <a:pt x="21600" y="0"/>
                        </a:cubicBezTo>
                        <a:cubicBezTo>
                          <a:pt x="31756" y="0"/>
                          <a:pt x="40540" y="7075"/>
                          <a:pt x="42704" y="16998"/>
                        </a:cubicBezTo>
                        <a:lnTo>
                          <a:pt x="21600" y="21600"/>
                        </a:lnTo>
                        <a:lnTo>
                          <a:pt x="495" y="26201"/>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29" name="Arc 75"/>
                  <p:cNvSpPr>
                    <a:spLocks noChangeArrowheads="1"/>
                  </p:cNvSpPr>
                  <p:nvPr/>
                </p:nvSpPr>
                <p:spPr bwMode="auto">
                  <a:xfrm>
                    <a:off x="4" y="7"/>
                    <a:ext cx="69" cy="41"/>
                  </a:xfrm>
                  <a:custGeom>
                    <a:avLst/>
                    <a:gdLst>
                      <a:gd name="T0" fmla="*/ 642 w 42557"/>
                      <a:gd name="T1" fmla="*/ 26830 h 26830"/>
                      <a:gd name="T2" fmla="*/ 0 w 42557"/>
                      <a:gd name="T3" fmla="*/ 21600 h 26830"/>
                      <a:gd name="T4" fmla="*/ 21600 w 42557"/>
                      <a:gd name="T5" fmla="*/ 0 h 26830"/>
                      <a:gd name="T6" fmla="*/ 42557 w 42557"/>
                      <a:gd name="T7" fmla="*/ 16369 h 26830"/>
                      <a:gd name="T8" fmla="*/ 642 w 42557"/>
                      <a:gd name="T9" fmla="*/ 26830 h 26830"/>
                      <a:gd name="T10" fmla="*/ 0 w 42557"/>
                      <a:gd name="T11" fmla="*/ 21600 h 26830"/>
                      <a:gd name="T12" fmla="*/ 21600 w 42557"/>
                      <a:gd name="T13" fmla="*/ 0 h 26830"/>
                      <a:gd name="T14" fmla="*/ 42557 w 42557"/>
                      <a:gd name="T15" fmla="*/ 16369 h 26830"/>
                      <a:gd name="T16" fmla="*/ 21600 w 42557"/>
                      <a:gd name="T17" fmla="*/ 21600 h 26830"/>
                      <a:gd name="T18" fmla="*/ 642 w 42557"/>
                      <a:gd name="T19" fmla="*/ 26830 h 26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57" h="26830" fill="none">
                        <a:moveTo>
                          <a:pt x="642" y="26830"/>
                        </a:moveTo>
                        <a:cubicBezTo>
                          <a:pt x="215" y="25119"/>
                          <a:pt x="0" y="23363"/>
                          <a:pt x="0" y="21600"/>
                        </a:cubicBezTo>
                        <a:cubicBezTo>
                          <a:pt x="0" y="9670"/>
                          <a:pt x="9670" y="0"/>
                          <a:pt x="21600" y="0"/>
                        </a:cubicBezTo>
                        <a:cubicBezTo>
                          <a:pt x="31514" y="0"/>
                          <a:pt x="40156" y="6750"/>
                          <a:pt x="42557" y="16369"/>
                        </a:cubicBezTo>
                      </a:path>
                      <a:path w="42557" h="26830" stroke="0">
                        <a:moveTo>
                          <a:pt x="642" y="26830"/>
                        </a:moveTo>
                        <a:cubicBezTo>
                          <a:pt x="215" y="25119"/>
                          <a:pt x="0" y="23363"/>
                          <a:pt x="0" y="21600"/>
                        </a:cubicBezTo>
                        <a:cubicBezTo>
                          <a:pt x="0" y="9670"/>
                          <a:pt x="9670" y="0"/>
                          <a:pt x="21600" y="0"/>
                        </a:cubicBezTo>
                        <a:cubicBezTo>
                          <a:pt x="31514" y="0"/>
                          <a:pt x="40156" y="6750"/>
                          <a:pt x="42557" y="16369"/>
                        </a:cubicBezTo>
                        <a:lnTo>
                          <a:pt x="21600" y="21600"/>
                        </a:lnTo>
                        <a:lnTo>
                          <a:pt x="642" y="26830"/>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23630" name="未知"/>
                <p:cNvSpPr>
                  <a:spLocks noChangeArrowheads="1"/>
                </p:cNvSpPr>
                <p:nvPr/>
              </p:nvSpPr>
              <p:spPr bwMode="auto">
                <a:xfrm>
                  <a:off x="52" y="100"/>
                  <a:ext cx="140" cy="241"/>
                </a:xfrm>
                <a:custGeom>
                  <a:avLst/>
                  <a:gdLst>
                    <a:gd name="T0" fmla="*/ 53 w 421"/>
                    <a:gd name="T1" fmla="*/ 0 h 724"/>
                    <a:gd name="T2" fmla="*/ 37 w 421"/>
                    <a:gd name="T3" fmla="*/ 10 h 724"/>
                    <a:gd name="T4" fmla="*/ 25 w 421"/>
                    <a:gd name="T5" fmla="*/ 20 h 724"/>
                    <a:gd name="T6" fmla="*/ 14 w 421"/>
                    <a:gd name="T7" fmla="*/ 32 h 724"/>
                    <a:gd name="T8" fmla="*/ 10 w 421"/>
                    <a:gd name="T9" fmla="*/ 44 h 724"/>
                    <a:gd name="T10" fmla="*/ 5 w 421"/>
                    <a:gd name="T11" fmla="*/ 57 h 724"/>
                    <a:gd name="T12" fmla="*/ 1 w 421"/>
                    <a:gd name="T13" fmla="*/ 71 h 724"/>
                    <a:gd name="T14" fmla="*/ 0 w 421"/>
                    <a:gd name="T15" fmla="*/ 86 h 724"/>
                    <a:gd name="T16" fmla="*/ 0 w 421"/>
                    <a:gd name="T17" fmla="*/ 105 h 724"/>
                    <a:gd name="T18" fmla="*/ 327 w 421"/>
                    <a:gd name="T19" fmla="*/ 724 h 724"/>
                    <a:gd name="T20" fmla="*/ 421 w 421"/>
                    <a:gd name="T21" fmla="*/ 658 h 724"/>
                    <a:gd name="T22" fmla="*/ 53 w 421"/>
                    <a:gd name="T23"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1" h="724">
                      <a:moveTo>
                        <a:pt x="53" y="0"/>
                      </a:moveTo>
                      <a:lnTo>
                        <a:pt x="37" y="10"/>
                      </a:lnTo>
                      <a:lnTo>
                        <a:pt x="25" y="20"/>
                      </a:lnTo>
                      <a:lnTo>
                        <a:pt x="14" y="32"/>
                      </a:lnTo>
                      <a:lnTo>
                        <a:pt x="10" y="44"/>
                      </a:lnTo>
                      <a:lnTo>
                        <a:pt x="5" y="57"/>
                      </a:lnTo>
                      <a:lnTo>
                        <a:pt x="1" y="71"/>
                      </a:lnTo>
                      <a:lnTo>
                        <a:pt x="0" y="86"/>
                      </a:lnTo>
                      <a:lnTo>
                        <a:pt x="0" y="105"/>
                      </a:lnTo>
                      <a:lnTo>
                        <a:pt x="327" y="724"/>
                      </a:lnTo>
                      <a:lnTo>
                        <a:pt x="421" y="658"/>
                      </a:lnTo>
                      <a:lnTo>
                        <a:pt x="53" y="0"/>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3631" name="Oval 77"/>
                <p:cNvSpPr>
                  <a:spLocks noChangeArrowheads="1"/>
                </p:cNvSpPr>
                <p:nvPr/>
              </p:nvSpPr>
              <p:spPr bwMode="auto">
                <a:xfrm>
                  <a:off x="162" y="299"/>
                  <a:ext cx="78" cy="75"/>
                </a:xfrm>
                <a:prstGeom prst="ellipse">
                  <a:avLst/>
                </a:prstGeom>
                <a:solidFill>
                  <a:srgbClr val="7F5F3F"/>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sp>
          <p:nvSpPr>
            <p:cNvPr id="23632" name="Text Box 78"/>
            <p:cNvSpPr txBox="1">
              <a:spLocks noChangeArrowheads="1"/>
            </p:cNvSpPr>
            <p:nvPr/>
          </p:nvSpPr>
          <p:spPr bwMode="auto">
            <a:xfrm>
              <a:off x="107" y="64"/>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p:txBody>
        </p:sp>
      </p:grpSp>
      <p:grpSp>
        <p:nvGrpSpPr>
          <p:cNvPr id="12367" name="Group 79"/>
          <p:cNvGrpSpPr/>
          <p:nvPr/>
        </p:nvGrpSpPr>
        <p:grpSpPr bwMode="auto">
          <a:xfrm>
            <a:off x="1524000" y="2625725"/>
            <a:ext cx="4267200" cy="457200"/>
            <a:chOff x="0" y="0"/>
            <a:chExt cx="2688" cy="288"/>
          </a:xfrm>
        </p:grpSpPr>
        <p:sp>
          <p:nvSpPr>
            <p:cNvPr id="23634" name="Text Box 80"/>
            <p:cNvSpPr txBox="1">
              <a:spLocks noChangeArrowheads="1"/>
            </p:cNvSpPr>
            <p:nvPr/>
          </p:nvSpPr>
          <p:spPr bwMode="auto">
            <a:xfrm>
              <a:off x="0" y="0"/>
              <a:ext cx="26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每个 </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 </a:t>
              </a:r>
              <a:r>
                <a:rPr lang="zh-CN" altLang="en-US" sz="2400" b="1">
                  <a:solidFill>
                    <a:srgbClr val="000000"/>
                  </a:solidFill>
                  <a:latin typeface="Times New Roman" panose="02020603050405020304" pitchFamily="18" charset="0"/>
                  <a:ea typeface="楷体_GB2312" pitchFamily="49" charset="-122"/>
                </a:rPr>
                <a:t>有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个根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 </a:t>
              </a:r>
              <a:r>
                <a:rPr lang="en-US" altLang="zh-CN" sz="2400" b="1" i="1" baseline="-25000">
                  <a:solidFill>
                    <a:srgbClr val="3333CC"/>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i </a:t>
              </a:r>
              <a:r>
                <a:rPr lang="en-US" altLang="zh-CN" sz="2400" b="1">
                  <a:solidFill>
                    <a:srgbClr val="3333CC"/>
                  </a:solidFill>
                  <a:latin typeface="Times New Roman" panose="02020603050405020304" pitchFamily="18" charset="0"/>
                  <a:ea typeface="楷体_GB2312" pitchFamily="49" charset="-122"/>
                </a:rPr>
                <a:t> …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n</a:t>
              </a:r>
            </a:p>
          </p:txBody>
        </p:sp>
        <p:grpSp>
          <p:nvGrpSpPr>
            <p:cNvPr id="23635" name="Group 81"/>
            <p:cNvGrpSpPr>
              <a:grpSpLocks noChangeAspect="1"/>
            </p:cNvGrpSpPr>
            <p:nvPr/>
          </p:nvGrpSpPr>
          <p:grpSpPr bwMode="auto">
            <a:xfrm>
              <a:off x="1920" y="48"/>
              <a:ext cx="136" cy="68"/>
              <a:chOff x="0" y="0"/>
              <a:chExt cx="480" cy="240"/>
            </a:xfrm>
          </p:grpSpPr>
          <p:sp>
            <p:nvSpPr>
              <p:cNvPr id="23636" name="Line 82"/>
              <p:cNvSpPr>
                <a:spLocks noChangeAspect="1" noChangeShapeType="1"/>
              </p:cNvSpPr>
              <p:nvPr/>
            </p:nvSpPr>
            <p:spPr bwMode="auto">
              <a:xfrm flipV="1">
                <a:off x="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37" name="Line 83"/>
              <p:cNvSpPr>
                <a:spLocks noChangeAspect="1" noChangeShapeType="1"/>
              </p:cNvSpPr>
              <p:nvPr/>
            </p:nvSpPr>
            <p:spPr bwMode="auto">
              <a:xfrm flipH="1" flipV="1">
                <a:off x="24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2372" name="Group 84"/>
          <p:cNvGrpSpPr>
            <a:grpSpLocks noChangeAspect="1"/>
          </p:cNvGrpSpPr>
          <p:nvPr/>
        </p:nvGrpSpPr>
        <p:grpSpPr bwMode="auto">
          <a:xfrm>
            <a:off x="1600200" y="3043238"/>
            <a:ext cx="6056313" cy="869950"/>
            <a:chOff x="0" y="0"/>
            <a:chExt cx="4235" cy="608"/>
          </a:xfrm>
        </p:grpSpPr>
        <p:grpSp>
          <p:nvGrpSpPr>
            <p:cNvPr id="23639" name="Group 85"/>
            <p:cNvGrpSpPr>
              <a:grpSpLocks noChangeAspect="1"/>
            </p:cNvGrpSpPr>
            <p:nvPr/>
          </p:nvGrpSpPr>
          <p:grpSpPr bwMode="auto">
            <a:xfrm>
              <a:off x="1776" y="52"/>
              <a:ext cx="432" cy="96"/>
              <a:chOff x="0" y="0"/>
              <a:chExt cx="480" cy="240"/>
            </a:xfrm>
          </p:grpSpPr>
          <p:sp>
            <p:nvSpPr>
              <p:cNvPr id="23640" name="Line 86"/>
              <p:cNvSpPr>
                <a:spLocks noChangeAspect="1" noChangeShapeType="1"/>
              </p:cNvSpPr>
              <p:nvPr/>
            </p:nvSpPr>
            <p:spPr bwMode="auto">
              <a:xfrm flipV="1">
                <a:off x="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41" name="Line 87"/>
              <p:cNvSpPr>
                <a:spLocks noChangeAspect="1" noChangeShapeType="1"/>
              </p:cNvSpPr>
              <p:nvPr/>
            </p:nvSpPr>
            <p:spPr bwMode="auto">
              <a:xfrm flipH="1" flipV="1">
                <a:off x="24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3642" name="AutoShape 88"/>
            <p:cNvSpPr>
              <a:spLocks noChangeAspect="1" noChangeArrowheads="1"/>
            </p:cNvSpPr>
            <p:nvPr/>
          </p:nvSpPr>
          <p:spPr bwMode="auto">
            <a:xfrm>
              <a:off x="0" y="171"/>
              <a:ext cx="192" cy="96"/>
            </a:xfrm>
            <a:prstGeom prst="rightArrow">
              <a:avLst>
                <a:gd name="adj1" fmla="val 50000"/>
                <a:gd name="adj2" fmla="val 500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3643" name="Rectangle 89"/>
            <p:cNvSpPr>
              <a:spLocks noChangeAspect="1" noChangeArrowheads="1"/>
            </p:cNvSpPr>
            <p:nvPr/>
          </p:nvSpPr>
          <p:spPr bwMode="auto">
            <a:xfrm>
              <a:off x="3388" y="52"/>
              <a:ext cx="232"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4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3644" name="Rectangle 90"/>
            <p:cNvSpPr>
              <a:spLocks noChangeAspect="1" noChangeArrowheads="1"/>
            </p:cNvSpPr>
            <p:nvPr/>
          </p:nvSpPr>
          <p:spPr bwMode="auto">
            <a:xfrm>
              <a:off x="3476" y="457"/>
              <a:ext cx="6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45" name="Rectangle 91"/>
            <p:cNvSpPr>
              <a:spLocks noChangeAspect="1" noChangeArrowheads="1"/>
            </p:cNvSpPr>
            <p:nvPr/>
          </p:nvSpPr>
          <p:spPr bwMode="auto">
            <a:xfrm>
              <a:off x="3846" y="99"/>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46" name="Rectangle 92"/>
            <p:cNvSpPr>
              <a:spLocks noChangeAspect="1" noChangeArrowheads="1"/>
            </p:cNvSpPr>
            <p:nvPr/>
          </p:nvSpPr>
          <p:spPr bwMode="auto">
            <a:xfrm>
              <a:off x="3063"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47" name="Rectangle 93"/>
            <p:cNvSpPr>
              <a:spLocks noChangeAspect="1" noChangeArrowheads="1"/>
            </p:cNvSpPr>
            <p:nvPr/>
          </p:nvSpPr>
          <p:spPr bwMode="auto">
            <a:xfrm>
              <a:off x="2636" y="99"/>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48" name="Rectangle 94"/>
            <p:cNvSpPr>
              <a:spLocks noChangeAspect="1" noChangeArrowheads="1"/>
            </p:cNvSpPr>
            <p:nvPr/>
          </p:nvSpPr>
          <p:spPr bwMode="auto">
            <a:xfrm>
              <a:off x="1925"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49" name="Rectangle 95"/>
            <p:cNvSpPr>
              <a:spLocks noChangeAspect="1" noChangeArrowheads="1"/>
            </p:cNvSpPr>
            <p:nvPr/>
          </p:nvSpPr>
          <p:spPr bwMode="auto">
            <a:xfrm>
              <a:off x="1199"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50" name="Rectangle 96"/>
            <p:cNvSpPr>
              <a:spLocks noChangeAspect="1" noChangeArrowheads="1"/>
            </p:cNvSpPr>
            <p:nvPr/>
          </p:nvSpPr>
          <p:spPr bwMode="auto">
            <a:xfrm>
              <a:off x="664"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51" name="Rectangle 97"/>
            <p:cNvSpPr>
              <a:spLocks noChangeAspect="1" noChangeArrowheads="1"/>
            </p:cNvSpPr>
            <p:nvPr/>
          </p:nvSpPr>
          <p:spPr bwMode="auto">
            <a:xfrm>
              <a:off x="3476" y="0"/>
              <a:ext cx="64"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3652" name="Rectangle 98"/>
            <p:cNvSpPr>
              <a:spLocks noChangeAspect="1" noChangeArrowheads="1"/>
            </p:cNvSpPr>
            <p:nvPr/>
          </p:nvSpPr>
          <p:spPr bwMode="auto">
            <a:xfrm>
              <a:off x="3436" y="469"/>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23653" name="Rectangle 99"/>
            <p:cNvSpPr>
              <a:spLocks noChangeAspect="1" noChangeArrowheads="1"/>
            </p:cNvSpPr>
            <p:nvPr/>
          </p:nvSpPr>
          <p:spPr bwMode="auto">
            <a:xfrm>
              <a:off x="3408" y="315"/>
              <a:ext cx="265"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 </a:t>
              </a:r>
              <a:r>
                <a:rPr lang="en-US" altLang="zh-CN" sz="13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1300" b="1" i="1">
                  <a:solidFill>
                    <a:srgbClr val="000000"/>
                  </a:solidFill>
                  <a:latin typeface="Times New Roman" panose="02020603050405020304" pitchFamily="18" charset="0"/>
                  <a:ea typeface="楷体_GB2312" pitchFamily="49" charset="-122"/>
                  <a:sym typeface="Symbol" panose="05050102010706020507" pitchFamily="18" charset="2"/>
                </a:rPr>
                <a:t>i </a:t>
              </a:r>
              <a:endParaRPr lang="en-US" altLang="zh-CN" sz="2800">
                <a:solidFill>
                  <a:srgbClr val="000000"/>
                </a:solidFill>
                <a:latin typeface="Times New Roman" panose="02020603050405020304" pitchFamily="18" charset="0"/>
                <a:ea typeface="楷体_GB2312" pitchFamily="49" charset="-122"/>
              </a:endParaRPr>
            </a:p>
          </p:txBody>
        </p:sp>
        <p:sp>
          <p:nvSpPr>
            <p:cNvPr id="23654" name="Rectangle 100"/>
            <p:cNvSpPr>
              <a:spLocks noChangeAspect="1" noChangeArrowheads="1"/>
            </p:cNvSpPr>
            <p:nvPr/>
          </p:nvSpPr>
          <p:spPr bwMode="auto">
            <a:xfrm>
              <a:off x="4108" y="233"/>
              <a:ext cx="3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23655" name="Rectangle 101"/>
            <p:cNvSpPr>
              <a:spLocks noChangeAspect="1" noChangeArrowheads="1"/>
            </p:cNvSpPr>
            <p:nvPr/>
          </p:nvSpPr>
          <p:spPr bwMode="auto">
            <a:xfrm>
              <a:off x="3334"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8000"/>
                  </a:solidFill>
                  <a:latin typeface="Times New Roman" panose="02020603050405020304" pitchFamily="18" charset="0"/>
                  <a:ea typeface="楷体_GB2312" pitchFamily="49" charset="-122"/>
                </a:rPr>
                <a:t>i</a:t>
              </a:r>
              <a:endParaRPr lang="en-US" altLang="zh-CN" sz="2800">
                <a:solidFill>
                  <a:srgbClr val="008000"/>
                </a:solidFill>
                <a:latin typeface="Times New Roman" panose="02020603050405020304" pitchFamily="18" charset="0"/>
                <a:ea typeface="楷体_GB2312" pitchFamily="49" charset="-122"/>
              </a:endParaRPr>
            </a:p>
          </p:txBody>
        </p:sp>
        <p:sp>
          <p:nvSpPr>
            <p:cNvPr id="23656" name="Rectangle 102"/>
            <p:cNvSpPr>
              <a:spLocks noChangeAspect="1" noChangeArrowheads="1"/>
            </p:cNvSpPr>
            <p:nvPr/>
          </p:nvSpPr>
          <p:spPr bwMode="auto">
            <a:xfrm>
              <a:off x="2881" y="233"/>
              <a:ext cx="64"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23657" name="Rectangle 103"/>
            <p:cNvSpPr>
              <a:spLocks noChangeAspect="1" noChangeArrowheads="1"/>
            </p:cNvSpPr>
            <p:nvPr/>
          </p:nvSpPr>
          <p:spPr bwMode="auto">
            <a:xfrm>
              <a:off x="2170"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3658" name="Rectangle 104"/>
            <p:cNvSpPr>
              <a:spLocks noChangeAspect="1" noChangeArrowheads="1"/>
            </p:cNvSpPr>
            <p:nvPr/>
          </p:nvSpPr>
          <p:spPr bwMode="auto">
            <a:xfrm>
              <a:off x="935"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8000"/>
                  </a:solidFill>
                  <a:latin typeface="Times New Roman" panose="02020603050405020304" pitchFamily="18" charset="0"/>
                  <a:ea typeface="楷体_GB2312" pitchFamily="49" charset="-122"/>
                </a:rPr>
                <a:t>i</a:t>
              </a:r>
              <a:endParaRPr lang="en-US" altLang="zh-CN" sz="2800">
                <a:solidFill>
                  <a:srgbClr val="008000"/>
                </a:solidFill>
                <a:latin typeface="Times New Roman" panose="02020603050405020304" pitchFamily="18" charset="0"/>
                <a:ea typeface="楷体_GB2312" pitchFamily="49" charset="-122"/>
              </a:endParaRPr>
            </a:p>
          </p:txBody>
        </p:sp>
        <p:sp>
          <p:nvSpPr>
            <p:cNvPr id="23659" name="Rectangle 105"/>
            <p:cNvSpPr>
              <a:spLocks noChangeAspect="1" noChangeArrowheads="1"/>
            </p:cNvSpPr>
            <p:nvPr/>
          </p:nvSpPr>
          <p:spPr bwMode="auto">
            <a:xfrm>
              <a:off x="326" y="233"/>
              <a:ext cx="3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23660" name="Rectangle 106"/>
            <p:cNvSpPr>
              <a:spLocks noChangeAspect="1" noChangeArrowheads="1"/>
            </p:cNvSpPr>
            <p:nvPr/>
          </p:nvSpPr>
          <p:spPr bwMode="auto">
            <a:xfrm>
              <a:off x="3994"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61" name="Rectangle 107"/>
            <p:cNvSpPr>
              <a:spLocks noChangeAspect="1" noChangeArrowheads="1"/>
            </p:cNvSpPr>
            <p:nvPr/>
          </p:nvSpPr>
          <p:spPr bwMode="auto">
            <a:xfrm>
              <a:off x="3718"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662" name="Rectangle 108"/>
            <p:cNvSpPr>
              <a:spLocks noChangeAspect="1" noChangeArrowheads="1"/>
            </p:cNvSpPr>
            <p:nvPr/>
          </p:nvSpPr>
          <p:spPr bwMode="auto">
            <a:xfrm>
              <a:off x="3202" y="120"/>
              <a:ext cx="13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23663" name="Rectangle 109"/>
            <p:cNvSpPr>
              <a:spLocks noChangeAspect="1" noChangeArrowheads="1"/>
            </p:cNvSpPr>
            <p:nvPr/>
          </p:nvSpPr>
          <p:spPr bwMode="auto">
            <a:xfrm>
              <a:off x="2784"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64" name="Rectangle 110"/>
            <p:cNvSpPr>
              <a:spLocks noChangeAspect="1" noChangeArrowheads="1"/>
            </p:cNvSpPr>
            <p:nvPr/>
          </p:nvSpPr>
          <p:spPr bwMode="auto">
            <a:xfrm>
              <a:off x="2508"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665" name="Rectangle 111"/>
            <p:cNvSpPr>
              <a:spLocks noChangeAspect="1" noChangeArrowheads="1"/>
            </p:cNvSpPr>
            <p:nvPr/>
          </p:nvSpPr>
          <p:spPr bwMode="auto">
            <a:xfrm>
              <a:off x="2073"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66" name="Rectangle 112"/>
            <p:cNvSpPr>
              <a:spLocks noChangeAspect="1" noChangeArrowheads="1"/>
            </p:cNvSpPr>
            <p:nvPr/>
          </p:nvSpPr>
          <p:spPr bwMode="auto">
            <a:xfrm>
              <a:off x="1797"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667" name="Rectangle 113"/>
            <p:cNvSpPr>
              <a:spLocks noChangeAspect="1" noChangeArrowheads="1"/>
            </p:cNvSpPr>
            <p:nvPr/>
          </p:nvSpPr>
          <p:spPr bwMode="auto">
            <a:xfrm>
              <a:off x="1347"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68" name="Rectangle 114"/>
            <p:cNvSpPr>
              <a:spLocks noChangeAspect="1" noChangeArrowheads="1"/>
            </p:cNvSpPr>
            <p:nvPr/>
          </p:nvSpPr>
          <p:spPr bwMode="auto">
            <a:xfrm>
              <a:off x="1072"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669" name="Rectangle 115"/>
            <p:cNvSpPr>
              <a:spLocks noChangeAspect="1" noChangeArrowheads="1"/>
            </p:cNvSpPr>
            <p:nvPr/>
          </p:nvSpPr>
          <p:spPr bwMode="auto">
            <a:xfrm>
              <a:off x="803" y="120"/>
              <a:ext cx="13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23670" name="Rectangle 116"/>
            <p:cNvSpPr>
              <a:spLocks noChangeAspect="1" noChangeArrowheads="1"/>
            </p:cNvSpPr>
            <p:nvPr/>
          </p:nvSpPr>
          <p:spPr bwMode="auto">
            <a:xfrm>
              <a:off x="462"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671" name="Rectangle 117"/>
            <p:cNvSpPr>
              <a:spLocks noChangeAspect="1" noChangeArrowheads="1"/>
            </p:cNvSpPr>
            <p:nvPr/>
          </p:nvSpPr>
          <p:spPr bwMode="auto">
            <a:xfrm>
              <a:off x="268" y="120"/>
              <a:ext cx="5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23672" name="Rectangle 118"/>
            <p:cNvSpPr>
              <a:spLocks noChangeAspect="1" noChangeArrowheads="1"/>
            </p:cNvSpPr>
            <p:nvPr/>
          </p:nvSpPr>
          <p:spPr bwMode="auto">
            <a:xfrm>
              <a:off x="3540" y="467"/>
              <a:ext cx="58"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3673" name="Rectangle 119"/>
            <p:cNvSpPr>
              <a:spLocks noChangeAspect="1" noChangeArrowheads="1"/>
            </p:cNvSpPr>
            <p:nvPr/>
          </p:nvSpPr>
          <p:spPr bwMode="auto">
            <a:xfrm>
              <a:off x="1442" y="231"/>
              <a:ext cx="58"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23674" name="Rectangle 120"/>
            <p:cNvSpPr>
              <a:spLocks noChangeAspect="1" noChangeArrowheads="1"/>
            </p:cNvSpPr>
            <p:nvPr/>
          </p:nvSpPr>
          <p:spPr bwMode="auto">
            <a:xfrm>
              <a:off x="4167"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75" name="Rectangle 121"/>
            <p:cNvSpPr>
              <a:spLocks noChangeAspect="1" noChangeArrowheads="1"/>
            </p:cNvSpPr>
            <p:nvPr/>
          </p:nvSpPr>
          <p:spPr bwMode="auto">
            <a:xfrm>
              <a:off x="3636"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76" name="Rectangle 122"/>
            <p:cNvSpPr>
              <a:spLocks noChangeAspect="1" noChangeArrowheads="1"/>
            </p:cNvSpPr>
            <p:nvPr/>
          </p:nvSpPr>
          <p:spPr bwMode="auto">
            <a:xfrm>
              <a:off x="2964" y="120"/>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77" name="Rectangle 123"/>
            <p:cNvSpPr>
              <a:spLocks noChangeAspect="1" noChangeArrowheads="1"/>
            </p:cNvSpPr>
            <p:nvPr/>
          </p:nvSpPr>
          <p:spPr bwMode="auto">
            <a:xfrm>
              <a:off x="2230" y="120"/>
              <a:ext cx="289"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78" name="Rectangle 124"/>
            <p:cNvSpPr>
              <a:spLocks noChangeAspect="1" noChangeArrowheads="1"/>
            </p:cNvSpPr>
            <p:nvPr/>
          </p:nvSpPr>
          <p:spPr bwMode="auto">
            <a:xfrm>
              <a:off x="1518" y="120"/>
              <a:ext cx="289"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79" name="Rectangle 125"/>
            <p:cNvSpPr>
              <a:spLocks noChangeAspect="1" noChangeArrowheads="1"/>
            </p:cNvSpPr>
            <p:nvPr/>
          </p:nvSpPr>
          <p:spPr bwMode="auto">
            <a:xfrm>
              <a:off x="989"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80" name="Rectangle 126"/>
            <p:cNvSpPr>
              <a:spLocks noChangeAspect="1" noChangeArrowheads="1"/>
            </p:cNvSpPr>
            <p:nvPr/>
          </p:nvSpPr>
          <p:spPr bwMode="auto">
            <a:xfrm>
              <a:off x="564"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81" name="Rectangle 127"/>
            <p:cNvSpPr>
              <a:spLocks noChangeAspect="1" noChangeArrowheads="1"/>
            </p:cNvSpPr>
            <p:nvPr/>
          </p:nvSpPr>
          <p:spPr bwMode="auto">
            <a:xfrm>
              <a:off x="380" y="120"/>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12416" name="Group 128"/>
          <p:cNvGrpSpPr>
            <a:grpSpLocks noChangeAspect="1"/>
          </p:cNvGrpSpPr>
          <p:nvPr/>
        </p:nvGrpSpPr>
        <p:grpSpPr bwMode="auto">
          <a:xfrm>
            <a:off x="1600200" y="3652838"/>
            <a:ext cx="3355975" cy="638175"/>
            <a:chOff x="0" y="0"/>
            <a:chExt cx="2348" cy="446"/>
          </a:xfrm>
        </p:grpSpPr>
        <p:sp>
          <p:nvSpPr>
            <p:cNvPr id="23683" name="Line 129"/>
            <p:cNvSpPr>
              <a:spLocks noChangeAspect="1" noChangeShapeType="1"/>
            </p:cNvSpPr>
            <p:nvPr/>
          </p:nvSpPr>
          <p:spPr bwMode="auto">
            <a:xfrm>
              <a:off x="1675" y="193"/>
              <a:ext cx="672" cy="1"/>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84" name="Rectangle 130"/>
            <p:cNvSpPr>
              <a:spLocks noChangeAspect="1" noChangeArrowheads="1"/>
            </p:cNvSpPr>
            <p:nvPr/>
          </p:nvSpPr>
          <p:spPr bwMode="auto">
            <a:xfrm>
              <a:off x="1414" y="10"/>
              <a:ext cx="232"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4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23685" name="Rectangle 131"/>
            <p:cNvSpPr>
              <a:spLocks noChangeAspect="1" noChangeArrowheads="1"/>
            </p:cNvSpPr>
            <p:nvPr/>
          </p:nvSpPr>
          <p:spPr bwMode="auto">
            <a:xfrm>
              <a:off x="1951" y="174"/>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86" name="Rectangle 132"/>
            <p:cNvSpPr>
              <a:spLocks noChangeAspect="1" noChangeArrowheads="1"/>
            </p:cNvSpPr>
            <p:nvPr/>
          </p:nvSpPr>
          <p:spPr bwMode="auto">
            <a:xfrm>
              <a:off x="1271" y="55"/>
              <a:ext cx="11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87" name="Rectangle 133"/>
            <p:cNvSpPr>
              <a:spLocks noChangeAspect="1" noChangeArrowheads="1"/>
            </p:cNvSpPr>
            <p:nvPr/>
          </p:nvSpPr>
          <p:spPr bwMode="auto">
            <a:xfrm>
              <a:off x="460" y="55"/>
              <a:ext cx="11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688" name="Rectangle 134"/>
            <p:cNvSpPr>
              <a:spLocks noChangeAspect="1" noChangeArrowheads="1"/>
            </p:cNvSpPr>
            <p:nvPr/>
          </p:nvSpPr>
          <p:spPr bwMode="auto">
            <a:xfrm>
              <a:off x="1414" y="256"/>
              <a:ext cx="265"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 </a:t>
              </a:r>
              <a:r>
                <a:rPr lang="en-US" altLang="zh-CN" sz="13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1300" b="1" i="1">
                  <a:solidFill>
                    <a:srgbClr val="000000"/>
                  </a:solidFill>
                  <a:latin typeface="Times New Roman" panose="02020603050405020304" pitchFamily="18" charset="0"/>
                  <a:ea typeface="楷体_GB2312" pitchFamily="49" charset="-122"/>
                  <a:sym typeface="Symbol" panose="05050102010706020507" pitchFamily="18" charset="2"/>
                </a:rPr>
                <a:t>i </a:t>
              </a:r>
            </a:p>
          </p:txBody>
        </p:sp>
        <p:sp>
          <p:nvSpPr>
            <p:cNvPr id="23689" name="Rectangle 135"/>
            <p:cNvSpPr>
              <a:spLocks noChangeAspect="1" noChangeArrowheads="1"/>
            </p:cNvSpPr>
            <p:nvPr/>
          </p:nvSpPr>
          <p:spPr bwMode="auto">
            <a:xfrm>
              <a:off x="2220" y="306"/>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23690" name="Rectangle 136"/>
            <p:cNvSpPr>
              <a:spLocks noChangeAspect="1" noChangeArrowheads="1"/>
            </p:cNvSpPr>
            <p:nvPr/>
          </p:nvSpPr>
          <p:spPr bwMode="auto">
            <a:xfrm>
              <a:off x="1865" y="305"/>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3691" name="Rectangle 137"/>
            <p:cNvSpPr>
              <a:spLocks noChangeAspect="1" noChangeArrowheads="1"/>
            </p:cNvSpPr>
            <p:nvPr/>
          </p:nvSpPr>
          <p:spPr bwMode="auto">
            <a:xfrm>
              <a:off x="1173"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3692" name="Rectangle 138"/>
            <p:cNvSpPr>
              <a:spLocks noChangeAspect="1" noChangeArrowheads="1"/>
            </p:cNvSpPr>
            <p:nvPr/>
          </p:nvSpPr>
          <p:spPr bwMode="auto">
            <a:xfrm>
              <a:off x="298"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3693" name="Rectangle 139"/>
            <p:cNvSpPr>
              <a:spLocks noChangeAspect="1" noChangeArrowheads="1"/>
            </p:cNvSpPr>
            <p:nvPr/>
          </p:nvSpPr>
          <p:spPr bwMode="auto">
            <a:xfrm>
              <a:off x="60"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23694" name="Rectangle 140"/>
            <p:cNvSpPr>
              <a:spLocks noChangeAspect="1" noChangeArrowheads="1"/>
            </p:cNvSpPr>
            <p:nvPr/>
          </p:nvSpPr>
          <p:spPr bwMode="auto">
            <a:xfrm>
              <a:off x="2103" y="196"/>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95" name="Rectangle 141"/>
            <p:cNvSpPr>
              <a:spLocks noChangeAspect="1" noChangeArrowheads="1"/>
            </p:cNvSpPr>
            <p:nvPr/>
          </p:nvSpPr>
          <p:spPr bwMode="auto">
            <a:xfrm>
              <a:off x="1766" y="196"/>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96" name="Rectangle 142"/>
            <p:cNvSpPr>
              <a:spLocks noChangeAspect="1" noChangeArrowheads="1"/>
            </p:cNvSpPr>
            <p:nvPr/>
          </p:nvSpPr>
          <p:spPr bwMode="auto">
            <a:xfrm>
              <a:off x="1038" y="77"/>
              <a:ext cx="13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C</a:t>
              </a:r>
              <a:endParaRPr lang="en-US" altLang="zh-CN" sz="2800">
                <a:solidFill>
                  <a:srgbClr val="3333CC"/>
                </a:solidFill>
                <a:latin typeface="Times New Roman" panose="02020603050405020304" pitchFamily="18" charset="0"/>
                <a:ea typeface="楷体_GB2312" pitchFamily="49" charset="-122"/>
              </a:endParaRPr>
            </a:p>
          </p:txBody>
        </p:sp>
        <p:sp>
          <p:nvSpPr>
            <p:cNvPr id="23697" name="Rectangle 143"/>
            <p:cNvSpPr>
              <a:spLocks noChangeAspect="1" noChangeArrowheads="1"/>
            </p:cNvSpPr>
            <p:nvPr/>
          </p:nvSpPr>
          <p:spPr bwMode="auto">
            <a:xfrm>
              <a:off x="199" y="77"/>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3698" name="Rectangle 144"/>
            <p:cNvSpPr>
              <a:spLocks noChangeAspect="1" noChangeArrowheads="1"/>
            </p:cNvSpPr>
            <p:nvPr/>
          </p:nvSpPr>
          <p:spPr bwMode="auto">
            <a:xfrm>
              <a:off x="0" y="77"/>
              <a:ext cx="5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23699" name="Rectangle 145"/>
            <p:cNvSpPr>
              <a:spLocks noChangeAspect="1" noChangeArrowheads="1"/>
            </p:cNvSpPr>
            <p:nvPr/>
          </p:nvSpPr>
          <p:spPr bwMode="auto">
            <a:xfrm>
              <a:off x="2280" y="196"/>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700" name="Rectangle 146"/>
            <p:cNvSpPr>
              <a:spLocks noChangeAspect="1" noChangeArrowheads="1"/>
            </p:cNvSpPr>
            <p:nvPr/>
          </p:nvSpPr>
          <p:spPr bwMode="auto">
            <a:xfrm>
              <a:off x="1681" y="196"/>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701" name="Rectangle 147"/>
            <p:cNvSpPr>
              <a:spLocks noChangeAspect="1" noChangeArrowheads="1"/>
            </p:cNvSpPr>
            <p:nvPr/>
          </p:nvSpPr>
          <p:spPr bwMode="auto">
            <a:xfrm>
              <a:off x="1964" y="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3702" name="Rectangle 148"/>
            <p:cNvSpPr>
              <a:spLocks noChangeAspect="1" noChangeArrowheads="1"/>
            </p:cNvSpPr>
            <p:nvPr/>
          </p:nvSpPr>
          <p:spPr bwMode="auto">
            <a:xfrm>
              <a:off x="596" y="77"/>
              <a:ext cx="10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3703" name="Rectangle 149"/>
            <p:cNvSpPr>
              <a:spLocks noChangeAspect="1" noChangeArrowheads="1"/>
            </p:cNvSpPr>
            <p:nvPr/>
          </p:nvSpPr>
          <p:spPr bwMode="auto">
            <a:xfrm>
              <a:off x="359" y="77"/>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704" name="Rectangle 150"/>
            <p:cNvSpPr>
              <a:spLocks noChangeAspect="1" noChangeArrowheads="1"/>
            </p:cNvSpPr>
            <p:nvPr/>
          </p:nvSpPr>
          <p:spPr bwMode="auto">
            <a:xfrm>
              <a:off x="116" y="77"/>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3705" name="AutoShape 151"/>
            <p:cNvSpPr>
              <a:spLocks noChangeAspect="1" noChangeArrowheads="1"/>
            </p:cNvSpPr>
            <p:nvPr/>
          </p:nvSpPr>
          <p:spPr bwMode="auto">
            <a:xfrm>
              <a:off x="790" y="160"/>
              <a:ext cx="144" cy="96"/>
            </a:xfrm>
            <a:prstGeom prst="rightArrow">
              <a:avLst>
                <a:gd name="adj1" fmla="val 50000"/>
                <a:gd name="adj2" fmla="val 37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12440" name="Group 152"/>
          <p:cNvGrpSpPr/>
          <p:nvPr/>
        </p:nvGrpSpPr>
        <p:grpSpPr bwMode="auto">
          <a:xfrm>
            <a:off x="1524000" y="4375150"/>
            <a:ext cx="2667000" cy="1066800"/>
            <a:chOff x="0" y="0"/>
            <a:chExt cx="1680" cy="672"/>
          </a:xfrm>
        </p:grpSpPr>
        <p:sp>
          <p:nvSpPr>
            <p:cNvPr id="23707" name="AutoShape 153" descr="再生纸"/>
            <p:cNvSpPr>
              <a:spLocks noChangeArrowheads="1"/>
            </p:cNvSpPr>
            <p:nvPr/>
          </p:nvSpPr>
          <p:spPr bwMode="auto">
            <a:xfrm>
              <a:off x="0" y="0"/>
              <a:ext cx="1680" cy="672"/>
            </a:xfrm>
            <a:prstGeom prst="bevel">
              <a:avLst>
                <a:gd name="adj" fmla="val 5208"/>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3708" name="Object 154"/>
            <p:cNvGraphicFramePr>
              <a:graphicFrameLocks noChangeAspect="1"/>
            </p:cNvGraphicFramePr>
            <p:nvPr/>
          </p:nvGraphicFramePr>
          <p:xfrm>
            <a:off x="192" y="25"/>
            <a:ext cx="1344" cy="616"/>
          </p:xfrm>
          <a:graphic>
            <a:graphicData uri="http://schemas.openxmlformats.org/presentationml/2006/ole">
              <mc:AlternateContent xmlns:mc="http://schemas.openxmlformats.org/markup-compatibility/2006">
                <mc:Choice xmlns:v="urn:schemas-microsoft-com:vml" Requires="v">
                  <p:oleObj spid="_x0000_s23756" r:id="rId10" imgW="1271270" imgH="559435" progId="Equation.3">
                    <p:embed/>
                  </p:oleObj>
                </mc:Choice>
                <mc:Fallback>
                  <p:oleObj r:id="rId10" imgW="1271270" imgH="559435" progId="Equation.3">
                    <p:embed/>
                    <p:pic>
                      <p:nvPicPr>
                        <p:cNvPr id="0" name="Object 15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2" y="25"/>
                          <a:ext cx="1344" cy="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2443" name="Group 155"/>
          <p:cNvGrpSpPr/>
          <p:nvPr/>
        </p:nvGrpSpPr>
        <p:grpSpPr bwMode="auto">
          <a:xfrm>
            <a:off x="5148263" y="4437063"/>
            <a:ext cx="2667000" cy="990600"/>
            <a:chOff x="0" y="0"/>
            <a:chExt cx="1680" cy="624"/>
          </a:xfrm>
        </p:grpSpPr>
        <p:sp>
          <p:nvSpPr>
            <p:cNvPr id="23710" name="AutoShape 156" descr="再生纸"/>
            <p:cNvSpPr>
              <a:spLocks noChangeArrowheads="1"/>
            </p:cNvSpPr>
            <p:nvPr/>
          </p:nvSpPr>
          <p:spPr bwMode="auto">
            <a:xfrm>
              <a:off x="0" y="0"/>
              <a:ext cx="1680" cy="624"/>
            </a:xfrm>
            <a:prstGeom prst="bevel">
              <a:avLst>
                <a:gd name="adj" fmla="val 6773"/>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3711" name="Object 157"/>
            <p:cNvGraphicFramePr>
              <a:graphicFrameLocks noChangeAspect="1"/>
            </p:cNvGraphicFramePr>
            <p:nvPr/>
          </p:nvGraphicFramePr>
          <p:xfrm>
            <a:off x="144" y="70"/>
            <a:ext cx="1448" cy="477"/>
          </p:xfrm>
          <a:graphic>
            <a:graphicData uri="http://schemas.openxmlformats.org/presentationml/2006/ole">
              <mc:AlternateContent xmlns:mc="http://schemas.openxmlformats.org/markup-compatibility/2006">
                <mc:Choice xmlns:v="urn:schemas-microsoft-com:vml" Requires="v">
                  <p:oleObj spid="_x0000_s23757" r:id="rId12" imgW="1195070" imgH="432435" progId="Equation.3">
                    <p:embed/>
                  </p:oleObj>
                </mc:Choice>
                <mc:Fallback>
                  <p:oleObj r:id="rId12" imgW="1195070" imgH="432435" progId="Equation.3">
                    <p:embed/>
                    <p:pic>
                      <p:nvPicPr>
                        <p:cNvPr id="0" name="Object 15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4" y="70"/>
                          <a:ext cx="1448" cy="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12446" name="AutoShape 158"/>
          <p:cNvSpPr>
            <a:spLocks noChangeArrowheads="1"/>
          </p:cNvSpPr>
          <p:nvPr/>
        </p:nvSpPr>
        <p:spPr bwMode="auto">
          <a:xfrm>
            <a:off x="4343400" y="4795838"/>
            <a:ext cx="685800" cy="304800"/>
          </a:xfrm>
          <a:custGeom>
            <a:avLst/>
            <a:gdLst>
              <a:gd name="T0" fmla="*/ 16200 w 21600"/>
              <a:gd name="T1" fmla="*/ 0 h 21600"/>
              <a:gd name="T2" fmla="*/ 16200 w 21600"/>
              <a:gd name="T3" fmla="*/ 5400 h 21600"/>
              <a:gd name="T4" fmla="*/ 3375 w 21600"/>
              <a:gd name="T5" fmla="*/ 5400 h 21600"/>
              <a:gd name="T6" fmla="*/ 3375 w 21600"/>
              <a:gd name="T7" fmla="*/ 16200 h 21600"/>
              <a:gd name="T8" fmla="*/ 16200 w 21600"/>
              <a:gd name="T9" fmla="*/ 16200 h 21600"/>
              <a:gd name="T10" fmla="*/ 16200 w 21600"/>
              <a:gd name="T11" fmla="*/ 21600 h 21600"/>
              <a:gd name="T12" fmla="*/ 21600 w 21600"/>
              <a:gd name="T13" fmla="*/ 10800 h 21600"/>
              <a:gd name="T14" fmla="*/ 16200 w 21600"/>
              <a:gd name="T15" fmla="*/ 0 h 21600"/>
              <a:gd name="T16" fmla="*/ 1350 w 21600"/>
              <a:gd name="T17" fmla="*/ 5400 h 21600"/>
              <a:gd name="T18" fmla="*/ 1350 w 21600"/>
              <a:gd name="T19" fmla="*/ 16200 h 21600"/>
              <a:gd name="T20" fmla="*/ 2700 w 21600"/>
              <a:gd name="T21" fmla="*/ 16200 h 21600"/>
              <a:gd name="T22" fmla="*/ 2700 w 21600"/>
              <a:gd name="T23" fmla="*/ 5400 h 21600"/>
              <a:gd name="T24" fmla="*/ 1350 w 21600"/>
              <a:gd name="T25" fmla="*/ 5400 h 21600"/>
              <a:gd name="T26" fmla="*/ 0 w 21600"/>
              <a:gd name="T27" fmla="*/ 5400 h 21600"/>
              <a:gd name="T28" fmla="*/ 0 w 21600"/>
              <a:gd name="T29" fmla="*/ 16200 h 21600"/>
              <a:gd name="T30" fmla="*/ 675 w 21600"/>
              <a:gd name="T31" fmla="*/ 16200 h 21600"/>
              <a:gd name="T32" fmla="*/ 675 w 21600"/>
              <a:gd name="T33" fmla="*/ 5400 h 21600"/>
              <a:gd name="T34" fmla="*/ 0 w 21600"/>
              <a:gd name="T35" fmla="*/ 54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12447" name="AutoShape 159"/>
          <p:cNvSpPr>
            <a:spLocks noChangeArrowheads="1"/>
          </p:cNvSpPr>
          <p:nvPr/>
        </p:nvSpPr>
        <p:spPr bwMode="auto">
          <a:xfrm>
            <a:off x="5940425" y="3284538"/>
            <a:ext cx="2312988" cy="889000"/>
          </a:xfrm>
          <a:prstGeom prst="wedgeEllipseCallout">
            <a:avLst>
              <a:gd name="adj1" fmla="val -62287"/>
              <a:gd name="adj2" fmla="val 117500"/>
            </a:avLst>
          </a:prstGeom>
          <a:gradFill rotWithShape="0">
            <a:gsLst>
              <a:gs pos="0">
                <a:srgbClr val="C0C0C0"/>
              </a:gs>
              <a:gs pos="100000">
                <a:schemeClr val="bg1"/>
              </a:gs>
            </a:gsLst>
            <a:lin ang="189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拉格朗日 多项式</a:t>
            </a:r>
            <a:endParaRPr lang="zh-CN" altLang="en-US" sz="2400" b="1">
              <a:solidFill>
                <a:srgbClr val="3333CC"/>
              </a:solidFill>
              <a:latin typeface="Times New Roman" panose="02020603050405020304" pitchFamily="18" charset="0"/>
              <a:ea typeface="楷体_GB2312" pitchFamily="49" charset="-122"/>
            </a:endParaRPr>
          </a:p>
        </p:txBody>
      </p:sp>
      <p:sp>
        <p:nvSpPr>
          <p:cNvPr id="12448" name="AutoShape 160"/>
          <p:cNvSpPr>
            <a:spLocks noChangeArrowheads="1"/>
          </p:cNvSpPr>
          <p:nvPr/>
        </p:nvSpPr>
        <p:spPr bwMode="auto">
          <a:xfrm>
            <a:off x="1447800" y="2738438"/>
            <a:ext cx="4800600" cy="838200"/>
          </a:xfrm>
          <a:prstGeom prst="wedgeEllipseCallout">
            <a:avLst>
              <a:gd name="adj1" fmla="val -37731"/>
              <a:gd name="adj2" fmla="val 182954"/>
            </a:avLst>
          </a:prstGeom>
          <a:gradFill rotWithShape="0">
            <a:gsLst>
              <a:gs pos="0">
                <a:srgbClr val="C0C0C0"/>
              </a:gs>
              <a:gs pos="100000">
                <a:schemeClr val="bg1"/>
              </a:gs>
            </a:gsLst>
            <a:lin ang="189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lnSpc>
                <a:spcPct val="130000"/>
              </a:lnSpc>
            </a:pPr>
            <a:r>
              <a:rPr lang="zh-CN" altLang="en-US" sz="2400" b="1">
                <a:solidFill>
                  <a:srgbClr val="000000"/>
                </a:solidFill>
                <a:latin typeface="Times New Roman" panose="02020603050405020304" pitchFamily="18" charset="0"/>
                <a:ea typeface="楷体_GB2312" pitchFamily="49" charset="-122"/>
              </a:rPr>
              <a:t>与          有关，而与    无关</a:t>
            </a:r>
          </a:p>
        </p:txBody>
      </p:sp>
      <p:sp>
        <p:nvSpPr>
          <p:cNvPr id="12449" name="Text Box 161"/>
          <p:cNvSpPr txBox="1">
            <a:spLocks noChangeArrowheads="1"/>
          </p:cNvSpPr>
          <p:nvPr/>
        </p:nvSpPr>
        <p:spPr bwMode="auto">
          <a:xfrm>
            <a:off x="2362200" y="2924175"/>
            <a:ext cx="91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节点</a:t>
            </a:r>
          </a:p>
        </p:txBody>
      </p:sp>
      <p:sp>
        <p:nvSpPr>
          <p:cNvPr id="12450" name="Text Box 162"/>
          <p:cNvSpPr txBox="1">
            <a:spLocks noChangeArrowheads="1"/>
          </p:cNvSpPr>
          <p:nvPr/>
        </p:nvSpPr>
        <p:spPr bwMode="auto">
          <a:xfrm>
            <a:off x="4648200" y="29606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a:solidFill>
                  <a:srgbClr val="3333CC"/>
                </a:solidFill>
                <a:latin typeface="Times New Roman" panose="02020603050405020304" pitchFamily="18" charset="0"/>
                <a:ea typeface="楷体_GB2312" pitchFamily="49" charset="-122"/>
              </a:rPr>
              <a:t>f</a:t>
            </a:r>
          </a:p>
        </p:txBody>
      </p:sp>
      <p:sp>
        <p:nvSpPr>
          <p:cNvPr id="12451" name="Text Box 163"/>
          <p:cNvSpPr txBox="1">
            <a:spLocks noChangeArrowheads="1"/>
          </p:cNvSpPr>
          <p:nvPr/>
        </p:nvSpPr>
        <p:spPr bwMode="auto">
          <a:xfrm>
            <a:off x="468313" y="461963"/>
            <a:ext cx="3024187"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a:solidFill>
                  <a:srgbClr val="000000"/>
                </a:solidFill>
                <a:latin typeface="Times New Roman" panose="02020603050405020304" pitchFamily="18" charset="0"/>
                <a:ea typeface="楷体_GB2312" pitchFamily="49" charset="-122"/>
              </a:rPr>
              <a:t>1.3    </a:t>
            </a:r>
            <a:r>
              <a:rPr lang="en-US" altLang="zh-CN" sz="2800" b="1" i="1">
                <a:solidFill>
                  <a:srgbClr val="000000"/>
                </a:solidFill>
                <a:latin typeface="Times New Roman" panose="02020603050405020304" pitchFamily="18" charset="0"/>
                <a:ea typeface="楷体_GB2312" pitchFamily="49" charset="-122"/>
              </a:rPr>
              <a:t>n</a:t>
            </a:r>
            <a:r>
              <a:rPr lang="en-US" altLang="zh-CN" sz="2800" b="1">
                <a:solidFill>
                  <a:srgbClr val="000000"/>
                </a:solidFill>
                <a:latin typeface="Times New Roman" panose="02020603050405020304" pitchFamily="18" charset="0"/>
                <a:ea typeface="楷体_GB2312" pitchFamily="49" charset="-122"/>
              </a:rPr>
              <a:t> </a:t>
            </a:r>
            <a:r>
              <a:rPr lang="zh-CN" altLang="en-US" sz="2800" b="1">
                <a:solidFill>
                  <a:srgbClr val="000000"/>
                </a:solidFill>
                <a:latin typeface="Times New Roman" panose="02020603050405020304" pitchFamily="18" charset="0"/>
                <a:ea typeface="楷体_GB2312" pitchFamily="49" charset="-122"/>
              </a:rPr>
              <a:t>次插值</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451"/>
                                        </p:tgtEl>
                                        <p:attrNameLst>
                                          <p:attrName>style.visibility</p:attrName>
                                        </p:attrNameLst>
                                      </p:cBhvr>
                                      <p:to>
                                        <p:strVal val="visible"/>
                                      </p:to>
                                    </p:set>
                                    <p:anim calcmode="lin" valueType="num">
                                      <p:cBhvr>
                                        <p:cTn id="7" dur="500" fill="hold"/>
                                        <p:tgtEl>
                                          <p:spTgt spid="12451"/>
                                        </p:tgtEl>
                                        <p:attrNameLst>
                                          <p:attrName>ppt_x</p:attrName>
                                        </p:attrNameLst>
                                      </p:cBhvr>
                                      <p:tavLst>
                                        <p:tav tm="0">
                                          <p:val>
                                            <p:strVal val="0-#ppt_w/2"/>
                                          </p:val>
                                        </p:tav>
                                        <p:tav tm="100000">
                                          <p:val>
                                            <p:strVal val="#ppt_x"/>
                                          </p:val>
                                        </p:tav>
                                      </p:tavLst>
                                    </p:anim>
                                    <p:anim calcmode="lin" valueType="num">
                                      <p:cBhvr>
                                        <p:cTn id="8" dur="500" fill="hold"/>
                                        <p:tgtEl>
                                          <p:spTgt spid="1245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12290"/>
                                        </p:tgtEl>
                                        <p:attrNameLst>
                                          <p:attrName>style.visibility</p:attrName>
                                        </p:attrNameLst>
                                      </p:cBhvr>
                                      <p:to>
                                        <p:strVal val="visible"/>
                                      </p:to>
                                    </p:set>
                                    <p:animEffect transition="in" filter="box(in)">
                                      <p:cBhvr>
                                        <p:cTn id="13" dur="500"/>
                                        <p:tgtEl>
                                          <p:spTgt spid="12290"/>
                                        </p:tgtEl>
                                      </p:cBhvr>
                                    </p:animEffect>
                                  </p:childTnLst>
                                  <p:subTnLst>
                                    <p:audio>
                                      <p:cMediaNode>
                                        <p:cTn display="0" masterRel="sameClick">
                                          <p:stCondLst>
                                            <p:cond evt="begin" delay="0">
                                              <p:tn val="11"/>
                                            </p:cond>
                                          </p:stCondLst>
                                          <p:endCondLst>
                                            <p:cond evt="onStopAudio" delay="0">
                                              <p:tgtEl>
                                                <p:sldTgt/>
                                              </p:tgtEl>
                                            </p:cond>
                                          </p:endCondLst>
                                        </p:cTn>
                                        <p:tgtEl>
                                          <p:sndTgt r:embed="rId3" name="camera.wav"/>
                                        </p:tgtEl>
                                      </p:cMediaNode>
                                    </p:audio>
                                  </p:subTnLst>
                                </p:cTn>
                              </p:par>
                            </p:childTnLst>
                          </p:cTn>
                        </p:par>
                      </p:childTnLst>
                    </p:cTn>
                  </p:par>
                  <p:par>
                    <p:cTn id="14" fill="hold">
                      <p:stCondLst>
                        <p:cond delay="indefinite"/>
                      </p:stCondLst>
                      <p:childTnLst>
                        <p:par>
                          <p:cTn id="15" fill="hold">
                            <p:stCondLst>
                              <p:cond delay="0"/>
                            </p:stCondLst>
                            <p:childTnLst>
                              <p:par>
                                <p:cTn id="16" presetID="18" presetClass="entr" presetSubtype="6" fill="hold" nodeType="clickEffect">
                                  <p:stCondLst>
                                    <p:cond delay="0"/>
                                  </p:stCondLst>
                                  <p:childTnLst>
                                    <p:set>
                                      <p:cBhvr>
                                        <p:cTn id="17" dur="1" fill="hold">
                                          <p:stCondLst>
                                            <p:cond delay="0"/>
                                          </p:stCondLst>
                                        </p:cTn>
                                        <p:tgtEl>
                                          <p:spTgt spid="12291"/>
                                        </p:tgtEl>
                                        <p:attrNameLst>
                                          <p:attrName>style.visibility</p:attrName>
                                        </p:attrNameLst>
                                      </p:cBhvr>
                                      <p:to>
                                        <p:strVal val="visible"/>
                                      </p:to>
                                    </p:set>
                                    <p:animEffect transition="in" filter="strips(downRight)">
                                      <p:cBhvr>
                                        <p:cTn id="18" dur="500"/>
                                        <p:tgtEl>
                                          <p:spTgt spid="12291"/>
                                        </p:tgtEl>
                                      </p:cBhvr>
                                    </p:animEffect>
                                  </p:childTnLst>
                                  <p:subTnLst>
                                    <p:audio>
                                      <p:cMediaNode>
                                        <p:cTn display="0" masterRel="sameClick">
                                          <p:stCondLst>
                                            <p:cond evt="begin" delay="0">
                                              <p:tn val="16"/>
                                            </p:cond>
                                          </p:stCondLst>
                                          <p:endCondLst>
                                            <p:cond evt="onStopAudio" delay="0">
                                              <p:tgtEl>
                                                <p:sldTgt/>
                                              </p:tgtEl>
                                            </p:cond>
                                          </p:endCondLst>
                                        </p:cTn>
                                        <p:tgtEl>
                                          <p:sndTgt r:embed="rId4" name="projctor.wav"/>
                                        </p:tgtEl>
                                      </p:cMediaNode>
                                    </p:audio>
                                  </p:subTnLst>
                                </p:cTn>
                              </p:par>
                            </p:childTnLst>
                          </p:cTn>
                        </p:par>
                      </p:childTnLst>
                    </p:cTn>
                  </p:par>
                  <p:par>
                    <p:cTn id="19" fill="hold">
                      <p:stCondLst>
                        <p:cond delay="indefinite"/>
                      </p:stCondLst>
                      <p:childTnLst>
                        <p:par>
                          <p:cTn id="20" fill="hold">
                            <p:stCondLst>
                              <p:cond delay="0"/>
                            </p:stCondLst>
                            <p:childTnLst>
                              <p:par>
                                <p:cTn id="21" presetID="23" presetClass="entr" presetSubtype="16" fill="hold" nodeType="clickEffect">
                                  <p:stCondLst>
                                    <p:cond delay="0"/>
                                  </p:stCondLst>
                                  <p:childTnLst>
                                    <p:set>
                                      <p:cBhvr>
                                        <p:cTn id="22" dur="1" fill="hold">
                                          <p:stCondLst>
                                            <p:cond delay="0"/>
                                          </p:stCondLst>
                                        </p:cTn>
                                        <p:tgtEl>
                                          <p:spTgt spid="12313"/>
                                        </p:tgtEl>
                                        <p:attrNameLst>
                                          <p:attrName>style.visibility</p:attrName>
                                        </p:attrNameLst>
                                      </p:cBhvr>
                                      <p:to>
                                        <p:strVal val="visible"/>
                                      </p:to>
                                    </p:set>
                                    <p:anim calcmode="lin" valueType="num">
                                      <p:cBhvr>
                                        <p:cTn id="23" dur="500" fill="hold"/>
                                        <p:tgtEl>
                                          <p:spTgt spid="12313"/>
                                        </p:tgtEl>
                                        <p:attrNameLst>
                                          <p:attrName>ppt_w</p:attrName>
                                        </p:attrNameLst>
                                      </p:cBhvr>
                                      <p:tavLst>
                                        <p:tav tm="0">
                                          <p:val>
                                            <p:fltVal val="0"/>
                                          </p:val>
                                        </p:tav>
                                        <p:tav tm="100000">
                                          <p:val>
                                            <p:strVal val="#ppt_w"/>
                                          </p:val>
                                        </p:tav>
                                      </p:tavLst>
                                    </p:anim>
                                    <p:anim calcmode="lin" valueType="num">
                                      <p:cBhvr>
                                        <p:cTn id="24" dur="500" fill="hold"/>
                                        <p:tgtEl>
                                          <p:spTgt spid="12313"/>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21"/>
                                            </p:cond>
                                          </p:stCondLst>
                                          <p:endCondLst>
                                            <p:cond evt="onStopAudio" delay="0">
                                              <p:tgtEl>
                                                <p:sldTgt/>
                                              </p:tgtEl>
                                            </p:cond>
                                          </p:endCondLst>
                                        </p:cTn>
                                        <p:tgtEl>
                                          <p:sndTgt r:embed="rId5" name="laser.wav"/>
                                        </p:tgtEl>
                                      </p:cMediaNode>
                                    </p:audio>
                                  </p:sub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2367"/>
                                        </p:tgtEl>
                                        <p:attrNameLst>
                                          <p:attrName>style.visibility</p:attrName>
                                        </p:attrNameLst>
                                      </p:cBhvr>
                                      <p:to>
                                        <p:strVal val="visible"/>
                                      </p:to>
                                    </p:set>
                                    <p:animEffect transition="in" filter="wipe(left)">
                                      <p:cBhvr>
                                        <p:cTn id="29" dur="500"/>
                                        <p:tgtEl>
                                          <p:spTgt spid="12367"/>
                                        </p:tgtEl>
                                      </p:cBhvr>
                                    </p:animEffect>
                                  </p:childTnLst>
                                  <p:subTnLst>
                                    <p:audio>
                                      <p:cMediaNode>
                                        <p:cTn display="0" masterRel="sameClick">
                                          <p:stCondLst>
                                            <p:cond evt="begin" delay="0">
                                              <p:tn val="27"/>
                                            </p:cond>
                                          </p:stCondLst>
                                          <p:endCondLst>
                                            <p:cond evt="onStopAudio" delay="0">
                                              <p:tgtEl>
                                                <p:sldTgt/>
                                              </p:tgtEl>
                                            </p:cond>
                                          </p:endCondLst>
                                        </p:cTn>
                                        <p:tgtEl>
                                          <p:sndTgt r:embed="rId6" name="type.wav"/>
                                        </p:tgtEl>
                                      </p:cMediaNode>
                                    </p:audio>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2372"/>
                                        </p:tgtEl>
                                        <p:attrNameLst>
                                          <p:attrName>style.visibility</p:attrName>
                                        </p:attrNameLst>
                                      </p:cBhvr>
                                      <p:to>
                                        <p:strVal val="visible"/>
                                      </p:to>
                                    </p:set>
                                    <p:animEffect transition="in" filter="wipe(left)">
                                      <p:cBhvr>
                                        <p:cTn id="34" dur="500"/>
                                        <p:tgtEl>
                                          <p:spTgt spid="12372"/>
                                        </p:tgtEl>
                                      </p:cBhvr>
                                    </p:animEffect>
                                  </p:childTnLst>
                                  <p:subTnLst>
                                    <p:audio>
                                      <p:cMediaNode>
                                        <p:cTn display="0" masterRel="sameClick">
                                          <p:stCondLst>
                                            <p:cond evt="begin" delay="0">
                                              <p:tn val="32"/>
                                            </p:cond>
                                          </p:stCondLst>
                                          <p:endCondLst>
                                            <p:cond evt="onStopAudio" delay="0">
                                              <p:tgtEl>
                                                <p:sldTgt/>
                                              </p:tgtEl>
                                            </p:cond>
                                          </p:endCondLst>
                                        </p:cTn>
                                        <p:tgtEl>
                                          <p:sndTgt r:embed="rId6" name="type.wav"/>
                                        </p:tgtEl>
                                      </p:cMediaNode>
                                    </p:audio>
                                  </p:sub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2416"/>
                                        </p:tgtEl>
                                        <p:attrNameLst>
                                          <p:attrName>style.visibility</p:attrName>
                                        </p:attrNameLst>
                                      </p:cBhvr>
                                      <p:to>
                                        <p:strVal val="visible"/>
                                      </p:to>
                                    </p:set>
                                    <p:animEffect transition="in" filter="wipe(left)">
                                      <p:cBhvr>
                                        <p:cTn id="39" dur="500"/>
                                        <p:tgtEl>
                                          <p:spTgt spid="12416"/>
                                        </p:tgtEl>
                                      </p:cBhvr>
                                    </p:animEffect>
                                  </p:childTnLst>
                                  <p:subTnLst>
                                    <p:audio>
                                      <p:cMediaNode>
                                        <p:cTn display="0" masterRel="sameClick">
                                          <p:stCondLst>
                                            <p:cond evt="begin" delay="0">
                                              <p:tn val="37"/>
                                            </p:cond>
                                          </p:stCondLst>
                                          <p:endCondLst>
                                            <p:cond evt="onStopAudio" delay="0">
                                              <p:tgtEl>
                                                <p:sldTgt/>
                                              </p:tgtEl>
                                            </p:cond>
                                          </p:endCondLst>
                                        </p:cTn>
                                        <p:tgtEl>
                                          <p:sndTgt r:embed="rId6" name="type.wav"/>
                                        </p:tgtEl>
                                      </p:cMediaNode>
                                    </p:audio>
                                  </p:subTnLst>
                                </p:cTn>
                              </p:par>
                            </p:childTnLst>
                          </p:cTn>
                        </p:par>
                      </p:childTnLst>
                    </p:cTn>
                  </p:par>
                  <p:par>
                    <p:cTn id="40" fill="hold">
                      <p:stCondLst>
                        <p:cond delay="indefinite"/>
                      </p:stCondLst>
                      <p:childTnLst>
                        <p:par>
                          <p:cTn id="41" fill="hold">
                            <p:stCondLst>
                              <p:cond delay="0"/>
                            </p:stCondLst>
                            <p:childTnLst>
                              <p:par>
                                <p:cTn id="42" presetID="4" presetClass="entr" presetSubtype="16" fill="hold" nodeType="clickEffect">
                                  <p:stCondLst>
                                    <p:cond delay="0"/>
                                  </p:stCondLst>
                                  <p:childTnLst>
                                    <p:set>
                                      <p:cBhvr>
                                        <p:cTn id="43" dur="1" fill="hold">
                                          <p:stCondLst>
                                            <p:cond delay="0"/>
                                          </p:stCondLst>
                                        </p:cTn>
                                        <p:tgtEl>
                                          <p:spTgt spid="12440"/>
                                        </p:tgtEl>
                                        <p:attrNameLst>
                                          <p:attrName>style.visibility</p:attrName>
                                        </p:attrNameLst>
                                      </p:cBhvr>
                                      <p:to>
                                        <p:strVal val="visible"/>
                                      </p:to>
                                    </p:set>
                                    <p:animEffect transition="in" filter="box(in)">
                                      <p:cBhvr>
                                        <p:cTn id="44" dur="500"/>
                                        <p:tgtEl>
                                          <p:spTgt spid="12440"/>
                                        </p:tgtEl>
                                      </p:cBhvr>
                                    </p:animEffect>
                                  </p:childTnLst>
                                  <p:subTnLst>
                                    <p:audio>
                                      <p:cMediaNode>
                                        <p:cTn display="0" masterRel="sameClick">
                                          <p:stCondLst>
                                            <p:cond evt="begin" delay="0">
                                              <p:tn val="42"/>
                                            </p:cond>
                                          </p:stCondLst>
                                          <p:endCondLst>
                                            <p:cond evt="onStopAudio" delay="0">
                                              <p:tgtEl>
                                                <p:sldTgt/>
                                              </p:tgtEl>
                                            </p:cond>
                                          </p:endCondLst>
                                        </p:cTn>
                                        <p:tgtEl>
                                          <p:sndTgt r:embed="rId3" name="camera.wav"/>
                                        </p:tgtEl>
                                      </p:cMediaNode>
                                    </p:audio>
                                  </p:subTnLst>
                                </p:cTn>
                              </p:par>
                            </p:childTnLst>
                          </p:cTn>
                        </p:par>
                      </p:childTnLst>
                    </p:cTn>
                  </p:par>
                  <p:par>
                    <p:cTn id="45" fill="hold">
                      <p:stCondLst>
                        <p:cond delay="indefinite"/>
                      </p:stCondLst>
                      <p:childTnLst>
                        <p:par>
                          <p:cTn id="46" fill="hold">
                            <p:stCondLst>
                              <p:cond delay="0"/>
                            </p:stCondLst>
                            <p:childTnLst>
                              <p:par>
                                <p:cTn id="47" presetID="17" presetClass="entr" presetSubtype="8" fill="hold" nodeType="clickEffect">
                                  <p:stCondLst>
                                    <p:cond delay="0"/>
                                  </p:stCondLst>
                                  <p:childTnLst>
                                    <p:set>
                                      <p:cBhvr>
                                        <p:cTn id="48" dur="1" fill="hold">
                                          <p:stCondLst>
                                            <p:cond delay="0"/>
                                          </p:stCondLst>
                                        </p:cTn>
                                        <p:tgtEl>
                                          <p:spTgt spid="12446"/>
                                        </p:tgtEl>
                                        <p:attrNameLst>
                                          <p:attrName>style.visibility</p:attrName>
                                        </p:attrNameLst>
                                      </p:cBhvr>
                                      <p:to>
                                        <p:strVal val="visible"/>
                                      </p:to>
                                    </p:set>
                                    <p:anim calcmode="lin" valueType="num">
                                      <p:cBhvr>
                                        <p:cTn id="49" dur="500" fill="hold"/>
                                        <p:tgtEl>
                                          <p:spTgt spid="12446"/>
                                        </p:tgtEl>
                                        <p:attrNameLst>
                                          <p:attrName>ppt_x</p:attrName>
                                        </p:attrNameLst>
                                      </p:cBhvr>
                                      <p:tavLst>
                                        <p:tav tm="0">
                                          <p:val>
                                            <p:strVal val="#ppt_x-#ppt_w/2"/>
                                          </p:val>
                                        </p:tav>
                                        <p:tav tm="100000">
                                          <p:val>
                                            <p:strVal val="#ppt_x"/>
                                          </p:val>
                                        </p:tav>
                                      </p:tavLst>
                                    </p:anim>
                                    <p:anim calcmode="lin" valueType="num">
                                      <p:cBhvr>
                                        <p:cTn id="50" dur="500" fill="hold"/>
                                        <p:tgtEl>
                                          <p:spTgt spid="12446"/>
                                        </p:tgtEl>
                                        <p:attrNameLst>
                                          <p:attrName>ppt_y</p:attrName>
                                        </p:attrNameLst>
                                      </p:cBhvr>
                                      <p:tavLst>
                                        <p:tav tm="0">
                                          <p:val>
                                            <p:strVal val="#ppt_y"/>
                                          </p:val>
                                        </p:tav>
                                        <p:tav tm="100000">
                                          <p:val>
                                            <p:strVal val="#ppt_y"/>
                                          </p:val>
                                        </p:tav>
                                      </p:tavLst>
                                    </p:anim>
                                    <p:anim calcmode="lin" valueType="num">
                                      <p:cBhvr>
                                        <p:cTn id="51" dur="500" fill="hold"/>
                                        <p:tgtEl>
                                          <p:spTgt spid="12446"/>
                                        </p:tgtEl>
                                        <p:attrNameLst>
                                          <p:attrName>ppt_w</p:attrName>
                                        </p:attrNameLst>
                                      </p:cBhvr>
                                      <p:tavLst>
                                        <p:tav tm="0">
                                          <p:val>
                                            <p:fltVal val="0"/>
                                          </p:val>
                                        </p:tav>
                                        <p:tav tm="100000">
                                          <p:val>
                                            <p:strVal val="#ppt_w"/>
                                          </p:val>
                                        </p:tav>
                                      </p:tavLst>
                                    </p:anim>
                                    <p:anim calcmode="lin" valueType="num">
                                      <p:cBhvr>
                                        <p:cTn id="52" dur="500" fill="hold"/>
                                        <p:tgtEl>
                                          <p:spTgt spid="12446"/>
                                        </p:tgtEl>
                                        <p:attrNameLst>
                                          <p:attrName>ppt_h</p:attrName>
                                        </p:attrNameLst>
                                      </p:cBhvr>
                                      <p:tavLst>
                                        <p:tav tm="0">
                                          <p:val>
                                            <p:strVal val="#ppt_h"/>
                                          </p:val>
                                        </p:tav>
                                        <p:tav tm="100000">
                                          <p:val>
                                            <p:strVal val="#ppt_h"/>
                                          </p:val>
                                        </p:tav>
                                      </p:tavLst>
                                    </p:anim>
                                  </p:childTnLst>
                                </p:cTn>
                              </p:par>
                            </p:childTnLst>
                          </p:cTn>
                        </p:par>
                        <p:par>
                          <p:cTn id="53" fill="hold">
                            <p:stCondLst>
                              <p:cond delay="500"/>
                            </p:stCondLst>
                            <p:childTnLst>
                              <p:par>
                                <p:cTn id="54" presetID="17" presetClass="entr" presetSubtype="1" fill="hold" nodeType="afterEffect">
                                  <p:stCondLst>
                                    <p:cond delay="0"/>
                                  </p:stCondLst>
                                  <p:childTnLst>
                                    <p:set>
                                      <p:cBhvr>
                                        <p:cTn id="55" dur="1" fill="hold">
                                          <p:stCondLst>
                                            <p:cond delay="0"/>
                                          </p:stCondLst>
                                        </p:cTn>
                                        <p:tgtEl>
                                          <p:spTgt spid="12443"/>
                                        </p:tgtEl>
                                        <p:attrNameLst>
                                          <p:attrName>style.visibility</p:attrName>
                                        </p:attrNameLst>
                                      </p:cBhvr>
                                      <p:to>
                                        <p:strVal val="visible"/>
                                      </p:to>
                                    </p:set>
                                    <p:anim calcmode="lin" valueType="num">
                                      <p:cBhvr>
                                        <p:cTn id="56" dur="500" fill="hold"/>
                                        <p:tgtEl>
                                          <p:spTgt spid="12443"/>
                                        </p:tgtEl>
                                        <p:attrNameLst>
                                          <p:attrName>ppt_x</p:attrName>
                                        </p:attrNameLst>
                                      </p:cBhvr>
                                      <p:tavLst>
                                        <p:tav tm="0">
                                          <p:val>
                                            <p:strVal val="#ppt_x"/>
                                          </p:val>
                                        </p:tav>
                                        <p:tav tm="100000">
                                          <p:val>
                                            <p:strVal val="#ppt_x"/>
                                          </p:val>
                                        </p:tav>
                                      </p:tavLst>
                                    </p:anim>
                                    <p:anim calcmode="lin" valueType="num">
                                      <p:cBhvr>
                                        <p:cTn id="57" dur="500" fill="hold"/>
                                        <p:tgtEl>
                                          <p:spTgt spid="12443"/>
                                        </p:tgtEl>
                                        <p:attrNameLst>
                                          <p:attrName>ppt_y</p:attrName>
                                        </p:attrNameLst>
                                      </p:cBhvr>
                                      <p:tavLst>
                                        <p:tav tm="0">
                                          <p:val>
                                            <p:strVal val="#ppt_y-#ppt_h/2"/>
                                          </p:val>
                                        </p:tav>
                                        <p:tav tm="100000">
                                          <p:val>
                                            <p:strVal val="#ppt_y"/>
                                          </p:val>
                                        </p:tav>
                                      </p:tavLst>
                                    </p:anim>
                                    <p:anim calcmode="lin" valueType="num">
                                      <p:cBhvr>
                                        <p:cTn id="58" dur="500" fill="hold"/>
                                        <p:tgtEl>
                                          <p:spTgt spid="12443"/>
                                        </p:tgtEl>
                                        <p:attrNameLst>
                                          <p:attrName>ppt_w</p:attrName>
                                        </p:attrNameLst>
                                      </p:cBhvr>
                                      <p:tavLst>
                                        <p:tav tm="0">
                                          <p:val>
                                            <p:strVal val="#ppt_w"/>
                                          </p:val>
                                        </p:tav>
                                        <p:tav tm="100000">
                                          <p:val>
                                            <p:strVal val="#ppt_w"/>
                                          </p:val>
                                        </p:tav>
                                      </p:tavLst>
                                    </p:anim>
                                    <p:anim calcmode="lin" valueType="num">
                                      <p:cBhvr>
                                        <p:cTn id="59" dur="500" fill="hold"/>
                                        <p:tgtEl>
                                          <p:spTgt spid="12443"/>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54"/>
                                            </p:cond>
                                          </p:stCondLst>
                                          <p:endCondLst>
                                            <p:cond evt="onStopAudio" delay="0">
                                              <p:tgtEl>
                                                <p:sldTgt/>
                                              </p:tgtEl>
                                            </p:cond>
                                          </p:endCondLst>
                                        </p:cTn>
                                        <p:tgtEl>
                                          <p:sndTgt r:embed="rId7" name="cashreg.wav"/>
                                        </p:tgtEl>
                                      </p:cMediaNode>
                                    </p:audio>
                                  </p:subTnLst>
                                </p:cTn>
                              </p:par>
                            </p:childTnLst>
                          </p:cTn>
                        </p:par>
                      </p:childTnLst>
                    </p:cTn>
                  </p:par>
                  <p:par>
                    <p:cTn id="60" fill="hold">
                      <p:stCondLst>
                        <p:cond delay="indefinite"/>
                      </p:stCondLst>
                      <p:childTnLst>
                        <p:par>
                          <p:cTn id="61" fill="hold">
                            <p:stCondLst>
                              <p:cond delay="0"/>
                            </p:stCondLst>
                            <p:childTnLst>
                              <p:par>
                                <p:cTn id="62" presetID="18" presetClass="entr" presetSubtype="3" fill="hold" grpId="0" nodeType="clickEffect">
                                  <p:stCondLst>
                                    <p:cond delay="0"/>
                                  </p:stCondLst>
                                  <p:childTnLst>
                                    <p:set>
                                      <p:cBhvr>
                                        <p:cTn id="63" dur="1" fill="hold">
                                          <p:stCondLst>
                                            <p:cond delay="0"/>
                                          </p:stCondLst>
                                        </p:cTn>
                                        <p:tgtEl>
                                          <p:spTgt spid="12447"/>
                                        </p:tgtEl>
                                        <p:attrNameLst>
                                          <p:attrName>style.visibility</p:attrName>
                                        </p:attrNameLst>
                                      </p:cBhvr>
                                      <p:to>
                                        <p:strVal val="visible"/>
                                      </p:to>
                                    </p:set>
                                    <p:animEffect transition="in" filter="strips(upRight)">
                                      <p:cBhvr>
                                        <p:cTn id="64" dur="500"/>
                                        <p:tgtEl>
                                          <p:spTgt spid="12447"/>
                                        </p:tgtEl>
                                      </p:cBhvr>
                                    </p:animEffect>
                                  </p:childTnLst>
                                  <p:subTnLst>
                                    <p:set>
                                      <p:cBhvr override="childStyle">
                                        <p:cTn dur="1" fill="hold" display="0" masterRel="nextClick" afterEffect="1"/>
                                        <p:tgtEl>
                                          <p:spTgt spid="12447"/>
                                        </p:tgtEl>
                                        <p:attrNameLst>
                                          <p:attrName>style.visibility</p:attrName>
                                        </p:attrNameLst>
                                      </p:cBhvr>
                                      <p:to>
                                        <p:strVal val="hidden"/>
                                      </p:to>
                                    </p:set>
                                    <p:audio>
                                      <p:cMediaNode>
                                        <p:cTn display="0" masterRel="sameClick">
                                          <p:stCondLst>
                                            <p:cond evt="begin" delay="0">
                                              <p:tn val="62"/>
                                            </p:cond>
                                          </p:stCondLst>
                                          <p:endCondLst>
                                            <p:cond evt="onStopAudio" delay="0">
                                              <p:tgtEl>
                                                <p:sldTgt/>
                                              </p:tgtEl>
                                            </p:cond>
                                          </p:endCondLst>
                                        </p:cTn>
                                        <p:tgtEl>
                                          <p:sndTgt r:embed="rId8" name="whoosh.wav"/>
                                        </p:tgtEl>
                                      </p:cMediaNode>
                                    </p:audio>
                                  </p:subTnLst>
                                </p:cTn>
                              </p:par>
                            </p:childTnLst>
                          </p:cTn>
                        </p:par>
                      </p:childTnLst>
                    </p:cTn>
                  </p:par>
                  <p:par>
                    <p:cTn id="65" fill="hold">
                      <p:stCondLst>
                        <p:cond delay="indefinite"/>
                      </p:stCondLst>
                      <p:childTnLst>
                        <p:par>
                          <p:cTn id="66" fill="hold">
                            <p:stCondLst>
                              <p:cond delay="0"/>
                            </p:stCondLst>
                            <p:childTnLst>
                              <p:par>
                                <p:cTn id="67" presetID="18" presetClass="entr" presetSubtype="3" fill="hold" grpId="0" nodeType="clickEffect">
                                  <p:stCondLst>
                                    <p:cond delay="0"/>
                                  </p:stCondLst>
                                  <p:childTnLst>
                                    <p:set>
                                      <p:cBhvr>
                                        <p:cTn id="68" dur="1" fill="hold">
                                          <p:stCondLst>
                                            <p:cond delay="0"/>
                                          </p:stCondLst>
                                        </p:cTn>
                                        <p:tgtEl>
                                          <p:spTgt spid="12448"/>
                                        </p:tgtEl>
                                        <p:attrNameLst>
                                          <p:attrName>style.visibility</p:attrName>
                                        </p:attrNameLst>
                                      </p:cBhvr>
                                      <p:to>
                                        <p:strVal val="visible"/>
                                      </p:to>
                                    </p:set>
                                    <p:animEffect transition="in" filter="strips(upRight)">
                                      <p:cBhvr>
                                        <p:cTn id="69" dur="500"/>
                                        <p:tgtEl>
                                          <p:spTgt spid="12448"/>
                                        </p:tgtEl>
                                      </p:cBhvr>
                                    </p:animEffect>
                                  </p:childTnLst>
                                  <p:subTnLst>
                                    <p:audio>
                                      <p:cMediaNode>
                                        <p:cTn display="0" masterRel="sameClick">
                                          <p:stCondLst>
                                            <p:cond evt="begin" delay="0">
                                              <p:tn val="67"/>
                                            </p:cond>
                                          </p:stCondLst>
                                          <p:endCondLst>
                                            <p:cond evt="onStopAudio" delay="0">
                                              <p:tgtEl>
                                                <p:sldTgt/>
                                              </p:tgtEl>
                                            </p:cond>
                                          </p:endCondLst>
                                        </p:cTn>
                                        <p:tgtEl>
                                          <p:sndTgt r:embed="rId8" name="whoosh.wav"/>
                                        </p:tgtEl>
                                      </p:cMediaNode>
                                    </p:audio>
                                  </p:subTnLst>
                                </p:cTn>
                              </p:par>
                            </p:childTnLst>
                          </p:cTn>
                        </p:par>
                      </p:childTnLst>
                    </p:cTn>
                  </p:par>
                  <p:par>
                    <p:cTn id="70" fill="hold">
                      <p:stCondLst>
                        <p:cond delay="indefinite"/>
                      </p:stCondLst>
                      <p:childTnLst>
                        <p:par>
                          <p:cTn id="71" fill="hold">
                            <p:stCondLst>
                              <p:cond delay="0"/>
                            </p:stCondLst>
                            <p:childTnLst>
                              <p:par>
                                <p:cTn id="72" presetID="22" presetClass="entr" presetSubtype="1" fill="hold" grpId="0" nodeType="clickEffect">
                                  <p:stCondLst>
                                    <p:cond delay="0"/>
                                  </p:stCondLst>
                                  <p:childTnLst>
                                    <p:set>
                                      <p:cBhvr>
                                        <p:cTn id="73" dur="1" fill="hold">
                                          <p:stCondLst>
                                            <p:cond delay="0"/>
                                          </p:stCondLst>
                                        </p:cTn>
                                        <p:tgtEl>
                                          <p:spTgt spid="12449"/>
                                        </p:tgtEl>
                                        <p:attrNameLst>
                                          <p:attrName>style.visibility</p:attrName>
                                        </p:attrNameLst>
                                      </p:cBhvr>
                                      <p:to>
                                        <p:strVal val="visible"/>
                                      </p:to>
                                    </p:set>
                                    <p:animEffect transition="in" filter="wipe(up)">
                                      <p:cBhvr>
                                        <p:cTn id="74" dur="500"/>
                                        <p:tgtEl>
                                          <p:spTgt spid="12449"/>
                                        </p:tgtEl>
                                      </p:cBhvr>
                                    </p:animEffect>
                                  </p:childTnLst>
                                  <p:subTnLst>
                                    <p:audio>
                                      <p:cMediaNode>
                                        <p:cTn display="0" masterRel="sameClick">
                                          <p:stCondLst>
                                            <p:cond evt="begin" delay="0">
                                              <p:tn val="72"/>
                                            </p:cond>
                                          </p:stCondLst>
                                          <p:endCondLst>
                                            <p:cond evt="onStopAudio" delay="0">
                                              <p:tgtEl>
                                                <p:sldTgt/>
                                              </p:tgtEl>
                                            </p:cond>
                                          </p:endCondLst>
                                        </p:cTn>
                                        <p:tgtEl>
                                          <p:sndTgt r:embed="rId6" name="type.wav"/>
                                        </p:tgtEl>
                                      </p:cMediaNode>
                                    </p:audio>
                                  </p:sub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12450"/>
                                        </p:tgtEl>
                                        <p:attrNameLst>
                                          <p:attrName>style.visibility</p:attrName>
                                        </p:attrNameLst>
                                      </p:cBhvr>
                                      <p:to>
                                        <p:strVal val="visible"/>
                                      </p:to>
                                    </p:set>
                                    <p:animEffect transition="in" filter="wipe(up)">
                                      <p:cBhvr>
                                        <p:cTn id="79" dur="500"/>
                                        <p:tgtEl>
                                          <p:spTgt spid="12450"/>
                                        </p:tgtEl>
                                      </p:cBhvr>
                                    </p:animEffect>
                                  </p:childTnLst>
                                  <p:subTnLst>
                                    <p:audio>
                                      <p:cMediaNode>
                                        <p:cTn display="0" masterRel="sameClick">
                                          <p:stCondLst>
                                            <p:cond evt="begin" delay="0">
                                              <p:tn val="77"/>
                                            </p:cond>
                                          </p:stCondLst>
                                          <p:endCondLst>
                                            <p:cond evt="onStopAudio" delay="0">
                                              <p:tgtEl>
                                                <p:sldTgt/>
                                              </p:tgtEl>
                                            </p:cond>
                                          </p:endCondLst>
                                        </p:cTn>
                                        <p:tgtEl>
                                          <p:sndTgt r:embed="rId6"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 grpId="0" animBg="1"/>
      <p:bldP spid="12447" grpId="0" animBg="1"/>
      <p:bldP spid="12448" grpId="0" animBg="1"/>
      <p:bldP spid="12449" grpId="0"/>
      <p:bldP spid="12450" grpId="0"/>
      <p:bldP spid="1245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75E726B2-A54A-4F76-975D-96B214398D2F}"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457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457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059BC2F1-824A-4050-BAEC-C660FA53B0A6}" type="slidenum">
              <a:rPr lang="zh-CN" altLang="en-US" smtClean="0">
                <a:solidFill>
                  <a:srgbClr val="000000"/>
                </a:solidFill>
                <a:latin typeface="Times New Roman" panose="02020603050405020304" pitchFamily="18" charset="0"/>
              </a:rPr>
              <a:t>16</a:t>
            </a:fld>
            <a:endParaRPr lang="zh-CN" altLang="en-US">
              <a:solidFill>
                <a:srgbClr val="000000"/>
              </a:solidFill>
              <a:latin typeface="Times New Roman" panose="02020603050405020304" pitchFamily="18" charset="0"/>
            </a:endParaRPr>
          </a:p>
        </p:txBody>
      </p:sp>
      <p:grpSp>
        <p:nvGrpSpPr>
          <p:cNvPr id="13314" name="Group 2"/>
          <p:cNvGrpSpPr/>
          <p:nvPr/>
        </p:nvGrpSpPr>
        <p:grpSpPr bwMode="auto">
          <a:xfrm>
            <a:off x="609600" y="304800"/>
            <a:ext cx="7924800" cy="1082675"/>
            <a:chOff x="0" y="0"/>
            <a:chExt cx="4992" cy="682"/>
          </a:xfrm>
        </p:grpSpPr>
        <p:sp>
          <p:nvSpPr>
            <p:cNvPr id="24581" name="AutoShape 3" descr="白色大理石"/>
            <p:cNvSpPr>
              <a:spLocks noChangeArrowheads="1"/>
            </p:cNvSpPr>
            <p:nvPr/>
          </p:nvSpPr>
          <p:spPr bwMode="auto">
            <a:xfrm>
              <a:off x="0" y="0"/>
              <a:ext cx="672" cy="384"/>
            </a:xfrm>
            <a:prstGeom prst="bevel">
              <a:avLst>
                <a:gd name="adj" fmla="val 12500"/>
              </a:avLst>
            </a:prstGeom>
            <a:blipFill dpi="0" rotWithShape="0">
              <a:blip r:embed="rId10"/>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800" b="1">
                  <a:solidFill>
                    <a:srgbClr val="000000"/>
                  </a:solidFill>
                  <a:latin typeface="Times New Roman" panose="02020603050405020304" pitchFamily="18" charset="0"/>
                  <a:ea typeface="楷体_GB2312" pitchFamily="49" charset="-122"/>
                </a:rPr>
                <a:t>定理</a:t>
              </a:r>
            </a:p>
          </p:txBody>
        </p:sp>
        <p:sp>
          <p:nvSpPr>
            <p:cNvPr id="24582" name="Text Box 4"/>
            <p:cNvSpPr txBox="1">
              <a:spLocks noChangeArrowheads="1"/>
            </p:cNvSpPr>
            <p:nvPr/>
          </p:nvSpPr>
          <p:spPr bwMode="auto">
            <a:xfrm>
              <a:off x="0" y="72"/>
              <a:ext cx="4992" cy="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spcBef>
                  <a:spcPct val="50000"/>
                </a:spcBef>
              </a:pPr>
              <a:r>
                <a:rPr lang="zh-CN" altLang="zh-CN" sz="2400" b="1">
                  <a:solidFill>
                    <a:srgbClr val="000000"/>
                  </a:solidFill>
                  <a:latin typeface="Times New Roman" panose="02020603050405020304" pitchFamily="18" charset="0"/>
                  <a:ea typeface="楷体_GB2312" pitchFamily="49" charset="-122"/>
                </a:rPr>
                <a:t>              (</a:t>
              </a:r>
              <a:r>
                <a:rPr lang="zh-CN" altLang="zh-CN" sz="2400" b="1">
                  <a:solidFill>
                    <a:srgbClr val="3333CC"/>
                  </a:solidFill>
                  <a:latin typeface="Times New Roman" panose="02020603050405020304" pitchFamily="18" charset="0"/>
                  <a:ea typeface="楷体_GB2312" pitchFamily="49" charset="-122"/>
                </a:rPr>
                <a:t>唯一性</a:t>
              </a:r>
              <a:r>
                <a:rPr lang="zh-CN" altLang="zh-CN" sz="2400" b="1">
                  <a:solidFill>
                    <a:srgbClr val="000000"/>
                  </a:solidFill>
                  <a:latin typeface="Times New Roman" panose="02020603050405020304" pitchFamily="18" charset="0"/>
                  <a:ea typeface="楷体_GB2312" pitchFamily="49" charset="-122"/>
                </a:rPr>
                <a:t>) 满足                                      的 </a:t>
              </a:r>
              <a:r>
                <a:rPr lang="zh-CN" altLang="zh-CN" sz="2400" b="1" i="1">
                  <a:solidFill>
                    <a:srgbClr val="000000"/>
                  </a:solidFill>
                  <a:latin typeface="Times New Roman" panose="02020603050405020304" pitchFamily="18" charset="0"/>
                  <a:ea typeface="楷体_GB2312" pitchFamily="49" charset="-122"/>
                </a:rPr>
                <a:t>n</a:t>
              </a:r>
              <a:r>
                <a:rPr lang="zh-CN" altLang="zh-CN" sz="2400" b="1">
                  <a:solidFill>
                    <a:srgbClr val="000000"/>
                  </a:solidFill>
                  <a:latin typeface="Times New Roman" panose="02020603050405020304" pitchFamily="18" charset="0"/>
                  <a:ea typeface="楷体_GB2312" pitchFamily="49" charset="-122"/>
                </a:rPr>
                <a:t> 阶插值多项式是唯一存在的。</a:t>
              </a:r>
            </a:p>
          </p:txBody>
        </p:sp>
        <p:graphicFrame>
          <p:nvGraphicFramePr>
            <p:cNvPr id="24583" name="Object 5"/>
            <p:cNvGraphicFramePr>
              <a:graphicFrameLocks noChangeAspect="1"/>
            </p:cNvGraphicFramePr>
            <p:nvPr/>
          </p:nvGraphicFramePr>
          <p:xfrm>
            <a:off x="1872" y="144"/>
            <a:ext cx="1824" cy="261"/>
          </p:xfrm>
          <a:graphic>
            <a:graphicData uri="http://schemas.openxmlformats.org/presentationml/2006/ole">
              <mc:AlternateContent xmlns:mc="http://schemas.openxmlformats.org/markup-compatibility/2006">
                <mc:Choice xmlns:v="urn:schemas-microsoft-com:vml" Requires="v">
                  <p:oleObj spid="_x0000_s24700" r:id="rId11" imgW="1486535" imgH="228600" progId="Equation.3">
                    <p:embed/>
                  </p:oleObj>
                </mc:Choice>
                <mc:Fallback>
                  <p:oleObj r:id="rId11" imgW="1486535" imgH="228600" progId="Equation.3">
                    <p:embed/>
                    <p:pic>
                      <p:nvPicPr>
                        <p:cNvPr id="0" name="Object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72" y="144"/>
                          <a:ext cx="1824"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13318" name="Text Box 6"/>
          <p:cNvSpPr txBox="1">
            <a:spLocks noChangeArrowheads="1"/>
          </p:cNvSpPr>
          <p:nvPr/>
        </p:nvSpPr>
        <p:spPr bwMode="auto">
          <a:xfrm>
            <a:off x="609600" y="1447800"/>
            <a:ext cx="7010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证明： </a:t>
            </a:r>
            <a:r>
              <a:rPr lang="en-US" altLang="zh-CN"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存在性</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可利用</a:t>
            </a:r>
            <a:r>
              <a:rPr lang="en-US" altLang="zh-CN" sz="2400" b="1" i="1">
                <a:solidFill>
                  <a:srgbClr val="3333CC"/>
                </a:solidFill>
                <a:latin typeface="Times New Roman" panose="02020603050405020304" pitchFamily="18" charset="0"/>
                <a:ea typeface="楷体_GB2312" pitchFamily="49" charset="-122"/>
                <a:sym typeface="Wingdings" panose="05000000000000000000" pitchFamily="2" charset="2"/>
              </a:rPr>
              <a:t>Vandermonde</a:t>
            </a:r>
            <a:r>
              <a:rPr lang="en-US" altLang="zh-CN" sz="2400" b="1">
                <a:solidFill>
                  <a:srgbClr val="3333CC"/>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行列式</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论证</a:t>
            </a:r>
            <a:r>
              <a:rPr lang="en-US" altLang="zh-CN" sz="2400" b="1">
                <a:solidFill>
                  <a:srgbClr val="000000"/>
                </a:solidFill>
                <a:latin typeface="Times New Roman" panose="02020603050405020304" pitchFamily="18" charset="0"/>
                <a:ea typeface="楷体_GB2312" pitchFamily="49" charset="-122"/>
                <a:sym typeface="Wingdings" panose="05000000000000000000" pitchFamily="2" charset="2"/>
              </a:rPr>
              <a:t>)</a:t>
            </a:r>
          </a:p>
        </p:txBody>
      </p:sp>
      <p:sp>
        <p:nvSpPr>
          <p:cNvPr id="13319" name="Text Box 7"/>
          <p:cNvSpPr txBox="1">
            <a:spLocks noChangeArrowheads="1"/>
          </p:cNvSpPr>
          <p:nvPr/>
        </p:nvSpPr>
        <p:spPr bwMode="auto">
          <a:xfrm>
            <a:off x="1447800" y="1981200"/>
            <a:ext cx="7086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反证：若不唯一，则除了</a:t>
            </a:r>
            <a:r>
              <a:rPr lang="en-US" altLang="zh-CN" sz="2400" b="1" i="1">
                <a:solidFill>
                  <a:srgbClr val="3333CC"/>
                </a:solidFill>
                <a:latin typeface="Times New Roman" panose="02020603050405020304" pitchFamily="18" charset="0"/>
                <a:ea typeface="楷体_GB2312" pitchFamily="49" charset="-122"/>
              </a:rPr>
              <a:t>L</a:t>
            </a:r>
            <a:r>
              <a:rPr lang="en-US" altLang="zh-CN" sz="2400" b="1" i="1" baseline="-25000">
                <a:solidFill>
                  <a:srgbClr val="3333CC"/>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外还有另一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阶多项式 </a:t>
            </a:r>
            <a:r>
              <a:rPr lang="en-US" altLang="zh-CN" sz="2400" b="1" i="1">
                <a:solidFill>
                  <a:srgbClr val="000000"/>
                </a:solidFill>
                <a:latin typeface="Times New Roman" panose="02020603050405020304" pitchFamily="18" charset="0"/>
                <a:ea typeface="楷体_GB2312" pitchFamily="49" charset="-122"/>
              </a:rPr>
              <a:t>P</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满足 </a:t>
            </a:r>
            <a:r>
              <a:rPr lang="en-US" altLang="zh-CN" sz="2400" b="1" i="1">
                <a:solidFill>
                  <a:srgbClr val="000000"/>
                </a:solidFill>
                <a:latin typeface="Times New Roman" panose="02020603050405020304" pitchFamily="18" charset="0"/>
                <a:ea typeface="楷体_GB2312" pitchFamily="49" charset="-122"/>
              </a:rPr>
              <a:t>P</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i="1" baseline="-25000">
                <a:solidFill>
                  <a:srgbClr val="0000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000000"/>
                </a:solidFill>
                <a:latin typeface="Times New Roman" panose="02020603050405020304" pitchFamily="18" charset="0"/>
                <a:ea typeface="楷体_GB2312" pitchFamily="49" charset="-122"/>
              </a:rPr>
              <a:t>y</a:t>
            </a:r>
            <a:r>
              <a:rPr lang="en-US" altLang="zh-CN" sz="2400" b="1" i="1" baseline="-25000">
                <a:solidFill>
                  <a:srgbClr val="0000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a:t>
            </a:r>
          </a:p>
        </p:txBody>
      </p:sp>
      <p:grpSp>
        <p:nvGrpSpPr>
          <p:cNvPr id="13320" name="Group 8"/>
          <p:cNvGrpSpPr/>
          <p:nvPr/>
        </p:nvGrpSpPr>
        <p:grpSpPr bwMode="auto">
          <a:xfrm>
            <a:off x="1447800" y="2895600"/>
            <a:ext cx="5410200" cy="468313"/>
            <a:chOff x="0" y="0"/>
            <a:chExt cx="3408" cy="295"/>
          </a:xfrm>
        </p:grpSpPr>
        <p:sp>
          <p:nvSpPr>
            <p:cNvPr id="24587" name="Text Box 9"/>
            <p:cNvSpPr txBox="1">
              <a:spLocks noChangeArrowheads="1"/>
            </p:cNvSpPr>
            <p:nvPr/>
          </p:nvSpPr>
          <p:spPr bwMode="auto">
            <a:xfrm>
              <a:off x="0" y="0"/>
              <a:ext cx="3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考察                                     则 </a:t>
              </a:r>
              <a:r>
                <a:rPr lang="en-US" altLang="zh-CN" sz="2400" b="1" i="1">
                  <a:solidFill>
                    <a:srgbClr val="000000"/>
                  </a:solidFill>
                  <a:latin typeface="Times New Roman" panose="02020603050405020304" pitchFamily="18" charset="0"/>
                  <a:ea typeface="楷体_GB2312" pitchFamily="49" charset="-122"/>
                </a:rPr>
                <a:t>Q</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的阶数</a:t>
              </a:r>
            </a:p>
          </p:txBody>
        </p:sp>
        <p:graphicFrame>
          <p:nvGraphicFramePr>
            <p:cNvPr id="24588" name="Object 10"/>
            <p:cNvGraphicFramePr>
              <a:graphicFrameLocks noChangeAspect="1"/>
            </p:cNvGraphicFramePr>
            <p:nvPr/>
          </p:nvGraphicFramePr>
          <p:xfrm>
            <a:off x="480" y="0"/>
            <a:ext cx="1728" cy="295"/>
          </p:xfrm>
          <a:graphic>
            <a:graphicData uri="http://schemas.openxmlformats.org/presentationml/2006/ole">
              <mc:AlternateContent xmlns:mc="http://schemas.openxmlformats.org/markup-compatibility/2006">
                <mc:Choice xmlns:v="urn:schemas-microsoft-com:vml" Requires="v">
                  <p:oleObj spid="_x0000_s24701" r:id="rId13" imgW="1499235" imgH="228600" progId="Equation.3">
                    <p:embed/>
                  </p:oleObj>
                </mc:Choice>
                <mc:Fallback>
                  <p:oleObj r:id="rId13" imgW="1499235" imgH="228600" progId="Equation.3">
                    <p:embed/>
                    <p:pic>
                      <p:nvPicPr>
                        <p:cNvPr id="0" name="Object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0" y="0"/>
                          <a:ext cx="1728"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13323" name="Text Box 11"/>
          <p:cNvSpPr txBox="1">
            <a:spLocks noChangeArrowheads="1"/>
          </p:cNvSpPr>
          <p:nvPr/>
        </p:nvSpPr>
        <p:spPr bwMode="auto">
          <a:xfrm>
            <a:off x="6629400" y="2895600"/>
            <a:ext cx="68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2400" b="1">
                <a:solidFill>
                  <a:srgbClr val="FF33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sym typeface="Symbol" panose="05050102010706020507" pitchFamily="18" charset="2"/>
              </a:rPr>
              <a:t>n</a:t>
            </a:r>
            <a:endParaRPr lang="en-US" altLang="zh-CN" sz="2800">
              <a:solidFill>
                <a:srgbClr val="FF3300"/>
              </a:solidFill>
              <a:latin typeface="Times New Roman" panose="02020603050405020304" pitchFamily="18" charset="0"/>
              <a:ea typeface="楷体_GB2312" pitchFamily="49" charset="-122"/>
            </a:endParaRPr>
          </a:p>
        </p:txBody>
      </p:sp>
      <p:sp>
        <p:nvSpPr>
          <p:cNvPr id="13324" name="Text Box 12"/>
          <p:cNvSpPr txBox="1">
            <a:spLocks noChangeArrowheads="1"/>
          </p:cNvSpPr>
          <p:nvPr/>
        </p:nvSpPr>
        <p:spPr bwMode="auto">
          <a:xfrm>
            <a:off x="1524000" y="3429000"/>
            <a:ext cx="426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而 </a:t>
            </a:r>
            <a:r>
              <a:rPr lang="en-US" altLang="zh-CN" sz="2400" b="1" i="1">
                <a:solidFill>
                  <a:srgbClr val="000000"/>
                </a:solidFill>
                <a:latin typeface="Times New Roman" panose="02020603050405020304" pitchFamily="18" charset="0"/>
                <a:ea typeface="楷体_GB2312" pitchFamily="49" charset="-122"/>
              </a:rPr>
              <a:t>Q</a:t>
            </a:r>
            <a:r>
              <a:rPr lang="en-US" altLang="zh-CN" sz="2400" b="1" i="1" baseline="-25000">
                <a:solidFill>
                  <a:srgbClr val="000000"/>
                </a:solidFill>
                <a:latin typeface="Times New Roman" panose="02020603050405020304" pitchFamily="18" charset="0"/>
                <a:ea typeface="楷体_GB2312" pitchFamily="49" charset="-122"/>
              </a:rPr>
              <a:t>n </a:t>
            </a:r>
            <a:r>
              <a:rPr lang="zh-CN" altLang="en-US" sz="2400" b="1">
                <a:solidFill>
                  <a:srgbClr val="000000"/>
                </a:solidFill>
                <a:latin typeface="Times New Roman" panose="02020603050405020304" pitchFamily="18" charset="0"/>
                <a:ea typeface="楷体_GB2312" pitchFamily="49" charset="-122"/>
              </a:rPr>
              <a:t>有           个不同的根</a:t>
            </a:r>
          </a:p>
        </p:txBody>
      </p:sp>
      <p:grpSp>
        <p:nvGrpSpPr>
          <p:cNvPr id="13325" name="Group 13"/>
          <p:cNvGrpSpPr/>
          <p:nvPr/>
        </p:nvGrpSpPr>
        <p:grpSpPr bwMode="auto">
          <a:xfrm>
            <a:off x="2667000" y="3429000"/>
            <a:ext cx="3733800" cy="457200"/>
            <a:chOff x="0" y="0"/>
            <a:chExt cx="2352" cy="288"/>
          </a:xfrm>
        </p:grpSpPr>
        <p:sp>
          <p:nvSpPr>
            <p:cNvPr id="24592" name="Text Box 14"/>
            <p:cNvSpPr txBox="1">
              <a:spLocks noChangeArrowheads="1"/>
            </p:cNvSpPr>
            <p:nvPr/>
          </p:nvSpPr>
          <p:spPr bwMode="auto">
            <a:xfrm>
              <a:off x="0" y="0"/>
              <a:ext cx="5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FF3300"/>
                  </a:solidFill>
                  <a:latin typeface="Times New Roman" panose="02020603050405020304" pitchFamily="18" charset="0"/>
                  <a:ea typeface="楷体_GB2312" pitchFamily="49" charset="-122"/>
                  <a:sym typeface="Symbol" panose="05050102010706020507" pitchFamily="18" charset="2"/>
                </a:rPr>
                <a:t>n </a:t>
              </a:r>
              <a:r>
                <a:rPr lang="en-US" altLang="zh-CN" sz="2400" b="1">
                  <a:solidFill>
                    <a:srgbClr val="FF3300"/>
                  </a:solidFill>
                  <a:latin typeface="Times New Roman" panose="02020603050405020304" pitchFamily="18" charset="0"/>
                  <a:ea typeface="楷体_GB2312" pitchFamily="49" charset="-122"/>
                  <a:sym typeface="Symbol" panose="05050102010706020507" pitchFamily="18" charset="2"/>
                </a:rPr>
                <a:t>+ 1</a:t>
              </a:r>
            </a:p>
          </p:txBody>
        </p:sp>
        <p:sp>
          <p:nvSpPr>
            <p:cNvPr id="24593" name="Text Box 15"/>
            <p:cNvSpPr txBox="1">
              <a:spLocks noChangeArrowheads="1"/>
            </p:cNvSpPr>
            <p:nvPr/>
          </p:nvSpPr>
          <p:spPr bwMode="auto">
            <a:xfrm>
              <a:off x="1536" y="0"/>
              <a:ext cx="8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n</a:t>
              </a:r>
            </a:p>
          </p:txBody>
        </p:sp>
      </p:grpSp>
      <p:grpSp>
        <p:nvGrpSpPr>
          <p:cNvPr id="13328" name="Group 16"/>
          <p:cNvGrpSpPr/>
          <p:nvPr/>
        </p:nvGrpSpPr>
        <p:grpSpPr bwMode="auto">
          <a:xfrm>
            <a:off x="2667000" y="2895600"/>
            <a:ext cx="4648200" cy="1295400"/>
            <a:chOff x="0" y="0"/>
            <a:chExt cx="2928" cy="816"/>
          </a:xfrm>
        </p:grpSpPr>
        <p:sp>
          <p:nvSpPr>
            <p:cNvPr id="24595" name="Oval 17"/>
            <p:cNvSpPr>
              <a:spLocks noChangeArrowheads="1"/>
            </p:cNvSpPr>
            <p:nvPr/>
          </p:nvSpPr>
          <p:spPr bwMode="auto">
            <a:xfrm>
              <a:off x="0" y="336"/>
              <a:ext cx="576" cy="336"/>
            </a:xfrm>
            <a:prstGeom prst="ellipse">
              <a:avLst/>
            </a:prstGeom>
            <a:noFill/>
            <a:ln w="22225">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4596" name="Oval 18"/>
            <p:cNvSpPr>
              <a:spLocks noChangeArrowheads="1"/>
            </p:cNvSpPr>
            <p:nvPr/>
          </p:nvSpPr>
          <p:spPr bwMode="auto">
            <a:xfrm>
              <a:off x="2544" y="0"/>
              <a:ext cx="384" cy="336"/>
            </a:xfrm>
            <a:prstGeom prst="ellipse">
              <a:avLst/>
            </a:prstGeom>
            <a:noFill/>
            <a:ln w="22225">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4597" name="未知"/>
            <p:cNvSpPr>
              <a:spLocks noChangeArrowheads="1"/>
            </p:cNvSpPr>
            <p:nvPr/>
          </p:nvSpPr>
          <p:spPr bwMode="auto">
            <a:xfrm>
              <a:off x="480" y="624"/>
              <a:ext cx="1104" cy="192"/>
            </a:xfrm>
            <a:custGeom>
              <a:avLst/>
              <a:gdLst>
                <a:gd name="T0" fmla="*/ 0 w 1104"/>
                <a:gd name="T1" fmla="*/ 0 h 192"/>
                <a:gd name="T2" fmla="*/ 336 w 1104"/>
                <a:gd name="T3" fmla="*/ 144 h 192"/>
                <a:gd name="T4" fmla="*/ 1104 w 1104"/>
                <a:gd name="T5" fmla="*/ 192 h 192"/>
              </a:gdLst>
              <a:ahLst/>
              <a:cxnLst>
                <a:cxn ang="0">
                  <a:pos x="T0" y="T1"/>
                </a:cxn>
                <a:cxn ang="0">
                  <a:pos x="T2" y="T3"/>
                </a:cxn>
                <a:cxn ang="0">
                  <a:pos x="T4" y="T5"/>
                </a:cxn>
              </a:cxnLst>
              <a:rect l="0" t="0" r="r" b="b"/>
              <a:pathLst>
                <a:path w="1104" h="192">
                  <a:moveTo>
                    <a:pt x="0" y="0"/>
                  </a:moveTo>
                  <a:cubicBezTo>
                    <a:pt x="76" y="56"/>
                    <a:pt x="152" y="112"/>
                    <a:pt x="336" y="144"/>
                  </a:cubicBezTo>
                  <a:cubicBezTo>
                    <a:pt x="520" y="176"/>
                    <a:pt x="812" y="184"/>
                    <a:pt x="1104" y="192"/>
                  </a:cubicBezTo>
                </a:path>
              </a:pathLst>
            </a:custGeom>
            <a:noFill/>
            <a:ln w="22225">
              <a:solidFill>
                <a:srgbClr val="FF3300"/>
              </a:solidFill>
              <a:round/>
              <a:tailEnd type="triangle" w="med" len="lg"/>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4598" name="未知"/>
            <p:cNvSpPr>
              <a:spLocks noChangeArrowheads="1"/>
            </p:cNvSpPr>
            <p:nvPr/>
          </p:nvSpPr>
          <p:spPr bwMode="auto">
            <a:xfrm>
              <a:off x="1584" y="336"/>
              <a:ext cx="1104" cy="480"/>
            </a:xfrm>
            <a:custGeom>
              <a:avLst/>
              <a:gdLst>
                <a:gd name="T0" fmla="*/ 1104 w 1104"/>
                <a:gd name="T1" fmla="*/ 0 h 480"/>
                <a:gd name="T2" fmla="*/ 960 w 1104"/>
                <a:gd name="T3" fmla="*/ 240 h 480"/>
                <a:gd name="T4" fmla="*/ 624 w 1104"/>
                <a:gd name="T5" fmla="*/ 384 h 480"/>
                <a:gd name="T6" fmla="*/ 0 w 1104"/>
                <a:gd name="T7" fmla="*/ 480 h 480"/>
              </a:gdLst>
              <a:ahLst/>
              <a:cxnLst>
                <a:cxn ang="0">
                  <a:pos x="T0" y="T1"/>
                </a:cxn>
                <a:cxn ang="0">
                  <a:pos x="T2" y="T3"/>
                </a:cxn>
                <a:cxn ang="0">
                  <a:pos x="T4" y="T5"/>
                </a:cxn>
                <a:cxn ang="0">
                  <a:pos x="T6" y="T7"/>
                </a:cxn>
              </a:cxnLst>
              <a:rect l="0" t="0" r="r" b="b"/>
              <a:pathLst>
                <a:path w="1104" h="480">
                  <a:moveTo>
                    <a:pt x="1104" y="0"/>
                  </a:moveTo>
                  <a:cubicBezTo>
                    <a:pt x="1072" y="88"/>
                    <a:pt x="1040" y="176"/>
                    <a:pt x="960" y="240"/>
                  </a:cubicBezTo>
                  <a:cubicBezTo>
                    <a:pt x="880" y="304"/>
                    <a:pt x="784" y="344"/>
                    <a:pt x="624" y="384"/>
                  </a:cubicBezTo>
                  <a:cubicBezTo>
                    <a:pt x="464" y="424"/>
                    <a:pt x="232" y="452"/>
                    <a:pt x="0" y="480"/>
                  </a:cubicBezTo>
                </a:path>
              </a:pathLst>
            </a:custGeom>
            <a:noFill/>
            <a:ln w="22225">
              <a:solidFill>
                <a:srgbClr val="FF3300"/>
              </a:solidFill>
              <a:round/>
              <a:tailEnd type="triangle" w="med" len="lg"/>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13333" name="Rectangle 21"/>
          <p:cNvSpPr>
            <a:spLocks noChangeArrowheads="1"/>
          </p:cNvSpPr>
          <p:nvPr/>
        </p:nvSpPr>
        <p:spPr bwMode="auto">
          <a:xfrm>
            <a:off x="7391400" y="3810000"/>
            <a:ext cx="152400" cy="228600"/>
          </a:xfrm>
          <a:prstGeom prst="rect">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3334" name="AutoShape 22" descr="再生纸"/>
          <p:cNvSpPr>
            <a:spLocks noChangeArrowheads="1"/>
          </p:cNvSpPr>
          <p:nvPr/>
        </p:nvSpPr>
        <p:spPr bwMode="auto">
          <a:xfrm>
            <a:off x="533400" y="4343400"/>
            <a:ext cx="8077200" cy="1981200"/>
          </a:xfrm>
          <a:prstGeom prst="roundRect">
            <a:avLst>
              <a:gd name="adj" fmla="val 16667"/>
            </a:avLst>
          </a:prstGeom>
          <a:blipFill dpi="0" rotWithShape="0">
            <a:blip r:embed="rId15"/>
            <a:srcRect/>
            <a:tile tx="0" ty="0" sx="100000" sy="100000" flip="none" algn="tl"/>
          </a:blipFill>
          <a:ln>
            <a:noFill/>
          </a:ln>
          <a:effectLst>
            <a:prstShdw prst="shdw17" dist="17961" dir="2700000">
              <a:srgbClr val="999999"/>
            </a:prstShdw>
          </a:effectLst>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注：</a:t>
            </a:r>
            <a:r>
              <a:rPr lang="zh-CN" altLang="en-US" sz="2400" b="1">
                <a:solidFill>
                  <a:srgbClr val="000000"/>
                </a:solidFill>
                <a:latin typeface="Times New Roman" panose="02020603050405020304" pitchFamily="18" charset="0"/>
                <a:ea typeface="楷体_GB2312" pitchFamily="49" charset="-122"/>
              </a:rPr>
              <a:t>若不将多项式次数限制为 </a:t>
            </a:r>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，则插值多项式</a:t>
            </a:r>
            <a:r>
              <a:rPr lang="zh-CN" altLang="en-US" sz="2400" b="1">
                <a:solidFill>
                  <a:srgbClr val="FF3300"/>
                </a:solidFill>
                <a:latin typeface="Times New Roman" panose="02020603050405020304" pitchFamily="18" charset="0"/>
                <a:ea typeface="楷体_GB2312" pitchFamily="49" charset="-122"/>
              </a:rPr>
              <a:t>不唯一</a:t>
            </a:r>
            <a:r>
              <a:rPr lang="zh-CN" altLang="en-US" sz="2400" b="1">
                <a:solidFill>
                  <a:srgbClr val="000000"/>
                </a:solidFill>
                <a:latin typeface="Times New Roman" panose="02020603050405020304" pitchFamily="18" charset="0"/>
                <a:ea typeface="楷体_GB2312" pitchFamily="49" charset="-122"/>
              </a:rPr>
              <a:t>。</a:t>
            </a:r>
          </a:p>
          <a:p>
            <a:pPr eaLnBrk="1" hangingPunct="1"/>
            <a:endParaRPr lang="zh-CN" altLang="en-US" sz="2400" b="1">
              <a:solidFill>
                <a:srgbClr val="000000"/>
              </a:solidFill>
              <a:latin typeface="Times New Roman" panose="02020603050405020304" pitchFamily="18" charset="0"/>
              <a:ea typeface="楷体_GB2312" pitchFamily="49" charset="-122"/>
            </a:endParaRPr>
          </a:p>
        </p:txBody>
      </p:sp>
      <p:grpSp>
        <p:nvGrpSpPr>
          <p:cNvPr id="13335" name="Group 23"/>
          <p:cNvGrpSpPr/>
          <p:nvPr/>
        </p:nvGrpSpPr>
        <p:grpSpPr bwMode="auto">
          <a:xfrm>
            <a:off x="1295400" y="4953000"/>
            <a:ext cx="7162800" cy="1187450"/>
            <a:chOff x="0" y="0"/>
            <a:chExt cx="4512" cy="748"/>
          </a:xfrm>
        </p:grpSpPr>
        <p:sp>
          <p:nvSpPr>
            <p:cNvPr id="24602" name="Text Box 24"/>
            <p:cNvSpPr txBox="1">
              <a:spLocks noChangeArrowheads="1"/>
            </p:cNvSpPr>
            <p:nvPr/>
          </p:nvSpPr>
          <p:spPr bwMode="auto">
            <a:xfrm>
              <a:off x="0" y="0"/>
              <a:ext cx="4512" cy="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zh-CN" altLang="en-US" sz="2400" b="1">
                  <a:solidFill>
                    <a:srgbClr val="000000"/>
                  </a:solidFill>
                  <a:latin typeface="Times New Roman" panose="02020603050405020304" pitchFamily="18" charset="0"/>
                  <a:ea typeface="楷体_GB2312" pitchFamily="49" charset="-122"/>
                </a:rPr>
                <a:t>例如                                                        也是一个插值多项式，其中       可以是任意多项式。</a:t>
              </a:r>
            </a:p>
          </p:txBody>
        </p:sp>
        <p:graphicFrame>
          <p:nvGraphicFramePr>
            <p:cNvPr id="24603" name="Object 25"/>
            <p:cNvGraphicFramePr>
              <a:graphicFrameLocks noChangeAspect="1"/>
            </p:cNvGraphicFramePr>
            <p:nvPr/>
          </p:nvGraphicFramePr>
          <p:xfrm>
            <a:off x="480" y="0"/>
            <a:ext cx="2608" cy="480"/>
          </p:xfrm>
          <a:graphic>
            <a:graphicData uri="http://schemas.openxmlformats.org/presentationml/2006/ole">
              <mc:AlternateContent xmlns:mc="http://schemas.openxmlformats.org/markup-compatibility/2006">
                <mc:Choice xmlns:v="urn:schemas-microsoft-com:vml" Requires="v">
                  <p:oleObj spid="_x0000_s24702" r:id="rId16" imgW="2006600" imgH="431800" progId="Equation.3">
                    <p:embed/>
                  </p:oleObj>
                </mc:Choice>
                <mc:Fallback>
                  <p:oleObj r:id="rId16" imgW="2006600" imgH="431800" progId="Equation.3">
                    <p:embed/>
                    <p:pic>
                      <p:nvPicPr>
                        <p:cNvPr id="0" name="Object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0" y="0"/>
                          <a:ext cx="2608"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4604" name="Object 26"/>
            <p:cNvGraphicFramePr>
              <a:graphicFrameLocks noChangeAspect="1"/>
            </p:cNvGraphicFramePr>
            <p:nvPr/>
          </p:nvGraphicFramePr>
          <p:xfrm>
            <a:off x="1200" y="480"/>
            <a:ext cx="384" cy="213"/>
          </p:xfrm>
          <a:graphic>
            <a:graphicData uri="http://schemas.openxmlformats.org/presentationml/2006/ole">
              <mc:AlternateContent xmlns:mc="http://schemas.openxmlformats.org/markup-compatibility/2006">
                <mc:Choice xmlns:v="urn:schemas-microsoft-com:vml" Requires="v">
                  <p:oleObj spid="_x0000_s24703" r:id="rId18" imgW="356235" imgH="203835" progId="Equation.3">
                    <p:embed/>
                  </p:oleObj>
                </mc:Choice>
                <mc:Fallback>
                  <p:oleObj r:id="rId18" imgW="356235" imgH="203835" progId="Equation.3">
                    <p:embed/>
                    <p:pic>
                      <p:nvPicPr>
                        <p:cNvPr id="0" name="Object 2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200" y="480"/>
                          <a:ext cx="38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3339" name="Group 27"/>
          <p:cNvGrpSpPr/>
          <p:nvPr/>
        </p:nvGrpSpPr>
        <p:grpSpPr bwMode="auto">
          <a:xfrm>
            <a:off x="5651500" y="981075"/>
            <a:ext cx="2667000" cy="990600"/>
            <a:chOff x="0" y="0"/>
            <a:chExt cx="1680" cy="624"/>
          </a:xfrm>
        </p:grpSpPr>
        <p:sp>
          <p:nvSpPr>
            <p:cNvPr id="24606" name="AutoShape 28" descr="再生纸"/>
            <p:cNvSpPr>
              <a:spLocks noChangeArrowheads="1"/>
            </p:cNvSpPr>
            <p:nvPr/>
          </p:nvSpPr>
          <p:spPr bwMode="auto">
            <a:xfrm>
              <a:off x="0" y="0"/>
              <a:ext cx="1680" cy="624"/>
            </a:xfrm>
            <a:prstGeom prst="bevel">
              <a:avLst>
                <a:gd name="adj" fmla="val 6773"/>
              </a:avLst>
            </a:prstGeom>
            <a:blipFill dpi="0" rotWithShape="0">
              <a:blip r:embed="rId1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4607" name="Object 29"/>
            <p:cNvGraphicFramePr>
              <a:graphicFrameLocks noChangeAspect="1"/>
            </p:cNvGraphicFramePr>
            <p:nvPr/>
          </p:nvGraphicFramePr>
          <p:xfrm>
            <a:off x="144" y="70"/>
            <a:ext cx="1448" cy="477"/>
          </p:xfrm>
          <a:graphic>
            <a:graphicData uri="http://schemas.openxmlformats.org/presentationml/2006/ole">
              <mc:AlternateContent xmlns:mc="http://schemas.openxmlformats.org/markup-compatibility/2006">
                <mc:Choice xmlns:v="urn:schemas-microsoft-com:vml" Requires="v">
                  <p:oleObj spid="_x0000_s24704" r:id="rId20" imgW="1195070" imgH="432435" progId="Equation.3">
                    <p:embed/>
                  </p:oleObj>
                </mc:Choice>
                <mc:Fallback>
                  <p:oleObj r:id="rId20" imgW="1195070" imgH="432435" progId="Equation.3">
                    <p:embed/>
                    <p:pic>
                      <p:nvPicPr>
                        <p:cNvPr id="0" name="Object 2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44" y="70"/>
                          <a:ext cx="1448" cy="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13314"/>
                                        </p:tgtEl>
                                        <p:attrNameLst>
                                          <p:attrName>style.visibility</p:attrName>
                                        </p:attrNameLst>
                                      </p:cBhvr>
                                      <p:to>
                                        <p:strVal val="visible"/>
                                      </p:to>
                                    </p:set>
                                    <p:animEffect transition="in" filter="strips(downRight)">
                                      <p:cBhvr>
                                        <p:cTn id="7" dur="500"/>
                                        <p:tgtEl>
                                          <p:spTgt spid="13314"/>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3318"/>
                                        </p:tgtEl>
                                        <p:attrNameLst>
                                          <p:attrName>style.visibility</p:attrName>
                                        </p:attrNameLst>
                                      </p:cBhvr>
                                      <p:to>
                                        <p:strVal val="visible"/>
                                      </p:to>
                                    </p:set>
                                    <p:animEffect transition="in" filter="wipe(up)">
                                      <p:cBhvr>
                                        <p:cTn id="12" dur="500"/>
                                        <p:tgtEl>
                                          <p:spTgt spid="13318"/>
                                        </p:tgtEl>
                                      </p:cBhvr>
                                    </p:animEffect>
                                  </p:childTnLst>
                                  <p:subTnLst>
                                    <p:audio>
                                      <p:cMediaNode>
                                        <p:cTn display="0" masterRel="sameClick">
                                          <p:stCondLst>
                                            <p:cond evt="begin" delay="0">
                                              <p:tn val="10"/>
                                            </p:cond>
                                          </p:stCondLst>
                                          <p:endCondLst>
                                            <p:cond evt="onStopAudio" delay="0">
                                              <p:tgtEl>
                                                <p:sldTgt/>
                                              </p:tgtEl>
                                            </p:cond>
                                          </p:endCondLst>
                                        </p:cTn>
                                        <p:tgtEl>
                                          <p:sndTgt r:embed="rId4" name="type.wav"/>
                                        </p:tgtEl>
                                      </p:cMediaNode>
                                    </p:audio>
                                  </p:subTnLst>
                                </p:cTn>
                              </p:par>
                            </p:childTnLst>
                          </p:cTn>
                        </p:par>
                      </p:childTnLst>
                    </p:cTn>
                  </p:par>
                  <p:par>
                    <p:cTn id="13" fill="hold">
                      <p:stCondLst>
                        <p:cond delay="indefinite"/>
                      </p:stCondLst>
                      <p:childTnLst>
                        <p:par>
                          <p:cTn id="14" fill="hold">
                            <p:stCondLst>
                              <p:cond delay="0"/>
                            </p:stCondLst>
                            <p:childTnLst>
                              <p:par>
                                <p:cTn id="15" presetID="17" presetClass="entr" presetSubtype="1" fill="hold" nodeType="clickEffect">
                                  <p:stCondLst>
                                    <p:cond delay="0"/>
                                  </p:stCondLst>
                                  <p:childTnLst>
                                    <p:set>
                                      <p:cBhvr>
                                        <p:cTn id="16" dur="1" fill="hold">
                                          <p:stCondLst>
                                            <p:cond delay="0"/>
                                          </p:stCondLst>
                                        </p:cTn>
                                        <p:tgtEl>
                                          <p:spTgt spid="13339"/>
                                        </p:tgtEl>
                                        <p:attrNameLst>
                                          <p:attrName>style.visibility</p:attrName>
                                        </p:attrNameLst>
                                      </p:cBhvr>
                                      <p:to>
                                        <p:strVal val="visible"/>
                                      </p:to>
                                    </p:set>
                                    <p:anim calcmode="lin" valueType="num">
                                      <p:cBhvr>
                                        <p:cTn id="17" dur="500" fill="hold"/>
                                        <p:tgtEl>
                                          <p:spTgt spid="13339"/>
                                        </p:tgtEl>
                                        <p:attrNameLst>
                                          <p:attrName>ppt_x</p:attrName>
                                        </p:attrNameLst>
                                      </p:cBhvr>
                                      <p:tavLst>
                                        <p:tav tm="0">
                                          <p:val>
                                            <p:strVal val="#ppt_x"/>
                                          </p:val>
                                        </p:tav>
                                        <p:tav tm="100000">
                                          <p:val>
                                            <p:strVal val="#ppt_x"/>
                                          </p:val>
                                        </p:tav>
                                      </p:tavLst>
                                    </p:anim>
                                    <p:anim calcmode="lin" valueType="num">
                                      <p:cBhvr>
                                        <p:cTn id="18" dur="500" fill="hold"/>
                                        <p:tgtEl>
                                          <p:spTgt spid="13339"/>
                                        </p:tgtEl>
                                        <p:attrNameLst>
                                          <p:attrName>ppt_y</p:attrName>
                                        </p:attrNameLst>
                                      </p:cBhvr>
                                      <p:tavLst>
                                        <p:tav tm="0">
                                          <p:val>
                                            <p:strVal val="#ppt_y-#ppt_h/2"/>
                                          </p:val>
                                        </p:tav>
                                        <p:tav tm="100000">
                                          <p:val>
                                            <p:strVal val="#ppt_y"/>
                                          </p:val>
                                        </p:tav>
                                      </p:tavLst>
                                    </p:anim>
                                    <p:anim calcmode="lin" valueType="num">
                                      <p:cBhvr>
                                        <p:cTn id="19" dur="500" fill="hold"/>
                                        <p:tgtEl>
                                          <p:spTgt spid="13339"/>
                                        </p:tgtEl>
                                        <p:attrNameLst>
                                          <p:attrName>ppt_w</p:attrName>
                                        </p:attrNameLst>
                                      </p:cBhvr>
                                      <p:tavLst>
                                        <p:tav tm="0">
                                          <p:val>
                                            <p:strVal val="#ppt_w"/>
                                          </p:val>
                                        </p:tav>
                                        <p:tav tm="100000">
                                          <p:val>
                                            <p:strVal val="#ppt_w"/>
                                          </p:val>
                                        </p:tav>
                                      </p:tavLst>
                                    </p:anim>
                                    <p:anim calcmode="lin" valueType="num">
                                      <p:cBhvr>
                                        <p:cTn id="20" dur="500" fill="hold"/>
                                        <p:tgtEl>
                                          <p:spTgt spid="13339"/>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15"/>
                                            </p:cond>
                                          </p:stCondLst>
                                          <p:endCondLst>
                                            <p:cond evt="onStopAudio" delay="0">
                                              <p:tgtEl>
                                                <p:sldTgt/>
                                              </p:tgtEl>
                                            </p:cond>
                                          </p:endCondLst>
                                        </p:cTn>
                                        <p:tgtEl>
                                          <p:sndTgt r:embed="rId5" name="cashreg.wav"/>
                                        </p:tgtEl>
                                      </p:cMediaNode>
                                    </p:audio>
                                  </p:sub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13319"/>
                                        </p:tgtEl>
                                        <p:attrNameLst>
                                          <p:attrName>style.visibility</p:attrName>
                                        </p:attrNameLst>
                                      </p:cBhvr>
                                      <p:to>
                                        <p:strVal val="visible"/>
                                      </p:to>
                                    </p:set>
                                    <p:animEffect transition="in" filter="wipe(up)">
                                      <p:cBhvr>
                                        <p:cTn id="25" dur="500"/>
                                        <p:tgtEl>
                                          <p:spTgt spid="13319"/>
                                        </p:tgtEl>
                                      </p:cBhvr>
                                    </p:animEffect>
                                  </p:childTnLst>
                                  <p:subTnLst>
                                    <p:audio>
                                      <p:cMediaNode>
                                        <p:cTn display="0" masterRel="sameClick">
                                          <p:stCondLst>
                                            <p:cond evt="begin" delay="0">
                                              <p:tn val="23"/>
                                            </p:cond>
                                          </p:stCondLst>
                                          <p:endCondLst>
                                            <p:cond evt="onStopAudio" delay="0">
                                              <p:tgtEl>
                                                <p:sldTgt/>
                                              </p:tgtEl>
                                            </p:cond>
                                          </p:endCondLst>
                                        </p:cTn>
                                        <p:tgtEl>
                                          <p:sndTgt r:embed="rId4" name="type.wav"/>
                                        </p:tgtEl>
                                      </p:cMediaNode>
                                    </p:audio>
                                  </p:sub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3320"/>
                                        </p:tgtEl>
                                        <p:attrNameLst>
                                          <p:attrName>style.visibility</p:attrName>
                                        </p:attrNameLst>
                                      </p:cBhvr>
                                      <p:to>
                                        <p:strVal val="visible"/>
                                      </p:to>
                                    </p:set>
                                    <p:animEffect transition="in" filter="wipe(left)">
                                      <p:cBhvr>
                                        <p:cTn id="30" dur="500"/>
                                        <p:tgtEl>
                                          <p:spTgt spid="13320"/>
                                        </p:tgtEl>
                                      </p:cBhvr>
                                    </p:animEffect>
                                  </p:childTnLst>
                                  <p:subTnLst>
                                    <p:audio>
                                      <p:cMediaNode>
                                        <p:cTn display="0" masterRel="sameClick">
                                          <p:stCondLst>
                                            <p:cond evt="begin" delay="0">
                                              <p:tn val="28"/>
                                            </p:cond>
                                          </p:stCondLst>
                                          <p:endCondLst>
                                            <p:cond evt="onStopAudio" delay="0">
                                              <p:tgtEl>
                                                <p:sldTgt/>
                                              </p:tgtEl>
                                            </p:cond>
                                          </p:endCondLst>
                                        </p:cTn>
                                        <p:tgtEl>
                                          <p:sndTgt r:embed="rId4" name="type.wav"/>
                                        </p:tgtEl>
                                      </p:cMediaNode>
                                    </p:audio>
                                  </p:sub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13323"/>
                                        </p:tgtEl>
                                        <p:attrNameLst>
                                          <p:attrName>style.visibility</p:attrName>
                                        </p:attrNameLst>
                                      </p:cBhvr>
                                      <p:to>
                                        <p:strVal val="visible"/>
                                      </p:to>
                                    </p:set>
                                    <p:anim calcmode="lin" valueType="num">
                                      <p:cBhvr>
                                        <p:cTn id="35" dur="500" fill="hold"/>
                                        <p:tgtEl>
                                          <p:spTgt spid="13323"/>
                                        </p:tgtEl>
                                        <p:attrNameLst>
                                          <p:attrName>ppt_x</p:attrName>
                                        </p:attrNameLst>
                                      </p:cBhvr>
                                      <p:tavLst>
                                        <p:tav tm="0">
                                          <p:val>
                                            <p:strVal val="1+#ppt_w/2"/>
                                          </p:val>
                                        </p:tav>
                                        <p:tav tm="100000">
                                          <p:val>
                                            <p:strVal val="#ppt_x"/>
                                          </p:val>
                                        </p:tav>
                                      </p:tavLst>
                                    </p:anim>
                                    <p:anim calcmode="lin" valueType="num">
                                      <p:cBhvr>
                                        <p:cTn id="36" dur="500" fill="hold"/>
                                        <p:tgtEl>
                                          <p:spTgt spid="1332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3"/>
                                            </p:cond>
                                          </p:stCondLst>
                                          <p:endCondLst>
                                            <p:cond evt="onStopAudio" delay="0">
                                              <p:tgtEl>
                                                <p:sldTgt/>
                                              </p:tgtEl>
                                            </p:cond>
                                          </p:endCondLst>
                                        </p:cTn>
                                        <p:tgtEl>
                                          <p:sndTgt r:embed="rId6" name="whoosh.wav"/>
                                        </p:tgtEl>
                                      </p:cMediaNode>
                                    </p:audio>
                                  </p:sub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13324"/>
                                        </p:tgtEl>
                                        <p:attrNameLst>
                                          <p:attrName>style.visibility</p:attrName>
                                        </p:attrNameLst>
                                      </p:cBhvr>
                                      <p:to>
                                        <p:strVal val="visible"/>
                                      </p:to>
                                    </p:set>
                                    <p:animEffect transition="in" filter="wipe(left)">
                                      <p:cBhvr>
                                        <p:cTn id="41" dur="500"/>
                                        <p:tgtEl>
                                          <p:spTgt spid="13324"/>
                                        </p:tgtEl>
                                      </p:cBhvr>
                                    </p:animEffect>
                                  </p:childTnLst>
                                  <p:subTnLst>
                                    <p:audio>
                                      <p:cMediaNode>
                                        <p:cTn display="0" masterRel="sameClick">
                                          <p:stCondLst>
                                            <p:cond evt="begin" delay="0">
                                              <p:tn val="39"/>
                                            </p:cond>
                                          </p:stCondLst>
                                          <p:endCondLst>
                                            <p:cond evt="onStopAudio" delay="0">
                                              <p:tgtEl>
                                                <p:sldTgt/>
                                              </p:tgtEl>
                                            </p:cond>
                                          </p:endCondLst>
                                        </p:cTn>
                                        <p:tgtEl>
                                          <p:sndTgt r:embed="rId4" name="type.wav"/>
                                        </p:tgtEl>
                                      </p:cMediaNode>
                                    </p:audio>
                                  </p:sub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3325"/>
                                        </p:tgtEl>
                                        <p:attrNameLst>
                                          <p:attrName>style.visibility</p:attrName>
                                        </p:attrNameLst>
                                      </p:cBhvr>
                                      <p:to>
                                        <p:strVal val="visible"/>
                                      </p:to>
                                    </p:set>
                                    <p:animEffect transition="in" filter="wipe(up)">
                                      <p:cBhvr>
                                        <p:cTn id="46" dur="500"/>
                                        <p:tgtEl>
                                          <p:spTgt spid="13325"/>
                                        </p:tgtEl>
                                      </p:cBhvr>
                                    </p:animEffect>
                                  </p:childTnLst>
                                  <p:subTnLst>
                                    <p:audio>
                                      <p:cMediaNode>
                                        <p:cTn display="0" masterRel="sameClick">
                                          <p:stCondLst>
                                            <p:cond evt="begin" delay="0">
                                              <p:tn val="44"/>
                                            </p:cond>
                                          </p:stCondLst>
                                          <p:endCondLst>
                                            <p:cond evt="onStopAudio" delay="0">
                                              <p:tgtEl>
                                                <p:sldTgt/>
                                              </p:tgtEl>
                                            </p:cond>
                                          </p:endCondLst>
                                        </p:cTn>
                                        <p:tgtEl>
                                          <p:sndTgt r:embed="rId7" name="laser.wav"/>
                                        </p:tgtEl>
                                      </p:cMediaNode>
                                    </p:audio>
                                  </p:subTnLst>
                                </p:cTn>
                              </p:par>
                            </p:childTnLst>
                          </p:cTn>
                        </p:par>
                      </p:childTnLst>
                    </p:cTn>
                  </p:par>
                  <p:par>
                    <p:cTn id="47" fill="hold">
                      <p:stCondLst>
                        <p:cond delay="indefinite"/>
                      </p:stCondLst>
                      <p:childTnLst>
                        <p:par>
                          <p:cTn id="48" fill="hold">
                            <p:stCondLst>
                              <p:cond delay="0"/>
                            </p:stCondLst>
                            <p:childTnLst>
                              <p:par>
                                <p:cTn id="49" presetID="16" presetClass="entr" presetSubtype="21" fill="hold" nodeType="clickEffect">
                                  <p:stCondLst>
                                    <p:cond delay="0"/>
                                  </p:stCondLst>
                                  <p:childTnLst>
                                    <p:set>
                                      <p:cBhvr>
                                        <p:cTn id="50" dur="1" fill="hold">
                                          <p:stCondLst>
                                            <p:cond delay="0"/>
                                          </p:stCondLst>
                                        </p:cTn>
                                        <p:tgtEl>
                                          <p:spTgt spid="13328"/>
                                        </p:tgtEl>
                                        <p:attrNameLst>
                                          <p:attrName>style.visibility</p:attrName>
                                        </p:attrNameLst>
                                      </p:cBhvr>
                                      <p:to>
                                        <p:strVal val="visible"/>
                                      </p:to>
                                    </p:set>
                                    <p:animEffect transition="in" filter="barn(inVertical)">
                                      <p:cBhvr>
                                        <p:cTn id="51" dur="500"/>
                                        <p:tgtEl>
                                          <p:spTgt spid="13328"/>
                                        </p:tgtEl>
                                      </p:cBhvr>
                                    </p:animEffect>
                                  </p:childTnLst>
                                  <p:subTnLst>
                                    <p:set>
                                      <p:cBhvr override="childStyle">
                                        <p:cTn dur="1" fill="hold" display="0" masterRel="nextClick" afterEffect="1"/>
                                        <p:tgtEl>
                                          <p:spTgt spid="13328"/>
                                        </p:tgtEl>
                                        <p:attrNameLst>
                                          <p:attrName>style.visibility</p:attrName>
                                        </p:attrNameLst>
                                      </p:cBhvr>
                                      <p:to>
                                        <p:strVal val="hidden"/>
                                      </p:to>
                                    </p:set>
                                    <p:audio>
                                      <p:cMediaNode>
                                        <p:cTn display="0" masterRel="sameClick">
                                          <p:stCondLst>
                                            <p:cond evt="begin" delay="0">
                                              <p:tn val="49"/>
                                            </p:cond>
                                          </p:stCondLst>
                                          <p:endCondLst>
                                            <p:cond evt="onStopAudio" delay="0">
                                              <p:tgtEl>
                                                <p:sldTgt/>
                                              </p:tgtEl>
                                            </p:cond>
                                          </p:endCondLst>
                                        </p:cTn>
                                        <p:tgtEl>
                                          <p:sndTgt r:embed="rId8" name="glass.wav"/>
                                        </p:tgtEl>
                                      </p:cMediaNode>
                                    </p:audio>
                                  </p:subTnLst>
                                </p:cTn>
                              </p:par>
                            </p:childTnLst>
                          </p:cTn>
                        </p:par>
                      </p:childTnLst>
                    </p:cTn>
                  </p:par>
                  <p:par>
                    <p:cTn id="52" fill="hold">
                      <p:stCondLst>
                        <p:cond delay="indefinite"/>
                      </p:stCondLst>
                      <p:childTnLst>
                        <p:par>
                          <p:cTn id="53" fill="hold">
                            <p:stCondLst>
                              <p:cond delay="0"/>
                            </p:stCondLst>
                            <p:childTnLst>
                              <p:par>
                                <p:cTn id="54" presetID="2" presetClass="entr" presetSubtype="2" fill="hold" nodeType="clickEffect">
                                  <p:stCondLst>
                                    <p:cond delay="0"/>
                                  </p:stCondLst>
                                  <p:childTnLst>
                                    <p:set>
                                      <p:cBhvr>
                                        <p:cTn id="55" dur="1" fill="hold">
                                          <p:stCondLst>
                                            <p:cond delay="0"/>
                                          </p:stCondLst>
                                        </p:cTn>
                                        <p:tgtEl>
                                          <p:spTgt spid="13333"/>
                                        </p:tgtEl>
                                        <p:attrNameLst>
                                          <p:attrName>style.visibility</p:attrName>
                                        </p:attrNameLst>
                                      </p:cBhvr>
                                      <p:to>
                                        <p:strVal val="visible"/>
                                      </p:to>
                                    </p:set>
                                    <p:anim calcmode="lin" valueType="num">
                                      <p:cBhvr>
                                        <p:cTn id="56" dur="500" fill="hold"/>
                                        <p:tgtEl>
                                          <p:spTgt spid="13333"/>
                                        </p:tgtEl>
                                        <p:attrNameLst>
                                          <p:attrName>ppt_x</p:attrName>
                                        </p:attrNameLst>
                                      </p:cBhvr>
                                      <p:tavLst>
                                        <p:tav tm="0">
                                          <p:val>
                                            <p:strVal val="1+#ppt_w/2"/>
                                          </p:val>
                                        </p:tav>
                                        <p:tav tm="100000">
                                          <p:val>
                                            <p:strVal val="#ppt_x"/>
                                          </p:val>
                                        </p:tav>
                                      </p:tavLst>
                                    </p:anim>
                                    <p:anim calcmode="lin" valueType="num">
                                      <p:cBhvr>
                                        <p:cTn id="57" dur="500" fill="hold"/>
                                        <p:tgtEl>
                                          <p:spTgt spid="1333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4"/>
                                            </p:cond>
                                          </p:stCondLst>
                                          <p:endCondLst>
                                            <p:cond evt="onStopAudio" delay="0">
                                              <p:tgtEl>
                                                <p:sldTgt/>
                                              </p:tgtEl>
                                            </p:cond>
                                          </p:endCondLst>
                                        </p:cTn>
                                        <p:tgtEl>
                                          <p:sndTgt r:embed="rId5" name="cashreg.wav"/>
                                        </p:tgtEl>
                                      </p:cMediaNode>
                                    </p:audio>
                                  </p:sub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13334"/>
                                        </p:tgtEl>
                                        <p:attrNameLst>
                                          <p:attrName>style.visibility</p:attrName>
                                        </p:attrNameLst>
                                      </p:cBhvr>
                                      <p:to>
                                        <p:strVal val="visible"/>
                                      </p:to>
                                    </p:set>
                                    <p:animEffect transition="in" filter="box(in)">
                                      <p:cBhvr>
                                        <p:cTn id="62" dur="500"/>
                                        <p:tgtEl>
                                          <p:spTgt spid="13334"/>
                                        </p:tgtEl>
                                      </p:cBhvr>
                                    </p:animEffect>
                                  </p:childTnLst>
                                  <p:subTnLst>
                                    <p:audio>
                                      <p:cMediaNode>
                                        <p:cTn display="0" masterRel="sameClick">
                                          <p:stCondLst>
                                            <p:cond evt="begin" delay="0">
                                              <p:tn val="60"/>
                                            </p:cond>
                                          </p:stCondLst>
                                          <p:endCondLst>
                                            <p:cond evt="onStopAudio" delay="0">
                                              <p:tgtEl>
                                                <p:sldTgt/>
                                              </p:tgtEl>
                                            </p:cond>
                                          </p:endCondLst>
                                        </p:cTn>
                                        <p:tgtEl>
                                          <p:sndTgt r:embed="rId9" name="camera.wav"/>
                                        </p:tgtEl>
                                      </p:cMediaNode>
                                    </p:audio>
                                  </p:subTnLst>
                                </p:cTn>
                              </p:par>
                            </p:childTnLst>
                          </p:cTn>
                        </p:par>
                      </p:childTnLst>
                    </p:cTn>
                  </p:par>
                  <p:par>
                    <p:cTn id="63" fill="hold">
                      <p:stCondLst>
                        <p:cond delay="indefinite"/>
                      </p:stCondLst>
                      <p:childTnLst>
                        <p:par>
                          <p:cTn id="64" fill="hold">
                            <p:stCondLst>
                              <p:cond delay="0"/>
                            </p:stCondLst>
                            <p:childTnLst>
                              <p:par>
                                <p:cTn id="65" presetID="22" presetClass="entr" presetSubtype="1" fill="hold" nodeType="clickEffect">
                                  <p:stCondLst>
                                    <p:cond delay="0"/>
                                  </p:stCondLst>
                                  <p:childTnLst>
                                    <p:set>
                                      <p:cBhvr>
                                        <p:cTn id="66" dur="1" fill="hold">
                                          <p:stCondLst>
                                            <p:cond delay="0"/>
                                          </p:stCondLst>
                                        </p:cTn>
                                        <p:tgtEl>
                                          <p:spTgt spid="13335"/>
                                        </p:tgtEl>
                                        <p:attrNameLst>
                                          <p:attrName>style.visibility</p:attrName>
                                        </p:attrNameLst>
                                      </p:cBhvr>
                                      <p:to>
                                        <p:strVal val="visible"/>
                                      </p:to>
                                    </p:set>
                                    <p:animEffect transition="in" filter="wipe(up)">
                                      <p:cBhvr>
                                        <p:cTn id="67" dur="500"/>
                                        <p:tgtEl>
                                          <p:spTgt spid="13335"/>
                                        </p:tgtEl>
                                      </p:cBhvr>
                                    </p:animEffect>
                                  </p:childTnLst>
                                  <p:subTnLst>
                                    <p:audio>
                                      <p:cMediaNode>
                                        <p:cTn display="0" masterRel="sameClick">
                                          <p:stCondLst>
                                            <p:cond evt="begin" delay="0">
                                              <p:tn val="65"/>
                                            </p:cond>
                                          </p:stCondLst>
                                          <p:endCondLst>
                                            <p:cond evt="onStopAudio" delay="0">
                                              <p:tgtEl>
                                                <p:sldTgt/>
                                              </p:tgtEl>
                                            </p:cond>
                                          </p:endCondLst>
                                        </p:cTn>
                                        <p:tgtEl>
                                          <p:sndTgt r:embed="rId4"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8" grpId="0"/>
      <p:bldP spid="13319" grpId="0"/>
      <p:bldP spid="13323" grpId="0"/>
      <p:bldP spid="13324" grpId="0"/>
      <p:bldP spid="1333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0B5F8150-A342-4852-8671-DEC679182EA0}"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560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560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D4F82439-F277-4BDD-A214-E411256B4758}" type="slidenum">
              <a:rPr lang="zh-CN" altLang="en-US" smtClean="0">
                <a:solidFill>
                  <a:srgbClr val="000000"/>
                </a:solidFill>
                <a:latin typeface="Times New Roman" panose="02020603050405020304" pitchFamily="18" charset="0"/>
              </a:rPr>
              <a:t>17</a:t>
            </a:fld>
            <a:endParaRPr lang="zh-CN" altLang="en-US">
              <a:solidFill>
                <a:srgbClr val="000000"/>
              </a:solidFill>
              <a:latin typeface="Times New Roman" panose="02020603050405020304" pitchFamily="18" charset="0"/>
            </a:endParaRPr>
          </a:p>
        </p:txBody>
      </p:sp>
      <p:grpSp>
        <p:nvGrpSpPr>
          <p:cNvPr id="14338" name="Group 2"/>
          <p:cNvGrpSpPr/>
          <p:nvPr/>
        </p:nvGrpSpPr>
        <p:grpSpPr bwMode="auto">
          <a:xfrm>
            <a:off x="1219200" y="1066800"/>
            <a:ext cx="7391400" cy="990600"/>
            <a:chOff x="0" y="0"/>
            <a:chExt cx="4656" cy="624"/>
          </a:xfrm>
        </p:grpSpPr>
        <p:sp>
          <p:nvSpPr>
            <p:cNvPr id="25605" name="Text Box 3"/>
            <p:cNvSpPr txBox="1">
              <a:spLocks noChangeArrowheads="1"/>
            </p:cNvSpPr>
            <p:nvPr/>
          </p:nvSpPr>
          <p:spPr bwMode="auto">
            <a:xfrm>
              <a:off x="0" y="0"/>
              <a:ext cx="76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设节点</a:t>
              </a:r>
            </a:p>
          </p:txBody>
        </p:sp>
        <p:graphicFrame>
          <p:nvGraphicFramePr>
            <p:cNvPr id="25606" name="Object 4"/>
            <p:cNvGraphicFramePr>
              <a:graphicFrameLocks noChangeAspect="1"/>
            </p:cNvGraphicFramePr>
            <p:nvPr/>
          </p:nvGraphicFramePr>
          <p:xfrm>
            <a:off x="48" y="262"/>
            <a:ext cx="480" cy="262"/>
          </p:xfrm>
          <a:graphic>
            <a:graphicData uri="http://schemas.openxmlformats.org/presentationml/2006/ole">
              <mc:AlternateContent xmlns:mc="http://schemas.openxmlformats.org/markup-compatibility/2006">
                <mc:Choice xmlns:v="urn:schemas-microsoft-com:vml" Requires="v">
                  <p:oleObj spid="_x0000_s26117" r:id="rId9" imgW="394335" imgH="229235" progId="Equation.3">
                    <p:embed/>
                  </p:oleObj>
                </mc:Choice>
                <mc:Fallback>
                  <p:oleObj r:id="rId9" imgW="394335" imgH="229235" progId="Equation.3">
                    <p:embed/>
                    <p:pic>
                      <p:nvPicPr>
                        <p:cNvPr id="0" name="Object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 y="262"/>
                          <a:ext cx="480"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07" name="Text Box 5"/>
            <p:cNvSpPr txBox="1">
              <a:spLocks noChangeArrowheads="1"/>
            </p:cNvSpPr>
            <p:nvPr/>
          </p:nvSpPr>
          <p:spPr bwMode="auto">
            <a:xfrm>
              <a:off x="432" y="288"/>
              <a:ext cx="34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在</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a</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000000"/>
                  </a:solidFill>
                  <a:latin typeface="Times New Roman" panose="02020603050405020304" pitchFamily="18" charset="0"/>
                  <a:ea typeface="楷体_GB2312" pitchFamily="49" charset="-122"/>
                </a:rPr>
                <a:t>b</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内存在</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考察截断误差</a:t>
              </a:r>
            </a:p>
          </p:txBody>
        </p:sp>
        <p:grpSp>
          <p:nvGrpSpPr>
            <p:cNvPr id="25608" name="Group 6"/>
            <p:cNvGrpSpPr/>
            <p:nvPr/>
          </p:nvGrpSpPr>
          <p:grpSpPr bwMode="auto">
            <a:xfrm>
              <a:off x="3024" y="288"/>
              <a:ext cx="1584" cy="336"/>
              <a:chOff x="0" y="0"/>
              <a:chExt cx="1584" cy="336"/>
            </a:xfrm>
          </p:grpSpPr>
          <p:sp>
            <p:nvSpPr>
              <p:cNvPr id="25609" name="AutoShape 7" descr="新闻纸"/>
              <p:cNvSpPr>
                <a:spLocks noChangeArrowheads="1"/>
              </p:cNvSpPr>
              <p:nvPr/>
            </p:nvSpPr>
            <p:spPr bwMode="auto">
              <a:xfrm>
                <a:off x="0" y="0"/>
                <a:ext cx="1584" cy="336"/>
              </a:xfrm>
              <a:prstGeom prst="bevel">
                <a:avLst>
                  <a:gd name="adj" fmla="val 7736"/>
                </a:avLst>
              </a:prstGeom>
              <a:blipFill dpi="0" rotWithShape="0">
                <a:blip r:embed="rId11"/>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5610" name="Object 8"/>
              <p:cNvGraphicFramePr>
                <a:graphicFrameLocks noChangeAspect="1"/>
              </p:cNvGraphicFramePr>
              <p:nvPr/>
            </p:nvGraphicFramePr>
            <p:xfrm>
              <a:off x="48" y="48"/>
              <a:ext cx="1496" cy="264"/>
            </p:xfrm>
            <a:graphic>
              <a:graphicData uri="http://schemas.openxmlformats.org/presentationml/2006/ole">
                <mc:AlternateContent xmlns:mc="http://schemas.openxmlformats.org/markup-compatibility/2006">
                  <mc:Choice xmlns:v="urn:schemas-microsoft-com:vml" Requires="v">
                    <p:oleObj spid="_x0000_s26118" r:id="rId12" imgW="1398905" imgH="228600" progId="Equation.3">
                      <p:embed/>
                    </p:oleObj>
                  </mc:Choice>
                  <mc:Fallback>
                    <p:oleObj r:id="rId12" imgW="1398905" imgH="228600" progId="Equation.3">
                      <p:embed/>
                      <p:pic>
                        <p:nvPicPr>
                          <p:cNvPr id="0" name="Object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 y="48"/>
                            <a:ext cx="1496"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25611" name="Object 9"/>
            <p:cNvGraphicFramePr>
              <a:graphicFrameLocks noChangeAspect="1"/>
            </p:cNvGraphicFramePr>
            <p:nvPr/>
          </p:nvGraphicFramePr>
          <p:xfrm>
            <a:off x="3648" y="0"/>
            <a:ext cx="816" cy="266"/>
          </p:xfrm>
          <a:graphic>
            <a:graphicData uri="http://schemas.openxmlformats.org/presentationml/2006/ole">
              <mc:AlternateContent xmlns:mc="http://schemas.openxmlformats.org/markup-compatibility/2006">
                <mc:Choice xmlns:v="urn:schemas-microsoft-com:vml" Requires="v">
                  <p:oleObj spid="_x0000_s26119" r:id="rId14" imgW="800735" imgH="228600" progId="Equation.3">
                    <p:embed/>
                  </p:oleObj>
                </mc:Choice>
                <mc:Fallback>
                  <p:oleObj r:id="rId14" imgW="800735" imgH="228600" progId="Equation.3">
                    <p:embed/>
                    <p:pic>
                      <p:nvPicPr>
                        <p:cNvPr id="0" name="Object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648" y="0"/>
                          <a:ext cx="81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2" name="Object 10"/>
            <p:cNvGraphicFramePr>
              <a:graphicFrameLocks noChangeAspect="1"/>
            </p:cNvGraphicFramePr>
            <p:nvPr/>
          </p:nvGraphicFramePr>
          <p:xfrm>
            <a:off x="672" y="36"/>
            <a:ext cx="1680" cy="283"/>
          </p:xfrm>
          <a:graphic>
            <a:graphicData uri="http://schemas.openxmlformats.org/presentationml/2006/ole">
              <mc:AlternateContent xmlns:mc="http://schemas.openxmlformats.org/markup-compatibility/2006">
                <mc:Choice xmlns:v="urn:schemas-microsoft-com:vml" Requires="v">
                  <p:oleObj spid="_x0000_s26120" r:id="rId16" imgW="1550035" imgH="228600" progId="Equation.3">
                    <p:embed/>
                  </p:oleObj>
                </mc:Choice>
                <mc:Fallback>
                  <p:oleObj r:id="rId16" imgW="1550035" imgH="228600" progId="Equation.3">
                    <p:embed/>
                    <p:pic>
                      <p:nvPicPr>
                        <p:cNvPr id="0" name="Object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2" y="36"/>
                          <a:ext cx="168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13" name="Text Box 11"/>
            <p:cNvSpPr txBox="1">
              <a:spLocks noChangeArrowheads="1"/>
            </p:cNvSpPr>
            <p:nvPr/>
          </p:nvSpPr>
          <p:spPr bwMode="auto">
            <a:xfrm>
              <a:off x="2304" y="0"/>
              <a:ext cx="23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，且 </a:t>
              </a:r>
              <a:r>
                <a:rPr lang="en-US" altLang="zh-CN" sz="2000" b="1" i="1">
                  <a:solidFill>
                    <a:srgbClr val="000000"/>
                  </a:solidFill>
                  <a:latin typeface="Times New Roman" panose="02020603050405020304" pitchFamily="18" charset="0"/>
                  <a:ea typeface="楷体_GB2312" pitchFamily="49" charset="-122"/>
                </a:rPr>
                <a:t>f</a:t>
              </a:r>
              <a:r>
                <a:rPr lang="en-US" altLang="zh-CN" sz="20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满足条件                 </a:t>
              </a:r>
              <a:r>
                <a:rPr lang="en-US" altLang="zh-CN" sz="2400" b="1">
                  <a:solidFill>
                    <a:srgbClr val="000000"/>
                  </a:solidFill>
                  <a:latin typeface="Times New Roman" panose="02020603050405020304" pitchFamily="18" charset="0"/>
                  <a:ea typeface="楷体_GB2312" pitchFamily="49" charset="-122"/>
                </a:rPr>
                <a:t>,</a:t>
              </a:r>
            </a:p>
          </p:txBody>
        </p:sp>
      </p:grpSp>
      <p:grpSp>
        <p:nvGrpSpPr>
          <p:cNvPr id="14348" name="Group 12"/>
          <p:cNvGrpSpPr/>
          <p:nvPr/>
        </p:nvGrpSpPr>
        <p:grpSpPr bwMode="auto">
          <a:xfrm>
            <a:off x="609600" y="2286000"/>
            <a:ext cx="7924800" cy="3352800"/>
            <a:chOff x="0" y="0"/>
            <a:chExt cx="4992" cy="2112"/>
          </a:xfrm>
        </p:grpSpPr>
        <p:sp>
          <p:nvSpPr>
            <p:cNvPr id="25615" name="AutoShape 13"/>
            <p:cNvSpPr>
              <a:spLocks noChangeArrowheads="1"/>
            </p:cNvSpPr>
            <p:nvPr/>
          </p:nvSpPr>
          <p:spPr bwMode="auto">
            <a:xfrm>
              <a:off x="0" y="0"/>
              <a:ext cx="4992" cy="2112"/>
            </a:xfrm>
            <a:prstGeom prst="foldedCorner">
              <a:avLst>
                <a:gd name="adj" fmla="val 6569"/>
              </a:avLst>
            </a:prstGeom>
            <a:gradFill rotWithShape="0">
              <a:gsLst>
                <a:gs pos="0">
                  <a:srgbClr val="FFFFCC"/>
                </a:gs>
                <a:gs pos="100000">
                  <a:srgbClr val="CCFFFF"/>
                </a:gs>
              </a:gsLst>
              <a:lin ang="5400000" scaled="1"/>
            </a:gradFill>
            <a:ln w="9525">
              <a:solidFill>
                <a:schemeClr val="tx1"/>
              </a:solidFill>
              <a:round/>
            </a:ln>
          </p:spPr>
          <p:txBody>
            <a:bodyPr wrap="none" lIns="126000" tIns="118800" rIns="126000" bIns="118800"/>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0000"/>
                </a:lnSpc>
              </a:pPr>
              <a:r>
                <a:rPr lang="en-US" altLang="zh-CN" sz="2400" b="1">
                  <a:solidFill>
                    <a:srgbClr val="3333CC"/>
                  </a:solidFill>
                  <a:latin typeface="Times New Roman" panose="02020603050405020304" pitchFamily="18" charset="0"/>
                  <a:ea typeface="楷体_GB2312" pitchFamily="49" charset="-122"/>
                </a:rPr>
                <a:t>Rolle’s Theorem:  </a:t>
              </a:r>
              <a:r>
                <a:rPr lang="zh-CN" altLang="en-US" sz="2400" b="1">
                  <a:solidFill>
                    <a:srgbClr val="000000"/>
                  </a:solidFill>
                  <a:latin typeface="Times New Roman" panose="02020603050405020304" pitchFamily="18" charset="0"/>
                  <a:ea typeface="楷体_GB2312" pitchFamily="49" charset="-122"/>
                </a:rPr>
                <a:t>若        充分光滑，                           ，则</a:t>
              </a:r>
            </a:p>
            <a:p>
              <a:pPr eaLnBrk="1" hangingPunct="1">
                <a:lnSpc>
                  <a:spcPct val="110000"/>
                </a:lnSpc>
              </a:pPr>
              <a:r>
                <a:rPr lang="zh-CN" altLang="en-US" sz="2400" b="1">
                  <a:solidFill>
                    <a:srgbClr val="000000"/>
                  </a:solidFill>
                  <a:latin typeface="Times New Roman" panose="02020603050405020304" pitchFamily="18" charset="0"/>
                  <a:ea typeface="楷体_GB2312" pitchFamily="49" charset="-122"/>
                </a:rPr>
                <a:t>存在                    使得              。</a:t>
              </a:r>
            </a:p>
          </p:txBody>
        </p:sp>
        <p:graphicFrame>
          <p:nvGraphicFramePr>
            <p:cNvPr id="25616" name="Object 14"/>
            <p:cNvGraphicFramePr>
              <a:graphicFrameLocks noChangeAspect="1"/>
            </p:cNvGraphicFramePr>
            <p:nvPr/>
          </p:nvGraphicFramePr>
          <p:xfrm>
            <a:off x="1776" y="96"/>
            <a:ext cx="384" cy="228"/>
          </p:xfrm>
          <a:graphic>
            <a:graphicData uri="http://schemas.openxmlformats.org/presentationml/2006/ole">
              <mc:AlternateContent xmlns:mc="http://schemas.openxmlformats.org/markup-compatibility/2006">
                <mc:Choice xmlns:v="urn:schemas-microsoft-com:vml" Requires="v">
                  <p:oleObj spid="_x0000_s26121" r:id="rId18" imgW="343535" imgH="203835" progId="Equation.3">
                    <p:embed/>
                  </p:oleObj>
                </mc:Choice>
                <mc:Fallback>
                  <p:oleObj r:id="rId18" imgW="343535" imgH="203835" progId="Equation.3">
                    <p:embed/>
                    <p:pic>
                      <p:nvPicPr>
                        <p:cNvPr id="0" name="Object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776" y="96"/>
                          <a:ext cx="384"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7" name="Object 15"/>
            <p:cNvGraphicFramePr>
              <a:graphicFrameLocks noChangeAspect="1"/>
            </p:cNvGraphicFramePr>
            <p:nvPr/>
          </p:nvGraphicFramePr>
          <p:xfrm>
            <a:off x="3072" y="96"/>
            <a:ext cx="1344" cy="251"/>
          </p:xfrm>
          <a:graphic>
            <a:graphicData uri="http://schemas.openxmlformats.org/presentationml/2006/ole">
              <mc:AlternateContent xmlns:mc="http://schemas.openxmlformats.org/markup-compatibility/2006">
                <mc:Choice xmlns:v="urn:schemas-microsoft-com:vml" Requires="v">
                  <p:oleObj spid="_x0000_s26122" r:id="rId20" imgW="1144270" imgH="228600" progId="Equation.3">
                    <p:embed/>
                  </p:oleObj>
                </mc:Choice>
                <mc:Fallback>
                  <p:oleObj r:id="rId20" imgW="1144270" imgH="228600" progId="Equation.3">
                    <p:embed/>
                    <p:pic>
                      <p:nvPicPr>
                        <p:cNvPr id="0" name="Object 1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072" y="96"/>
                          <a:ext cx="1344"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8" name="Object 16"/>
            <p:cNvGraphicFramePr>
              <a:graphicFrameLocks noChangeAspect="1"/>
            </p:cNvGraphicFramePr>
            <p:nvPr/>
          </p:nvGraphicFramePr>
          <p:xfrm>
            <a:off x="528" y="336"/>
            <a:ext cx="864" cy="260"/>
          </p:xfrm>
          <a:graphic>
            <a:graphicData uri="http://schemas.openxmlformats.org/presentationml/2006/ole">
              <mc:AlternateContent xmlns:mc="http://schemas.openxmlformats.org/markup-compatibility/2006">
                <mc:Choice xmlns:v="urn:schemas-microsoft-com:vml" Requires="v">
                  <p:oleObj spid="_x0000_s26123" r:id="rId22" imgW="762635" imgH="228600" progId="Equation.3">
                    <p:embed/>
                  </p:oleObj>
                </mc:Choice>
                <mc:Fallback>
                  <p:oleObj r:id="rId22" imgW="762635" imgH="228600" progId="Equation.3">
                    <p:embed/>
                    <p:pic>
                      <p:nvPicPr>
                        <p:cNvPr id="0" name="Object 1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28" y="336"/>
                          <a:ext cx="86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9" name="Object 17"/>
            <p:cNvGraphicFramePr>
              <a:graphicFrameLocks noChangeAspect="1"/>
            </p:cNvGraphicFramePr>
            <p:nvPr/>
          </p:nvGraphicFramePr>
          <p:xfrm>
            <a:off x="1824" y="336"/>
            <a:ext cx="672" cy="230"/>
          </p:xfrm>
          <a:graphic>
            <a:graphicData uri="http://schemas.openxmlformats.org/presentationml/2006/ole">
              <mc:AlternateContent xmlns:mc="http://schemas.openxmlformats.org/markup-compatibility/2006">
                <mc:Choice xmlns:v="urn:schemas-microsoft-com:vml" Requires="v">
                  <p:oleObj spid="_x0000_s26124" r:id="rId24" imgW="597535" imgH="203200" progId="Equation.3">
                    <p:embed/>
                  </p:oleObj>
                </mc:Choice>
                <mc:Fallback>
                  <p:oleObj r:id="rId24" imgW="597535" imgH="203200" progId="Equation.3">
                    <p:embed/>
                    <p:pic>
                      <p:nvPicPr>
                        <p:cNvPr id="0" name="Object 1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824" y="336"/>
                          <a:ext cx="67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4354" name="Group 18"/>
          <p:cNvGrpSpPr/>
          <p:nvPr/>
        </p:nvGrpSpPr>
        <p:grpSpPr bwMode="auto">
          <a:xfrm>
            <a:off x="685800" y="3276600"/>
            <a:ext cx="4267200" cy="457200"/>
            <a:chOff x="0" y="0"/>
            <a:chExt cx="2688" cy="288"/>
          </a:xfrm>
        </p:grpSpPr>
        <p:sp>
          <p:nvSpPr>
            <p:cNvPr id="25621" name="Text Box 19"/>
            <p:cNvSpPr txBox="1">
              <a:spLocks noChangeArrowheads="1"/>
            </p:cNvSpPr>
            <p:nvPr/>
          </p:nvSpPr>
          <p:spPr bwMode="auto">
            <a:xfrm>
              <a:off x="0" y="0"/>
              <a:ext cx="98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推广：</a:t>
              </a:r>
              <a:r>
                <a:rPr lang="zh-CN" altLang="en-US" sz="2400" b="1">
                  <a:solidFill>
                    <a:srgbClr val="000000"/>
                  </a:solidFill>
                  <a:latin typeface="Times New Roman" panose="02020603050405020304" pitchFamily="18" charset="0"/>
                  <a:ea typeface="楷体_GB2312" pitchFamily="49" charset="-122"/>
                </a:rPr>
                <a:t>若</a:t>
              </a:r>
            </a:p>
          </p:txBody>
        </p:sp>
        <p:graphicFrame>
          <p:nvGraphicFramePr>
            <p:cNvPr id="25622" name="Object 20"/>
            <p:cNvGraphicFramePr>
              <a:graphicFrameLocks noChangeAspect="1"/>
            </p:cNvGraphicFramePr>
            <p:nvPr/>
          </p:nvGraphicFramePr>
          <p:xfrm>
            <a:off x="844" y="21"/>
            <a:ext cx="1844" cy="267"/>
          </p:xfrm>
          <a:graphic>
            <a:graphicData uri="http://schemas.openxmlformats.org/presentationml/2006/ole">
              <mc:AlternateContent xmlns:mc="http://schemas.openxmlformats.org/markup-compatibility/2006">
                <mc:Choice xmlns:v="urn:schemas-microsoft-com:vml" Requires="v">
                  <p:oleObj spid="_x0000_s26125" r:id="rId26" imgW="1651635" imgH="228600" progId="Equation.3">
                    <p:embed/>
                  </p:oleObj>
                </mc:Choice>
                <mc:Fallback>
                  <p:oleObj r:id="rId26" imgW="1651635" imgH="228600" progId="Equation.3">
                    <p:embed/>
                    <p:pic>
                      <p:nvPicPr>
                        <p:cNvPr id="0" name="Object 2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844" y="21"/>
                          <a:ext cx="184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4357" name="Group 21"/>
          <p:cNvGrpSpPr/>
          <p:nvPr/>
        </p:nvGrpSpPr>
        <p:grpSpPr bwMode="auto">
          <a:xfrm>
            <a:off x="5029200" y="3352800"/>
            <a:ext cx="3200400" cy="382588"/>
            <a:chOff x="0" y="0"/>
            <a:chExt cx="2016" cy="241"/>
          </a:xfrm>
        </p:grpSpPr>
        <p:graphicFrame>
          <p:nvGraphicFramePr>
            <p:cNvPr id="25624" name="Object 22"/>
            <p:cNvGraphicFramePr>
              <a:graphicFrameLocks noChangeAspect="1"/>
            </p:cNvGraphicFramePr>
            <p:nvPr/>
          </p:nvGraphicFramePr>
          <p:xfrm>
            <a:off x="288" y="0"/>
            <a:ext cx="1728" cy="241"/>
          </p:xfrm>
          <a:graphic>
            <a:graphicData uri="http://schemas.openxmlformats.org/presentationml/2006/ole">
              <mc:AlternateContent xmlns:mc="http://schemas.openxmlformats.org/markup-compatibility/2006">
                <mc:Choice xmlns:v="urn:schemas-microsoft-com:vml" Requires="v">
                  <p:oleObj spid="_x0000_s26126" r:id="rId28" imgW="1677035" imgH="228600" progId="Equation.3">
                    <p:embed/>
                  </p:oleObj>
                </mc:Choice>
                <mc:Fallback>
                  <p:oleObj r:id="rId28" imgW="1677035" imgH="228600" progId="Equation.3">
                    <p:embed/>
                    <p:pic>
                      <p:nvPicPr>
                        <p:cNvPr id="0" name="Object 2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88" y="0"/>
                          <a:ext cx="172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25" name="AutoShape 23"/>
            <p:cNvSpPr>
              <a:spLocks noChangeArrowheads="1"/>
            </p:cNvSpPr>
            <p:nvPr/>
          </p:nvSpPr>
          <p:spPr bwMode="auto">
            <a:xfrm>
              <a:off x="0" y="48"/>
              <a:ext cx="240" cy="96"/>
            </a:xfrm>
            <a:prstGeom prst="rightArrow">
              <a:avLst>
                <a:gd name="adj1" fmla="val 50000"/>
                <a:gd name="adj2" fmla="val 62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14360" name="Group 24"/>
          <p:cNvGrpSpPr/>
          <p:nvPr/>
        </p:nvGrpSpPr>
        <p:grpSpPr bwMode="auto">
          <a:xfrm>
            <a:off x="1600200" y="3733800"/>
            <a:ext cx="2819400" cy="465138"/>
            <a:chOff x="0" y="0"/>
            <a:chExt cx="1776" cy="293"/>
          </a:xfrm>
        </p:grpSpPr>
        <p:sp>
          <p:nvSpPr>
            <p:cNvPr id="25627" name="Text Box 25"/>
            <p:cNvSpPr txBox="1">
              <a:spLocks noChangeArrowheads="1"/>
            </p:cNvSpPr>
            <p:nvPr/>
          </p:nvSpPr>
          <p:spPr bwMode="auto">
            <a:xfrm>
              <a:off x="0" y="0"/>
              <a:ext cx="5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使得</a:t>
              </a:r>
            </a:p>
          </p:txBody>
        </p:sp>
        <p:graphicFrame>
          <p:nvGraphicFramePr>
            <p:cNvPr id="25628" name="Object 26"/>
            <p:cNvGraphicFramePr>
              <a:graphicFrameLocks noChangeAspect="1"/>
            </p:cNvGraphicFramePr>
            <p:nvPr/>
          </p:nvGraphicFramePr>
          <p:xfrm>
            <a:off x="480" y="48"/>
            <a:ext cx="1296" cy="245"/>
          </p:xfrm>
          <a:graphic>
            <a:graphicData uri="http://schemas.openxmlformats.org/presentationml/2006/ole">
              <mc:AlternateContent xmlns:mc="http://schemas.openxmlformats.org/markup-compatibility/2006">
                <mc:Choice xmlns:v="urn:schemas-microsoft-com:vml" Requires="v">
                  <p:oleObj spid="_x0000_s26127" r:id="rId30" imgW="1169670" imgH="228600" progId="Equation.3">
                    <p:embed/>
                  </p:oleObj>
                </mc:Choice>
                <mc:Fallback>
                  <p:oleObj r:id="rId30" imgW="1169670" imgH="228600" progId="Equation.3">
                    <p:embed/>
                    <p:pic>
                      <p:nvPicPr>
                        <p:cNvPr id="0" name="Object 2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480" y="48"/>
                          <a:ext cx="129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4363" name="Group 27"/>
          <p:cNvGrpSpPr/>
          <p:nvPr/>
        </p:nvGrpSpPr>
        <p:grpSpPr bwMode="auto">
          <a:xfrm>
            <a:off x="4495800" y="3733800"/>
            <a:ext cx="3429000" cy="457200"/>
            <a:chOff x="0" y="0"/>
            <a:chExt cx="2160" cy="288"/>
          </a:xfrm>
        </p:grpSpPr>
        <p:graphicFrame>
          <p:nvGraphicFramePr>
            <p:cNvPr id="25630" name="Object 28"/>
            <p:cNvGraphicFramePr>
              <a:graphicFrameLocks noChangeAspect="1"/>
            </p:cNvGraphicFramePr>
            <p:nvPr/>
          </p:nvGraphicFramePr>
          <p:xfrm>
            <a:off x="240" y="48"/>
            <a:ext cx="768" cy="234"/>
          </p:xfrm>
          <a:graphic>
            <a:graphicData uri="http://schemas.openxmlformats.org/presentationml/2006/ole">
              <mc:AlternateContent xmlns:mc="http://schemas.openxmlformats.org/markup-compatibility/2006">
                <mc:Choice xmlns:v="urn:schemas-microsoft-com:vml" Requires="v">
                  <p:oleObj spid="_x0000_s26128" r:id="rId32" imgW="724535" imgH="228600" progId="Equation.3">
                    <p:embed/>
                  </p:oleObj>
                </mc:Choice>
                <mc:Fallback>
                  <p:oleObj r:id="rId32" imgW="724535" imgH="228600" progId="Equation.3">
                    <p:embed/>
                    <p:pic>
                      <p:nvPicPr>
                        <p:cNvPr id="0" name="Object 2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240" y="48"/>
                          <a:ext cx="768"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31" name="AutoShape 29"/>
            <p:cNvSpPr>
              <a:spLocks noChangeArrowheads="1"/>
            </p:cNvSpPr>
            <p:nvPr/>
          </p:nvSpPr>
          <p:spPr bwMode="auto">
            <a:xfrm>
              <a:off x="0" y="96"/>
              <a:ext cx="192" cy="96"/>
            </a:xfrm>
            <a:prstGeom prst="rightArrow">
              <a:avLst>
                <a:gd name="adj1" fmla="val 50000"/>
                <a:gd name="adj2" fmla="val 500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25632" name="Text Box 30"/>
            <p:cNvSpPr txBox="1">
              <a:spLocks noChangeArrowheads="1"/>
            </p:cNvSpPr>
            <p:nvPr/>
          </p:nvSpPr>
          <p:spPr bwMode="auto">
            <a:xfrm>
              <a:off x="960" y="0"/>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使得</a:t>
              </a:r>
            </a:p>
          </p:txBody>
        </p:sp>
        <p:graphicFrame>
          <p:nvGraphicFramePr>
            <p:cNvPr id="25633" name="Object 31"/>
            <p:cNvGraphicFramePr>
              <a:graphicFrameLocks noChangeAspect="1"/>
            </p:cNvGraphicFramePr>
            <p:nvPr/>
          </p:nvGraphicFramePr>
          <p:xfrm>
            <a:off x="1440" y="48"/>
            <a:ext cx="720" cy="227"/>
          </p:xfrm>
          <a:graphic>
            <a:graphicData uri="http://schemas.openxmlformats.org/presentationml/2006/ole">
              <mc:AlternateContent xmlns:mc="http://schemas.openxmlformats.org/markup-compatibility/2006">
                <mc:Choice xmlns:v="urn:schemas-microsoft-com:vml" Requires="v">
                  <p:oleObj spid="_x0000_s26129" r:id="rId34" imgW="622935" imgH="203200" progId="Equation.3">
                    <p:embed/>
                  </p:oleObj>
                </mc:Choice>
                <mc:Fallback>
                  <p:oleObj r:id="rId34" imgW="622935" imgH="203200" progId="Equation.3">
                    <p:embed/>
                    <p:pic>
                      <p:nvPicPr>
                        <p:cNvPr id="0" name="Object 31"/>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1440" y="48"/>
                          <a:ext cx="720"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14368" name="Object 32"/>
          <p:cNvGraphicFramePr>
            <a:graphicFrameLocks noChangeAspect="1"/>
          </p:cNvGraphicFramePr>
          <p:nvPr/>
        </p:nvGraphicFramePr>
        <p:xfrm>
          <a:off x="2819400" y="4267200"/>
          <a:ext cx="2895600" cy="439738"/>
        </p:xfrm>
        <a:graphic>
          <a:graphicData uri="http://schemas.openxmlformats.org/presentationml/2006/ole">
            <mc:AlternateContent xmlns:mc="http://schemas.openxmlformats.org/markup-compatibility/2006">
              <mc:Choice xmlns:v="urn:schemas-microsoft-com:vml" Requires="v">
                <p:oleObj spid="_x0000_s26130" r:id="rId36" imgW="1437005" imgH="228600" progId="Equation.3">
                  <p:embed/>
                </p:oleObj>
              </mc:Choice>
              <mc:Fallback>
                <p:oleObj r:id="rId36" imgW="1437005" imgH="228600" progId="Equation.3">
                  <p:embed/>
                  <p:pic>
                    <p:nvPicPr>
                      <p:cNvPr id="0" name="Object 32"/>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2819400" y="4267200"/>
                        <a:ext cx="2895600" cy="43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14369" name="Group 33"/>
          <p:cNvGrpSpPr/>
          <p:nvPr/>
        </p:nvGrpSpPr>
        <p:grpSpPr bwMode="auto">
          <a:xfrm>
            <a:off x="1981200" y="4800600"/>
            <a:ext cx="4267200" cy="457200"/>
            <a:chOff x="0" y="0"/>
            <a:chExt cx="2688" cy="288"/>
          </a:xfrm>
        </p:grpSpPr>
        <p:sp>
          <p:nvSpPr>
            <p:cNvPr id="25636" name="Text Box 34"/>
            <p:cNvSpPr txBox="1">
              <a:spLocks noChangeArrowheads="1"/>
            </p:cNvSpPr>
            <p:nvPr/>
          </p:nvSpPr>
          <p:spPr bwMode="auto">
            <a:xfrm>
              <a:off x="240" y="0"/>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存在</a:t>
              </a:r>
            </a:p>
          </p:txBody>
        </p:sp>
        <p:graphicFrame>
          <p:nvGraphicFramePr>
            <p:cNvPr id="25637" name="Object 35"/>
            <p:cNvGraphicFramePr>
              <a:graphicFrameLocks noChangeAspect="1"/>
            </p:cNvGraphicFramePr>
            <p:nvPr/>
          </p:nvGraphicFramePr>
          <p:xfrm>
            <a:off x="672" y="48"/>
            <a:ext cx="720" cy="234"/>
          </p:xfrm>
          <a:graphic>
            <a:graphicData uri="http://schemas.openxmlformats.org/presentationml/2006/ole">
              <mc:AlternateContent xmlns:mc="http://schemas.openxmlformats.org/markup-compatibility/2006">
                <mc:Choice xmlns:v="urn:schemas-microsoft-com:vml" Requires="v">
                  <p:oleObj spid="_x0000_s26131" r:id="rId38" imgW="597535" imgH="203200" progId="Equation.3">
                    <p:embed/>
                  </p:oleObj>
                </mc:Choice>
                <mc:Fallback>
                  <p:oleObj r:id="rId38" imgW="597535" imgH="203200" progId="Equation.3">
                    <p:embed/>
                    <p:pic>
                      <p:nvPicPr>
                        <p:cNvPr id="0" name="Object 35"/>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672" y="48"/>
                          <a:ext cx="720"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38" name="Text Box 36"/>
            <p:cNvSpPr txBox="1">
              <a:spLocks noChangeArrowheads="1"/>
            </p:cNvSpPr>
            <p:nvPr/>
          </p:nvSpPr>
          <p:spPr bwMode="auto">
            <a:xfrm>
              <a:off x="1344" y="0"/>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使得</a:t>
              </a:r>
            </a:p>
          </p:txBody>
        </p:sp>
        <p:graphicFrame>
          <p:nvGraphicFramePr>
            <p:cNvPr id="25639" name="Object 37"/>
            <p:cNvGraphicFramePr>
              <a:graphicFrameLocks noChangeAspect="1"/>
            </p:cNvGraphicFramePr>
            <p:nvPr/>
          </p:nvGraphicFramePr>
          <p:xfrm>
            <a:off x="1824" y="0"/>
            <a:ext cx="864" cy="265"/>
          </p:xfrm>
          <a:graphic>
            <a:graphicData uri="http://schemas.openxmlformats.org/presentationml/2006/ole">
              <mc:AlternateContent xmlns:mc="http://schemas.openxmlformats.org/markup-compatibility/2006">
                <mc:Choice xmlns:v="urn:schemas-microsoft-com:vml" Requires="v">
                  <p:oleObj spid="_x0000_s26132" r:id="rId40" imgW="711835" imgH="228600" progId="Equation.3">
                    <p:embed/>
                  </p:oleObj>
                </mc:Choice>
                <mc:Fallback>
                  <p:oleObj r:id="rId40" imgW="711835" imgH="228600" progId="Equation.3">
                    <p:embed/>
                    <p:pic>
                      <p:nvPicPr>
                        <p:cNvPr id="0" name="Object 37"/>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1824" y="0"/>
                          <a:ext cx="86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40" name="AutoShape 38"/>
            <p:cNvSpPr>
              <a:spLocks noChangeArrowheads="1"/>
            </p:cNvSpPr>
            <p:nvPr/>
          </p:nvSpPr>
          <p:spPr bwMode="auto">
            <a:xfrm>
              <a:off x="0" y="96"/>
              <a:ext cx="240" cy="144"/>
            </a:xfrm>
            <a:prstGeom prst="rightArrow">
              <a:avLst>
                <a:gd name="adj1" fmla="val 50000"/>
                <a:gd name="adj2" fmla="val 41651"/>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14375" name="Rectangle 39"/>
          <p:cNvSpPr>
            <a:spLocks noChangeArrowheads="1"/>
          </p:cNvSpPr>
          <p:nvPr/>
        </p:nvSpPr>
        <p:spPr bwMode="auto">
          <a:xfrm>
            <a:off x="609600" y="2286000"/>
            <a:ext cx="7924800" cy="3352800"/>
          </a:xfrm>
          <a:prstGeom prst="rect">
            <a:avLst/>
          </a:prstGeom>
          <a:solidFill>
            <a:srgbClr val="FFFFCC"/>
          </a:solidFill>
          <a:ln w="9525">
            <a:solidFill>
              <a:srgbClr val="FFFFCC"/>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14376" name="Text Box 40"/>
          <p:cNvSpPr txBox="1">
            <a:spLocks noChangeArrowheads="1"/>
          </p:cNvSpPr>
          <p:nvPr/>
        </p:nvSpPr>
        <p:spPr bwMode="auto">
          <a:xfrm>
            <a:off x="609600" y="2286000"/>
            <a:ext cx="3352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000000"/>
                </a:solidFill>
                <a:latin typeface="Times New Roman" panose="02020603050405020304" pitchFamily="18" charset="0"/>
                <a:ea typeface="楷体_GB2312" pitchFamily="49" charset="-122"/>
              </a:rPr>
              <a:t>R</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至少有        个根</a:t>
            </a:r>
          </a:p>
        </p:txBody>
      </p:sp>
      <p:sp>
        <p:nvSpPr>
          <p:cNvPr id="14377" name="Text Box 41"/>
          <p:cNvSpPr txBox="1">
            <a:spLocks noChangeArrowheads="1"/>
          </p:cNvSpPr>
          <p:nvPr/>
        </p:nvSpPr>
        <p:spPr bwMode="auto">
          <a:xfrm>
            <a:off x="2362200" y="2286000"/>
            <a:ext cx="762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n</a:t>
            </a:r>
            <a:r>
              <a:rPr lang="en-US" altLang="zh-CN" sz="2400" b="1">
                <a:solidFill>
                  <a:srgbClr val="FF3300"/>
                </a:solidFill>
                <a:latin typeface="Times New Roman" panose="02020603050405020304" pitchFamily="18" charset="0"/>
                <a:ea typeface="楷体_GB2312" pitchFamily="49" charset="-122"/>
              </a:rPr>
              <a:t>+1</a:t>
            </a:r>
            <a:endParaRPr lang="en-US" altLang="zh-CN" sz="2400" b="1" i="1">
              <a:solidFill>
                <a:srgbClr val="FF3300"/>
              </a:solidFill>
              <a:latin typeface="Times New Roman" panose="02020603050405020304" pitchFamily="18" charset="0"/>
              <a:ea typeface="楷体_GB2312" pitchFamily="49" charset="-122"/>
            </a:endParaRPr>
          </a:p>
        </p:txBody>
      </p:sp>
      <p:grpSp>
        <p:nvGrpSpPr>
          <p:cNvPr id="14378" name="Group 42"/>
          <p:cNvGrpSpPr/>
          <p:nvPr/>
        </p:nvGrpSpPr>
        <p:grpSpPr bwMode="auto">
          <a:xfrm>
            <a:off x="3733800" y="2133600"/>
            <a:ext cx="3255963" cy="719138"/>
            <a:chOff x="0" y="0"/>
            <a:chExt cx="2051" cy="453"/>
          </a:xfrm>
        </p:grpSpPr>
        <p:sp>
          <p:nvSpPr>
            <p:cNvPr id="25645" name="Rectangle 43"/>
            <p:cNvSpPr>
              <a:spLocks noChangeArrowheads="1"/>
            </p:cNvSpPr>
            <p:nvPr/>
          </p:nvSpPr>
          <p:spPr bwMode="auto">
            <a:xfrm>
              <a:off x="1332" y="49"/>
              <a:ext cx="19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5646" name="Rectangle 44"/>
            <p:cNvSpPr>
              <a:spLocks noChangeArrowheads="1"/>
            </p:cNvSpPr>
            <p:nvPr/>
          </p:nvSpPr>
          <p:spPr bwMode="auto">
            <a:xfrm>
              <a:off x="1401" y="32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47" name="Rectangle 45"/>
            <p:cNvSpPr>
              <a:spLocks noChangeArrowheads="1"/>
            </p:cNvSpPr>
            <p:nvPr/>
          </p:nvSpPr>
          <p:spPr bwMode="auto">
            <a:xfrm>
              <a:off x="1730" y="9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48" name="Rectangle 46"/>
            <p:cNvSpPr>
              <a:spLocks noChangeArrowheads="1"/>
            </p:cNvSpPr>
            <p:nvPr/>
          </p:nvSpPr>
          <p:spPr bwMode="auto">
            <a:xfrm>
              <a:off x="832" y="9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49" name="Rectangle 47"/>
            <p:cNvSpPr>
              <a:spLocks noChangeArrowheads="1"/>
            </p:cNvSpPr>
            <p:nvPr/>
          </p:nvSpPr>
          <p:spPr bwMode="auto">
            <a:xfrm>
              <a:off x="1408" y="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650" name="Rectangle 48"/>
            <p:cNvSpPr>
              <a:spLocks noChangeArrowheads="1"/>
            </p:cNvSpPr>
            <p:nvPr/>
          </p:nvSpPr>
          <p:spPr bwMode="auto">
            <a:xfrm>
              <a:off x="1365" y="33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25651" name="Rectangle 49"/>
            <p:cNvSpPr>
              <a:spLocks noChangeArrowheads="1"/>
            </p:cNvSpPr>
            <p:nvPr/>
          </p:nvSpPr>
          <p:spPr bwMode="auto">
            <a:xfrm>
              <a:off x="1943" y="21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5652" name="Rectangle 50"/>
            <p:cNvSpPr>
              <a:spLocks noChangeArrowheads="1"/>
            </p:cNvSpPr>
            <p:nvPr/>
          </p:nvSpPr>
          <p:spPr bwMode="auto">
            <a:xfrm>
              <a:off x="518" y="217"/>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653" name="Rectangle 51"/>
            <p:cNvSpPr>
              <a:spLocks noChangeArrowheads="1"/>
            </p:cNvSpPr>
            <p:nvPr/>
          </p:nvSpPr>
          <p:spPr bwMode="auto">
            <a:xfrm>
              <a:off x="1859" y="11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5654" name="Rectangle 52"/>
            <p:cNvSpPr>
              <a:spLocks noChangeArrowheads="1"/>
            </p:cNvSpPr>
            <p:nvPr/>
          </p:nvSpPr>
          <p:spPr bwMode="auto">
            <a:xfrm>
              <a:off x="1619" y="11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655" name="Rectangle 53"/>
            <p:cNvSpPr>
              <a:spLocks noChangeArrowheads="1"/>
            </p:cNvSpPr>
            <p:nvPr/>
          </p:nvSpPr>
          <p:spPr bwMode="auto">
            <a:xfrm>
              <a:off x="1161" y="11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656" name="Rectangle 54"/>
            <p:cNvSpPr>
              <a:spLocks noChangeArrowheads="1"/>
            </p:cNvSpPr>
            <p:nvPr/>
          </p:nvSpPr>
          <p:spPr bwMode="auto">
            <a:xfrm>
              <a:off x="966" y="112"/>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K</a:t>
              </a:r>
              <a:endParaRPr lang="en-US" altLang="zh-CN" sz="2800">
                <a:solidFill>
                  <a:srgbClr val="FF3300"/>
                </a:solidFill>
                <a:latin typeface="Times New Roman" panose="02020603050405020304" pitchFamily="18" charset="0"/>
                <a:ea typeface="楷体_GB2312" pitchFamily="49" charset="-122"/>
              </a:endParaRPr>
            </a:p>
          </p:txBody>
        </p:sp>
        <p:sp>
          <p:nvSpPr>
            <p:cNvPr id="25657" name="Rectangle 55"/>
            <p:cNvSpPr>
              <a:spLocks noChangeArrowheads="1"/>
            </p:cNvSpPr>
            <p:nvPr/>
          </p:nvSpPr>
          <p:spPr bwMode="auto">
            <a:xfrm>
              <a:off x="657" y="11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658" name="Rectangle 56"/>
            <p:cNvSpPr>
              <a:spLocks noChangeArrowheads="1"/>
            </p:cNvSpPr>
            <p:nvPr/>
          </p:nvSpPr>
          <p:spPr bwMode="auto">
            <a:xfrm>
              <a:off x="415" y="112"/>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R</a:t>
              </a:r>
              <a:endParaRPr lang="en-US" altLang="zh-CN" sz="2800">
                <a:solidFill>
                  <a:srgbClr val="000000"/>
                </a:solidFill>
                <a:latin typeface="Times New Roman" panose="02020603050405020304" pitchFamily="18" charset="0"/>
                <a:ea typeface="楷体_GB2312" pitchFamily="49" charset="-122"/>
              </a:endParaRPr>
            </a:p>
          </p:txBody>
        </p:sp>
        <p:sp>
          <p:nvSpPr>
            <p:cNvPr id="25659" name="Rectangle 57"/>
            <p:cNvSpPr>
              <a:spLocks noChangeArrowheads="1"/>
            </p:cNvSpPr>
            <p:nvPr/>
          </p:nvSpPr>
          <p:spPr bwMode="auto">
            <a:xfrm>
              <a:off x="1457" y="33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5660" name="Rectangle 58"/>
            <p:cNvSpPr>
              <a:spLocks noChangeArrowheads="1"/>
            </p:cNvSpPr>
            <p:nvPr/>
          </p:nvSpPr>
          <p:spPr bwMode="auto">
            <a:xfrm>
              <a:off x="1995"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1" name="Rectangle 59"/>
            <p:cNvSpPr>
              <a:spLocks noChangeArrowheads="1"/>
            </p:cNvSpPr>
            <p:nvPr/>
          </p:nvSpPr>
          <p:spPr bwMode="auto">
            <a:xfrm>
              <a:off x="1547"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2" name="Rectangle 60"/>
            <p:cNvSpPr>
              <a:spLocks noChangeArrowheads="1"/>
            </p:cNvSpPr>
            <p:nvPr/>
          </p:nvSpPr>
          <p:spPr bwMode="auto">
            <a:xfrm>
              <a:off x="1250"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3" name="Rectangle 61"/>
            <p:cNvSpPr>
              <a:spLocks noChangeArrowheads="1"/>
            </p:cNvSpPr>
            <p:nvPr/>
          </p:nvSpPr>
          <p:spPr bwMode="auto">
            <a:xfrm>
              <a:off x="1090"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4" name="Rectangle 62"/>
            <p:cNvSpPr>
              <a:spLocks noChangeArrowheads="1"/>
            </p:cNvSpPr>
            <p:nvPr/>
          </p:nvSpPr>
          <p:spPr bwMode="auto">
            <a:xfrm>
              <a:off x="746"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5" name="Rectangle 63"/>
            <p:cNvSpPr>
              <a:spLocks noChangeArrowheads="1"/>
            </p:cNvSpPr>
            <p:nvPr/>
          </p:nvSpPr>
          <p:spPr bwMode="auto">
            <a:xfrm>
              <a:off x="585" y="11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66" name="AutoShape 64"/>
            <p:cNvSpPr>
              <a:spLocks noChangeArrowheads="1"/>
            </p:cNvSpPr>
            <p:nvPr/>
          </p:nvSpPr>
          <p:spPr bwMode="auto">
            <a:xfrm>
              <a:off x="0" y="173"/>
              <a:ext cx="288" cy="96"/>
            </a:xfrm>
            <a:prstGeom prst="rightArrow">
              <a:avLst>
                <a:gd name="adj1" fmla="val 50000"/>
                <a:gd name="adj2" fmla="val 750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14401" name="Group 65"/>
          <p:cNvGrpSpPr/>
          <p:nvPr/>
        </p:nvGrpSpPr>
        <p:grpSpPr bwMode="auto">
          <a:xfrm>
            <a:off x="609600" y="2819400"/>
            <a:ext cx="7891463" cy="711200"/>
            <a:chOff x="0" y="0"/>
            <a:chExt cx="4971" cy="448"/>
          </a:xfrm>
        </p:grpSpPr>
        <p:sp>
          <p:nvSpPr>
            <p:cNvPr id="25668" name="Text Box 66"/>
            <p:cNvSpPr txBox="1">
              <a:spLocks noChangeArrowheads="1"/>
            </p:cNvSpPr>
            <p:nvPr/>
          </p:nvSpPr>
          <p:spPr bwMode="auto">
            <a:xfrm>
              <a:off x="0" y="48"/>
              <a:ext cx="29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任意固定 </a:t>
              </a:r>
              <a:r>
                <a:rPr lang="en-US" altLang="zh-CN" sz="2000" b="1" i="1">
                  <a:solidFill>
                    <a:srgbClr val="3333CC"/>
                  </a:solidFill>
                  <a:latin typeface="Times New Roman" panose="02020603050405020304" pitchFamily="18" charset="0"/>
                  <a:ea typeface="楷体_GB2312" pitchFamily="49" charset="-122"/>
                </a:rPr>
                <a:t>x</a:t>
              </a:r>
              <a:r>
                <a:rPr lang="en-US" altLang="zh-CN" sz="2000" b="1" i="1">
                  <a:solidFill>
                    <a:srgbClr val="000000"/>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3333CC"/>
                  </a:solidFill>
                  <a:latin typeface="Times New Roman" panose="02020603050405020304" pitchFamily="18" charset="0"/>
                  <a:ea typeface="楷体_GB2312" pitchFamily="49" charset="-122"/>
                  <a:sym typeface="Symbol" panose="05050102010706020507" pitchFamily="18" charset="2"/>
                </a:rPr>
                <a:t>i</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 0, …,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n</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考察</a:t>
              </a:r>
            </a:p>
          </p:txBody>
        </p:sp>
        <p:grpSp>
          <p:nvGrpSpPr>
            <p:cNvPr id="25669" name="Group 67"/>
            <p:cNvGrpSpPr/>
            <p:nvPr/>
          </p:nvGrpSpPr>
          <p:grpSpPr bwMode="auto">
            <a:xfrm>
              <a:off x="2688" y="0"/>
              <a:ext cx="2283" cy="448"/>
              <a:chOff x="0" y="0"/>
              <a:chExt cx="2283" cy="448"/>
            </a:xfrm>
          </p:grpSpPr>
          <p:sp>
            <p:nvSpPr>
              <p:cNvPr id="25670" name="Rectangle 68"/>
              <p:cNvSpPr>
                <a:spLocks noChangeArrowheads="1"/>
              </p:cNvSpPr>
              <p:nvPr/>
            </p:nvSpPr>
            <p:spPr bwMode="auto">
              <a:xfrm>
                <a:off x="1506" y="48"/>
                <a:ext cx="191"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1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5671" name="Rectangle 69"/>
              <p:cNvSpPr>
                <a:spLocks noChangeArrowheads="1"/>
              </p:cNvSpPr>
              <p:nvPr/>
            </p:nvSpPr>
            <p:spPr bwMode="auto">
              <a:xfrm>
                <a:off x="1586" y="322"/>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72" name="Rectangle 70"/>
              <p:cNvSpPr>
                <a:spLocks noChangeArrowheads="1"/>
              </p:cNvSpPr>
              <p:nvPr/>
            </p:nvSpPr>
            <p:spPr bwMode="auto">
              <a:xfrm>
                <a:off x="1920" y="92"/>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73" name="Rectangle 71"/>
              <p:cNvSpPr>
                <a:spLocks noChangeArrowheads="1"/>
              </p:cNvSpPr>
              <p:nvPr/>
            </p:nvSpPr>
            <p:spPr bwMode="auto">
              <a:xfrm>
                <a:off x="935" y="92"/>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1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5674" name="Rectangle 72"/>
              <p:cNvSpPr>
                <a:spLocks noChangeArrowheads="1"/>
              </p:cNvSpPr>
              <p:nvPr/>
            </p:nvSpPr>
            <p:spPr bwMode="auto">
              <a:xfrm>
                <a:off x="368" y="77"/>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75" name="Rectangle 73"/>
              <p:cNvSpPr>
                <a:spLocks noChangeArrowheads="1"/>
              </p:cNvSpPr>
              <p:nvPr/>
            </p:nvSpPr>
            <p:spPr bwMode="auto">
              <a:xfrm>
                <a:off x="1594" y="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676" name="Rectangle 74"/>
              <p:cNvSpPr>
                <a:spLocks noChangeArrowheads="1"/>
              </p:cNvSpPr>
              <p:nvPr/>
            </p:nvSpPr>
            <p:spPr bwMode="auto">
              <a:xfrm>
                <a:off x="1544" y="33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25677" name="Rectangle 75"/>
              <p:cNvSpPr>
                <a:spLocks noChangeArrowheads="1"/>
              </p:cNvSpPr>
              <p:nvPr/>
            </p:nvSpPr>
            <p:spPr bwMode="auto">
              <a:xfrm>
                <a:off x="2167" y="21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25678" name="Rectangle 76"/>
              <p:cNvSpPr>
                <a:spLocks noChangeArrowheads="1"/>
              </p:cNvSpPr>
              <p:nvPr/>
            </p:nvSpPr>
            <p:spPr bwMode="auto">
              <a:xfrm>
                <a:off x="2069" y="111"/>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5679" name="Rectangle 77"/>
              <p:cNvSpPr>
                <a:spLocks noChangeArrowheads="1"/>
              </p:cNvSpPr>
              <p:nvPr/>
            </p:nvSpPr>
            <p:spPr bwMode="auto">
              <a:xfrm>
                <a:off x="1825" y="111"/>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t</a:t>
                </a:r>
                <a:endParaRPr lang="en-US" altLang="zh-CN" sz="2800">
                  <a:solidFill>
                    <a:srgbClr val="000000"/>
                  </a:solidFill>
                  <a:latin typeface="Times New Roman" panose="02020603050405020304" pitchFamily="18" charset="0"/>
                  <a:ea typeface="楷体_GB2312" pitchFamily="49" charset="-122"/>
                </a:endParaRPr>
              </a:p>
            </p:txBody>
          </p:sp>
          <p:sp>
            <p:nvSpPr>
              <p:cNvPr id="25680" name="Rectangle 78"/>
              <p:cNvSpPr>
                <a:spLocks noChangeArrowheads="1"/>
              </p:cNvSpPr>
              <p:nvPr/>
            </p:nvSpPr>
            <p:spPr bwMode="auto">
              <a:xfrm>
                <a:off x="1308" y="111"/>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5681" name="Rectangle 79"/>
              <p:cNvSpPr>
                <a:spLocks noChangeArrowheads="1"/>
              </p:cNvSpPr>
              <p:nvPr/>
            </p:nvSpPr>
            <p:spPr bwMode="auto">
              <a:xfrm>
                <a:off x="1081" y="111"/>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K</a:t>
                </a:r>
                <a:endParaRPr lang="en-US" altLang="zh-CN" sz="2800">
                  <a:solidFill>
                    <a:srgbClr val="FF3300"/>
                  </a:solidFill>
                  <a:latin typeface="Times New Roman" panose="02020603050405020304" pitchFamily="18" charset="0"/>
                  <a:ea typeface="楷体_GB2312" pitchFamily="49" charset="-122"/>
                </a:endParaRPr>
              </a:p>
            </p:txBody>
          </p:sp>
          <p:sp>
            <p:nvSpPr>
              <p:cNvPr id="25682" name="Rectangle 80"/>
              <p:cNvSpPr>
                <a:spLocks noChangeArrowheads="1"/>
              </p:cNvSpPr>
              <p:nvPr/>
            </p:nvSpPr>
            <p:spPr bwMode="auto">
              <a:xfrm>
                <a:off x="777" y="111"/>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t</a:t>
                </a:r>
                <a:endParaRPr lang="en-US" altLang="zh-CN" sz="2800">
                  <a:solidFill>
                    <a:srgbClr val="000000"/>
                  </a:solidFill>
                  <a:latin typeface="Times New Roman" panose="02020603050405020304" pitchFamily="18" charset="0"/>
                  <a:ea typeface="楷体_GB2312" pitchFamily="49" charset="-122"/>
                </a:endParaRPr>
              </a:p>
            </p:txBody>
          </p:sp>
          <p:sp>
            <p:nvSpPr>
              <p:cNvPr id="25683" name="Rectangle 81"/>
              <p:cNvSpPr>
                <a:spLocks noChangeArrowheads="1"/>
              </p:cNvSpPr>
              <p:nvPr/>
            </p:nvSpPr>
            <p:spPr bwMode="auto">
              <a:xfrm>
                <a:off x="505" y="101"/>
                <a:ext cx="17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R</a:t>
                </a:r>
                <a:r>
                  <a:rPr lang="en-US" altLang="zh-CN" sz="2100" b="1" i="1" baseline="-25000">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684" name="Rectangle 82"/>
              <p:cNvSpPr>
                <a:spLocks noChangeArrowheads="1"/>
              </p:cNvSpPr>
              <p:nvPr/>
            </p:nvSpPr>
            <p:spPr bwMode="auto">
              <a:xfrm>
                <a:off x="199" y="96"/>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t</a:t>
                </a:r>
                <a:endParaRPr lang="en-US" altLang="zh-CN" sz="2800">
                  <a:solidFill>
                    <a:srgbClr val="000000"/>
                  </a:solidFill>
                  <a:latin typeface="Times New Roman" panose="02020603050405020304" pitchFamily="18" charset="0"/>
                  <a:ea typeface="楷体_GB2312" pitchFamily="49" charset="-122"/>
                </a:endParaRPr>
              </a:p>
            </p:txBody>
          </p:sp>
          <p:sp>
            <p:nvSpPr>
              <p:cNvPr id="25685" name="Rectangle 83"/>
              <p:cNvSpPr>
                <a:spLocks noChangeArrowheads="1"/>
              </p:cNvSpPr>
              <p:nvPr/>
            </p:nvSpPr>
            <p:spPr bwMode="auto">
              <a:xfrm>
                <a:off x="1651" y="33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5686" name="Rectangle 84"/>
              <p:cNvSpPr>
                <a:spLocks noChangeArrowheads="1"/>
              </p:cNvSpPr>
              <p:nvPr/>
            </p:nvSpPr>
            <p:spPr bwMode="auto">
              <a:xfrm>
                <a:off x="2227"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87" name="Rectangle 85"/>
              <p:cNvSpPr>
                <a:spLocks noChangeArrowheads="1"/>
              </p:cNvSpPr>
              <p:nvPr/>
            </p:nvSpPr>
            <p:spPr bwMode="auto">
              <a:xfrm>
                <a:off x="1756"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88" name="Rectangle 86"/>
              <p:cNvSpPr>
                <a:spLocks noChangeArrowheads="1"/>
              </p:cNvSpPr>
              <p:nvPr/>
            </p:nvSpPr>
            <p:spPr bwMode="auto">
              <a:xfrm>
                <a:off x="1411"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89" name="Rectangle 87"/>
              <p:cNvSpPr>
                <a:spLocks noChangeArrowheads="1"/>
              </p:cNvSpPr>
              <p:nvPr/>
            </p:nvSpPr>
            <p:spPr bwMode="auto">
              <a:xfrm>
                <a:off x="1225"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90" name="Rectangle 88"/>
              <p:cNvSpPr>
                <a:spLocks noChangeArrowheads="1"/>
              </p:cNvSpPr>
              <p:nvPr/>
            </p:nvSpPr>
            <p:spPr bwMode="auto">
              <a:xfrm>
                <a:off x="845"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91" name="Rectangle 89"/>
              <p:cNvSpPr>
                <a:spLocks noChangeArrowheads="1"/>
              </p:cNvSpPr>
              <p:nvPr/>
            </p:nvSpPr>
            <p:spPr bwMode="auto">
              <a:xfrm>
                <a:off x="708" y="111"/>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92" name="Rectangle 90"/>
              <p:cNvSpPr>
                <a:spLocks noChangeArrowheads="1"/>
              </p:cNvSpPr>
              <p:nvPr/>
            </p:nvSpPr>
            <p:spPr bwMode="auto">
              <a:xfrm>
                <a:off x="268" y="96"/>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93" name="Rectangle 91"/>
              <p:cNvSpPr>
                <a:spLocks noChangeArrowheads="1"/>
              </p:cNvSpPr>
              <p:nvPr/>
            </p:nvSpPr>
            <p:spPr bwMode="auto">
              <a:xfrm>
                <a:off x="130" y="96"/>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694" name="Rectangle 92"/>
              <p:cNvSpPr>
                <a:spLocks noChangeArrowheads="1"/>
              </p:cNvSpPr>
              <p:nvPr/>
            </p:nvSpPr>
            <p:spPr bwMode="auto">
              <a:xfrm>
                <a:off x="0" y="77"/>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Symbol" panose="05050102010706020507" pitchFamily="18" charset="2"/>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grpSp>
      </p:grpSp>
      <p:sp>
        <p:nvSpPr>
          <p:cNvPr id="14429" name="Text Box 93"/>
          <p:cNvSpPr txBox="1">
            <a:spLocks noChangeArrowheads="1"/>
          </p:cNvSpPr>
          <p:nvPr/>
        </p:nvSpPr>
        <p:spPr bwMode="auto">
          <a:xfrm>
            <a:off x="533400" y="3581400"/>
            <a:ext cx="4572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zh-CN" sz="2400" b="1" i="1">
                <a:solidFill>
                  <a:srgbClr val="000000"/>
                </a:solidFill>
                <a:latin typeface="Times New Roman" panose="02020603050405020304" pitchFamily="18" charset="0"/>
                <a:ea typeface="楷体_GB2312" pitchFamily="49" charset="-122"/>
                <a:sym typeface="Symbol" panose="05050102010706020507" pitchFamily="18" charset="2"/>
              </a:rPr>
              <a:t></a:t>
            </a:r>
            <a:r>
              <a:rPr lang="zh-CN" altLang="zh-CN" sz="2400" b="1">
                <a:solidFill>
                  <a:srgbClr val="000000"/>
                </a:solidFill>
                <a:latin typeface="Times New Roman" panose="02020603050405020304" pitchFamily="18" charset="0"/>
                <a:ea typeface="楷体_GB2312" pitchFamily="49" charset="-122"/>
                <a:sym typeface="Symbol" panose="05050102010706020507" pitchFamily="18" charset="2"/>
              </a:rPr>
              <a:t>(t)</a:t>
            </a:r>
            <a:r>
              <a:rPr lang="zh-CN" altLang="zh-CN" sz="2400" b="1">
                <a:solidFill>
                  <a:srgbClr val="000000"/>
                </a:solidFill>
                <a:latin typeface="Times New Roman" panose="02020603050405020304" pitchFamily="18" charset="0"/>
                <a:ea typeface="楷体_GB2312" pitchFamily="49" charset="-122"/>
              </a:rPr>
              <a:t>有 </a:t>
            </a:r>
            <a:r>
              <a:rPr lang="zh-CN" altLang="zh-CN" sz="2400" b="1" i="1">
                <a:solidFill>
                  <a:srgbClr val="FF3300"/>
                </a:solidFill>
                <a:latin typeface="Times New Roman" panose="02020603050405020304" pitchFamily="18" charset="0"/>
                <a:ea typeface="楷体_GB2312" pitchFamily="49" charset="-122"/>
              </a:rPr>
              <a:t>n</a:t>
            </a:r>
            <a:r>
              <a:rPr lang="zh-CN" altLang="zh-CN" sz="2400" b="1">
                <a:solidFill>
                  <a:srgbClr val="FF3300"/>
                </a:solidFill>
                <a:latin typeface="Times New Roman" panose="02020603050405020304" pitchFamily="18" charset="0"/>
                <a:ea typeface="楷体_GB2312" pitchFamily="49" charset="-122"/>
              </a:rPr>
              <a:t>+2</a:t>
            </a:r>
            <a:r>
              <a:rPr lang="zh-CN" altLang="zh-CN" sz="2400" b="1">
                <a:solidFill>
                  <a:srgbClr val="000000"/>
                </a:solidFill>
                <a:latin typeface="Times New Roman" panose="02020603050405020304" pitchFamily="18" charset="0"/>
                <a:ea typeface="楷体_GB2312" pitchFamily="49" charset="-122"/>
              </a:rPr>
              <a:t> 个不同的根 </a:t>
            </a:r>
            <a:r>
              <a:rPr lang="zh-CN" altLang="zh-CN" sz="2000" b="1" i="1">
                <a:solidFill>
                  <a:srgbClr val="3333CC"/>
                </a:solidFill>
                <a:latin typeface="Times New Roman" panose="02020603050405020304" pitchFamily="18" charset="0"/>
                <a:ea typeface="楷体_GB2312" pitchFamily="49" charset="-122"/>
                <a:sym typeface="Symbol" panose="05050102010706020507" pitchFamily="18" charset="2"/>
              </a:rPr>
              <a:t>x</a:t>
            </a:r>
            <a:r>
              <a:rPr lang="zh-CN"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0</a:t>
            </a:r>
            <a:r>
              <a:rPr lang="zh-CN" altLang="zh-CN" sz="2000" b="1">
                <a:solidFill>
                  <a:srgbClr val="3333CC"/>
                </a:solidFill>
                <a:latin typeface="Times New Roman" panose="02020603050405020304" pitchFamily="18" charset="0"/>
                <a:ea typeface="楷体_GB2312" pitchFamily="49" charset="-122"/>
                <a:sym typeface="Symbol" panose="05050102010706020507" pitchFamily="18" charset="2"/>
              </a:rPr>
              <a:t> … </a:t>
            </a:r>
            <a:r>
              <a:rPr lang="zh-CN" altLang="zh-CN" sz="2000" b="1" i="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zh-CN" altLang="zh-CN" sz="2000" b="1" i="1">
                <a:solidFill>
                  <a:srgbClr val="3333CC"/>
                </a:solidFill>
                <a:latin typeface="Times New Roman" panose="02020603050405020304" pitchFamily="18" charset="0"/>
                <a:ea typeface="楷体_GB2312" pitchFamily="49" charset="-122"/>
                <a:sym typeface="Symbol" panose="05050102010706020507" pitchFamily="18" charset="2"/>
              </a:rPr>
              <a:t>x</a:t>
            </a:r>
            <a:r>
              <a:rPr lang="zh-CN" altLang="zh-CN" sz="2000" b="1" i="1" baseline="-25000">
                <a:solidFill>
                  <a:srgbClr val="3333CC"/>
                </a:solidFill>
                <a:latin typeface="Times New Roman" panose="02020603050405020304" pitchFamily="18" charset="0"/>
                <a:ea typeface="楷体_GB2312" pitchFamily="49" charset="-122"/>
                <a:sym typeface="Symbol" panose="05050102010706020507" pitchFamily="18" charset="2"/>
              </a:rPr>
              <a:t>n</a:t>
            </a:r>
            <a:r>
              <a:rPr lang="zh-CN" altLang="zh-CN" sz="2000" b="1" i="1">
                <a:solidFill>
                  <a:srgbClr val="3333CC"/>
                </a:solidFill>
                <a:latin typeface="Times New Roman" panose="02020603050405020304" pitchFamily="18" charset="0"/>
                <a:ea typeface="楷体_GB2312" pitchFamily="49" charset="-122"/>
                <a:sym typeface="Symbol" panose="05050102010706020507" pitchFamily="18" charset="2"/>
              </a:rPr>
              <a:t> </a:t>
            </a:r>
            <a:r>
              <a:rPr lang="zh-CN" altLang="zh-CN" sz="2000" b="1" i="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zh-CN" altLang="zh-CN" sz="2000" b="1" i="1">
                <a:solidFill>
                  <a:srgbClr val="3333CC"/>
                </a:solidFill>
                <a:latin typeface="Times New Roman" panose="02020603050405020304" pitchFamily="18" charset="0"/>
                <a:ea typeface="楷体_GB2312" pitchFamily="49" charset="-122"/>
                <a:sym typeface="Symbol" panose="05050102010706020507" pitchFamily="18" charset="2"/>
              </a:rPr>
              <a:t>x</a:t>
            </a:r>
            <a:endParaRPr lang="zh-CN" altLang="zh-CN" sz="2000" b="1" i="1" baseline="-25000">
              <a:solidFill>
                <a:srgbClr val="3333CC"/>
              </a:solidFill>
              <a:latin typeface="Times New Roman" panose="02020603050405020304" pitchFamily="18" charset="0"/>
              <a:ea typeface="楷体_GB2312" pitchFamily="49" charset="-122"/>
              <a:sym typeface="Symbol" panose="05050102010706020507" pitchFamily="18" charset="2"/>
            </a:endParaRPr>
          </a:p>
        </p:txBody>
      </p:sp>
      <p:graphicFrame>
        <p:nvGraphicFramePr>
          <p:cNvPr id="14430" name="Object 94"/>
          <p:cNvGraphicFramePr>
            <a:graphicFrameLocks noChangeAspect="1"/>
          </p:cNvGraphicFramePr>
          <p:nvPr/>
        </p:nvGraphicFramePr>
        <p:xfrm>
          <a:off x="5638800" y="3657600"/>
          <a:ext cx="2971800" cy="403225"/>
        </p:xfrm>
        <a:graphic>
          <a:graphicData uri="http://schemas.openxmlformats.org/presentationml/2006/ole">
            <mc:AlternateContent xmlns:mc="http://schemas.openxmlformats.org/markup-compatibility/2006">
              <mc:Choice xmlns:v="urn:schemas-microsoft-com:vml" Requires="v">
                <p:oleObj spid="_x0000_s26133" r:id="rId42" imgW="1676400" imgH="241300" progId="Equation.3">
                  <p:embed/>
                </p:oleObj>
              </mc:Choice>
              <mc:Fallback>
                <p:oleObj r:id="rId42" imgW="1676400" imgH="241300" progId="Equation.3">
                  <p:embed/>
                  <p:pic>
                    <p:nvPicPr>
                      <p:cNvPr id="0" name="Object 94"/>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5638800" y="3657600"/>
                        <a:ext cx="2971800"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4431" name="AutoShape 95"/>
          <p:cNvSpPr>
            <a:spLocks noChangeArrowheads="1"/>
          </p:cNvSpPr>
          <p:nvPr/>
        </p:nvSpPr>
        <p:spPr bwMode="auto">
          <a:xfrm>
            <a:off x="5029200" y="3810000"/>
            <a:ext cx="533400" cy="152400"/>
          </a:xfrm>
          <a:prstGeom prst="rightArrow">
            <a:avLst>
              <a:gd name="adj1" fmla="val 50000"/>
              <a:gd name="adj2" fmla="val 87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14432" name="Group 96"/>
          <p:cNvGrpSpPr/>
          <p:nvPr/>
        </p:nvGrpSpPr>
        <p:grpSpPr bwMode="auto">
          <a:xfrm>
            <a:off x="5486400" y="4419600"/>
            <a:ext cx="3024188" cy="406400"/>
            <a:chOff x="0" y="0"/>
            <a:chExt cx="1905" cy="256"/>
          </a:xfrm>
        </p:grpSpPr>
        <p:sp>
          <p:nvSpPr>
            <p:cNvPr id="25699" name="Rectangle 97"/>
            <p:cNvSpPr>
              <a:spLocks noChangeArrowheads="1"/>
            </p:cNvSpPr>
            <p:nvPr/>
          </p:nvSpPr>
          <p:spPr bwMode="auto">
            <a:xfrm>
              <a:off x="1846"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0" name="Rectangle 98"/>
            <p:cNvSpPr>
              <a:spLocks noChangeArrowheads="1"/>
            </p:cNvSpPr>
            <p:nvPr/>
          </p:nvSpPr>
          <p:spPr bwMode="auto">
            <a:xfrm>
              <a:off x="1758"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1" name="Rectangle 99"/>
            <p:cNvSpPr>
              <a:spLocks noChangeArrowheads="1"/>
            </p:cNvSpPr>
            <p:nvPr/>
          </p:nvSpPr>
          <p:spPr bwMode="auto">
            <a:xfrm>
              <a:off x="1670" y="24"/>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02" name="Rectangle 100"/>
            <p:cNvSpPr>
              <a:spLocks noChangeArrowheads="1"/>
            </p:cNvSpPr>
            <p:nvPr/>
          </p:nvSpPr>
          <p:spPr bwMode="auto">
            <a:xfrm>
              <a:off x="1350"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3" name="Rectangle 101"/>
            <p:cNvSpPr>
              <a:spLocks noChangeArrowheads="1"/>
            </p:cNvSpPr>
            <p:nvPr/>
          </p:nvSpPr>
          <p:spPr bwMode="auto">
            <a:xfrm>
              <a:off x="1208"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4" name="Rectangle 102"/>
            <p:cNvSpPr>
              <a:spLocks noChangeArrowheads="1"/>
            </p:cNvSpPr>
            <p:nvPr/>
          </p:nvSpPr>
          <p:spPr bwMode="auto">
            <a:xfrm>
              <a:off x="1023"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5" name="Rectangle 103"/>
            <p:cNvSpPr>
              <a:spLocks noChangeArrowheads="1"/>
            </p:cNvSpPr>
            <p:nvPr/>
          </p:nvSpPr>
          <p:spPr bwMode="auto">
            <a:xfrm>
              <a:off x="654"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6" name="Rectangle 104"/>
            <p:cNvSpPr>
              <a:spLocks noChangeArrowheads="1"/>
            </p:cNvSpPr>
            <p:nvPr/>
          </p:nvSpPr>
          <p:spPr bwMode="auto">
            <a:xfrm>
              <a:off x="408" y="2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7" name="Rectangle 105"/>
            <p:cNvSpPr>
              <a:spLocks noChangeArrowheads="1"/>
            </p:cNvSpPr>
            <p:nvPr/>
          </p:nvSpPr>
          <p:spPr bwMode="auto">
            <a:xfrm>
              <a:off x="356" y="9"/>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08" name="Rectangle 106"/>
            <p:cNvSpPr>
              <a:spLocks noChangeArrowheads="1"/>
            </p:cNvSpPr>
            <p:nvPr/>
          </p:nvSpPr>
          <p:spPr bwMode="auto">
            <a:xfrm>
              <a:off x="298" y="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09" name="Rectangle 107"/>
            <p:cNvSpPr>
              <a:spLocks noChangeArrowheads="1"/>
            </p:cNvSpPr>
            <p:nvPr/>
          </p:nvSpPr>
          <p:spPr bwMode="auto">
            <a:xfrm>
              <a:off x="129" y="9"/>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10" name="Rectangle 108"/>
            <p:cNvSpPr>
              <a:spLocks noChangeArrowheads="1"/>
            </p:cNvSpPr>
            <p:nvPr/>
          </p:nvSpPr>
          <p:spPr bwMode="auto">
            <a:xfrm>
              <a:off x="1548" y="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11" name="Rectangle 109"/>
            <p:cNvSpPr>
              <a:spLocks noChangeArrowheads="1"/>
            </p:cNvSpPr>
            <p:nvPr/>
          </p:nvSpPr>
          <p:spPr bwMode="auto">
            <a:xfrm>
              <a:off x="742" y="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12" name="Rectangle 110"/>
            <p:cNvSpPr>
              <a:spLocks noChangeArrowheads="1"/>
            </p:cNvSpPr>
            <p:nvPr/>
          </p:nvSpPr>
          <p:spPr bwMode="auto">
            <a:xfrm>
              <a:off x="239"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13" name="Rectangle 111"/>
            <p:cNvSpPr>
              <a:spLocks noChangeArrowheads="1"/>
            </p:cNvSpPr>
            <p:nvPr/>
          </p:nvSpPr>
          <p:spPr bwMode="auto">
            <a:xfrm>
              <a:off x="1418" y="24"/>
              <a:ext cx="9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14" name="Rectangle 112"/>
            <p:cNvSpPr>
              <a:spLocks noChangeArrowheads="1"/>
            </p:cNvSpPr>
            <p:nvPr/>
          </p:nvSpPr>
          <p:spPr bwMode="auto">
            <a:xfrm>
              <a:off x="1106" y="24"/>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5715" name="Rectangle 113"/>
            <p:cNvSpPr>
              <a:spLocks noChangeArrowheads="1"/>
            </p:cNvSpPr>
            <p:nvPr/>
          </p:nvSpPr>
          <p:spPr bwMode="auto">
            <a:xfrm>
              <a:off x="881" y="24"/>
              <a:ext cx="11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FF3300"/>
                  </a:solidFill>
                  <a:latin typeface="Times New Roman" panose="02020603050405020304" pitchFamily="18" charset="0"/>
                  <a:ea typeface="楷体_GB2312" pitchFamily="49" charset="-122"/>
                </a:rPr>
                <a:t>K</a:t>
              </a:r>
              <a:endParaRPr lang="en-US" altLang="zh-CN" sz="2800">
                <a:solidFill>
                  <a:srgbClr val="FF3300"/>
                </a:solidFill>
                <a:latin typeface="Times New Roman" panose="02020603050405020304" pitchFamily="18" charset="0"/>
                <a:ea typeface="楷体_GB2312" pitchFamily="49" charset="-122"/>
              </a:endParaRPr>
            </a:p>
          </p:txBody>
        </p:sp>
        <p:sp>
          <p:nvSpPr>
            <p:cNvPr id="25716" name="Rectangle 114"/>
            <p:cNvSpPr>
              <a:spLocks noChangeArrowheads="1"/>
            </p:cNvSpPr>
            <p:nvPr/>
          </p:nvSpPr>
          <p:spPr bwMode="auto">
            <a:xfrm>
              <a:off x="0" y="24"/>
              <a:ext cx="11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R</a:t>
              </a:r>
              <a:endParaRPr lang="en-US" altLang="zh-CN" sz="2800">
                <a:solidFill>
                  <a:srgbClr val="000000"/>
                </a:solidFill>
                <a:latin typeface="Times New Roman" panose="02020603050405020304" pitchFamily="18" charset="0"/>
                <a:ea typeface="楷体_GB2312" pitchFamily="49" charset="-122"/>
              </a:endParaRPr>
            </a:p>
          </p:txBody>
        </p:sp>
        <p:sp>
          <p:nvSpPr>
            <p:cNvPr id="25717" name="Rectangle 115"/>
            <p:cNvSpPr>
              <a:spLocks noChangeArrowheads="1"/>
            </p:cNvSpPr>
            <p:nvPr/>
          </p:nvSpPr>
          <p:spPr bwMode="auto">
            <a:xfrm>
              <a:off x="573" y="13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18" name="Rectangle 116"/>
            <p:cNvSpPr>
              <a:spLocks noChangeArrowheads="1"/>
            </p:cNvSpPr>
            <p:nvPr/>
          </p:nvSpPr>
          <p:spPr bwMode="auto">
            <a:xfrm>
              <a:off x="175" y="11"/>
              <a:ext cx="5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19" name="Rectangle 117"/>
            <p:cNvSpPr>
              <a:spLocks noChangeArrowheads="1"/>
            </p:cNvSpPr>
            <p:nvPr/>
          </p:nvSpPr>
          <p:spPr bwMode="auto">
            <a:xfrm>
              <a:off x="118" y="131"/>
              <a:ext cx="5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20" name="Rectangle 118"/>
            <p:cNvSpPr>
              <a:spLocks noChangeArrowheads="1"/>
            </p:cNvSpPr>
            <p:nvPr/>
          </p:nvSpPr>
          <p:spPr bwMode="auto">
            <a:xfrm>
              <a:off x="462" y="5"/>
              <a:ext cx="8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Symbol" panose="05050102010706020507" pitchFamily="18" charset="2"/>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14455" name="Group 119"/>
          <p:cNvGrpSpPr/>
          <p:nvPr/>
        </p:nvGrpSpPr>
        <p:grpSpPr bwMode="auto">
          <a:xfrm>
            <a:off x="6019800" y="4191000"/>
            <a:ext cx="76200" cy="228600"/>
            <a:chOff x="0" y="0"/>
            <a:chExt cx="48" cy="144"/>
          </a:xfrm>
        </p:grpSpPr>
        <p:sp>
          <p:nvSpPr>
            <p:cNvPr id="25722" name="Line 120"/>
            <p:cNvSpPr>
              <a:spLocks noChangeShapeType="1"/>
            </p:cNvSpPr>
            <p:nvPr/>
          </p:nvSpPr>
          <p:spPr bwMode="auto">
            <a:xfrm>
              <a:off x="0" y="0"/>
              <a:ext cx="0" cy="144"/>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23" name="Line 121"/>
            <p:cNvSpPr>
              <a:spLocks noChangeShapeType="1"/>
            </p:cNvSpPr>
            <p:nvPr/>
          </p:nvSpPr>
          <p:spPr bwMode="auto">
            <a:xfrm>
              <a:off x="48" y="0"/>
              <a:ext cx="0" cy="144"/>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4458" name="AutoShape 122"/>
          <p:cNvSpPr>
            <a:spLocks noChangeArrowheads="1"/>
          </p:cNvSpPr>
          <p:nvPr/>
        </p:nvSpPr>
        <p:spPr bwMode="auto">
          <a:xfrm>
            <a:off x="609600" y="2819400"/>
            <a:ext cx="4114800" cy="685800"/>
          </a:xfrm>
          <a:prstGeom prst="wedgeEllipseCallout">
            <a:avLst>
              <a:gd name="adj1" fmla="val 77509"/>
              <a:gd name="adj2" fmla="val 90972"/>
            </a:avLst>
          </a:prstGeom>
          <a:gradFill rotWithShape="0">
            <a:gsLst>
              <a:gs pos="0">
                <a:schemeClr val="bg1"/>
              </a:gs>
              <a:gs pos="100000">
                <a:srgbClr val="C0C0C0"/>
              </a:gs>
            </a:gsLst>
            <a:lin ang="27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a:solidFill>
                  <a:srgbClr val="000000"/>
                </a:solidFill>
                <a:latin typeface="Times New Roman" panose="02020603050405020304" pitchFamily="18" charset="0"/>
                <a:ea typeface="楷体_GB2312" pitchFamily="49" charset="-122"/>
              </a:rPr>
              <a:t>注意这里是对 </a:t>
            </a:r>
            <a:r>
              <a:rPr lang="en-US" altLang="zh-CN" sz="2400" b="1" i="1">
                <a:solidFill>
                  <a:srgbClr val="000000"/>
                </a:solidFill>
                <a:latin typeface="Times New Roman" panose="02020603050405020304" pitchFamily="18" charset="0"/>
                <a:ea typeface="楷体_GB2312" pitchFamily="49" charset="-122"/>
              </a:rPr>
              <a:t>t </a:t>
            </a:r>
            <a:r>
              <a:rPr lang="zh-CN" altLang="en-US" sz="2400" b="1">
                <a:solidFill>
                  <a:srgbClr val="000000"/>
                </a:solidFill>
                <a:latin typeface="Times New Roman" panose="02020603050405020304" pitchFamily="18" charset="0"/>
                <a:ea typeface="楷体_GB2312" pitchFamily="49" charset="-122"/>
              </a:rPr>
              <a:t>求导</a:t>
            </a:r>
          </a:p>
        </p:txBody>
      </p:sp>
      <p:grpSp>
        <p:nvGrpSpPr>
          <p:cNvPr id="14459" name="Group 123"/>
          <p:cNvGrpSpPr/>
          <p:nvPr/>
        </p:nvGrpSpPr>
        <p:grpSpPr bwMode="auto">
          <a:xfrm>
            <a:off x="838200" y="4419600"/>
            <a:ext cx="4564063" cy="409575"/>
            <a:chOff x="0" y="0"/>
            <a:chExt cx="2875" cy="258"/>
          </a:xfrm>
        </p:grpSpPr>
        <p:sp>
          <p:nvSpPr>
            <p:cNvPr id="25726" name="Rectangle 124"/>
            <p:cNvSpPr>
              <a:spLocks noChangeArrowheads="1"/>
            </p:cNvSpPr>
            <p:nvPr/>
          </p:nvSpPr>
          <p:spPr bwMode="auto">
            <a:xfrm>
              <a:off x="2778" y="6"/>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27" name="Rectangle 125"/>
            <p:cNvSpPr>
              <a:spLocks noChangeArrowheads="1"/>
            </p:cNvSpPr>
            <p:nvPr/>
          </p:nvSpPr>
          <p:spPr bwMode="auto">
            <a:xfrm>
              <a:off x="2373" y="6"/>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28" name="Rectangle 126"/>
            <p:cNvSpPr>
              <a:spLocks noChangeArrowheads="1"/>
            </p:cNvSpPr>
            <p:nvPr/>
          </p:nvSpPr>
          <p:spPr bwMode="auto">
            <a:xfrm>
              <a:off x="1623" y="6"/>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29" name="Rectangle 127"/>
            <p:cNvSpPr>
              <a:spLocks noChangeArrowheads="1"/>
            </p:cNvSpPr>
            <p:nvPr/>
          </p:nvSpPr>
          <p:spPr bwMode="auto">
            <a:xfrm>
              <a:off x="746" y="6"/>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0" name="Rectangle 128"/>
            <p:cNvSpPr>
              <a:spLocks noChangeArrowheads="1"/>
            </p:cNvSpPr>
            <p:nvPr/>
          </p:nvSpPr>
          <p:spPr bwMode="auto">
            <a:xfrm>
              <a:off x="1101"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1" name="Rectangle 129"/>
            <p:cNvSpPr>
              <a:spLocks noChangeArrowheads="1"/>
            </p:cNvSpPr>
            <p:nvPr/>
          </p:nvSpPr>
          <p:spPr bwMode="auto">
            <a:xfrm>
              <a:off x="224"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2" name="Rectangle 130"/>
            <p:cNvSpPr>
              <a:spLocks noChangeArrowheads="1"/>
            </p:cNvSpPr>
            <p:nvPr/>
          </p:nvSpPr>
          <p:spPr bwMode="auto">
            <a:xfrm>
              <a:off x="2684"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3" name="Rectangle 131"/>
            <p:cNvSpPr>
              <a:spLocks noChangeArrowheads="1"/>
            </p:cNvSpPr>
            <p:nvPr/>
          </p:nvSpPr>
          <p:spPr bwMode="auto">
            <a:xfrm>
              <a:off x="2593"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4" name="Rectangle 132"/>
            <p:cNvSpPr>
              <a:spLocks noChangeArrowheads="1"/>
            </p:cNvSpPr>
            <p:nvPr/>
          </p:nvSpPr>
          <p:spPr bwMode="auto">
            <a:xfrm>
              <a:off x="2503" y="26"/>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35" name="Rectangle 133"/>
            <p:cNvSpPr>
              <a:spLocks noChangeArrowheads="1"/>
            </p:cNvSpPr>
            <p:nvPr/>
          </p:nvSpPr>
          <p:spPr bwMode="auto">
            <a:xfrm>
              <a:off x="2107" y="26"/>
              <a:ext cx="11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6" name="Rectangle 134"/>
            <p:cNvSpPr>
              <a:spLocks noChangeArrowheads="1"/>
            </p:cNvSpPr>
            <p:nvPr/>
          </p:nvSpPr>
          <p:spPr bwMode="auto">
            <a:xfrm>
              <a:off x="1916"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7" name="Rectangle 135"/>
            <p:cNvSpPr>
              <a:spLocks noChangeArrowheads="1"/>
            </p:cNvSpPr>
            <p:nvPr/>
          </p:nvSpPr>
          <p:spPr bwMode="auto">
            <a:xfrm>
              <a:off x="1532"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8" name="Rectangle 136"/>
            <p:cNvSpPr>
              <a:spLocks noChangeArrowheads="1"/>
            </p:cNvSpPr>
            <p:nvPr/>
          </p:nvSpPr>
          <p:spPr bwMode="auto">
            <a:xfrm>
              <a:off x="1277"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39" name="Rectangle 137"/>
            <p:cNvSpPr>
              <a:spLocks noChangeArrowheads="1"/>
            </p:cNvSpPr>
            <p:nvPr/>
          </p:nvSpPr>
          <p:spPr bwMode="auto">
            <a:xfrm>
              <a:off x="655"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0" name="Rectangle 138"/>
            <p:cNvSpPr>
              <a:spLocks noChangeArrowheads="1"/>
            </p:cNvSpPr>
            <p:nvPr/>
          </p:nvSpPr>
          <p:spPr bwMode="auto">
            <a:xfrm>
              <a:off x="400"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1" name="Rectangle 139"/>
            <p:cNvSpPr>
              <a:spLocks noChangeArrowheads="1"/>
            </p:cNvSpPr>
            <p:nvPr/>
          </p:nvSpPr>
          <p:spPr bwMode="auto">
            <a:xfrm>
              <a:off x="1223" y="10"/>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2" name="Rectangle 140"/>
            <p:cNvSpPr>
              <a:spLocks noChangeArrowheads="1"/>
            </p:cNvSpPr>
            <p:nvPr/>
          </p:nvSpPr>
          <p:spPr bwMode="auto">
            <a:xfrm>
              <a:off x="1164" y="1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43" name="Rectangle 141"/>
            <p:cNvSpPr>
              <a:spLocks noChangeArrowheads="1"/>
            </p:cNvSpPr>
            <p:nvPr/>
          </p:nvSpPr>
          <p:spPr bwMode="auto">
            <a:xfrm>
              <a:off x="987" y="10"/>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4" name="Rectangle 142"/>
            <p:cNvSpPr>
              <a:spLocks noChangeArrowheads="1"/>
            </p:cNvSpPr>
            <p:nvPr/>
          </p:nvSpPr>
          <p:spPr bwMode="auto">
            <a:xfrm>
              <a:off x="346" y="10"/>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5" name="Rectangle 143"/>
            <p:cNvSpPr>
              <a:spLocks noChangeArrowheads="1"/>
            </p:cNvSpPr>
            <p:nvPr/>
          </p:nvSpPr>
          <p:spPr bwMode="auto">
            <a:xfrm>
              <a:off x="287" y="10"/>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46" name="Rectangle 144"/>
            <p:cNvSpPr>
              <a:spLocks noChangeArrowheads="1"/>
            </p:cNvSpPr>
            <p:nvPr/>
          </p:nvSpPr>
          <p:spPr bwMode="auto">
            <a:xfrm>
              <a:off x="110" y="10"/>
              <a:ext cx="35"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47" name="Rectangle 145"/>
            <p:cNvSpPr>
              <a:spLocks noChangeArrowheads="1"/>
            </p:cNvSpPr>
            <p:nvPr/>
          </p:nvSpPr>
          <p:spPr bwMode="auto">
            <a:xfrm>
              <a:off x="2239" y="26"/>
              <a:ext cx="9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48" name="Rectangle 146"/>
            <p:cNvSpPr>
              <a:spLocks noChangeArrowheads="1"/>
            </p:cNvSpPr>
            <p:nvPr/>
          </p:nvSpPr>
          <p:spPr bwMode="auto">
            <a:xfrm>
              <a:off x="2001" y="26"/>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49" name="Rectangle 147"/>
            <p:cNvSpPr>
              <a:spLocks noChangeArrowheads="1"/>
            </p:cNvSpPr>
            <p:nvPr/>
          </p:nvSpPr>
          <p:spPr bwMode="auto">
            <a:xfrm>
              <a:off x="1769" y="26"/>
              <a:ext cx="11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FF3300"/>
                  </a:solidFill>
                  <a:latin typeface="Times New Roman" panose="02020603050405020304" pitchFamily="18" charset="0"/>
                  <a:ea typeface="楷体_GB2312" pitchFamily="49" charset="-122"/>
                </a:rPr>
                <a:t>K</a:t>
              </a:r>
              <a:endParaRPr lang="en-US" altLang="zh-CN" sz="2800">
                <a:solidFill>
                  <a:srgbClr val="FF3300"/>
                </a:solidFill>
                <a:latin typeface="Times New Roman" panose="02020603050405020304" pitchFamily="18" charset="0"/>
                <a:ea typeface="楷体_GB2312" pitchFamily="49" charset="-122"/>
              </a:endParaRPr>
            </a:p>
          </p:txBody>
        </p:sp>
        <p:sp>
          <p:nvSpPr>
            <p:cNvPr id="25750" name="Rectangle 148"/>
            <p:cNvSpPr>
              <a:spLocks noChangeArrowheads="1"/>
            </p:cNvSpPr>
            <p:nvPr/>
          </p:nvSpPr>
          <p:spPr bwMode="auto">
            <a:xfrm>
              <a:off x="892" y="26"/>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3333CC"/>
                  </a:solidFill>
                  <a:latin typeface="Times New Roman" panose="02020603050405020304" pitchFamily="18" charset="0"/>
                  <a:ea typeface="楷体_GB2312" pitchFamily="49" charset="-122"/>
                </a:rPr>
                <a:t>L</a:t>
              </a:r>
              <a:endParaRPr lang="en-US" altLang="zh-CN" sz="2800">
                <a:solidFill>
                  <a:srgbClr val="3333CC"/>
                </a:solidFill>
                <a:latin typeface="Times New Roman" panose="02020603050405020304" pitchFamily="18" charset="0"/>
                <a:ea typeface="楷体_GB2312" pitchFamily="49" charset="-122"/>
              </a:endParaRPr>
            </a:p>
          </p:txBody>
        </p:sp>
        <p:sp>
          <p:nvSpPr>
            <p:cNvPr id="25751" name="Rectangle 149"/>
            <p:cNvSpPr>
              <a:spLocks noChangeArrowheads="1"/>
            </p:cNvSpPr>
            <p:nvPr/>
          </p:nvSpPr>
          <p:spPr bwMode="auto">
            <a:xfrm>
              <a:off x="0" y="26"/>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25752" name="Rectangle 150"/>
            <p:cNvSpPr>
              <a:spLocks noChangeArrowheads="1"/>
            </p:cNvSpPr>
            <p:nvPr/>
          </p:nvSpPr>
          <p:spPr bwMode="auto">
            <a:xfrm>
              <a:off x="1448"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53" name="Rectangle 151"/>
            <p:cNvSpPr>
              <a:spLocks noChangeArrowheads="1"/>
            </p:cNvSpPr>
            <p:nvPr/>
          </p:nvSpPr>
          <p:spPr bwMode="auto">
            <a:xfrm>
              <a:off x="1034" y="11"/>
              <a:ext cx="5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54" name="Rectangle 152"/>
            <p:cNvSpPr>
              <a:spLocks noChangeArrowheads="1"/>
            </p:cNvSpPr>
            <p:nvPr/>
          </p:nvSpPr>
          <p:spPr bwMode="auto">
            <a:xfrm>
              <a:off x="999" y="133"/>
              <a:ext cx="5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25755" name="Rectangle 153"/>
            <p:cNvSpPr>
              <a:spLocks noChangeArrowheads="1"/>
            </p:cNvSpPr>
            <p:nvPr/>
          </p:nvSpPr>
          <p:spPr bwMode="auto">
            <a:xfrm>
              <a:off x="571" y="133"/>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56" name="Rectangle 154"/>
            <p:cNvSpPr>
              <a:spLocks noChangeArrowheads="1"/>
            </p:cNvSpPr>
            <p:nvPr/>
          </p:nvSpPr>
          <p:spPr bwMode="auto">
            <a:xfrm>
              <a:off x="157" y="11"/>
              <a:ext cx="5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57" name="Rectangle 155"/>
            <p:cNvSpPr>
              <a:spLocks noChangeArrowheads="1"/>
            </p:cNvSpPr>
            <p:nvPr/>
          </p:nvSpPr>
          <p:spPr bwMode="auto">
            <a:xfrm>
              <a:off x="1333" y="6"/>
              <a:ext cx="8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Symbol" panose="05050102010706020507" pitchFamily="18" charset="2"/>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58" name="Rectangle 156"/>
            <p:cNvSpPr>
              <a:spLocks noChangeArrowheads="1"/>
            </p:cNvSpPr>
            <p:nvPr/>
          </p:nvSpPr>
          <p:spPr bwMode="auto">
            <a:xfrm>
              <a:off x="456" y="6"/>
              <a:ext cx="8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Symbol" panose="05050102010706020507" pitchFamily="18" charset="2"/>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grpSp>
      <p:sp>
        <p:nvSpPr>
          <p:cNvPr id="14493" name="Line 157"/>
          <p:cNvSpPr>
            <a:spLocks noChangeShapeType="1"/>
          </p:cNvSpPr>
          <p:nvPr/>
        </p:nvSpPr>
        <p:spPr bwMode="auto">
          <a:xfrm flipV="1">
            <a:off x="2362200" y="4419600"/>
            <a:ext cx="685800" cy="457200"/>
          </a:xfrm>
          <a:prstGeom prst="line">
            <a:avLst/>
          </a:prstGeom>
          <a:noFill/>
          <a:ln w="381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494" name="AutoShape 158"/>
          <p:cNvSpPr>
            <a:spLocks noChangeArrowheads="1"/>
          </p:cNvSpPr>
          <p:nvPr/>
        </p:nvSpPr>
        <p:spPr bwMode="auto">
          <a:xfrm>
            <a:off x="838200" y="5638800"/>
            <a:ext cx="533400" cy="152400"/>
          </a:xfrm>
          <a:prstGeom prst="rightArrow">
            <a:avLst>
              <a:gd name="adj1" fmla="val 50000"/>
              <a:gd name="adj2" fmla="val 87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14495" name="Group 159"/>
          <p:cNvGrpSpPr/>
          <p:nvPr/>
        </p:nvGrpSpPr>
        <p:grpSpPr bwMode="auto">
          <a:xfrm>
            <a:off x="1676400" y="5334000"/>
            <a:ext cx="2195513" cy="769938"/>
            <a:chOff x="0" y="0"/>
            <a:chExt cx="1383" cy="485"/>
          </a:xfrm>
        </p:grpSpPr>
        <p:sp>
          <p:nvSpPr>
            <p:cNvPr id="25762" name="Line 160"/>
            <p:cNvSpPr>
              <a:spLocks noChangeShapeType="1"/>
            </p:cNvSpPr>
            <p:nvPr/>
          </p:nvSpPr>
          <p:spPr bwMode="auto">
            <a:xfrm>
              <a:off x="600" y="261"/>
              <a:ext cx="783" cy="1"/>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63" name="Rectangle 161"/>
            <p:cNvSpPr>
              <a:spLocks noChangeArrowheads="1"/>
            </p:cNvSpPr>
            <p:nvPr/>
          </p:nvSpPr>
          <p:spPr bwMode="auto">
            <a:xfrm>
              <a:off x="1226" y="264"/>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64" name="Rectangle 162"/>
            <p:cNvSpPr>
              <a:spLocks noChangeArrowheads="1"/>
            </p:cNvSpPr>
            <p:nvPr/>
          </p:nvSpPr>
          <p:spPr bwMode="auto">
            <a:xfrm>
              <a:off x="1134" y="264"/>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65" name="Rectangle 163"/>
            <p:cNvSpPr>
              <a:spLocks noChangeArrowheads="1"/>
            </p:cNvSpPr>
            <p:nvPr/>
          </p:nvSpPr>
          <p:spPr bwMode="auto">
            <a:xfrm>
              <a:off x="1042" y="264"/>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66" name="Rectangle 164"/>
            <p:cNvSpPr>
              <a:spLocks noChangeArrowheads="1"/>
            </p:cNvSpPr>
            <p:nvPr/>
          </p:nvSpPr>
          <p:spPr bwMode="auto">
            <a:xfrm>
              <a:off x="703" y="264"/>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67" name="Rectangle 165"/>
            <p:cNvSpPr>
              <a:spLocks noChangeArrowheads="1"/>
            </p:cNvSpPr>
            <p:nvPr/>
          </p:nvSpPr>
          <p:spPr bwMode="auto">
            <a:xfrm>
              <a:off x="1314" y="26"/>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68" name="Rectangle 166"/>
            <p:cNvSpPr>
              <a:spLocks noChangeArrowheads="1"/>
            </p:cNvSpPr>
            <p:nvPr/>
          </p:nvSpPr>
          <p:spPr bwMode="auto">
            <a:xfrm>
              <a:off x="1056" y="26"/>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69" name="Rectangle 167"/>
            <p:cNvSpPr>
              <a:spLocks noChangeArrowheads="1"/>
            </p:cNvSpPr>
            <p:nvPr/>
          </p:nvSpPr>
          <p:spPr bwMode="auto">
            <a:xfrm>
              <a:off x="341" y="143"/>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0" name="Rectangle 168"/>
            <p:cNvSpPr>
              <a:spLocks noChangeArrowheads="1"/>
            </p:cNvSpPr>
            <p:nvPr/>
          </p:nvSpPr>
          <p:spPr bwMode="auto">
            <a:xfrm>
              <a:off x="148" y="143"/>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1" name="Rectangle 169"/>
            <p:cNvSpPr>
              <a:spLocks noChangeArrowheads="1"/>
            </p:cNvSpPr>
            <p:nvPr/>
          </p:nvSpPr>
          <p:spPr bwMode="auto">
            <a:xfrm>
              <a:off x="1002" y="10"/>
              <a:ext cx="37"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2" name="Rectangle 170"/>
            <p:cNvSpPr>
              <a:spLocks noChangeArrowheads="1"/>
            </p:cNvSpPr>
            <p:nvPr/>
          </p:nvSpPr>
          <p:spPr bwMode="auto">
            <a:xfrm>
              <a:off x="942" y="1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5773" name="Rectangle 171"/>
            <p:cNvSpPr>
              <a:spLocks noChangeArrowheads="1"/>
            </p:cNvSpPr>
            <p:nvPr/>
          </p:nvSpPr>
          <p:spPr bwMode="auto">
            <a:xfrm>
              <a:off x="762" y="10"/>
              <a:ext cx="37"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4" name="Rectangle 172"/>
            <p:cNvSpPr>
              <a:spLocks noChangeArrowheads="1"/>
            </p:cNvSpPr>
            <p:nvPr/>
          </p:nvSpPr>
          <p:spPr bwMode="auto">
            <a:xfrm>
              <a:off x="911" y="243"/>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5" name="Rectangle 173"/>
            <p:cNvSpPr>
              <a:spLocks noChangeArrowheads="1"/>
            </p:cNvSpPr>
            <p:nvPr/>
          </p:nvSpPr>
          <p:spPr bwMode="auto">
            <a:xfrm>
              <a:off x="445" y="122"/>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6" name="Rectangle 174"/>
            <p:cNvSpPr>
              <a:spLocks noChangeArrowheads="1"/>
            </p:cNvSpPr>
            <p:nvPr/>
          </p:nvSpPr>
          <p:spPr bwMode="auto">
            <a:xfrm>
              <a:off x="878" y="0"/>
              <a:ext cx="62"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5777" name="Rectangle 175"/>
            <p:cNvSpPr>
              <a:spLocks noChangeArrowheads="1"/>
            </p:cNvSpPr>
            <p:nvPr/>
          </p:nvSpPr>
          <p:spPr bwMode="auto">
            <a:xfrm>
              <a:off x="775" y="264"/>
              <a:ext cx="10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78" name="Rectangle 176"/>
            <p:cNvSpPr>
              <a:spLocks noChangeArrowheads="1"/>
            </p:cNvSpPr>
            <p:nvPr/>
          </p:nvSpPr>
          <p:spPr bwMode="auto">
            <a:xfrm>
              <a:off x="651" y="26"/>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25779" name="Rectangle 177"/>
            <p:cNvSpPr>
              <a:spLocks noChangeArrowheads="1"/>
            </p:cNvSpPr>
            <p:nvPr/>
          </p:nvSpPr>
          <p:spPr bwMode="auto">
            <a:xfrm>
              <a:off x="234" y="143"/>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80" name="Rectangle 178"/>
            <p:cNvSpPr>
              <a:spLocks noChangeArrowheads="1"/>
            </p:cNvSpPr>
            <p:nvPr/>
          </p:nvSpPr>
          <p:spPr bwMode="auto">
            <a:xfrm>
              <a:off x="0" y="143"/>
              <a:ext cx="12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K</a:t>
              </a:r>
              <a:endParaRPr lang="en-US" altLang="zh-CN" sz="2800">
                <a:solidFill>
                  <a:srgbClr val="FF3300"/>
                </a:solidFill>
                <a:latin typeface="Times New Roman" panose="02020603050405020304" pitchFamily="18" charset="0"/>
                <a:ea typeface="楷体_GB2312" pitchFamily="49" charset="-122"/>
              </a:endParaRPr>
            </a:p>
          </p:txBody>
        </p:sp>
        <p:sp>
          <p:nvSpPr>
            <p:cNvPr id="25781" name="Rectangle 179"/>
            <p:cNvSpPr>
              <a:spLocks noChangeArrowheads="1"/>
            </p:cNvSpPr>
            <p:nvPr/>
          </p:nvSpPr>
          <p:spPr bwMode="auto">
            <a:xfrm>
              <a:off x="1229" y="14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782" name="Rectangle 180"/>
            <p:cNvSpPr>
              <a:spLocks noChangeArrowheads="1"/>
            </p:cNvSpPr>
            <p:nvPr/>
          </p:nvSpPr>
          <p:spPr bwMode="auto">
            <a:xfrm>
              <a:off x="810" y="11"/>
              <a:ext cx="62"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25783" name="Rectangle 181"/>
            <p:cNvSpPr>
              <a:spLocks noChangeArrowheads="1"/>
            </p:cNvSpPr>
            <p:nvPr/>
          </p:nvSpPr>
          <p:spPr bwMode="auto">
            <a:xfrm>
              <a:off x="1113" y="5"/>
              <a:ext cx="9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Symbol" panose="05050102010706020507" pitchFamily="18" charset="2"/>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14518" name="Group 182"/>
          <p:cNvGrpSpPr/>
          <p:nvPr/>
        </p:nvGrpSpPr>
        <p:grpSpPr bwMode="auto">
          <a:xfrm>
            <a:off x="4495800" y="5181600"/>
            <a:ext cx="3505200" cy="990600"/>
            <a:chOff x="0" y="0"/>
            <a:chExt cx="2064" cy="528"/>
          </a:xfrm>
        </p:grpSpPr>
        <p:sp>
          <p:nvSpPr>
            <p:cNvPr id="25785" name="AutoShape 183" descr="再生纸"/>
            <p:cNvSpPr>
              <a:spLocks noChangeArrowheads="1"/>
            </p:cNvSpPr>
            <p:nvPr/>
          </p:nvSpPr>
          <p:spPr bwMode="auto">
            <a:xfrm>
              <a:off x="0" y="0"/>
              <a:ext cx="2064" cy="528"/>
            </a:xfrm>
            <a:prstGeom prst="bevel">
              <a:avLst>
                <a:gd name="adj" fmla="val 4648"/>
              </a:avLst>
            </a:prstGeom>
            <a:blipFill dpi="0" rotWithShape="0">
              <a:blip r:embed="rId4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5786" name="Object 184"/>
            <p:cNvGraphicFramePr>
              <a:graphicFrameLocks noChangeAspect="1"/>
            </p:cNvGraphicFramePr>
            <p:nvPr/>
          </p:nvGraphicFramePr>
          <p:xfrm>
            <a:off x="96" y="30"/>
            <a:ext cx="1872" cy="442"/>
          </p:xfrm>
          <a:graphic>
            <a:graphicData uri="http://schemas.openxmlformats.org/presentationml/2006/ole">
              <mc:AlternateContent xmlns:mc="http://schemas.openxmlformats.org/markup-compatibility/2006">
                <mc:Choice xmlns:v="urn:schemas-microsoft-com:vml" Requires="v">
                  <p:oleObj spid="_x0000_s26134" r:id="rId45" imgW="1917700" imgH="444500" progId="Equation.3">
                    <p:embed/>
                  </p:oleObj>
                </mc:Choice>
                <mc:Fallback>
                  <p:oleObj r:id="rId45" imgW="1917700" imgH="444500" progId="Equation.3">
                    <p:embed/>
                    <p:pic>
                      <p:nvPicPr>
                        <p:cNvPr id="0" name="Object 184"/>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96" y="30"/>
                          <a:ext cx="1872"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4521" name="Group 185"/>
          <p:cNvGrpSpPr/>
          <p:nvPr/>
        </p:nvGrpSpPr>
        <p:grpSpPr bwMode="auto">
          <a:xfrm>
            <a:off x="250825" y="188913"/>
            <a:ext cx="5984875" cy="1423987"/>
            <a:chOff x="0" y="0"/>
            <a:chExt cx="3770" cy="897"/>
          </a:xfrm>
        </p:grpSpPr>
        <p:pic>
          <p:nvPicPr>
            <p:cNvPr id="25788" name="Picture 186" descr="EXAMINE"/>
            <p:cNvPicPr>
              <a:picLocks noChangeAspect="1" noChangeArrowheads="1"/>
            </p:cNvPicPr>
            <p:nvPr/>
          </p:nvPicPr>
          <p:blipFill>
            <a:blip r:embed="rId47" cstate="print">
              <a:extLst>
                <a:ext uri="{28A0092B-C50C-407E-A947-70E740481C1C}">
                  <a14:useLocalDpi xmlns:a14="http://schemas.microsoft.com/office/drawing/2010/main" val="0"/>
                </a:ext>
              </a:extLst>
            </a:blip>
            <a:srcRect/>
            <a:stretch>
              <a:fillRect/>
            </a:stretch>
          </p:blipFill>
          <p:spPr bwMode="auto">
            <a:xfrm>
              <a:off x="0" y="0"/>
              <a:ext cx="834" cy="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89" name="Text Box 187"/>
            <p:cNvSpPr txBox="1">
              <a:spLocks noChangeArrowheads="1"/>
            </p:cNvSpPr>
            <p:nvPr/>
          </p:nvSpPr>
          <p:spPr bwMode="auto">
            <a:xfrm>
              <a:off x="1047" y="192"/>
              <a:ext cx="272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    </a:t>
              </a:r>
              <a:r>
                <a:rPr lang="en-US" altLang="zh-CN" sz="2800" b="1">
                  <a:solidFill>
                    <a:srgbClr val="000000"/>
                  </a:solidFill>
                  <a:latin typeface="Times New Roman" panose="02020603050405020304" pitchFamily="18" charset="0"/>
                  <a:ea typeface="楷体_GB2312" pitchFamily="49" charset="-122"/>
                  <a:sym typeface="Wingdings" panose="05000000000000000000" pitchFamily="2" charset="2"/>
                </a:rPr>
                <a:t>1.4  </a:t>
              </a:r>
              <a:r>
                <a:rPr lang="zh-CN" altLang="en-US" sz="2800" b="1">
                  <a:solidFill>
                    <a:srgbClr val="000000"/>
                  </a:solidFill>
                  <a:latin typeface="Times New Roman" panose="02020603050405020304" pitchFamily="18" charset="0"/>
                  <a:ea typeface="楷体_GB2312" pitchFamily="49" charset="-122"/>
                </a:rPr>
                <a:t>插值余项</a:t>
              </a:r>
              <a:r>
                <a:rPr lang="zh-CN" altLang="en-US" sz="2400" b="1">
                  <a:solidFill>
                    <a:srgbClr val="000000"/>
                  </a:solidFill>
                  <a:latin typeface="Times New Roman" panose="02020603050405020304" pitchFamily="18" charset="0"/>
                  <a:ea typeface="楷体_GB2312" pitchFamily="49" charset="-122"/>
                </a:rPr>
                <a:t> </a:t>
              </a:r>
              <a:r>
                <a:rPr lang="en-US" altLang="zh-CN" sz="2000" b="1">
                  <a:solidFill>
                    <a:srgbClr val="008000"/>
                  </a:solidFill>
                  <a:ea typeface="楷体_GB2312" pitchFamily="49" charset="-122"/>
                </a:rPr>
                <a:t>(Remainder)</a:t>
              </a:r>
            </a:p>
          </p:txBody>
        </p:sp>
        <p:sp>
          <p:nvSpPr>
            <p:cNvPr id="25790" name="Text Box 188"/>
            <p:cNvSpPr txBox="1">
              <a:spLocks noChangeArrowheads="1"/>
            </p:cNvSpPr>
            <p:nvPr/>
          </p:nvSpPr>
          <p:spPr bwMode="auto">
            <a:xfrm>
              <a:off x="866" y="216"/>
              <a:ext cx="22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a:t>
              </a:r>
              <a:endParaRPr lang="zh-CN" altLang="en-US" sz="2000" b="1">
                <a:solidFill>
                  <a:srgbClr val="008000"/>
                </a:solidFill>
                <a:ea typeface="楷体_GB2312" pitchFamily="49"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14521"/>
                                        </p:tgtEl>
                                        <p:attrNameLst>
                                          <p:attrName>style.visibility</p:attrName>
                                        </p:attrNameLst>
                                      </p:cBhvr>
                                      <p:to>
                                        <p:strVal val="visible"/>
                                      </p:to>
                                    </p:set>
                                    <p:anim calcmode="lin" valueType="num">
                                      <p:cBhvr>
                                        <p:cTn id="7" dur="500" fill="hold"/>
                                        <p:tgtEl>
                                          <p:spTgt spid="14521"/>
                                        </p:tgtEl>
                                        <p:attrNameLst>
                                          <p:attrName>ppt_x</p:attrName>
                                        </p:attrNameLst>
                                      </p:cBhvr>
                                      <p:tavLst>
                                        <p:tav tm="0">
                                          <p:val>
                                            <p:strVal val="0-#ppt_w/2"/>
                                          </p:val>
                                        </p:tav>
                                        <p:tav tm="100000">
                                          <p:val>
                                            <p:strVal val="#ppt_x"/>
                                          </p:val>
                                        </p:tav>
                                      </p:tavLst>
                                    </p:anim>
                                    <p:anim calcmode="lin" valueType="num">
                                      <p:cBhvr>
                                        <p:cTn id="8" dur="500" fill="hold"/>
                                        <p:tgtEl>
                                          <p:spTgt spid="1452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8" presetClass="entr" presetSubtype="6" fill="hold" nodeType="clickEffect">
                                  <p:stCondLst>
                                    <p:cond delay="0"/>
                                  </p:stCondLst>
                                  <p:childTnLst>
                                    <p:set>
                                      <p:cBhvr>
                                        <p:cTn id="12" dur="1" fill="hold">
                                          <p:stCondLst>
                                            <p:cond delay="0"/>
                                          </p:stCondLst>
                                        </p:cTn>
                                        <p:tgtEl>
                                          <p:spTgt spid="14338"/>
                                        </p:tgtEl>
                                        <p:attrNameLst>
                                          <p:attrName>style.visibility</p:attrName>
                                        </p:attrNameLst>
                                      </p:cBhvr>
                                      <p:to>
                                        <p:strVal val="visible"/>
                                      </p:to>
                                    </p:set>
                                    <p:animEffect transition="in" filter="strips(downRight)">
                                      <p:cBhvr>
                                        <p:cTn id="13" dur="500"/>
                                        <p:tgtEl>
                                          <p:spTgt spid="14338"/>
                                        </p:tgtEl>
                                      </p:cBhvr>
                                    </p:animEffect>
                                  </p:childTnLst>
                                  <p:subTnLst>
                                    <p:audio>
                                      <p:cMediaNode>
                                        <p:cTn display="0" masterRel="sameClick">
                                          <p:stCondLst>
                                            <p:cond evt="begin" delay="0">
                                              <p:tn val="11"/>
                                            </p:cond>
                                          </p:stCondLst>
                                          <p:endCondLst>
                                            <p:cond evt="onStopAudio" delay="0">
                                              <p:tgtEl>
                                                <p:sldTgt/>
                                              </p:tgtEl>
                                            </p:cond>
                                          </p:endCondLst>
                                        </p:cTn>
                                        <p:tgtEl>
                                          <p:sndTgt r:embed="rId3" name="projctor.wav"/>
                                        </p:tgtEl>
                                      </p:cMediaNode>
                                    </p:audio>
                                  </p:subTnLst>
                                </p:cTn>
                              </p:par>
                            </p:childTnLst>
                          </p:cTn>
                        </p:par>
                      </p:childTnLst>
                    </p:cTn>
                  </p:par>
                  <p:par>
                    <p:cTn id="14" fill="hold">
                      <p:stCondLst>
                        <p:cond delay="indefinite"/>
                      </p:stCondLst>
                      <p:childTnLst>
                        <p:par>
                          <p:cTn id="15" fill="hold">
                            <p:stCondLst>
                              <p:cond delay="0"/>
                            </p:stCondLst>
                            <p:childTnLst>
                              <p:par>
                                <p:cTn id="16" presetID="18" presetClass="entr" presetSubtype="6" fill="hold" nodeType="clickEffect">
                                  <p:stCondLst>
                                    <p:cond delay="0"/>
                                  </p:stCondLst>
                                  <p:childTnLst>
                                    <p:set>
                                      <p:cBhvr>
                                        <p:cTn id="17" dur="1" fill="hold">
                                          <p:stCondLst>
                                            <p:cond delay="0"/>
                                          </p:stCondLst>
                                        </p:cTn>
                                        <p:tgtEl>
                                          <p:spTgt spid="14348"/>
                                        </p:tgtEl>
                                        <p:attrNameLst>
                                          <p:attrName>style.visibility</p:attrName>
                                        </p:attrNameLst>
                                      </p:cBhvr>
                                      <p:to>
                                        <p:strVal val="visible"/>
                                      </p:to>
                                    </p:set>
                                    <p:animEffect transition="in" filter="strips(downRight)">
                                      <p:cBhvr>
                                        <p:cTn id="18" dur="500"/>
                                        <p:tgtEl>
                                          <p:spTgt spid="14348"/>
                                        </p:tgtEl>
                                      </p:cBhvr>
                                    </p:animEffect>
                                  </p:childTnLst>
                                  <p:subTnLst>
                                    <p:audio>
                                      <p:cMediaNode>
                                        <p:cTn display="0" masterRel="sameClick">
                                          <p:stCondLst>
                                            <p:cond evt="begin" delay="0">
                                              <p:tn val="16"/>
                                            </p:cond>
                                          </p:stCondLst>
                                          <p:endCondLst>
                                            <p:cond evt="onStopAudio" delay="0">
                                              <p:tgtEl>
                                                <p:sldTgt/>
                                              </p:tgtEl>
                                            </p:cond>
                                          </p:endCondLst>
                                        </p:cTn>
                                        <p:tgtEl>
                                          <p:sndTgt r:embed="rId3" name="projctor.wav"/>
                                        </p:tgtEl>
                                      </p:cMediaNode>
                                    </p:audio>
                                  </p:sub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4354"/>
                                        </p:tgtEl>
                                        <p:attrNameLst>
                                          <p:attrName>style.visibility</p:attrName>
                                        </p:attrNameLst>
                                      </p:cBhvr>
                                      <p:to>
                                        <p:strVal val="visible"/>
                                      </p:to>
                                    </p:set>
                                    <p:animEffect transition="in" filter="wipe(left)">
                                      <p:cBhvr>
                                        <p:cTn id="23" dur="500"/>
                                        <p:tgtEl>
                                          <p:spTgt spid="14354"/>
                                        </p:tgtEl>
                                      </p:cBhvr>
                                    </p:animEffect>
                                  </p:childTnLst>
                                  <p:subTnLst>
                                    <p:audio>
                                      <p:cMediaNode>
                                        <p:cTn display="0" masterRel="sameClick">
                                          <p:stCondLst>
                                            <p:cond evt="begin" delay="0">
                                              <p:tn val="21"/>
                                            </p:cond>
                                          </p:stCondLst>
                                          <p:endCondLst>
                                            <p:cond evt="onStopAudio" delay="0">
                                              <p:tgtEl>
                                                <p:sldTgt/>
                                              </p:tgtEl>
                                            </p:cond>
                                          </p:endCondLst>
                                        </p:cTn>
                                        <p:tgtEl>
                                          <p:sndTgt r:embed="rId4" name="type.wav"/>
                                        </p:tgtEl>
                                      </p:cMediaNode>
                                    </p:audio>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4357"/>
                                        </p:tgtEl>
                                        <p:attrNameLst>
                                          <p:attrName>style.visibility</p:attrName>
                                        </p:attrNameLst>
                                      </p:cBhvr>
                                      <p:to>
                                        <p:strVal val="visible"/>
                                      </p:to>
                                    </p:set>
                                    <p:animEffect transition="in" filter="wipe(left)">
                                      <p:cBhvr>
                                        <p:cTn id="28" dur="500"/>
                                        <p:tgtEl>
                                          <p:spTgt spid="14357"/>
                                        </p:tgtEl>
                                      </p:cBhvr>
                                    </p:animEffect>
                                  </p:childTnLst>
                                  <p:subTnLst>
                                    <p:audio>
                                      <p:cMediaNode>
                                        <p:cTn display="0" masterRel="sameClick">
                                          <p:stCondLst>
                                            <p:cond evt="begin" delay="0">
                                              <p:tn val="26"/>
                                            </p:cond>
                                          </p:stCondLst>
                                          <p:endCondLst>
                                            <p:cond evt="onStopAudio" delay="0">
                                              <p:tgtEl>
                                                <p:sldTgt/>
                                              </p:tgtEl>
                                            </p:cond>
                                          </p:endCondLst>
                                        </p:cTn>
                                        <p:tgtEl>
                                          <p:sndTgt r:embed="rId4" name="type.wav"/>
                                        </p:tgtEl>
                                      </p:cMediaNode>
                                    </p:audio>
                                  </p:sub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4360"/>
                                        </p:tgtEl>
                                        <p:attrNameLst>
                                          <p:attrName>style.visibility</p:attrName>
                                        </p:attrNameLst>
                                      </p:cBhvr>
                                      <p:to>
                                        <p:strVal val="visible"/>
                                      </p:to>
                                    </p:set>
                                    <p:animEffect transition="in" filter="wipe(left)">
                                      <p:cBhvr>
                                        <p:cTn id="32" dur="500"/>
                                        <p:tgtEl>
                                          <p:spTgt spid="14360"/>
                                        </p:tgtEl>
                                      </p:cBhvr>
                                    </p:animEffect>
                                  </p:childTnLst>
                                  <p:subTnLst>
                                    <p:audio>
                                      <p:cMediaNode>
                                        <p:cTn display="0" masterRel="sameClick">
                                          <p:stCondLst>
                                            <p:cond evt="begin" delay="0">
                                              <p:tn val="30"/>
                                            </p:cond>
                                          </p:stCondLst>
                                          <p:endCondLst>
                                            <p:cond evt="onStopAudio" delay="0">
                                              <p:tgtEl>
                                                <p:sldTgt/>
                                              </p:tgtEl>
                                            </p:cond>
                                          </p:endCondLst>
                                        </p:cTn>
                                        <p:tgtEl>
                                          <p:sndTgt r:embed="rId4" name="type.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4363"/>
                                        </p:tgtEl>
                                        <p:attrNameLst>
                                          <p:attrName>style.visibility</p:attrName>
                                        </p:attrNameLst>
                                      </p:cBhvr>
                                      <p:to>
                                        <p:strVal val="visible"/>
                                      </p:to>
                                    </p:set>
                                    <p:animEffect transition="in" filter="wipe(left)">
                                      <p:cBhvr>
                                        <p:cTn id="37" dur="500"/>
                                        <p:tgtEl>
                                          <p:spTgt spid="14363"/>
                                        </p:tgtEl>
                                      </p:cBhvr>
                                    </p:animEffect>
                                  </p:childTnLst>
                                  <p:subTnLst>
                                    <p:audio>
                                      <p:cMediaNode>
                                        <p:cTn display="0" masterRel="sameClick">
                                          <p:stCondLst>
                                            <p:cond evt="begin" delay="0">
                                              <p:tn val="35"/>
                                            </p:cond>
                                          </p:stCondLst>
                                          <p:endCondLst>
                                            <p:cond evt="onStopAudio" delay="0">
                                              <p:tgtEl>
                                                <p:sldTgt/>
                                              </p:tgtEl>
                                            </p:cond>
                                          </p:endCondLst>
                                        </p:cTn>
                                        <p:tgtEl>
                                          <p:sndTgt r:embed="rId4" name="type.wav"/>
                                        </p:tgtEl>
                                      </p:cMediaNode>
                                    </p:audio>
                                  </p:sub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4368"/>
                                        </p:tgtEl>
                                        <p:attrNameLst>
                                          <p:attrName>style.visibility</p:attrName>
                                        </p:attrNameLst>
                                      </p:cBhvr>
                                      <p:to>
                                        <p:strVal val="visible"/>
                                      </p:to>
                                    </p:set>
                                    <p:animEffect transition="in" filter="wipe(left)">
                                      <p:cBhvr>
                                        <p:cTn id="42" dur="500"/>
                                        <p:tgtEl>
                                          <p:spTgt spid="14368"/>
                                        </p:tgtEl>
                                      </p:cBhvr>
                                    </p:animEffect>
                                  </p:childTnLst>
                                  <p:subTnLst>
                                    <p:audio>
                                      <p:cMediaNode>
                                        <p:cTn display="0" masterRel="sameClick">
                                          <p:stCondLst>
                                            <p:cond evt="begin" delay="0">
                                              <p:tn val="40"/>
                                            </p:cond>
                                          </p:stCondLst>
                                          <p:endCondLst>
                                            <p:cond evt="onStopAudio" delay="0">
                                              <p:tgtEl>
                                                <p:sldTgt/>
                                              </p:tgtEl>
                                            </p:cond>
                                          </p:endCondLst>
                                        </p:cTn>
                                        <p:tgtEl>
                                          <p:sndTgt r:embed="rId4" name="type.wav"/>
                                        </p:tgtEl>
                                      </p:cMediaNode>
                                    </p:audio>
                                  </p:sub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4369"/>
                                        </p:tgtEl>
                                        <p:attrNameLst>
                                          <p:attrName>style.visibility</p:attrName>
                                        </p:attrNameLst>
                                      </p:cBhvr>
                                      <p:to>
                                        <p:strVal val="visible"/>
                                      </p:to>
                                    </p:set>
                                    <p:animEffect transition="in" filter="wipe(left)">
                                      <p:cBhvr>
                                        <p:cTn id="47" dur="500"/>
                                        <p:tgtEl>
                                          <p:spTgt spid="14369"/>
                                        </p:tgtEl>
                                      </p:cBhvr>
                                    </p:animEffect>
                                  </p:childTnLst>
                                  <p:subTnLst>
                                    <p:audio>
                                      <p:cMediaNode>
                                        <p:cTn display="0" masterRel="sameClick">
                                          <p:stCondLst>
                                            <p:cond evt="begin" delay="0">
                                              <p:tn val="45"/>
                                            </p:cond>
                                          </p:stCondLst>
                                          <p:endCondLst>
                                            <p:cond evt="onStopAudio" delay="0">
                                              <p:tgtEl>
                                                <p:sldTgt/>
                                              </p:tgtEl>
                                            </p:cond>
                                          </p:endCondLst>
                                        </p:cTn>
                                        <p:tgtEl>
                                          <p:sndTgt r:embed="rId5" name="cashreg.wav"/>
                                        </p:tgtEl>
                                      </p:cMediaNode>
                                    </p:audio>
                                  </p:sub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14375"/>
                                        </p:tgtEl>
                                        <p:attrNameLst>
                                          <p:attrName>style.visibility</p:attrName>
                                        </p:attrNameLst>
                                      </p:cBhvr>
                                      <p:to>
                                        <p:strVal val="visible"/>
                                      </p:to>
                                    </p:set>
                                    <p:animEffect transition="in" filter="dissolve">
                                      <p:cBhvr>
                                        <p:cTn id="52" dur="500"/>
                                        <p:tgtEl>
                                          <p:spTgt spid="14375"/>
                                        </p:tgtEl>
                                      </p:cBhvr>
                                    </p:animEffect>
                                  </p:childTnLst>
                                </p:cTn>
                              </p:par>
                            </p:childTnLst>
                          </p:cTn>
                        </p:par>
                        <p:par>
                          <p:cTn id="53" fill="hold">
                            <p:stCondLst>
                              <p:cond delay="500"/>
                            </p:stCondLst>
                            <p:childTnLst>
                              <p:par>
                                <p:cTn id="54" presetID="22" presetClass="entr" presetSubtype="1" fill="hold" grpId="0" nodeType="afterEffect">
                                  <p:stCondLst>
                                    <p:cond delay="0"/>
                                  </p:stCondLst>
                                  <p:childTnLst>
                                    <p:set>
                                      <p:cBhvr>
                                        <p:cTn id="55" dur="1" fill="hold">
                                          <p:stCondLst>
                                            <p:cond delay="0"/>
                                          </p:stCondLst>
                                        </p:cTn>
                                        <p:tgtEl>
                                          <p:spTgt spid="14376"/>
                                        </p:tgtEl>
                                        <p:attrNameLst>
                                          <p:attrName>style.visibility</p:attrName>
                                        </p:attrNameLst>
                                      </p:cBhvr>
                                      <p:to>
                                        <p:strVal val="visible"/>
                                      </p:to>
                                    </p:set>
                                    <p:animEffect transition="in" filter="wipe(up)">
                                      <p:cBhvr>
                                        <p:cTn id="56" dur="500"/>
                                        <p:tgtEl>
                                          <p:spTgt spid="14376"/>
                                        </p:tgtEl>
                                      </p:cBhvr>
                                    </p:animEffect>
                                  </p:childTnLst>
                                  <p:subTnLst>
                                    <p:audio>
                                      <p:cMediaNode>
                                        <p:cTn display="0" masterRel="sameClick">
                                          <p:stCondLst>
                                            <p:cond evt="begin" delay="0">
                                              <p:tn val="54"/>
                                            </p:cond>
                                          </p:stCondLst>
                                          <p:endCondLst>
                                            <p:cond evt="onStopAudio" delay="0">
                                              <p:tgtEl>
                                                <p:sldTgt/>
                                              </p:tgtEl>
                                            </p:cond>
                                          </p:endCondLst>
                                        </p:cTn>
                                        <p:tgtEl>
                                          <p:sndTgt r:embed="rId4" name="type.wav"/>
                                        </p:tgtEl>
                                      </p:cMediaNode>
                                    </p:audio>
                                  </p:subTnLst>
                                </p:cTn>
                              </p:par>
                            </p:childTnLst>
                          </p:cTn>
                        </p:par>
                      </p:childTnLst>
                    </p:cTn>
                  </p:par>
                  <p:par>
                    <p:cTn id="57" fill="hold">
                      <p:stCondLst>
                        <p:cond delay="indefinite"/>
                      </p:stCondLst>
                      <p:childTnLst>
                        <p:par>
                          <p:cTn id="58" fill="hold">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14377"/>
                                        </p:tgtEl>
                                        <p:attrNameLst>
                                          <p:attrName>style.visibility</p:attrName>
                                        </p:attrNameLst>
                                      </p:cBhvr>
                                      <p:to>
                                        <p:strVal val="visible"/>
                                      </p:to>
                                    </p:set>
                                    <p:animEffect transition="in" filter="wipe(up)">
                                      <p:cBhvr>
                                        <p:cTn id="61" dur="500"/>
                                        <p:tgtEl>
                                          <p:spTgt spid="14377"/>
                                        </p:tgtEl>
                                      </p:cBhvr>
                                    </p:animEffect>
                                  </p:childTnLst>
                                  <p:subTnLst>
                                    <p:audio>
                                      <p:cMediaNode>
                                        <p:cTn display="0" masterRel="sameClick">
                                          <p:stCondLst>
                                            <p:cond evt="begin" delay="0">
                                              <p:tn val="59"/>
                                            </p:cond>
                                          </p:stCondLst>
                                          <p:endCondLst>
                                            <p:cond evt="onStopAudio" delay="0">
                                              <p:tgtEl>
                                                <p:sldTgt/>
                                              </p:tgtEl>
                                            </p:cond>
                                          </p:endCondLst>
                                        </p:cTn>
                                        <p:tgtEl>
                                          <p:sndTgt r:embed="rId4" name="type.wav"/>
                                        </p:tgtEl>
                                      </p:cMediaNode>
                                    </p:audio>
                                  </p:sub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14378"/>
                                        </p:tgtEl>
                                        <p:attrNameLst>
                                          <p:attrName>style.visibility</p:attrName>
                                        </p:attrNameLst>
                                      </p:cBhvr>
                                      <p:to>
                                        <p:strVal val="visible"/>
                                      </p:to>
                                    </p:set>
                                    <p:animEffect transition="in" filter="wipe(left)">
                                      <p:cBhvr>
                                        <p:cTn id="66" dur="500"/>
                                        <p:tgtEl>
                                          <p:spTgt spid="14378"/>
                                        </p:tgtEl>
                                      </p:cBhvr>
                                    </p:animEffect>
                                  </p:childTnLst>
                                  <p:subTnLst>
                                    <p:audio>
                                      <p:cMediaNode>
                                        <p:cTn display="0" masterRel="sameClick">
                                          <p:stCondLst>
                                            <p:cond evt="begin" delay="0">
                                              <p:tn val="64"/>
                                            </p:cond>
                                          </p:stCondLst>
                                          <p:endCondLst>
                                            <p:cond evt="onStopAudio" delay="0">
                                              <p:tgtEl>
                                                <p:sldTgt/>
                                              </p:tgtEl>
                                            </p:cond>
                                          </p:endCondLst>
                                        </p:cTn>
                                        <p:tgtEl>
                                          <p:sndTgt r:embed="rId4" name="type.wav"/>
                                        </p:tgtEl>
                                      </p:cMediaNode>
                                    </p:audio>
                                  </p:sub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14401"/>
                                        </p:tgtEl>
                                        <p:attrNameLst>
                                          <p:attrName>style.visibility</p:attrName>
                                        </p:attrNameLst>
                                      </p:cBhvr>
                                      <p:to>
                                        <p:strVal val="visible"/>
                                      </p:to>
                                    </p:set>
                                    <p:animEffect transition="in" filter="wipe(left)">
                                      <p:cBhvr>
                                        <p:cTn id="71" dur="500"/>
                                        <p:tgtEl>
                                          <p:spTgt spid="14401"/>
                                        </p:tgtEl>
                                      </p:cBhvr>
                                    </p:animEffect>
                                  </p:childTnLst>
                                  <p:subTnLst>
                                    <p:audio>
                                      <p:cMediaNode>
                                        <p:cTn display="0" masterRel="sameClick">
                                          <p:stCondLst>
                                            <p:cond evt="begin" delay="0">
                                              <p:tn val="69"/>
                                            </p:cond>
                                          </p:stCondLst>
                                          <p:endCondLst>
                                            <p:cond evt="onStopAudio" delay="0">
                                              <p:tgtEl>
                                                <p:sldTgt/>
                                              </p:tgtEl>
                                            </p:cond>
                                          </p:endCondLst>
                                        </p:cTn>
                                        <p:tgtEl>
                                          <p:sndTgt r:embed="rId4" name="type.wav"/>
                                        </p:tgtEl>
                                      </p:cMediaNode>
                                    </p:audio>
                                  </p:sub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14429"/>
                                        </p:tgtEl>
                                        <p:attrNameLst>
                                          <p:attrName>style.visibility</p:attrName>
                                        </p:attrNameLst>
                                      </p:cBhvr>
                                      <p:to>
                                        <p:strVal val="visible"/>
                                      </p:to>
                                    </p:set>
                                    <p:animEffect transition="in" filter="wipe(left)">
                                      <p:cBhvr>
                                        <p:cTn id="76" dur="500"/>
                                        <p:tgtEl>
                                          <p:spTgt spid="14429"/>
                                        </p:tgtEl>
                                      </p:cBhvr>
                                    </p:animEffect>
                                  </p:childTnLst>
                                  <p:subTnLst>
                                    <p:audio>
                                      <p:cMediaNode>
                                        <p:cTn display="0" masterRel="sameClick">
                                          <p:stCondLst>
                                            <p:cond evt="begin" delay="0">
                                              <p:tn val="74"/>
                                            </p:cond>
                                          </p:stCondLst>
                                          <p:endCondLst>
                                            <p:cond evt="onStopAudio" delay="0">
                                              <p:tgtEl>
                                                <p:sldTgt/>
                                              </p:tgtEl>
                                            </p:cond>
                                          </p:endCondLst>
                                        </p:cTn>
                                        <p:tgtEl>
                                          <p:sndTgt r:embed="rId4" name="type.wav"/>
                                        </p:tgtEl>
                                      </p:cMediaNode>
                                    </p:audio>
                                  </p:subTnLst>
                                </p:cTn>
                              </p:par>
                            </p:childTnLst>
                          </p:cTn>
                        </p:par>
                      </p:childTnLst>
                    </p:cTn>
                  </p:par>
                  <p:par>
                    <p:cTn id="77" fill="hold">
                      <p:stCondLst>
                        <p:cond delay="indefinite"/>
                      </p:stCondLst>
                      <p:childTnLst>
                        <p:par>
                          <p:cTn id="78" fill="hold">
                            <p:stCondLst>
                              <p:cond delay="0"/>
                            </p:stCondLst>
                            <p:childTnLst>
                              <p:par>
                                <p:cTn id="79" presetID="17" presetClass="entr" presetSubtype="8" fill="hold" nodeType="clickEffect">
                                  <p:stCondLst>
                                    <p:cond delay="0"/>
                                  </p:stCondLst>
                                  <p:childTnLst>
                                    <p:set>
                                      <p:cBhvr>
                                        <p:cTn id="80" dur="1" fill="hold">
                                          <p:stCondLst>
                                            <p:cond delay="0"/>
                                          </p:stCondLst>
                                        </p:cTn>
                                        <p:tgtEl>
                                          <p:spTgt spid="14431"/>
                                        </p:tgtEl>
                                        <p:attrNameLst>
                                          <p:attrName>style.visibility</p:attrName>
                                        </p:attrNameLst>
                                      </p:cBhvr>
                                      <p:to>
                                        <p:strVal val="visible"/>
                                      </p:to>
                                    </p:set>
                                    <p:anim calcmode="lin" valueType="num">
                                      <p:cBhvr>
                                        <p:cTn id="81" dur="500" fill="hold"/>
                                        <p:tgtEl>
                                          <p:spTgt spid="14431"/>
                                        </p:tgtEl>
                                        <p:attrNameLst>
                                          <p:attrName>ppt_x</p:attrName>
                                        </p:attrNameLst>
                                      </p:cBhvr>
                                      <p:tavLst>
                                        <p:tav tm="0">
                                          <p:val>
                                            <p:strVal val="#ppt_x-#ppt_w/2"/>
                                          </p:val>
                                        </p:tav>
                                        <p:tav tm="100000">
                                          <p:val>
                                            <p:strVal val="#ppt_x"/>
                                          </p:val>
                                        </p:tav>
                                      </p:tavLst>
                                    </p:anim>
                                    <p:anim calcmode="lin" valueType="num">
                                      <p:cBhvr>
                                        <p:cTn id="82" dur="500" fill="hold"/>
                                        <p:tgtEl>
                                          <p:spTgt spid="14431"/>
                                        </p:tgtEl>
                                        <p:attrNameLst>
                                          <p:attrName>ppt_y</p:attrName>
                                        </p:attrNameLst>
                                      </p:cBhvr>
                                      <p:tavLst>
                                        <p:tav tm="0">
                                          <p:val>
                                            <p:strVal val="#ppt_y"/>
                                          </p:val>
                                        </p:tav>
                                        <p:tav tm="100000">
                                          <p:val>
                                            <p:strVal val="#ppt_y"/>
                                          </p:val>
                                        </p:tav>
                                      </p:tavLst>
                                    </p:anim>
                                    <p:anim calcmode="lin" valueType="num">
                                      <p:cBhvr>
                                        <p:cTn id="83" dur="500" fill="hold"/>
                                        <p:tgtEl>
                                          <p:spTgt spid="14431"/>
                                        </p:tgtEl>
                                        <p:attrNameLst>
                                          <p:attrName>ppt_w</p:attrName>
                                        </p:attrNameLst>
                                      </p:cBhvr>
                                      <p:tavLst>
                                        <p:tav tm="0">
                                          <p:val>
                                            <p:fltVal val="0"/>
                                          </p:val>
                                        </p:tav>
                                        <p:tav tm="100000">
                                          <p:val>
                                            <p:strVal val="#ppt_w"/>
                                          </p:val>
                                        </p:tav>
                                      </p:tavLst>
                                    </p:anim>
                                    <p:anim calcmode="lin" valueType="num">
                                      <p:cBhvr>
                                        <p:cTn id="84" dur="500" fill="hold"/>
                                        <p:tgtEl>
                                          <p:spTgt spid="14431"/>
                                        </p:tgtEl>
                                        <p:attrNameLst>
                                          <p:attrName>ppt_h</p:attrName>
                                        </p:attrNameLst>
                                      </p:cBhvr>
                                      <p:tavLst>
                                        <p:tav tm="0">
                                          <p:val>
                                            <p:strVal val="#ppt_h"/>
                                          </p:val>
                                        </p:tav>
                                        <p:tav tm="100000">
                                          <p:val>
                                            <p:strVal val="#ppt_h"/>
                                          </p:val>
                                        </p:tav>
                                      </p:tavLst>
                                    </p:anim>
                                  </p:childTnLst>
                                </p:cTn>
                              </p:par>
                            </p:childTnLst>
                          </p:cTn>
                        </p:par>
                        <p:par>
                          <p:cTn id="85" fill="hold">
                            <p:stCondLst>
                              <p:cond delay="500"/>
                            </p:stCondLst>
                            <p:childTnLst>
                              <p:par>
                                <p:cTn id="86" presetID="22" presetClass="entr" presetSubtype="8" fill="hold" nodeType="afterEffect">
                                  <p:stCondLst>
                                    <p:cond delay="0"/>
                                  </p:stCondLst>
                                  <p:childTnLst>
                                    <p:set>
                                      <p:cBhvr>
                                        <p:cTn id="87" dur="1" fill="hold">
                                          <p:stCondLst>
                                            <p:cond delay="0"/>
                                          </p:stCondLst>
                                        </p:cTn>
                                        <p:tgtEl>
                                          <p:spTgt spid="14430"/>
                                        </p:tgtEl>
                                        <p:attrNameLst>
                                          <p:attrName>style.visibility</p:attrName>
                                        </p:attrNameLst>
                                      </p:cBhvr>
                                      <p:to>
                                        <p:strVal val="visible"/>
                                      </p:to>
                                    </p:set>
                                    <p:animEffect transition="in" filter="wipe(left)">
                                      <p:cBhvr>
                                        <p:cTn id="88" dur="500"/>
                                        <p:tgtEl>
                                          <p:spTgt spid="14430"/>
                                        </p:tgtEl>
                                      </p:cBhvr>
                                    </p:animEffect>
                                  </p:childTnLst>
                                  <p:subTnLst>
                                    <p:audio>
                                      <p:cMediaNode>
                                        <p:cTn display="0" masterRel="sameClick">
                                          <p:stCondLst>
                                            <p:cond evt="begin" delay="0">
                                              <p:tn val="86"/>
                                            </p:cond>
                                          </p:stCondLst>
                                          <p:endCondLst>
                                            <p:cond evt="onStopAudio" delay="0">
                                              <p:tgtEl>
                                                <p:sldTgt/>
                                              </p:tgtEl>
                                            </p:cond>
                                          </p:endCondLst>
                                        </p:cTn>
                                        <p:tgtEl>
                                          <p:sndTgt r:embed="rId4" name="type.wav"/>
                                        </p:tgtEl>
                                      </p:cMediaNode>
                                    </p:audio>
                                  </p:subTnLst>
                                </p:cTn>
                              </p:par>
                            </p:childTnLst>
                          </p:cTn>
                        </p:par>
                      </p:childTnLst>
                    </p:cTn>
                  </p:par>
                  <p:par>
                    <p:cTn id="89" fill="hold">
                      <p:stCondLst>
                        <p:cond delay="indefinite"/>
                      </p:stCondLst>
                      <p:childTnLst>
                        <p:par>
                          <p:cTn id="90" fill="hold">
                            <p:stCondLst>
                              <p:cond delay="0"/>
                            </p:stCondLst>
                            <p:childTnLst>
                              <p:par>
                                <p:cTn id="91" presetID="18" presetClass="entr" presetSubtype="9" fill="hold" grpId="0" nodeType="clickEffect">
                                  <p:stCondLst>
                                    <p:cond delay="0"/>
                                  </p:stCondLst>
                                  <p:childTnLst>
                                    <p:set>
                                      <p:cBhvr>
                                        <p:cTn id="92" dur="1" fill="hold">
                                          <p:stCondLst>
                                            <p:cond delay="0"/>
                                          </p:stCondLst>
                                        </p:cTn>
                                        <p:tgtEl>
                                          <p:spTgt spid="14458"/>
                                        </p:tgtEl>
                                        <p:attrNameLst>
                                          <p:attrName>style.visibility</p:attrName>
                                        </p:attrNameLst>
                                      </p:cBhvr>
                                      <p:to>
                                        <p:strVal val="visible"/>
                                      </p:to>
                                    </p:set>
                                    <p:animEffect transition="in" filter="strips(upLeft)">
                                      <p:cBhvr>
                                        <p:cTn id="93" dur="500"/>
                                        <p:tgtEl>
                                          <p:spTgt spid="14458"/>
                                        </p:tgtEl>
                                      </p:cBhvr>
                                    </p:animEffect>
                                  </p:childTnLst>
                                  <p:subTnLst>
                                    <p:set>
                                      <p:cBhvr override="childStyle">
                                        <p:cTn dur="1" fill="hold" display="0" masterRel="nextClick" afterEffect="1"/>
                                        <p:tgtEl>
                                          <p:spTgt spid="14458"/>
                                        </p:tgtEl>
                                        <p:attrNameLst>
                                          <p:attrName>style.visibility</p:attrName>
                                        </p:attrNameLst>
                                      </p:cBhvr>
                                      <p:to>
                                        <p:strVal val="hidden"/>
                                      </p:to>
                                    </p:set>
                                    <p:audio>
                                      <p:cMediaNode>
                                        <p:cTn display="0" masterRel="sameClick">
                                          <p:stCondLst>
                                            <p:cond evt="begin" delay="0">
                                              <p:tn val="91"/>
                                            </p:cond>
                                          </p:stCondLst>
                                          <p:endCondLst>
                                            <p:cond evt="onStopAudio" delay="0">
                                              <p:tgtEl>
                                                <p:sldTgt/>
                                              </p:tgtEl>
                                            </p:cond>
                                          </p:endCondLst>
                                        </p:cTn>
                                        <p:tgtEl>
                                          <p:sndTgt r:embed="rId6" name="whoosh.wav"/>
                                        </p:tgtEl>
                                      </p:cMediaNode>
                                    </p:audio>
                                  </p:subTnLst>
                                </p:cTn>
                              </p:par>
                            </p:childTnLst>
                          </p:cTn>
                        </p:par>
                      </p:childTnLst>
                    </p:cTn>
                  </p:par>
                  <p:par>
                    <p:cTn id="94" fill="hold">
                      <p:stCondLst>
                        <p:cond delay="indefinite"/>
                      </p:stCondLst>
                      <p:childTnLst>
                        <p:par>
                          <p:cTn id="95" fill="hold">
                            <p:stCondLst>
                              <p:cond delay="0"/>
                            </p:stCondLst>
                            <p:childTnLst>
                              <p:par>
                                <p:cTn id="96" presetID="22" presetClass="entr" presetSubtype="1" fill="hold" nodeType="clickEffect">
                                  <p:stCondLst>
                                    <p:cond delay="0"/>
                                  </p:stCondLst>
                                  <p:childTnLst>
                                    <p:set>
                                      <p:cBhvr>
                                        <p:cTn id="97" dur="1" fill="hold">
                                          <p:stCondLst>
                                            <p:cond delay="0"/>
                                          </p:stCondLst>
                                        </p:cTn>
                                        <p:tgtEl>
                                          <p:spTgt spid="14455"/>
                                        </p:tgtEl>
                                        <p:attrNameLst>
                                          <p:attrName>style.visibility</p:attrName>
                                        </p:attrNameLst>
                                      </p:cBhvr>
                                      <p:to>
                                        <p:strVal val="visible"/>
                                      </p:to>
                                    </p:set>
                                    <p:animEffect transition="in" filter="wipe(up)">
                                      <p:cBhvr>
                                        <p:cTn id="98" dur="500"/>
                                        <p:tgtEl>
                                          <p:spTgt spid="14455"/>
                                        </p:tgtEl>
                                      </p:cBhvr>
                                    </p:animEffect>
                                  </p:childTnLst>
                                </p:cTn>
                              </p:par>
                            </p:childTnLst>
                          </p:cTn>
                        </p:par>
                        <p:par>
                          <p:cTn id="99" fill="hold">
                            <p:stCondLst>
                              <p:cond delay="500"/>
                            </p:stCondLst>
                            <p:childTnLst>
                              <p:par>
                                <p:cTn id="100" presetID="22" presetClass="entr" presetSubtype="1" fill="hold" nodeType="afterEffect">
                                  <p:stCondLst>
                                    <p:cond delay="0"/>
                                  </p:stCondLst>
                                  <p:childTnLst>
                                    <p:set>
                                      <p:cBhvr>
                                        <p:cTn id="101" dur="1" fill="hold">
                                          <p:stCondLst>
                                            <p:cond delay="0"/>
                                          </p:stCondLst>
                                        </p:cTn>
                                        <p:tgtEl>
                                          <p:spTgt spid="14432"/>
                                        </p:tgtEl>
                                        <p:attrNameLst>
                                          <p:attrName>style.visibility</p:attrName>
                                        </p:attrNameLst>
                                      </p:cBhvr>
                                      <p:to>
                                        <p:strVal val="visible"/>
                                      </p:to>
                                    </p:set>
                                    <p:animEffect transition="in" filter="wipe(up)">
                                      <p:cBhvr>
                                        <p:cTn id="102" dur="500"/>
                                        <p:tgtEl>
                                          <p:spTgt spid="14432"/>
                                        </p:tgtEl>
                                      </p:cBhvr>
                                    </p:animEffect>
                                  </p:childTnLst>
                                  <p:subTnLst>
                                    <p:audio>
                                      <p:cMediaNode>
                                        <p:cTn display="0" masterRel="sameClick">
                                          <p:stCondLst>
                                            <p:cond evt="begin" delay="0">
                                              <p:tn val="100"/>
                                            </p:cond>
                                          </p:stCondLst>
                                          <p:endCondLst>
                                            <p:cond evt="onStopAudio" delay="0">
                                              <p:tgtEl>
                                                <p:sldTgt/>
                                              </p:tgtEl>
                                            </p:cond>
                                          </p:endCondLst>
                                        </p:cTn>
                                        <p:tgtEl>
                                          <p:sndTgt r:embed="rId4" name="type.wav"/>
                                        </p:tgtEl>
                                      </p:cMediaNode>
                                    </p:audio>
                                  </p:subTnLst>
                                </p:cTn>
                              </p:par>
                            </p:childTnLst>
                          </p:cTn>
                        </p:par>
                      </p:childTnLst>
                    </p:cTn>
                  </p:par>
                  <p:par>
                    <p:cTn id="103" fill="hold">
                      <p:stCondLst>
                        <p:cond delay="indefinite"/>
                      </p:stCondLst>
                      <p:childTnLst>
                        <p:par>
                          <p:cTn id="104" fill="hold">
                            <p:stCondLst>
                              <p:cond delay="0"/>
                            </p:stCondLst>
                            <p:childTnLst>
                              <p:par>
                                <p:cTn id="105" presetID="22" presetClass="entr" presetSubtype="2" fill="hold" nodeType="clickEffect">
                                  <p:stCondLst>
                                    <p:cond delay="0"/>
                                  </p:stCondLst>
                                  <p:childTnLst>
                                    <p:set>
                                      <p:cBhvr>
                                        <p:cTn id="106" dur="1" fill="hold">
                                          <p:stCondLst>
                                            <p:cond delay="0"/>
                                          </p:stCondLst>
                                        </p:cTn>
                                        <p:tgtEl>
                                          <p:spTgt spid="14459"/>
                                        </p:tgtEl>
                                        <p:attrNameLst>
                                          <p:attrName>style.visibility</p:attrName>
                                        </p:attrNameLst>
                                      </p:cBhvr>
                                      <p:to>
                                        <p:strVal val="visible"/>
                                      </p:to>
                                    </p:set>
                                    <p:animEffect transition="in" filter="wipe(right)">
                                      <p:cBhvr>
                                        <p:cTn id="107" dur="500"/>
                                        <p:tgtEl>
                                          <p:spTgt spid="14459"/>
                                        </p:tgtEl>
                                      </p:cBhvr>
                                    </p:animEffect>
                                  </p:childTnLst>
                                  <p:subTnLst>
                                    <p:audio>
                                      <p:cMediaNode>
                                        <p:cTn display="0" masterRel="sameClick">
                                          <p:stCondLst>
                                            <p:cond evt="begin" delay="0">
                                              <p:tn val="105"/>
                                            </p:cond>
                                          </p:stCondLst>
                                          <p:endCondLst>
                                            <p:cond evt="onStopAudio" delay="0">
                                              <p:tgtEl>
                                                <p:sldTgt/>
                                              </p:tgtEl>
                                            </p:cond>
                                          </p:endCondLst>
                                        </p:cTn>
                                        <p:tgtEl>
                                          <p:sndTgt r:embed="rId4" name="type.wav"/>
                                        </p:tgtEl>
                                      </p:cMediaNode>
                                    </p:audio>
                                  </p:subTnLst>
                                </p:cTn>
                              </p:par>
                            </p:childTnLst>
                          </p:cTn>
                        </p:par>
                      </p:childTnLst>
                    </p:cTn>
                  </p:par>
                  <p:par>
                    <p:cTn id="108" fill="hold">
                      <p:stCondLst>
                        <p:cond delay="indefinite"/>
                      </p:stCondLst>
                      <p:childTnLst>
                        <p:par>
                          <p:cTn id="109" fill="hold">
                            <p:stCondLst>
                              <p:cond delay="0"/>
                            </p:stCondLst>
                            <p:childTnLst>
                              <p:par>
                                <p:cTn id="110" presetID="1" presetClass="entr" presetSubtype="0" fill="hold" nodeType="clickEffect">
                                  <p:stCondLst>
                                    <p:cond delay="0"/>
                                  </p:stCondLst>
                                  <p:childTnLst>
                                    <p:set>
                                      <p:cBhvr>
                                        <p:cTn id="111" dur="1" fill="hold">
                                          <p:stCondLst>
                                            <p:cond delay="499"/>
                                          </p:stCondLst>
                                        </p:cTn>
                                        <p:tgtEl>
                                          <p:spTgt spid="14493"/>
                                        </p:tgtEl>
                                        <p:attrNameLst>
                                          <p:attrName>style.visibility</p:attrName>
                                        </p:attrNameLst>
                                      </p:cBhvr>
                                      <p:to>
                                        <p:strVal val="visible"/>
                                      </p:to>
                                    </p:set>
                                  </p:childTnLst>
                                  <p:subTnLst>
                                    <p:audio>
                                      <p:cMediaNode>
                                        <p:cTn display="0" masterRel="sameClick">
                                          <p:stCondLst>
                                            <p:cond evt="begin" delay="0">
                                              <p:tn val="110"/>
                                            </p:cond>
                                          </p:stCondLst>
                                          <p:endCondLst>
                                            <p:cond evt="onStopAudio" delay="0">
                                              <p:tgtEl>
                                                <p:sldTgt/>
                                              </p:tgtEl>
                                            </p:cond>
                                          </p:endCondLst>
                                        </p:cTn>
                                        <p:tgtEl>
                                          <p:sndTgt r:embed="rId7" name="gunshot.wav"/>
                                        </p:tgtEl>
                                      </p:cMediaNode>
                                    </p:audio>
                                  </p:subTnLst>
                                </p:cTn>
                              </p:par>
                            </p:childTnLst>
                          </p:cTn>
                        </p:par>
                      </p:childTnLst>
                    </p:cTn>
                  </p:par>
                  <p:par>
                    <p:cTn id="112" fill="hold">
                      <p:stCondLst>
                        <p:cond delay="indefinite"/>
                      </p:stCondLst>
                      <p:childTnLst>
                        <p:par>
                          <p:cTn id="113" fill="hold">
                            <p:stCondLst>
                              <p:cond delay="0"/>
                            </p:stCondLst>
                            <p:childTnLst>
                              <p:par>
                                <p:cTn id="114" presetID="17" presetClass="entr" presetSubtype="8" fill="hold" nodeType="clickEffect">
                                  <p:stCondLst>
                                    <p:cond delay="0"/>
                                  </p:stCondLst>
                                  <p:childTnLst>
                                    <p:set>
                                      <p:cBhvr>
                                        <p:cTn id="115" dur="1" fill="hold">
                                          <p:stCondLst>
                                            <p:cond delay="0"/>
                                          </p:stCondLst>
                                        </p:cTn>
                                        <p:tgtEl>
                                          <p:spTgt spid="14494"/>
                                        </p:tgtEl>
                                        <p:attrNameLst>
                                          <p:attrName>style.visibility</p:attrName>
                                        </p:attrNameLst>
                                      </p:cBhvr>
                                      <p:to>
                                        <p:strVal val="visible"/>
                                      </p:to>
                                    </p:set>
                                    <p:anim calcmode="lin" valueType="num">
                                      <p:cBhvr>
                                        <p:cTn id="116" dur="500" fill="hold"/>
                                        <p:tgtEl>
                                          <p:spTgt spid="14494"/>
                                        </p:tgtEl>
                                        <p:attrNameLst>
                                          <p:attrName>ppt_x</p:attrName>
                                        </p:attrNameLst>
                                      </p:cBhvr>
                                      <p:tavLst>
                                        <p:tav tm="0">
                                          <p:val>
                                            <p:strVal val="#ppt_x-#ppt_w/2"/>
                                          </p:val>
                                        </p:tav>
                                        <p:tav tm="100000">
                                          <p:val>
                                            <p:strVal val="#ppt_x"/>
                                          </p:val>
                                        </p:tav>
                                      </p:tavLst>
                                    </p:anim>
                                    <p:anim calcmode="lin" valueType="num">
                                      <p:cBhvr>
                                        <p:cTn id="117" dur="500" fill="hold"/>
                                        <p:tgtEl>
                                          <p:spTgt spid="14494"/>
                                        </p:tgtEl>
                                        <p:attrNameLst>
                                          <p:attrName>ppt_y</p:attrName>
                                        </p:attrNameLst>
                                      </p:cBhvr>
                                      <p:tavLst>
                                        <p:tav tm="0">
                                          <p:val>
                                            <p:strVal val="#ppt_y"/>
                                          </p:val>
                                        </p:tav>
                                        <p:tav tm="100000">
                                          <p:val>
                                            <p:strVal val="#ppt_y"/>
                                          </p:val>
                                        </p:tav>
                                      </p:tavLst>
                                    </p:anim>
                                    <p:anim calcmode="lin" valueType="num">
                                      <p:cBhvr>
                                        <p:cTn id="118" dur="500" fill="hold"/>
                                        <p:tgtEl>
                                          <p:spTgt spid="14494"/>
                                        </p:tgtEl>
                                        <p:attrNameLst>
                                          <p:attrName>ppt_w</p:attrName>
                                        </p:attrNameLst>
                                      </p:cBhvr>
                                      <p:tavLst>
                                        <p:tav tm="0">
                                          <p:val>
                                            <p:fltVal val="0"/>
                                          </p:val>
                                        </p:tav>
                                        <p:tav tm="100000">
                                          <p:val>
                                            <p:strVal val="#ppt_w"/>
                                          </p:val>
                                        </p:tav>
                                      </p:tavLst>
                                    </p:anim>
                                    <p:anim calcmode="lin" valueType="num">
                                      <p:cBhvr>
                                        <p:cTn id="119" dur="500" fill="hold"/>
                                        <p:tgtEl>
                                          <p:spTgt spid="14494"/>
                                        </p:tgtEl>
                                        <p:attrNameLst>
                                          <p:attrName>ppt_h</p:attrName>
                                        </p:attrNameLst>
                                      </p:cBhvr>
                                      <p:tavLst>
                                        <p:tav tm="0">
                                          <p:val>
                                            <p:strVal val="#ppt_h"/>
                                          </p:val>
                                        </p:tav>
                                        <p:tav tm="100000">
                                          <p:val>
                                            <p:strVal val="#ppt_h"/>
                                          </p:val>
                                        </p:tav>
                                      </p:tavLst>
                                    </p:anim>
                                  </p:childTnLst>
                                </p:cTn>
                              </p:par>
                            </p:childTnLst>
                          </p:cTn>
                        </p:par>
                        <p:par>
                          <p:cTn id="120" fill="hold">
                            <p:stCondLst>
                              <p:cond delay="500"/>
                            </p:stCondLst>
                            <p:childTnLst>
                              <p:par>
                                <p:cTn id="121" presetID="22" presetClass="entr" presetSubtype="8" fill="hold" nodeType="afterEffect">
                                  <p:stCondLst>
                                    <p:cond delay="0"/>
                                  </p:stCondLst>
                                  <p:childTnLst>
                                    <p:set>
                                      <p:cBhvr>
                                        <p:cTn id="122" dur="1" fill="hold">
                                          <p:stCondLst>
                                            <p:cond delay="0"/>
                                          </p:stCondLst>
                                        </p:cTn>
                                        <p:tgtEl>
                                          <p:spTgt spid="14495"/>
                                        </p:tgtEl>
                                        <p:attrNameLst>
                                          <p:attrName>style.visibility</p:attrName>
                                        </p:attrNameLst>
                                      </p:cBhvr>
                                      <p:to>
                                        <p:strVal val="visible"/>
                                      </p:to>
                                    </p:set>
                                    <p:animEffect transition="in" filter="wipe(left)">
                                      <p:cBhvr>
                                        <p:cTn id="123" dur="500"/>
                                        <p:tgtEl>
                                          <p:spTgt spid="14495"/>
                                        </p:tgtEl>
                                      </p:cBhvr>
                                    </p:animEffect>
                                  </p:childTnLst>
                                  <p:subTnLst>
                                    <p:audio>
                                      <p:cMediaNode>
                                        <p:cTn display="0" masterRel="sameClick">
                                          <p:stCondLst>
                                            <p:cond evt="begin" delay="0">
                                              <p:tn val="121"/>
                                            </p:cond>
                                          </p:stCondLst>
                                          <p:endCondLst>
                                            <p:cond evt="onStopAudio" delay="0">
                                              <p:tgtEl>
                                                <p:sldTgt/>
                                              </p:tgtEl>
                                            </p:cond>
                                          </p:endCondLst>
                                        </p:cTn>
                                        <p:tgtEl>
                                          <p:sndTgt r:embed="rId8" name="chimes.wav"/>
                                        </p:tgtEl>
                                      </p:cMediaNode>
                                    </p:audio>
                                  </p:sub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nodeType="clickEffect">
                                  <p:stCondLst>
                                    <p:cond delay="0"/>
                                  </p:stCondLst>
                                  <p:childTnLst>
                                    <p:set>
                                      <p:cBhvr>
                                        <p:cTn id="127" dur="1" fill="hold">
                                          <p:stCondLst>
                                            <p:cond delay="0"/>
                                          </p:stCondLst>
                                        </p:cTn>
                                        <p:tgtEl>
                                          <p:spTgt spid="14518"/>
                                        </p:tgtEl>
                                        <p:attrNameLst>
                                          <p:attrName>style.visibility</p:attrName>
                                        </p:attrNameLst>
                                      </p:cBhvr>
                                      <p:to>
                                        <p:strVal val="visible"/>
                                      </p:to>
                                    </p:set>
                                    <p:animEffect transition="in" filter="wipe(left)">
                                      <p:cBhvr>
                                        <p:cTn id="128" dur="500"/>
                                        <p:tgtEl>
                                          <p:spTgt spid="14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76" grpId="0"/>
      <p:bldP spid="14377" grpId="0"/>
      <p:bldP spid="14429" grpId="0"/>
      <p:bldP spid="14458"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EA7B92B9-16E9-4D51-B9AB-55E64444A86A}"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6626"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6627"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08AFD4EB-7D8A-4047-BAF3-7F31EA59B35E}" type="slidenum">
              <a:rPr lang="zh-CN" altLang="en-US" smtClean="0">
                <a:solidFill>
                  <a:srgbClr val="000000"/>
                </a:solidFill>
                <a:latin typeface="Times New Roman" panose="02020603050405020304" pitchFamily="18" charset="0"/>
              </a:rPr>
              <a:t>18</a:t>
            </a:fld>
            <a:endParaRPr lang="zh-CN" altLang="en-US">
              <a:solidFill>
                <a:srgbClr val="000000"/>
              </a:solidFill>
              <a:latin typeface="Times New Roman" panose="02020603050405020304" pitchFamily="18" charset="0"/>
            </a:endParaRPr>
          </a:p>
        </p:txBody>
      </p:sp>
      <p:grpSp>
        <p:nvGrpSpPr>
          <p:cNvPr id="15362" name="Group 2"/>
          <p:cNvGrpSpPr/>
          <p:nvPr/>
        </p:nvGrpSpPr>
        <p:grpSpPr bwMode="auto">
          <a:xfrm>
            <a:off x="598488" y="3789363"/>
            <a:ext cx="8077200" cy="2808287"/>
            <a:chOff x="0" y="0"/>
            <a:chExt cx="5088" cy="1769"/>
          </a:xfrm>
        </p:grpSpPr>
        <p:sp>
          <p:nvSpPr>
            <p:cNvPr id="26629" name="AutoShape 3" descr="再生纸"/>
            <p:cNvSpPr>
              <a:spLocks noChangeArrowheads="1"/>
            </p:cNvSpPr>
            <p:nvPr/>
          </p:nvSpPr>
          <p:spPr bwMode="auto">
            <a:xfrm>
              <a:off x="0" y="0"/>
              <a:ext cx="5088" cy="1769"/>
            </a:xfrm>
            <a:prstGeom prst="roundRect">
              <a:avLst>
                <a:gd name="adj" fmla="val 16667"/>
              </a:avLst>
            </a:prstGeom>
            <a:blipFill dpi="0" rotWithShape="0">
              <a:blip r:embed="rId3"/>
              <a:srcRect/>
              <a:tile tx="0" ty="0" sx="100000" sy="100000" flip="none" algn="tl"/>
            </a:blipFill>
            <a:ln>
              <a:noFill/>
            </a:ln>
            <a:effectLst>
              <a:prstShdw prst="shdw17" dist="17961" dir="2700000">
                <a:srgbClr val="999999"/>
              </a:prstShdw>
            </a:effectLst>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注：</a:t>
              </a:r>
              <a:r>
                <a:rPr lang="zh-CN" altLang="en-US" sz="32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rPr>
                <a:t>通常不能确定 </a:t>
              </a:r>
              <a:r>
                <a:rPr lang="zh-CN" altLang="en-US" sz="20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400" b="1" i="1" baseline="-25000">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而是估计                        </a:t>
              </a:r>
              <a:r>
                <a:rPr lang="en-US" altLang="zh-CN" sz="2400" b="1">
                  <a:solidFill>
                    <a:srgbClr val="000000"/>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a</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b</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endParaRPr lang="en-US" altLang="zh-CN" sz="2000" b="1">
                <a:solidFill>
                  <a:srgbClr val="000000"/>
                </a:solidFill>
                <a:latin typeface="Times New Roman" panose="02020603050405020304" pitchFamily="18" charset="0"/>
                <a:ea typeface="楷体_GB2312" pitchFamily="49" charset="-122"/>
              </a:endParaRPr>
            </a:p>
            <a:p>
              <a:pPr eaLnBrk="1" hangingPunct="1">
                <a:spcBef>
                  <a:spcPct val="30000"/>
                </a:spcBef>
              </a:pP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将                              作为误差估计上限。</a:t>
              </a:r>
            </a:p>
          </p:txBody>
        </p:sp>
        <p:graphicFrame>
          <p:nvGraphicFramePr>
            <p:cNvPr id="26630" name="Object 4"/>
            <p:cNvGraphicFramePr>
              <a:graphicFrameLocks noChangeAspect="1"/>
            </p:cNvGraphicFramePr>
            <p:nvPr/>
          </p:nvGraphicFramePr>
          <p:xfrm>
            <a:off x="3021" y="182"/>
            <a:ext cx="1160" cy="271"/>
          </p:xfrm>
          <a:graphic>
            <a:graphicData uri="http://schemas.openxmlformats.org/presentationml/2006/ole">
              <mc:AlternateContent xmlns:mc="http://schemas.openxmlformats.org/markup-compatibility/2006">
                <mc:Choice xmlns:v="urn:schemas-microsoft-com:vml" Requires="v">
                  <p:oleObj spid="_x0000_s26748" r:id="rId4" imgW="1106170" imgH="280035" progId="Equation.3">
                    <p:embed/>
                  </p:oleObj>
                </mc:Choice>
                <mc:Fallback>
                  <p:oleObj r:id="rId4" imgW="1106170" imgH="280035" progId="Equation.3">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1" y="182"/>
                          <a:ext cx="116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1" name="Object 5"/>
            <p:cNvGraphicFramePr>
              <a:graphicFrameLocks noChangeAspect="1"/>
            </p:cNvGraphicFramePr>
            <p:nvPr/>
          </p:nvGraphicFramePr>
          <p:xfrm>
            <a:off x="1052" y="398"/>
            <a:ext cx="1334" cy="464"/>
          </p:xfrm>
          <a:graphic>
            <a:graphicData uri="http://schemas.openxmlformats.org/presentationml/2006/ole">
              <mc:AlternateContent xmlns:mc="http://schemas.openxmlformats.org/markup-compatibility/2006">
                <mc:Choice xmlns:v="urn:schemas-microsoft-com:vml" Requires="v">
                  <p:oleObj spid="_x0000_s26749" r:id="rId6" imgW="1207770" imgH="432435" progId="Equation.3">
                    <p:embed/>
                  </p:oleObj>
                </mc:Choice>
                <mc:Fallback>
                  <p:oleObj r:id="rId6" imgW="1207770" imgH="432435" progId="Equation.3">
                    <p:embed/>
                    <p:pic>
                      <p:nvPicPr>
                        <p:cNvPr id="0"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52" y="398"/>
                          <a:ext cx="1334"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5366" name="Group 6"/>
          <p:cNvGrpSpPr/>
          <p:nvPr/>
        </p:nvGrpSpPr>
        <p:grpSpPr bwMode="auto">
          <a:xfrm>
            <a:off x="1403350" y="5157788"/>
            <a:ext cx="7086600" cy="1309687"/>
            <a:chOff x="0" y="0"/>
            <a:chExt cx="4464" cy="825"/>
          </a:xfrm>
        </p:grpSpPr>
        <p:sp>
          <p:nvSpPr>
            <p:cNvPr id="26633" name="Text Box 7"/>
            <p:cNvSpPr txBox="1">
              <a:spLocks noChangeArrowheads="1"/>
            </p:cNvSpPr>
            <p:nvPr/>
          </p:nvSpPr>
          <p:spPr bwMode="auto">
            <a:xfrm>
              <a:off x="0" y="0"/>
              <a:ext cx="4464" cy="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32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rPr>
                <a:t>当</a:t>
              </a:r>
              <a:r>
                <a:rPr lang="zh-CN" altLang="en-US" sz="2400" b="1" i="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f</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为任一个次数</a:t>
              </a:r>
              <a:r>
                <a:rPr lang="zh-CN" altLang="en-US" sz="2400" b="1">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3333CC"/>
                  </a:solidFill>
                  <a:latin typeface="Times New Roman" panose="02020603050405020304" pitchFamily="18" charset="0"/>
                  <a:ea typeface="楷体_GB2312" pitchFamily="49" charset="-122"/>
                  <a:sym typeface="Symbol" panose="05050102010706020507" pitchFamily="18" charset="2"/>
                </a:rPr>
                <a:t>n</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rPr>
                <a:t>的</a:t>
              </a:r>
              <a:r>
                <a:rPr lang="zh-CN" altLang="en-US" sz="2400" b="1">
                  <a:solidFill>
                    <a:srgbClr val="3333CC"/>
                  </a:solidFill>
                  <a:latin typeface="Times New Roman" panose="02020603050405020304" pitchFamily="18" charset="0"/>
                  <a:ea typeface="楷体_GB2312" pitchFamily="49" charset="-122"/>
                </a:rPr>
                <a:t>多项式</a:t>
              </a:r>
              <a:r>
                <a:rPr lang="zh-CN" altLang="en-US" sz="2400" b="1">
                  <a:solidFill>
                    <a:srgbClr val="000000"/>
                  </a:solidFill>
                  <a:latin typeface="Times New Roman" panose="02020603050405020304" pitchFamily="18" charset="0"/>
                  <a:ea typeface="楷体_GB2312" pitchFamily="49" charset="-122"/>
                </a:rPr>
                <a:t>时，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可知                ，即插值多项式对于次数</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000000"/>
                  </a:solidFill>
                  <a:latin typeface="Times New Roman" panose="02020603050405020304" pitchFamily="18" charset="0"/>
                  <a:ea typeface="楷体_GB2312" pitchFamily="49" charset="-122"/>
                  <a:sym typeface="Symbol" panose="05050102010706020507" pitchFamily="18" charset="2"/>
                </a:rPr>
                <a:t>n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的</a:t>
              </a:r>
              <a:r>
                <a:rPr lang="zh-CN" altLang="en-US" sz="2400" b="1">
                  <a:solidFill>
                    <a:srgbClr val="000000"/>
                  </a:solidFill>
                  <a:latin typeface="Times New Roman" panose="02020603050405020304" pitchFamily="18" charset="0"/>
                  <a:ea typeface="楷体_GB2312" pitchFamily="49" charset="-122"/>
                </a:rPr>
                <a:t>多项式是</a:t>
              </a:r>
              <a:r>
                <a:rPr lang="zh-CN" altLang="en-US" sz="2400" b="1">
                  <a:solidFill>
                    <a:srgbClr val="FF3300"/>
                  </a:solidFill>
                  <a:latin typeface="Times New Roman" panose="02020603050405020304" pitchFamily="18" charset="0"/>
                  <a:ea typeface="楷体_GB2312" pitchFamily="49" charset="-122"/>
                </a:rPr>
                <a:t>精确</a:t>
              </a:r>
              <a:r>
                <a:rPr lang="zh-CN" altLang="en-US" sz="2400" b="1">
                  <a:solidFill>
                    <a:srgbClr val="000000"/>
                  </a:solidFill>
                  <a:latin typeface="Times New Roman" panose="02020603050405020304" pitchFamily="18" charset="0"/>
                  <a:ea typeface="楷体_GB2312" pitchFamily="49" charset="-122"/>
                </a:rPr>
                <a:t>的。</a:t>
              </a:r>
            </a:p>
          </p:txBody>
        </p:sp>
        <p:graphicFrame>
          <p:nvGraphicFramePr>
            <p:cNvPr id="26634" name="Object 8"/>
            <p:cNvGraphicFramePr>
              <a:graphicFrameLocks noChangeAspect="1"/>
            </p:cNvGraphicFramePr>
            <p:nvPr/>
          </p:nvGraphicFramePr>
          <p:xfrm>
            <a:off x="3456" y="96"/>
            <a:ext cx="912" cy="249"/>
          </p:xfrm>
          <a:graphic>
            <a:graphicData uri="http://schemas.openxmlformats.org/presentationml/2006/ole">
              <mc:AlternateContent xmlns:mc="http://schemas.openxmlformats.org/markup-compatibility/2006">
                <mc:Choice xmlns:v="urn:schemas-microsoft-com:vml" Requires="v">
                  <p:oleObj spid="_x0000_s26750" r:id="rId8" imgW="839470" imgH="228600" progId="Equation.3">
                    <p:embed/>
                  </p:oleObj>
                </mc:Choice>
                <mc:Fallback>
                  <p:oleObj r:id="rId8" imgW="839470" imgH="228600" progId="Equation.3">
                    <p:embed/>
                    <p:pic>
                      <p:nvPicPr>
                        <p:cNvPr id="0"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56" y="96"/>
                          <a:ext cx="912"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5" name="Object 9"/>
            <p:cNvGraphicFramePr>
              <a:graphicFrameLocks noChangeAspect="1"/>
            </p:cNvGraphicFramePr>
            <p:nvPr/>
          </p:nvGraphicFramePr>
          <p:xfrm>
            <a:off x="432" y="336"/>
            <a:ext cx="753" cy="266"/>
          </p:xfrm>
          <a:graphic>
            <a:graphicData uri="http://schemas.openxmlformats.org/presentationml/2006/ole">
              <mc:AlternateContent xmlns:mc="http://schemas.openxmlformats.org/markup-compatibility/2006">
                <mc:Choice xmlns:v="urn:schemas-microsoft-com:vml" Requires="v">
                  <p:oleObj spid="_x0000_s26751" r:id="rId10" imgW="648970" imgH="229235" progId="Equation.3">
                    <p:embed/>
                  </p:oleObj>
                </mc:Choice>
                <mc:Fallback>
                  <p:oleObj r:id="rId10" imgW="648970" imgH="229235" progId="Equation.3">
                    <p:embed/>
                    <p:pic>
                      <p:nvPicPr>
                        <p:cNvPr id="0"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2" y="336"/>
                          <a:ext cx="753"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15370" name="Object 10"/>
          <p:cNvGraphicFramePr>
            <a:graphicFrameLocks noChangeAspect="1"/>
          </p:cNvGraphicFramePr>
          <p:nvPr/>
        </p:nvGraphicFramePr>
        <p:xfrm>
          <a:off x="1057275" y="520700"/>
          <a:ext cx="7402513" cy="460375"/>
        </p:xfrm>
        <a:graphic>
          <a:graphicData uri="http://schemas.openxmlformats.org/presentationml/2006/ole">
            <mc:AlternateContent xmlns:mc="http://schemas.openxmlformats.org/markup-compatibility/2006">
              <mc:Choice xmlns:v="urn:schemas-microsoft-com:vml" Requires="v">
                <p:oleObj spid="_x0000_s26752" r:id="rId12" imgW="3568700" imgH="228600" progId="Equation.3">
                  <p:embed/>
                </p:oleObj>
              </mc:Choice>
              <mc:Fallback>
                <p:oleObj r:id="rId12" imgW="3568700" imgH="228600" progId="Equation.3">
                  <p:embed/>
                  <p:pic>
                    <p:nvPicPr>
                      <p:cNvPr id="0" name="Object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57275" y="520700"/>
                        <a:ext cx="7402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5371" name="Object 11"/>
          <p:cNvGraphicFramePr>
            <a:graphicFrameLocks noChangeAspect="1"/>
          </p:cNvGraphicFramePr>
          <p:nvPr/>
        </p:nvGraphicFramePr>
        <p:xfrm>
          <a:off x="414338" y="1052513"/>
          <a:ext cx="8370887" cy="2557462"/>
        </p:xfrm>
        <a:graphic>
          <a:graphicData uri="http://schemas.openxmlformats.org/presentationml/2006/ole">
            <mc:AlternateContent xmlns:mc="http://schemas.openxmlformats.org/markup-compatibility/2006">
              <mc:Choice xmlns:v="urn:schemas-microsoft-com:vml" Requires="v">
                <p:oleObj spid="_x0000_s26753" r:id="rId14" imgW="3896995" imgH="1269365" progId="Equation.3">
                  <p:embed/>
                </p:oleObj>
              </mc:Choice>
              <mc:Fallback>
                <p:oleObj r:id="rId14" imgW="3896995" imgH="1269365" progId="Equation.3">
                  <p:embed/>
                  <p:pic>
                    <p:nvPicPr>
                      <p:cNvPr id="0" name="Object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14338" y="1052513"/>
                        <a:ext cx="8370887" cy="2557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15370"/>
                                        </p:tgtEl>
                                        <p:attrNameLst>
                                          <p:attrName>style.visibility</p:attrName>
                                        </p:attrNameLst>
                                      </p:cBhvr>
                                      <p:to>
                                        <p:strVal val="visible"/>
                                      </p:to>
                                    </p:set>
                                    <p:anim calcmode="lin" valueType="num">
                                      <p:cBhvr>
                                        <p:cTn id="7" dur="500" fill="hold"/>
                                        <p:tgtEl>
                                          <p:spTgt spid="15370"/>
                                        </p:tgtEl>
                                        <p:attrNameLst>
                                          <p:attrName>ppt_x</p:attrName>
                                        </p:attrNameLst>
                                      </p:cBhvr>
                                      <p:tavLst>
                                        <p:tav tm="0">
                                          <p:val>
                                            <p:strVal val="0-#ppt_w/2"/>
                                          </p:val>
                                        </p:tav>
                                        <p:tav tm="100000">
                                          <p:val>
                                            <p:strVal val="#ppt_x"/>
                                          </p:val>
                                        </p:tav>
                                      </p:tavLst>
                                    </p:anim>
                                    <p:anim calcmode="lin" valueType="num">
                                      <p:cBhvr>
                                        <p:cTn id="8" dur="500" fill="hold"/>
                                        <p:tgtEl>
                                          <p:spTgt spid="153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5371"/>
                                        </p:tgtEl>
                                        <p:attrNameLst>
                                          <p:attrName>style.visibility</p:attrName>
                                        </p:attrNameLst>
                                      </p:cBhvr>
                                      <p:to>
                                        <p:strVal val="visible"/>
                                      </p:to>
                                    </p:set>
                                    <p:animEffect transition="in" filter="wipe(left)">
                                      <p:cBhvr>
                                        <p:cTn id="13" dur="500"/>
                                        <p:tgtEl>
                                          <p:spTgt spid="1537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5362"/>
                                        </p:tgtEl>
                                        <p:attrNameLst>
                                          <p:attrName>style.visibility</p:attrName>
                                        </p:attrNameLst>
                                      </p:cBhvr>
                                      <p:to>
                                        <p:strVal val="visible"/>
                                      </p:to>
                                    </p:set>
                                    <p:animEffect transition="in" filter="wipe(up)">
                                      <p:cBhvr>
                                        <p:cTn id="18" dur="500"/>
                                        <p:tgtEl>
                                          <p:spTgt spid="15362"/>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15366"/>
                                        </p:tgtEl>
                                        <p:attrNameLst>
                                          <p:attrName>style.visibility</p:attrName>
                                        </p:attrNameLst>
                                      </p:cBhvr>
                                      <p:to>
                                        <p:strVal val="visible"/>
                                      </p:to>
                                    </p:set>
                                    <p:animEffect transition="in" filter="wipe(up)">
                                      <p:cBhvr>
                                        <p:cTn id="23" dur="500"/>
                                        <p:tgtEl>
                                          <p:spTgt spid="153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日期占位符 2"/>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8589A224-D2FF-474C-9EE2-5205BB882151}"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7650" name="页脚占位符 3"/>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7651" name="灯片编号占位符 4"/>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AF0620B-181B-4B0F-AD68-51B79E50A162}" type="slidenum">
              <a:rPr lang="zh-CN" altLang="en-US" smtClean="0">
                <a:solidFill>
                  <a:srgbClr val="000000"/>
                </a:solidFill>
                <a:latin typeface="Times New Roman" panose="02020603050405020304" pitchFamily="18" charset="0"/>
              </a:rPr>
              <a:t>19</a:t>
            </a:fld>
            <a:endParaRPr lang="zh-CN" altLang="en-US">
              <a:solidFill>
                <a:srgbClr val="000000"/>
              </a:solidFill>
              <a:latin typeface="Times New Roman" panose="02020603050405020304" pitchFamily="18" charset="0"/>
            </a:endParaRPr>
          </a:p>
        </p:txBody>
      </p:sp>
      <p:sp>
        <p:nvSpPr>
          <p:cNvPr id="27652" name="Text Box 2"/>
          <p:cNvSpPr txBox="1">
            <a:spLocks noChangeArrowheads="1"/>
          </p:cNvSpPr>
          <p:nvPr/>
        </p:nvSpPr>
        <p:spPr bwMode="auto">
          <a:xfrm>
            <a:off x="395288" y="409575"/>
            <a:ext cx="8496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400" b="1">
                <a:solidFill>
                  <a:srgbClr val="3333CC"/>
                </a:solidFill>
                <a:latin typeface="Times New Roman" panose="02020603050405020304" pitchFamily="18" charset="0"/>
                <a:ea typeface="楷体_GB2312" pitchFamily="49" charset="-122"/>
              </a:rPr>
              <a:t>例</a:t>
            </a:r>
            <a:r>
              <a:rPr lang="en-US" altLang="zh-CN" sz="2400" b="1">
                <a:solidFill>
                  <a:srgbClr val="3333CC"/>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求经过</a:t>
            </a:r>
            <a:r>
              <a:rPr lang="en-US" altLang="zh-CN" sz="2400" b="1" i="1">
                <a:solidFill>
                  <a:srgbClr val="000000"/>
                </a:solidFill>
                <a:latin typeface="Times New Roman" panose="02020603050405020304" pitchFamily="18" charset="0"/>
                <a:ea typeface="楷体_GB2312" pitchFamily="49" charset="-122"/>
              </a:rPr>
              <a:t>A</a:t>
            </a:r>
            <a:r>
              <a:rPr lang="en-US" altLang="zh-CN" sz="2400" b="1">
                <a:solidFill>
                  <a:srgbClr val="000000"/>
                </a:solidFill>
                <a:latin typeface="Times New Roman" panose="02020603050405020304" pitchFamily="18" charset="0"/>
                <a:ea typeface="楷体_GB2312" pitchFamily="49" charset="-122"/>
              </a:rPr>
              <a:t>(0,1)</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B</a:t>
            </a:r>
            <a:r>
              <a:rPr lang="en-US" altLang="zh-CN" sz="2400" b="1">
                <a:solidFill>
                  <a:srgbClr val="000000"/>
                </a:solidFill>
                <a:latin typeface="Times New Roman" panose="02020603050405020304" pitchFamily="18" charset="0"/>
                <a:ea typeface="楷体_GB2312" pitchFamily="49" charset="-122"/>
              </a:rPr>
              <a:t>(1,2)</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C</a:t>
            </a:r>
            <a:r>
              <a:rPr lang="en-US" altLang="zh-CN" sz="2400" b="1">
                <a:solidFill>
                  <a:srgbClr val="000000"/>
                </a:solidFill>
                <a:latin typeface="Times New Roman" panose="02020603050405020304" pitchFamily="18" charset="0"/>
                <a:ea typeface="楷体_GB2312" pitchFamily="49" charset="-122"/>
              </a:rPr>
              <a:t>(2,3)</a:t>
            </a:r>
            <a:r>
              <a:rPr lang="zh-CN" altLang="en-US" sz="2400" b="1">
                <a:solidFill>
                  <a:srgbClr val="000000"/>
                </a:solidFill>
                <a:latin typeface="Times New Roman" panose="02020603050405020304" pitchFamily="18" charset="0"/>
                <a:ea typeface="楷体_GB2312" pitchFamily="49" charset="-122"/>
              </a:rPr>
              <a:t>三个插值点的插值多项式</a:t>
            </a:r>
            <a:r>
              <a:rPr lang="en-US" altLang="zh-CN" sz="2400" b="1">
                <a:solidFill>
                  <a:srgbClr val="000000"/>
                </a:solidFill>
                <a:latin typeface="Times New Roman" panose="02020603050405020304" pitchFamily="18" charset="0"/>
                <a:ea typeface="楷体_GB2312" pitchFamily="49" charset="-122"/>
              </a:rPr>
              <a:t>.</a:t>
            </a:r>
          </a:p>
        </p:txBody>
      </p:sp>
      <p:sp>
        <p:nvSpPr>
          <p:cNvPr id="16387" name="Text Box 3"/>
          <p:cNvSpPr txBox="1">
            <a:spLocks noChangeArrowheads="1"/>
          </p:cNvSpPr>
          <p:nvPr/>
        </p:nvSpPr>
        <p:spPr bwMode="auto">
          <a:xfrm>
            <a:off x="395288" y="912813"/>
            <a:ext cx="8496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400" b="1">
                <a:solidFill>
                  <a:srgbClr val="3333CC"/>
                </a:solidFill>
                <a:latin typeface="Times New Roman" panose="02020603050405020304" pitchFamily="18" charset="0"/>
                <a:ea typeface="楷体_GB2312" pitchFamily="49" charset="-122"/>
              </a:rPr>
              <a:t>解：</a:t>
            </a:r>
            <a:r>
              <a:rPr lang="zh-CN" altLang="en-US" sz="2400" b="1">
                <a:solidFill>
                  <a:srgbClr val="000000"/>
                </a:solidFill>
                <a:latin typeface="Times New Roman" panose="02020603050405020304" pitchFamily="18" charset="0"/>
                <a:ea typeface="楷体_GB2312" pitchFamily="49" charset="-122"/>
              </a:rPr>
              <a:t>三个插值节点及对应的函数值为</a:t>
            </a:r>
            <a:endParaRPr lang="zh-CN" altLang="en-US" sz="2400" b="1" i="1">
              <a:solidFill>
                <a:srgbClr val="000000"/>
              </a:solidFill>
              <a:latin typeface="Times New Roman" panose="02020603050405020304" pitchFamily="18" charset="0"/>
              <a:ea typeface="楷体_GB2312" pitchFamily="49" charset="-122"/>
            </a:endParaRPr>
          </a:p>
        </p:txBody>
      </p:sp>
      <p:graphicFrame>
        <p:nvGraphicFramePr>
          <p:cNvPr id="16388" name="Object 4"/>
          <p:cNvGraphicFramePr>
            <a:graphicFrameLocks noChangeAspect="1"/>
          </p:cNvGraphicFramePr>
          <p:nvPr/>
        </p:nvGraphicFramePr>
        <p:xfrm>
          <a:off x="1187450" y="1417638"/>
          <a:ext cx="6408738" cy="495300"/>
        </p:xfrm>
        <a:graphic>
          <a:graphicData uri="http://schemas.openxmlformats.org/presentationml/2006/ole">
            <mc:AlternateContent xmlns:mc="http://schemas.openxmlformats.org/markup-compatibility/2006">
              <mc:Choice xmlns:v="urn:schemas-microsoft-com:vml" Requires="v">
                <p:oleObj spid="_x0000_s27695" r:id="rId3" imgW="2959100" imgH="228600" progId="Equation.3">
                  <p:embed/>
                </p:oleObj>
              </mc:Choice>
              <mc:Fallback>
                <p:oleObj r:id="rId3" imgW="2959100" imgH="2286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450" y="1417638"/>
                        <a:ext cx="6408738"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6389" name="Object 5"/>
          <p:cNvGraphicFramePr>
            <a:graphicFrameLocks noChangeAspect="1"/>
          </p:cNvGraphicFramePr>
          <p:nvPr/>
        </p:nvGraphicFramePr>
        <p:xfrm>
          <a:off x="1054100" y="2516188"/>
          <a:ext cx="6457950" cy="3937000"/>
        </p:xfrm>
        <a:graphic>
          <a:graphicData uri="http://schemas.openxmlformats.org/presentationml/2006/ole">
            <mc:AlternateContent xmlns:mc="http://schemas.openxmlformats.org/markup-compatibility/2006">
              <mc:Choice xmlns:v="urn:schemas-microsoft-com:vml" Requires="v">
                <p:oleObj spid="_x0000_s27696" r:id="rId5" imgW="3263900" imgH="1993900" progId="Equation.3">
                  <p:embed/>
                </p:oleObj>
              </mc:Choice>
              <mc:Fallback>
                <p:oleObj r:id="rId5" imgW="3263900" imgH="19939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4100" y="2516188"/>
                        <a:ext cx="6457950" cy="393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6390" name="Text Box 6"/>
          <p:cNvSpPr txBox="1">
            <a:spLocks noChangeArrowheads="1"/>
          </p:cNvSpPr>
          <p:nvPr/>
        </p:nvSpPr>
        <p:spPr bwMode="auto">
          <a:xfrm>
            <a:off x="395288" y="1939925"/>
            <a:ext cx="4608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由抛物插值公式得</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6387"/>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499"/>
                                          </p:stCondLst>
                                        </p:cTn>
                                        <p:tgtEl>
                                          <p:spTgt spid="1638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16390"/>
                                        </p:tgtEl>
                                        <p:attrNameLst>
                                          <p:attrName>style.visibility</p:attrName>
                                        </p:attrNameLst>
                                      </p:cBhvr>
                                      <p:to>
                                        <p:strVal val="visible"/>
                                      </p:to>
                                    </p:set>
                                    <p:animEffect transition="in" filter="wipe(left)">
                                      <p:cBhvr>
                                        <p:cTn id="14" dur="500"/>
                                        <p:tgtEl>
                                          <p:spTgt spid="16390"/>
                                        </p:tgtEl>
                                      </p:cBhvr>
                                    </p:animEffect>
                                  </p:childTnLst>
                                </p:cTn>
                              </p:par>
                            </p:childTnLst>
                          </p:cTn>
                        </p:par>
                        <p:par>
                          <p:cTn id="15" fill="hold">
                            <p:stCondLst>
                              <p:cond delay="500"/>
                            </p:stCondLst>
                            <p:childTnLst>
                              <p:par>
                                <p:cTn id="16" presetID="1" presetClass="entr" presetSubtype="0" fill="hold" nodeType="afterEffect">
                                  <p:stCondLst>
                                    <p:cond delay="0"/>
                                  </p:stCondLst>
                                  <p:childTnLst>
                                    <p:set>
                                      <p:cBhvr>
                                        <p:cTn id="17" dur="1" fill="hold">
                                          <p:stCondLst>
                                            <p:cond delay="499"/>
                                          </p:stCondLst>
                                        </p:cTn>
                                        <p:tgtEl>
                                          <p:spTgt spid="163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7" grpId="0"/>
      <p:bldP spid="1639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01AF918-05BC-42A0-A873-5BDD80EDB6A3}"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867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867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307F40C1-92AD-40CF-9C1F-5F1A6990FDA1}" type="slidenum">
              <a:rPr lang="zh-CN" altLang="en-US" smtClean="0">
                <a:solidFill>
                  <a:srgbClr val="000000"/>
                </a:solidFill>
                <a:latin typeface="Times New Roman" panose="02020603050405020304" pitchFamily="18" charset="0"/>
              </a:rPr>
              <a:t>20</a:t>
            </a:fld>
            <a:endParaRPr lang="zh-CN" altLang="en-US">
              <a:solidFill>
                <a:srgbClr val="000000"/>
              </a:solidFill>
              <a:latin typeface="Times New Roman" panose="02020603050405020304" pitchFamily="18" charset="0"/>
            </a:endParaRPr>
          </a:p>
        </p:txBody>
      </p:sp>
      <p:grpSp>
        <p:nvGrpSpPr>
          <p:cNvPr id="17410" name="Group 2"/>
          <p:cNvGrpSpPr/>
          <p:nvPr/>
        </p:nvGrpSpPr>
        <p:grpSpPr bwMode="auto">
          <a:xfrm>
            <a:off x="381000" y="228600"/>
            <a:ext cx="8153400" cy="1508125"/>
            <a:chOff x="0" y="0"/>
            <a:chExt cx="5136" cy="950"/>
          </a:xfrm>
        </p:grpSpPr>
        <p:sp>
          <p:nvSpPr>
            <p:cNvPr id="28677" name="Text Box 3"/>
            <p:cNvSpPr txBox="1">
              <a:spLocks noChangeArrowheads="1"/>
            </p:cNvSpPr>
            <p:nvPr/>
          </p:nvSpPr>
          <p:spPr bwMode="auto">
            <a:xfrm>
              <a:off x="0" y="48"/>
              <a:ext cx="10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例</a:t>
              </a:r>
              <a:r>
                <a:rPr lang="en-US" altLang="zh-CN" sz="2400" b="1">
                  <a:solidFill>
                    <a:srgbClr val="3333CC"/>
                  </a:solidFill>
                  <a:latin typeface="Times New Roman" panose="02020603050405020304" pitchFamily="18" charset="0"/>
                  <a:ea typeface="楷体_GB2312" pitchFamily="49" charset="-122"/>
                </a:rPr>
                <a:t>2</a:t>
              </a:r>
              <a:r>
                <a:rPr lang="zh-CN" altLang="en-US" sz="2400" b="1">
                  <a:solidFill>
                    <a:srgbClr val="3333CC"/>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已知</a:t>
              </a:r>
            </a:p>
          </p:txBody>
        </p:sp>
        <p:graphicFrame>
          <p:nvGraphicFramePr>
            <p:cNvPr id="28678" name="Object 4"/>
            <p:cNvGraphicFramePr>
              <a:graphicFrameLocks noChangeAspect="1"/>
            </p:cNvGraphicFramePr>
            <p:nvPr/>
          </p:nvGraphicFramePr>
          <p:xfrm>
            <a:off x="912" y="0"/>
            <a:ext cx="2352" cy="429"/>
          </p:xfrm>
          <a:graphic>
            <a:graphicData uri="http://schemas.openxmlformats.org/presentationml/2006/ole">
              <mc:AlternateContent xmlns:mc="http://schemas.openxmlformats.org/markup-compatibility/2006">
                <mc:Choice xmlns:v="urn:schemas-microsoft-com:vml" Requires="v">
                  <p:oleObj spid="_x0000_s28953" r:id="rId8" imgW="2324100" imgH="431800" progId="Equation.3">
                    <p:embed/>
                  </p:oleObj>
                </mc:Choice>
                <mc:Fallback>
                  <p:oleObj r:id="rId8" imgW="2324100" imgH="431800" progId="Equation.3">
                    <p:embed/>
                    <p:pic>
                      <p:nvPicPr>
                        <p:cNvPr id="0"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2" y="0"/>
                          <a:ext cx="2352" cy="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79" name="Text Box 5"/>
            <p:cNvSpPr txBox="1">
              <a:spLocks noChangeArrowheads="1"/>
            </p:cNvSpPr>
            <p:nvPr/>
          </p:nvSpPr>
          <p:spPr bwMode="auto">
            <a:xfrm>
              <a:off x="384" y="432"/>
              <a:ext cx="4752"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分别利用 </a:t>
              </a:r>
              <a:r>
                <a:rPr lang="en-US" altLang="zh-CN" sz="2400" b="1">
                  <a:solidFill>
                    <a:srgbClr val="000000"/>
                  </a:solidFill>
                  <a:latin typeface="Times New Roman" panose="02020603050405020304" pitchFamily="18" charset="0"/>
                  <a:ea typeface="楷体_GB2312" pitchFamily="49" charset="-122"/>
                </a:rPr>
                <a:t>sin </a:t>
              </a:r>
              <a:r>
                <a:rPr lang="en-US" altLang="zh-CN" sz="2400" b="1" i="1">
                  <a:solidFill>
                    <a:srgbClr val="000000"/>
                  </a:solidFill>
                  <a:latin typeface="Times New Roman" panose="02020603050405020304" pitchFamily="18" charset="0"/>
                  <a:ea typeface="楷体_GB2312" pitchFamily="49" charset="-122"/>
                </a:rPr>
                <a:t>x </a:t>
              </a:r>
              <a:r>
                <a:rPr lang="zh-CN" altLang="en-US" sz="2400" b="1">
                  <a:solidFill>
                    <a:srgbClr val="000000"/>
                  </a:solidFill>
                  <a:latin typeface="Times New Roman" panose="02020603050405020304" pitchFamily="18" charset="0"/>
                  <a:ea typeface="楷体_GB2312" pitchFamily="49" charset="-122"/>
                </a:rPr>
                <a:t>的</a:t>
              </a:r>
              <a:r>
                <a:rPr lang="en-US" altLang="zh-CN" sz="2400" b="1">
                  <a:solidFill>
                    <a:srgbClr val="000000"/>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次、</a:t>
              </a:r>
              <a:r>
                <a:rPr lang="en-US" altLang="zh-CN" sz="2400" b="1">
                  <a:solidFill>
                    <a:srgbClr val="0000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次 </a:t>
              </a:r>
              <a:r>
                <a:rPr lang="en-US" altLang="zh-CN" sz="2400" b="1">
                  <a:solidFill>
                    <a:srgbClr val="000000"/>
                  </a:solidFill>
                  <a:latin typeface="Times New Roman" panose="02020603050405020304" pitchFamily="18" charset="0"/>
                  <a:ea typeface="楷体_GB2312" pitchFamily="49" charset="-122"/>
                </a:rPr>
                <a:t>Lagrange </a:t>
              </a:r>
              <a:r>
                <a:rPr lang="zh-CN" altLang="en-US" sz="2400" b="1">
                  <a:solidFill>
                    <a:srgbClr val="000000"/>
                  </a:solidFill>
                  <a:latin typeface="Times New Roman" panose="02020603050405020304" pitchFamily="18" charset="0"/>
                  <a:ea typeface="楷体_GB2312" pitchFamily="49" charset="-122"/>
                </a:rPr>
                <a:t>插值计算 </a:t>
              </a:r>
              <a:r>
                <a:rPr lang="en-US" altLang="zh-CN" sz="2400" b="1">
                  <a:solidFill>
                    <a:srgbClr val="3333CC"/>
                  </a:solidFill>
                  <a:latin typeface="Times New Roman" panose="02020603050405020304" pitchFamily="18" charset="0"/>
                  <a:ea typeface="楷体_GB2312" pitchFamily="49" charset="-122"/>
                </a:rPr>
                <a:t>sin 50</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a:t>
              </a:r>
              <a:endParaRPr lang="en-US" altLang="zh-CN" sz="2400" b="1">
                <a:solidFill>
                  <a:srgbClr val="3333CC"/>
                </a:solidFill>
                <a:latin typeface="Times New Roman" panose="02020603050405020304" pitchFamily="18" charset="0"/>
                <a:ea typeface="楷体_GB2312" pitchFamily="49" charset="-122"/>
              </a:endParaRPr>
            </a:p>
            <a:p>
              <a:pPr eaLnBrk="1" hangingPunct="1"/>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并估计误差。 </a:t>
              </a:r>
            </a:p>
          </p:txBody>
        </p:sp>
      </p:grpSp>
      <p:sp>
        <p:nvSpPr>
          <p:cNvPr id="17414" name="Text Box 6"/>
          <p:cNvSpPr txBox="1">
            <a:spLocks noChangeArrowheads="1"/>
          </p:cNvSpPr>
          <p:nvPr/>
        </p:nvSpPr>
        <p:spPr bwMode="auto">
          <a:xfrm>
            <a:off x="457200" y="1828800"/>
            <a:ext cx="83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解：</a:t>
            </a:r>
            <a:endParaRPr lang="zh-CN" altLang="en-US" sz="2400" b="1">
              <a:solidFill>
                <a:srgbClr val="000000"/>
              </a:solidFill>
              <a:latin typeface="Times New Roman" panose="02020603050405020304" pitchFamily="18" charset="0"/>
              <a:ea typeface="楷体_GB2312" pitchFamily="49" charset="-122"/>
            </a:endParaRPr>
          </a:p>
        </p:txBody>
      </p:sp>
      <p:grpSp>
        <p:nvGrpSpPr>
          <p:cNvPr id="17415" name="Group 7"/>
          <p:cNvGrpSpPr>
            <a:grpSpLocks noChangeAspect="1"/>
          </p:cNvGrpSpPr>
          <p:nvPr/>
        </p:nvGrpSpPr>
        <p:grpSpPr bwMode="auto">
          <a:xfrm>
            <a:off x="6477000" y="2133600"/>
            <a:ext cx="1835150" cy="366713"/>
            <a:chOff x="0" y="0"/>
            <a:chExt cx="1440" cy="288"/>
          </a:xfrm>
        </p:grpSpPr>
        <p:sp>
          <p:nvSpPr>
            <p:cNvPr id="28682" name="Line 8"/>
            <p:cNvSpPr>
              <a:spLocks noChangeAspect="1" noChangeShapeType="1"/>
            </p:cNvSpPr>
            <p:nvPr/>
          </p:nvSpPr>
          <p:spPr bwMode="auto">
            <a:xfrm>
              <a:off x="144" y="48"/>
              <a:ext cx="12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683" name="Line 9"/>
            <p:cNvSpPr>
              <a:spLocks noChangeAspect="1" noChangeShapeType="1"/>
            </p:cNvSpPr>
            <p:nvPr/>
          </p:nvSpPr>
          <p:spPr bwMode="auto">
            <a:xfrm>
              <a:off x="144" y="0"/>
              <a:ext cx="0" cy="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684" name="Line 10"/>
            <p:cNvSpPr>
              <a:spLocks noChangeAspect="1" noChangeShapeType="1"/>
            </p:cNvSpPr>
            <p:nvPr/>
          </p:nvSpPr>
          <p:spPr bwMode="auto">
            <a:xfrm flipV="1">
              <a:off x="768" y="0"/>
              <a:ext cx="0" cy="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685" name="Line 11"/>
            <p:cNvSpPr>
              <a:spLocks noChangeAspect="1" noChangeShapeType="1"/>
            </p:cNvSpPr>
            <p:nvPr/>
          </p:nvSpPr>
          <p:spPr bwMode="auto">
            <a:xfrm flipV="1">
              <a:off x="1344" y="0"/>
              <a:ext cx="0" cy="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28686" name="Object 12"/>
            <p:cNvGraphicFramePr>
              <a:graphicFrameLocks noChangeAspect="1"/>
            </p:cNvGraphicFramePr>
            <p:nvPr/>
          </p:nvGraphicFramePr>
          <p:xfrm>
            <a:off x="0" y="0"/>
            <a:ext cx="240" cy="288"/>
          </p:xfrm>
          <a:graphic>
            <a:graphicData uri="http://schemas.openxmlformats.org/presentationml/2006/ole">
              <mc:AlternateContent xmlns:mc="http://schemas.openxmlformats.org/markup-compatibility/2006">
                <mc:Choice xmlns:v="urn:schemas-microsoft-com:vml" Requires="v">
                  <p:oleObj spid="_x0000_s28954" r:id="rId10" imgW="191135" imgH="229235" progId="Equation.3">
                    <p:embed/>
                  </p:oleObj>
                </mc:Choice>
                <mc:Fallback>
                  <p:oleObj r:id="rId10" imgW="191135" imgH="229235" progId="Equation.3">
                    <p:embed/>
                    <p:pic>
                      <p:nvPicPr>
                        <p:cNvPr id="0" name="Object 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0" y="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87" name="Object 13"/>
            <p:cNvGraphicFramePr>
              <a:graphicFrameLocks noChangeAspect="1"/>
            </p:cNvGraphicFramePr>
            <p:nvPr/>
          </p:nvGraphicFramePr>
          <p:xfrm>
            <a:off x="680" y="8"/>
            <a:ext cx="224" cy="272"/>
          </p:xfrm>
          <a:graphic>
            <a:graphicData uri="http://schemas.openxmlformats.org/presentationml/2006/ole">
              <mc:AlternateContent xmlns:mc="http://schemas.openxmlformats.org/markup-compatibility/2006">
                <mc:Choice xmlns:v="urn:schemas-microsoft-com:vml" Requires="v">
                  <p:oleObj spid="_x0000_s28955" r:id="rId12" imgW="178435" imgH="216535" progId="Equation.3">
                    <p:embed/>
                  </p:oleObj>
                </mc:Choice>
                <mc:Fallback>
                  <p:oleObj r:id="rId12" imgW="178435" imgH="216535" progId="Equation.3">
                    <p:embed/>
                    <p:pic>
                      <p:nvPicPr>
                        <p:cNvPr id="0" name="Object 1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80" y="8"/>
                          <a:ext cx="224"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88" name="Object 14"/>
            <p:cNvGraphicFramePr>
              <a:graphicFrameLocks noChangeAspect="1"/>
            </p:cNvGraphicFramePr>
            <p:nvPr/>
          </p:nvGraphicFramePr>
          <p:xfrm>
            <a:off x="1200" y="8"/>
            <a:ext cx="240" cy="272"/>
          </p:xfrm>
          <a:graphic>
            <a:graphicData uri="http://schemas.openxmlformats.org/presentationml/2006/ole">
              <mc:AlternateContent xmlns:mc="http://schemas.openxmlformats.org/markup-compatibility/2006">
                <mc:Choice xmlns:v="urn:schemas-microsoft-com:vml" Requires="v">
                  <p:oleObj spid="_x0000_s28956" r:id="rId14" imgW="191135" imgH="216535" progId="Equation.3">
                    <p:embed/>
                  </p:oleObj>
                </mc:Choice>
                <mc:Fallback>
                  <p:oleObj r:id="rId14" imgW="191135" imgH="216535" progId="Equation.3">
                    <p:embed/>
                    <p:pic>
                      <p:nvPicPr>
                        <p:cNvPr id="0" name="Object 1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00" y="8"/>
                          <a:ext cx="240"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7423" name="Group 15"/>
          <p:cNvGrpSpPr/>
          <p:nvPr/>
        </p:nvGrpSpPr>
        <p:grpSpPr bwMode="auto">
          <a:xfrm>
            <a:off x="7543800" y="1295400"/>
            <a:ext cx="990600" cy="914400"/>
            <a:chOff x="0" y="0"/>
            <a:chExt cx="624" cy="576"/>
          </a:xfrm>
        </p:grpSpPr>
        <p:graphicFrame>
          <p:nvGraphicFramePr>
            <p:cNvPr id="28690" name="Object 16"/>
            <p:cNvGraphicFramePr>
              <a:graphicFrameLocks noChangeAspect="1"/>
            </p:cNvGraphicFramePr>
            <p:nvPr/>
          </p:nvGraphicFramePr>
          <p:xfrm>
            <a:off x="0" y="0"/>
            <a:ext cx="624" cy="344"/>
          </p:xfrm>
          <a:graphic>
            <a:graphicData uri="http://schemas.openxmlformats.org/presentationml/2006/ole">
              <mc:AlternateContent xmlns:mc="http://schemas.openxmlformats.org/markup-compatibility/2006">
                <mc:Choice xmlns:v="urn:schemas-microsoft-com:vml" Requires="v">
                  <p:oleObj spid="_x0000_s28957" r:id="rId16" imgW="622935" imgH="394335" progId="Equation.3">
                    <p:embed/>
                  </p:oleObj>
                </mc:Choice>
                <mc:Fallback>
                  <p:oleObj r:id="rId16" imgW="622935" imgH="394335" progId="Equation.3">
                    <p:embed/>
                    <p:pic>
                      <p:nvPicPr>
                        <p:cNvPr id="0" name="Object 1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0" y="0"/>
                          <a:ext cx="624" cy="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91" name="Line 17"/>
            <p:cNvSpPr>
              <a:spLocks noChangeShapeType="1"/>
            </p:cNvSpPr>
            <p:nvPr/>
          </p:nvSpPr>
          <p:spPr bwMode="auto">
            <a:xfrm>
              <a:off x="96" y="336"/>
              <a:ext cx="0" cy="240"/>
            </a:xfrm>
            <a:prstGeom prst="line">
              <a:avLst/>
            </a:prstGeom>
            <a:noFill/>
            <a:ln w="12700">
              <a:solidFill>
                <a:schemeClr val="tx1"/>
              </a:solidFill>
              <a:round/>
              <a:tailEnd type="triangle" w="sm" len="lg"/>
            </a:ln>
            <a:extLst>
              <a:ext uri="{909E8E84-426E-40DD-AFC4-6F175D3DCCD1}">
                <a14:hiddenFill xmlns:a14="http://schemas.microsoft.com/office/drawing/2010/main">
                  <a:noFill/>
                </a14:hiddenFill>
              </a:ext>
            </a:extLst>
          </p:spPr>
          <p:txBody>
            <a:bodyPr/>
            <a:lstStyle/>
            <a:p>
              <a:endParaRPr lang="zh-CN" altLang="en-US"/>
            </a:p>
          </p:txBody>
        </p:sp>
      </p:grpSp>
      <p:sp>
        <p:nvSpPr>
          <p:cNvPr id="17426" name="AutoShape 18" descr="再生纸"/>
          <p:cNvSpPr>
            <a:spLocks noChangeArrowheads="1"/>
          </p:cNvSpPr>
          <p:nvPr/>
        </p:nvSpPr>
        <p:spPr bwMode="auto">
          <a:xfrm>
            <a:off x="1143000" y="1828800"/>
            <a:ext cx="838200" cy="457200"/>
          </a:xfrm>
          <a:prstGeom prst="bevel">
            <a:avLst>
              <a:gd name="adj" fmla="val 9722"/>
            </a:avLst>
          </a:prstGeom>
          <a:blipFill dpi="0" rotWithShape="0">
            <a:blip r:embed="rId18"/>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a:solidFill>
                  <a:srgbClr val="000000"/>
                </a:solidFill>
                <a:latin typeface="Times New Roman" panose="02020603050405020304" pitchFamily="18" charset="0"/>
                <a:ea typeface="楷体_GB2312" pitchFamily="49" charset="-122"/>
              </a:rPr>
              <a:t>n</a:t>
            </a:r>
            <a:r>
              <a:rPr lang="en-US" altLang="zh-CN" sz="2000" b="1">
                <a:solidFill>
                  <a:srgbClr val="000000"/>
                </a:solidFill>
                <a:latin typeface="Times New Roman" panose="02020603050405020304" pitchFamily="18" charset="0"/>
                <a:ea typeface="楷体_GB2312" pitchFamily="49" charset="-122"/>
              </a:rPr>
              <a:t> = 1</a:t>
            </a:r>
          </a:p>
        </p:txBody>
      </p:sp>
      <p:sp>
        <p:nvSpPr>
          <p:cNvPr id="17427" name="Text Box 19"/>
          <p:cNvSpPr txBox="1">
            <a:spLocks noChangeArrowheads="1"/>
          </p:cNvSpPr>
          <p:nvPr/>
        </p:nvSpPr>
        <p:spPr bwMode="auto">
          <a:xfrm>
            <a:off x="2057400" y="1828800"/>
            <a:ext cx="441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分别利用</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以及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1</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计算</a:t>
            </a:r>
            <a:endParaRPr lang="zh-CN" altLang="en-US" sz="2400" b="1" baseline="-25000">
              <a:solidFill>
                <a:srgbClr val="000000"/>
              </a:solidFill>
              <a:latin typeface="Times New Roman" panose="02020603050405020304" pitchFamily="18" charset="0"/>
              <a:ea typeface="楷体_GB2312" pitchFamily="49" charset="-122"/>
            </a:endParaRPr>
          </a:p>
        </p:txBody>
      </p:sp>
      <p:grpSp>
        <p:nvGrpSpPr>
          <p:cNvPr id="17428" name="Group 20"/>
          <p:cNvGrpSpPr/>
          <p:nvPr/>
        </p:nvGrpSpPr>
        <p:grpSpPr bwMode="auto">
          <a:xfrm>
            <a:off x="990600" y="2438400"/>
            <a:ext cx="2438400" cy="619125"/>
            <a:chOff x="0" y="0"/>
            <a:chExt cx="1536" cy="390"/>
          </a:xfrm>
        </p:grpSpPr>
        <p:graphicFrame>
          <p:nvGraphicFramePr>
            <p:cNvPr id="28695" name="Object 21"/>
            <p:cNvGraphicFramePr>
              <a:graphicFrameLocks noChangeAspect="1"/>
            </p:cNvGraphicFramePr>
            <p:nvPr/>
          </p:nvGraphicFramePr>
          <p:xfrm>
            <a:off x="576" y="0"/>
            <a:ext cx="960" cy="390"/>
          </p:xfrm>
          <a:graphic>
            <a:graphicData uri="http://schemas.openxmlformats.org/presentationml/2006/ole">
              <mc:AlternateContent xmlns:mc="http://schemas.openxmlformats.org/markup-compatibility/2006">
                <mc:Choice xmlns:v="urn:schemas-microsoft-com:vml" Requires="v">
                  <p:oleObj spid="_x0000_s28958" r:id="rId19" imgW="1003935" imgH="394335" progId="Equation.3">
                    <p:embed/>
                  </p:oleObj>
                </mc:Choice>
                <mc:Fallback>
                  <p:oleObj r:id="rId19" imgW="1003935" imgH="394335" progId="Equation.3">
                    <p:embed/>
                    <p:pic>
                      <p:nvPicPr>
                        <p:cNvPr id="0" name="Object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 y="0"/>
                          <a:ext cx="960" cy="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96" name="Text Box 22"/>
            <p:cNvSpPr txBox="1">
              <a:spLocks noChangeArrowheads="1"/>
            </p:cNvSpPr>
            <p:nvPr/>
          </p:nvSpPr>
          <p:spPr bwMode="auto">
            <a:xfrm>
              <a:off x="0" y="22"/>
              <a:ext cx="76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rPr>
                <a:t>利用</a:t>
              </a:r>
            </a:p>
          </p:txBody>
        </p:sp>
      </p:grpSp>
      <p:grpSp>
        <p:nvGrpSpPr>
          <p:cNvPr id="17431" name="Group 23"/>
          <p:cNvGrpSpPr/>
          <p:nvPr/>
        </p:nvGrpSpPr>
        <p:grpSpPr bwMode="auto">
          <a:xfrm>
            <a:off x="3657600" y="2514600"/>
            <a:ext cx="4648200" cy="633413"/>
            <a:chOff x="0" y="0"/>
            <a:chExt cx="2928" cy="399"/>
          </a:xfrm>
        </p:grpSpPr>
        <p:graphicFrame>
          <p:nvGraphicFramePr>
            <p:cNvPr id="28698" name="Object 24"/>
            <p:cNvGraphicFramePr>
              <a:graphicFrameLocks noChangeAspect="1"/>
            </p:cNvGraphicFramePr>
            <p:nvPr/>
          </p:nvGraphicFramePr>
          <p:xfrm>
            <a:off x="336" y="0"/>
            <a:ext cx="2592" cy="399"/>
          </p:xfrm>
          <a:graphic>
            <a:graphicData uri="http://schemas.openxmlformats.org/presentationml/2006/ole">
              <mc:AlternateContent xmlns:mc="http://schemas.openxmlformats.org/markup-compatibility/2006">
                <mc:Choice xmlns:v="urn:schemas-microsoft-com:vml" Requires="v">
                  <p:oleObj spid="_x0000_s28959" r:id="rId21" imgW="2640330" imgH="393700" progId="Equation.3">
                    <p:embed/>
                  </p:oleObj>
                </mc:Choice>
                <mc:Fallback>
                  <p:oleObj r:id="rId21" imgW="2640330" imgH="393700" progId="Equation.3">
                    <p:embed/>
                    <p:pic>
                      <p:nvPicPr>
                        <p:cNvPr id="0" name="Object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36" y="0"/>
                          <a:ext cx="2592"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99" name="AutoShape 25"/>
            <p:cNvSpPr>
              <a:spLocks noChangeArrowheads="1"/>
            </p:cNvSpPr>
            <p:nvPr/>
          </p:nvSpPr>
          <p:spPr bwMode="auto">
            <a:xfrm>
              <a:off x="0" y="96"/>
              <a:ext cx="288" cy="144"/>
            </a:xfrm>
            <a:prstGeom prst="rightArrow">
              <a:avLst>
                <a:gd name="adj1" fmla="val 50000"/>
                <a:gd name="adj2" fmla="val 500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17434" name="Group 26"/>
          <p:cNvGrpSpPr/>
          <p:nvPr/>
        </p:nvGrpSpPr>
        <p:grpSpPr bwMode="auto">
          <a:xfrm>
            <a:off x="4114800" y="3124200"/>
            <a:ext cx="4495800" cy="531813"/>
            <a:chOff x="0" y="0"/>
            <a:chExt cx="2832" cy="335"/>
          </a:xfrm>
        </p:grpSpPr>
        <p:sp>
          <p:nvSpPr>
            <p:cNvPr id="28701" name="Text Box 27"/>
            <p:cNvSpPr txBox="1">
              <a:spLocks noChangeArrowheads="1"/>
            </p:cNvSpPr>
            <p:nvPr/>
          </p:nvSpPr>
          <p:spPr bwMode="auto">
            <a:xfrm>
              <a:off x="0" y="0"/>
              <a:ext cx="5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这里</a:t>
              </a:r>
            </a:p>
          </p:txBody>
        </p:sp>
        <p:graphicFrame>
          <p:nvGraphicFramePr>
            <p:cNvPr id="28702" name="Object 28"/>
            <p:cNvGraphicFramePr>
              <a:graphicFrameLocks noChangeAspect="1"/>
            </p:cNvGraphicFramePr>
            <p:nvPr/>
          </p:nvGraphicFramePr>
          <p:xfrm>
            <a:off x="432" y="0"/>
            <a:ext cx="2400" cy="335"/>
          </p:xfrm>
          <a:graphic>
            <a:graphicData uri="http://schemas.openxmlformats.org/presentationml/2006/ole">
              <mc:AlternateContent xmlns:mc="http://schemas.openxmlformats.org/markup-compatibility/2006">
                <mc:Choice xmlns:v="urn:schemas-microsoft-com:vml" Requires="v">
                  <p:oleObj spid="_x0000_s28960" r:id="rId23" imgW="2918460" imgH="355600" progId="Equation.3">
                    <p:embed/>
                  </p:oleObj>
                </mc:Choice>
                <mc:Fallback>
                  <p:oleObj r:id="rId23" imgW="2918460" imgH="355600" progId="Equation.3">
                    <p:embed/>
                    <p:pic>
                      <p:nvPicPr>
                        <p:cNvPr id="0" name="Object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32" y="0"/>
                          <a:ext cx="2400"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7437" name="Group 29"/>
          <p:cNvGrpSpPr/>
          <p:nvPr/>
        </p:nvGrpSpPr>
        <p:grpSpPr bwMode="auto">
          <a:xfrm>
            <a:off x="1066800" y="3505200"/>
            <a:ext cx="5340350" cy="696913"/>
            <a:chOff x="0" y="0"/>
            <a:chExt cx="3364" cy="439"/>
          </a:xfrm>
        </p:grpSpPr>
        <p:sp>
          <p:nvSpPr>
            <p:cNvPr id="28704" name="Text Box 30"/>
            <p:cNvSpPr txBox="1">
              <a:spLocks noChangeArrowheads="1"/>
            </p:cNvSpPr>
            <p:nvPr/>
          </p:nvSpPr>
          <p:spPr bwMode="auto">
            <a:xfrm>
              <a:off x="0" y="48"/>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而</a:t>
              </a:r>
            </a:p>
          </p:txBody>
        </p:sp>
        <p:graphicFrame>
          <p:nvGraphicFramePr>
            <p:cNvPr id="28705" name="Object 31"/>
            <p:cNvGraphicFramePr>
              <a:graphicFrameLocks noChangeAspect="1"/>
            </p:cNvGraphicFramePr>
            <p:nvPr/>
          </p:nvGraphicFramePr>
          <p:xfrm>
            <a:off x="336" y="0"/>
            <a:ext cx="3028" cy="439"/>
          </p:xfrm>
          <a:graphic>
            <a:graphicData uri="http://schemas.openxmlformats.org/presentationml/2006/ole">
              <mc:AlternateContent xmlns:mc="http://schemas.openxmlformats.org/markup-compatibility/2006">
                <mc:Choice xmlns:v="urn:schemas-microsoft-com:vml" Requires="v">
                  <p:oleObj spid="_x0000_s28961" r:id="rId25" imgW="3275330" imgH="431800" progId="Equation.3">
                    <p:embed/>
                  </p:oleObj>
                </mc:Choice>
                <mc:Fallback>
                  <p:oleObj r:id="rId25" imgW="3275330" imgH="431800" progId="Equation.3">
                    <p:embed/>
                    <p:pic>
                      <p:nvPicPr>
                        <p:cNvPr id="0" name="Object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36" y="0"/>
                          <a:ext cx="3028"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17440" name="Group 32"/>
          <p:cNvGrpSpPr/>
          <p:nvPr/>
        </p:nvGrpSpPr>
        <p:grpSpPr bwMode="auto">
          <a:xfrm>
            <a:off x="1219200" y="4114800"/>
            <a:ext cx="3952875" cy="592138"/>
            <a:chOff x="0" y="0"/>
            <a:chExt cx="2490" cy="373"/>
          </a:xfrm>
        </p:grpSpPr>
        <p:graphicFrame>
          <p:nvGraphicFramePr>
            <p:cNvPr id="28707" name="Object 33"/>
            <p:cNvGraphicFramePr>
              <a:graphicFrameLocks noChangeAspect="1"/>
            </p:cNvGraphicFramePr>
            <p:nvPr/>
          </p:nvGraphicFramePr>
          <p:xfrm>
            <a:off x="384" y="0"/>
            <a:ext cx="2106" cy="373"/>
          </p:xfrm>
          <a:graphic>
            <a:graphicData uri="http://schemas.openxmlformats.org/presentationml/2006/ole">
              <mc:AlternateContent xmlns:mc="http://schemas.openxmlformats.org/markup-compatibility/2006">
                <mc:Choice xmlns:v="urn:schemas-microsoft-com:vml" Requires="v">
                  <p:oleObj spid="_x0000_s28962" r:id="rId27" imgW="2005965" imgH="355600" progId="Equation.3">
                    <p:embed/>
                  </p:oleObj>
                </mc:Choice>
                <mc:Fallback>
                  <p:oleObj r:id="rId27" imgW="2005965" imgH="355600" progId="Equation.3">
                    <p:embed/>
                    <p:pic>
                      <p:nvPicPr>
                        <p:cNvPr id="0" name="Object 3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84" y="0"/>
                          <a:ext cx="2106"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708" name="AutoShape 34"/>
            <p:cNvSpPr>
              <a:spLocks noChangeArrowheads="1"/>
            </p:cNvSpPr>
            <p:nvPr/>
          </p:nvSpPr>
          <p:spPr bwMode="auto">
            <a:xfrm>
              <a:off x="0" y="96"/>
              <a:ext cx="240" cy="144"/>
            </a:xfrm>
            <a:prstGeom prst="rightArrow">
              <a:avLst>
                <a:gd name="adj1" fmla="val 50000"/>
                <a:gd name="adj2" fmla="val 41651"/>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17443" name="Text Box 35"/>
          <p:cNvSpPr txBox="1">
            <a:spLocks noChangeArrowheads="1"/>
          </p:cNvSpPr>
          <p:nvPr/>
        </p:nvSpPr>
        <p:spPr bwMode="auto">
          <a:xfrm>
            <a:off x="5257800" y="3810000"/>
            <a:ext cx="3581400" cy="1098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ctr" hangingPunct="1"/>
            <a:r>
              <a:rPr lang="zh-CN" altLang="en-US" sz="6600">
                <a:solidFill>
                  <a:srgbClr val="3333CC"/>
                </a:solidFill>
                <a:latin typeface="Times New Roman" panose="02020603050405020304" pitchFamily="18" charset="0"/>
                <a:ea typeface="楷体_GB2312" pitchFamily="49" charset="-122"/>
                <a:sym typeface="Webdings" panose="05030102010509060703" pitchFamily="18" charset="2"/>
              </a:rPr>
              <a:t></a:t>
            </a:r>
            <a:r>
              <a:rPr lang="en-US" altLang="zh-CN" sz="2400" b="1">
                <a:solidFill>
                  <a:srgbClr val="3333CC"/>
                </a:solidFill>
                <a:latin typeface="Times New Roman" panose="02020603050405020304" pitchFamily="18" charset="0"/>
                <a:ea typeface="楷体_GB2312" pitchFamily="49" charset="-122"/>
              </a:rPr>
              <a:t>sin 50</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 = 0.7660444…</a:t>
            </a:r>
          </a:p>
        </p:txBody>
      </p:sp>
      <p:grpSp>
        <p:nvGrpSpPr>
          <p:cNvPr id="17444" name="Group 36"/>
          <p:cNvGrpSpPr/>
          <p:nvPr/>
        </p:nvGrpSpPr>
        <p:grpSpPr bwMode="auto">
          <a:xfrm>
            <a:off x="1143000" y="3048000"/>
            <a:ext cx="3017838" cy="584200"/>
            <a:chOff x="0" y="0"/>
            <a:chExt cx="1901" cy="368"/>
          </a:xfrm>
        </p:grpSpPr>
        <p:sp>
          <p:nvSpPr>
            <p:cNvPr id="28711" name="Line 37"/>
            <p:cNvSpPr>
              <a:spLocks noChangeShapeType="1"/>
            </p:cNvSpPr>
            <p:nvPr/>
          </p:nvSpPr>
          <p:spPr bwMode="auto">
            <a:xfrm>
              <a:off x="829" y="184"/>
              <a:ext cx="203"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712" name="Rectangle 38"/>
            <p:cNvSpPr>
              <a:spLocks noChangeArrowheads="1"/>
            </p:cNvSpPr>
            <p:nvPr/>
          </p:nvSpPr>
          <p:spPr bwMode="auto">
            <a:xfrm>
              <a:off x="1042" y="84"/>
              <a:ext cx="5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8713" name="Rectangle 39"/>
            <p:cNvSpPr>
              <a:spLocks noChangeArrowheads="1"/>
            </p:cNvSpPr>
            <p:nvPr/>
          </p:nvSpPr>
          <p:spPr bwMode="auto">
            <a:xfrm>
              <a:off x="847" y="186"/>
              <a:ext cx="15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18</a:t>
              </a:r>
              <a:endParaRPr lang="en-US" altLang="zh-CN" sz="2800">
                <a:solidFill>
                  <a:srgbClr val="000000"/>
                </a:solidFill>
                <a:latin typeface="Times New Roman" panose="02020603050405020304" pitchFamily="18" charset="0"/>
                <a:ea typeface="楷体_GB2312" pitchFamily="49" charset="-122"/>
              </a:endParaRPr>
            </a:p>
          </p:txBody>
        </p:sp>
        <p:sp>
          <p:nvSpPr>
            <p:cNvPr id="28714" name="Rectangle 40"/>
            <p:cNvSpPr>
              <a:spLocks noChangeArrowheads="1"/>
            </p:cNvSpPr>
            <p:nvPr/>
          </p:nvSpPr>
          <p:spPr bwMode="auto">
            <a:xfrm>
              <a:off x="837" y="1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5</a:t>
              </a:r>
              <a:endParaRPr lang="en-US" altLang="zh-CN" sz="2800">
                <a:solidFill>
                  <a:srgbClr val="000000"/>
                </a:solidFill>
                <a:latin typeface="Times New Roman" panose="02020603050405020304" pitchFamily="18" charset="0"/>
                <a:ea typeface="楷体_GB2312" pitchFamily="49" charset="-122"/>
              </a:endParaRPr>
            </a:p>
          </p:txBody>
        </p:sp>
        <p:sp>
          <p:nvSpPr>
            <p:cNvPr id="28715" name="Rectangle 41"/>
            <p:cNvSpPr>
              <a:spLocks noChangeArrowheads="1"/>
            </p:cNvSpPr>
            <p:nvPr/>
          </p:nvSpPr>
          <p:spPr bwMode="auto">
            <a:xfrm>
              <a:off x="766" y="84"/>
              <a:ext cx="5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8716" name="Rectangle 42"/>
            <p:cNvSpPr>
              <a:spLocks noChangeArrowheads="1"/>
            </p:cNvSpPr>
            <p:nvPr/>
          </p:nvSpPr>
          <p:spPr bwMode="auto">
            <a:xfrm>
              <a:off x="219" y="84"/>
              <a:ext cx="15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50</a:t>
              </a:r>
              <a:endParaRPr lang="en-US" altLang="zh-CN" sz="2800">
                <a:solidFill>
                  <a:srgbClr val="000000"/>
                </a:solidFill>
                <a:latin typeface="Times New Roman" panose="02020603050405020304" pitchFamily="18" charset="0"/>
                <a:ea typeface="楷体_GB2312" pitchFamily="49" charset="-122"/>
              </a:endParaRPr>
            </a:p>
          </p:txBody>
        </p:sp>
        <p:sp>
          <p:nvSpPr>
            <p:cNvPr id="28717" name="Rectangle 43"/>
            <p:cNvSpPr>
              <a:spLocks noChangeArrowheads="1"/>
            </p:cNvSpPr>
            <p:nvPr/>
          </p:nvSpPr>
          <p:spPr bwMode="auto">
            <a:xfrm>
              <a:off x="0" y="84"/>
              <a:ext cx="18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sin</a:t>
              </a:r>
              <a:endParaRPr lang="en-US" altLang="zh-CN" sz="2800">
                <a:solidFill>
                  <a:srgbClr val="000000"/>
                </a:solidFill>
                <a:latin typeface="Times New Roman" panose="02020603050405020304" pitchFamily="18" charset="0"/>
                <a:ea typeface="楷体_GB2312" pitchFamily="49" charset="-122"/>
              </a:endParaRPr>
            </a:p>
          </p:txBody>
        </p:sp>
        <p:sp>
          <p:nvSpPr>
            <p:cNvPr id="28718" name="Rectangle 44"/>
            <p:cNvSpPr>
              <a:spLocks noChangeArrowheads="1"/>
            </p:cNvSpPr>
            <p:nvPr/>
          </p:nvSpPr>
          <p:spPr bwMode="auto">
            <a:xfrm>
              <a:off x="706" y="179"/>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28719" name="Rectangle 45"/>
            <p:cNvSpPr>
              <a:spLocks noChangeArrowheads="1"/>
            </p:cNvSpPr>
            <p:nvPr/>
          </p:nvSpPr>
          <p:spPr bwMode="auto">
            <a:xfrm>
              <a:off x="385" y="71"/>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8720" name="Rectangle 46"/>
            <p:cNvSpPr>
              <a:spLocks noChangeArrowheads="1"/>
            </p:cNvSpPr>
            <p:nvPr/>
          </p:nvSpPr>
          <p:spPr bwMode="auto">
            <a:xfrm>
              <a:off x="1130" y="66"/>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9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8721" name="Rectangle 47"/>
            <p:cNvSpPr>
              <a:spLocks noChangeArrowheads="1"/>
            </p:cNvSpPr>
            <p:nvPr/>
          </p:nvSpPr>
          <p:spPr bwMode="auto">
            <a:xfrm>
              <a:off x="485" y="66"/>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9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8722" name="Rectangle 48"/>
            <p:cNvSpPr>
              <a:spLocks noChangeArrowheads="1"/>
            </p:cNvSpPr>
            <p:nvPr/>
          </p:nvSpPr>
          <p:spPr bwMode="auto">
            <a:xfrm>
              <a:off x="908" y="0"/>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i="1">
                  <a:solidFill>
                    <a:srgbClr val="000000"/>
                  </a:solidFill>
                  <a:latin typeface="Symbol" panose="05050102010706020507" pitchFamily="18" charset="2"/>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28723" name="Rectangle 49"/>
            <p:cNvSpPr>
              <a:spLocks noChangeArrowheads="1"/>
            </p:cNvSpPr>
            <p:nvPr/>
          </p:nvSpPr>
          <p:spPr bwMode="auto">
            <a:xfrm>
              <a:off x="621" y="84"/>
              <a:ext cx="9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i="1">
                  <a:solidFill>
                    <a:srgbClr val="000000"/>
                  </a:solidFill>
                  <a:latin typeface="Times New Roman" panose="02020603050405020304" pitchFamily="18" charset="0"/>
                  <a:ea typeface="楷体_GB2312" pitchFamily="49" charset="-122"/>
                </a:rPr>
                <a:t>L</a:t>
              </a:r>
              <a:endParaRPr lang="en-US" altLang="zh-CN" sz="2800">
                <a:solidFill>
                  <a:srgbClr val="000000"/>
                </a:solidFill>
                <a:latin typeface="Times New Roman" panose="02020603050405020304" pitchFamily="18" charset="0"/>
                <a:ea typeface="楷体_GB2312" pitchFamily="49" charset="-122"/>
              </a:endParaRPr>
            </a:p>
          </p:txBody>
        </p:sp>
        <p:sp>
          <p:nvSpPr>
            <p:cNvPr id="28724" name="Text Box 50"/>
            <p:cNvSpPr txBox="1">
              <a:spLocks noChangeArrowheads="1"/>
            </p:cNvSpPr>
            <p:nvPr/>
          </p:nvSpPr>
          <p:spPr bwMode="auto">
            <a:xfrm>
              <a:off x="1229" y="51"/>
              <a:ext cx="67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latin typeface="Times New Roman" panose="02020603050405020304" pitchFamily="18" charset="0"/>
                  <a:ea typeface="楷体_GB2312" pitchFamily="49" charset="-122"/>
                </a:rPr>
                <a:t>0.77614</a:t>
              </a:r>
            </a:p>
          </p:txBody>
        </p:sp>
      </p:grpSp>
      <p:sp>
        <p:nvSpPr>
          <p:cNvPr id="17459" name="Text Box 51"/>
          <p:cNvSpPr txBox="1">
            <a:spLocks noChangeArrowheads="1"/>
          </p:cNvSpPr>
          <p:nvPr/>
        </p:nvSpPr>
        <p:spPr bwMode="auto">
          <a:xfrm>
            <a:off x="1143000" y="4648200"/>
            <a:ext cx="7467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外推</a:t>
            </a:r>
            <a:r>
              <a:rPr lang="zh-CN" altLang="en-US" sz="2400" b="1">
                <a:solidFill>
                  <a:srgbClr val="000000"/>
                </a:solidFill>
                <a:latin typeface="Times New Roman" panose="02020603050405020304" pitchFamily="18" charset="0"/>
                <a:ea typeface="楷体_GB2312" pitchFamily="49" charset="-122"/>
              </a:rPr>
              <a:t> </a:t>
            </a:r>
            <a:r>
              <a:rPr lang="zh-CN" altLang="en-US" sz="2000" b="1">
                <a:solidFill>
                  <a:srgbClr val="008000"/>
                </a:solidFill>
                <a:ea typeface="楷体_GB2312" pitchFamily="49" charset="-122"/>
              </a:rPr>
              <a:t> </a:t>
            </a:r>
            <a:r>
              <a:rPr lang="en-US" altLang="zh-CN" sz="2000" b="1">
                <a:solidFill>
                  <a:srgbClr val="008000"/>
                </a:solidFill>
                <a:ea typeface="楷体_GB2312" pitchFamily="49" charset="-122"/>
              </a:rPr>
              <a:t>(extrapolation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的实际误差 </a:t>
            </a:r>
            <a:r>
              <a:rPr lang="zh-CN" altLang="en-US" sz="2400" b="1">
                <a:solidFill>
                  <a:srgbClr val="000000"/>
                </a:solidFill>
                <a:latin typeface="Symbol" panose="05050102010706020507" pitchFamily="18" charset="2"/>
                <a:ea typeface="楷体_GB2312" pitchFamily="49" charset="-122"/>
                <a:sym typeface="Symbol" panose="05050102010706020507" pitchFamily="18" charset="2"/>
              </a:rPr>
              <a:t> </a:t>
            </a:r>
            <a:r>
              <a:rPr lang="en-US" altLang="zh-CN" sz="2400" b="1">
                <a:solidFill>
                  <a:srgbClr val="000000"/>
                </a:solidFill>
                <a:latin typeface="Symbol" panose="05050102010706020507" pitchFamily="18" charset="2"/>
                <a:ea typeface="楷体_GB2312" pitchFamily="49" charset="-122"/>
                <a:sym typeface="Symbol" panose="05050102010706020507" pitchFamily="18" charset="2"/>
              </a:rPr>
              <a:t>0.01001</a:t>
            </a:r>
          </a:p>
        </p:txBody>
      </p:sp>
      <p:grpSp>
        <p:nvGrpSpPr>
          <p:cNvPr id="17460" name="Group 52"/>
          <p:cNvGrpSpPr/>
          <p:nvPr/>
        </p:nvGrpSpPr>
        <p:grpSpPr bwMode="auto">
          <a:xfrm>
            <a:off x="990600" y="5181600"/>
            <a:ext cx="2447925" cy="560388"/>
            <a:chOff x="0" y="0"/>
            <a:chExt cx="1542" cy="353"/>
          </a:xfrm>
        </p:grpSpPr>
        <p:graphicFrame>
          <p:nvGraphicFramePr>
            <p:cNvPr id="28727" name="Object 53"/>
            <p:cNvGraphicFramePr>
              <a:graphicFrameLocks noChangeAspect="1"/>
            </p:cNvGraphicFramePr>
            <p:nvPr/>
          </p:nvGraphicFramePr>
          <p:xfrm>
            <a:off x="570" y="0"/>
            <a:ext cx="972" cy="353"/>
          </p:xfrm>
          <a:graphic>
            <a:graphicData uri="http://schemas.openxmlformats.org/presentationml/2006/ole">
              <mc:AlternateContent xmlns:mc="http://schemas.openxmlformats.org/markup-compatibility/2006">
                <mc:Choice xmlns:v="urn:schemas-microsoft-com:vml" Requires="v">
                  <p:oleObj spid="_x0000_s28963" r:id="rId29" imgW="1016635" imgH="355600" progId="Equation.3">
                    <p:embed/>
                  </p:oleObj>
                </mc:Choice>
                <mc:Fallback>
                  <p:oleObj r:id="rId29" imgW="1016635" imgH="355600" progId="Equation.3">
                    <p:embed/>
                    <p:pic>
                      <p:nvPicPr>
                        <p:cNvPr id="0" name="Object 5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70" y="0"/>
                          <a:ext cx="972"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728" name="Text Box 54"/>
            <p:cNvSpPr txBox="1">
              <a:spLocks noChangeArrowheads="1"/>
            </p:cNvSpPr>
            <p:nvPr/>
          </p:nvSpPr>
          <p:spPr bwMode="auto">
            <a:xfrm>
              <a:off x="0" y="4"/>
              <a:ext cx="76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rPr>
                <a:t>利用</a:t>
              </a:r>
            </a:p>
          </p:txBody>
        </p:sp>
      </p:grpSp>
      <p:grpSp>
        <p:nvGrpSpPr>
          <p:cNvPr id="17463" name="Group 55"/>
          <p:cNvGrpSpPr/>
          <p:nvPr/>
        </p:nvGrpSpPr>
        <p:grpSpPr bwMode="auto">
          <a:xfrm>
            <a:off x="3581400" y="5181600"/>
            <a:ext cx="5181600" cy="565150"/>
            <a:chOff x="0" y="0"/>
            <a:chExt cx="3264" cy="356"/>
          </a:xfrm>
        </p:grpSpPr>
        <p:sp>
          <p:nvSpPr>
            <p:cNvPr id="28730" name="Text Box 56"/>
            <p:cNvSpPr txBox="1">
              <a:spLocks noChangeArrowheads="1"/>
            </p:cNvSpPr>
            <p:nvPr/>
          </p:nvSpPr>
          <p:spPr bwMode="auto">
            <a:xfrm>
              <a:off x="240" y="48"/>
              <a:ext cx="146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00"/>
                  </a:solidFill>
                  <a:latin typeface="Times New Roman" panose="02020603050405020304" pitchFamily="18" charset="0"/>
                  <a:ea typeface="楷体_GB2312" pitchFamily="49" charset="-122"/>
                </a:rPr>
                <a:t>sin 50</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1900" b="1">
                  <a:solidFill>
                    <a:srgbClr val="000000"/>
                  </a:solidFill>
                  <a:latin typeface="Symbol" panose="05050102010706020507" pitchFamily="18" charset="2"/>
                  <a:ea typeface="楷体_GB2312" pitchFamily="49" charset="-122"/>
                  <a:sym typeface="Symbol" panose="05050102010706020507" pitchFamily="18" charset="2"/>
                </a:rPr>
                <a:t> </a:t>
              </a:r>
              <a:r>
                <a:rPr lang="en-US" altLang="zh-CN" sz="2000" b="1">
                  <a:solidFill>
                    <a:srgbClr val="FF3300"/>
                  </a:solidFill>
                  <a:latin typeface="Times New Roman" panose="02020603050405020304" pitchFamily="18" charset="0"/>
                  <a:ea typeface="楷体_GB2312" pitchFamily="49" charset="-122"/>
                </a:rPr>
                <a:t> 0.76008</a:t>
              </a:r>
              <a:r>
                <a:rPr lang="en-US" altLang="zh-CN" sz="2000" b="1">
                  <a:solidFill>
                    <a:srgbClr val="000000"/>
                  </a:solidFill>
                  <a:latin typeface="Times New Roman" panose="02020603050405020304" pitchFamily="18" charset="0"/>
                  <a:ea typeface="楷体_GB2312" pitchFamily="49" charset="-122"/>
                </a:rPr>
                <a:t>, </a:t>
              </a:r>
            </a:p>
          </p:txBody>
        </p:sp>
        <p:sp>
          <p:nvSpPr>
            <p:cNvPr id="28731" name="AutoShape 57"/>
            <p:cNvSpPr>
              <a:spLocks noChangeArrowheads="1"/>
            </p:cNvSpPr>
            <p:nvPr/>
          </p:nvSpPr>
          <p:spPr bwMode="auto">
            <a:xfrm>
              <a:off x="0" y="96"/>
              <a:ext cx="192" cy="144"/>
            </a:xfrm>
            <a:prstGeom prst="rightArrow">
              <a:avLst>
                <a:gd name="adj1" fmla="val 50000"/>
                <a:gd name="adj2" fmla="val 33321"/>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28732" name="Object 58"/>
            <p:cNvGraphicFramePr>
              <a:graphicFrameLocks noChangeAspect="1"/>
            </p:cNvGraphicFramePr>
            <p:nvPr/>
          </p:nvGraphicFramePr>
          <p:xfrm>
            <a:off x="1536" y="0"/>
            <a:ext cx="1728" cy="356"/>
          </p:xfrm>
          <a:graphic>
            <a:graphicData uri="http://schemas.openxmlformats.org/presentationml/2006/ole">
              <mc:AlternateContent xmlns:mc="http://schemas.openxmlformats.org/markup-compatibility/2006">
                <mc:Choice xmlns:v="urn:schemas-microsoft-com:vml" Requires="v">
                  <p:oleObj spid="_x0000_s28964" r:id="rId31" imgW="1841500" imgH="381000" progId="Equation.3">
                    <p:embed/>
                  </p:oleObj>
                </mc:Choice>
                <mc:Fallback>
                  <p:oleObj r:id="rId31" imgW="1841500" imgH="381000" progId="Equation.3">
                    <p:embed/>
                    <p:pic>
                      <p:nvPicPr>
                        <p:cNvPr id="0" name="Object 58"/>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536" y="0"/>
                          <a:ext cx="1728"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17467" name="Text Box 59"/>
          <p:cNvSpPr txBox="1">
            <a:spLocks noChangeArrowheads="1"/>
          </p:cNvSpPr>
          <p:nvPr/>
        </p:nvSpPr>
        <p:spPr bwMode="auto">
          <a:xfrm>
            <a:off x="1143000" y="5791200"/>
            <a:ext cx="6172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内插</a:t>
            </a:r>
            <a:r>
              <a:rPr lang="zh-CN" altLang="en-US" sz="2400" b="1">
                <a:solidFill>
                  <a:srgbClr val="000000"/>
                </a:solidFill>
                <a:latin typeface="Times New Roman" panose="02020603050405020304" pitchFamily="18" charset="0"/>
                <a:ea typeface="楷体_GB2312" pitchFamily="49" charset="-122"/>
              </a:rPr>
              <a:t> </a:t>
            </a:r>
            <a:r>
              <a:rPr lang="zh-CN" altLang="en-US" sz="2000" b="1">
                <a:solidFill>
                  <a:srgbClr val="008000"/>
                </a:solidFill>
                <a:ea typeface="楷体_GB2312" pitchFamily="49" charset="-122"/>
              </a:rPr>
              <a:t> </a:t>
            </a:r>
            <a:r>
              <a:rPr lang="en-US" altLang="zh-CN" sz="2000" b="1">
                <a:solidFill>
                  <a:srgbClr val="008000"/>
                </a:solidFill>
                <a:ea typeface="楷体_GB2312" pitchFamily="49" charset="-122"/>
              </a:rPr>
              <a:t>(interpolation )</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的实际误差 </a:t>
            </a:r>
            <a:r>
              <a:rPr lang="zh-CN" altLang="en-US" sz="2400" b="1">
                <a:solidFill>
                  <a:srgbClr val="000000"/>
                </a:solidFill>
                <a:latin typeface="Symbol" panose="05050102010706020507" pitchFamily="18" charset="2"/>
                <a:ea typeface="楷体_GB2312" pitchFamily="49" charset="-122"/>
                <a:sym typeface="Symbol" panose="05050102010706020507" pitchFamily="18" charset="2"/>
              </a:rPr>
              <a:t> </a:t>
            </a:r>
            <a:r>
              <a:rPr lang="en-US" altLang="zh-CN" sz="2400" b="1">
                <a:solidFill>
                  <a:srgbClr val="000000"/>
                </a:solidFill>
                <a:latin typeface="Symbol" panose="05050102010706020507" pitchFamily="18" charset="2"/>
                <a:ea typeface="楷体_GB2312" pitchFamily="49" charset="-122"/>
                <a:sym typeface="Symbol" panose="05050102010706020507" pitchFamily="18" charset="2"/>
              </a:rPr>
              <a:t>0.00596</a:t>
            </a:r>
          </a:p>
        </p:txBody>
      </p:sp>
      <p:sp>
        <p:nvSpPr>
          <p:cNvPr id="17468" name="AutoShape 60"/>
          <p:cNvSpPr>
            <a:spLocks noChangeArrowheads="1"/>
          </p:cNvSpPr>
          <p:nvPr/>
        </p:nvSpPr>
        <p:spPr bwMode="auto">
          <a:xfrm>
            <a:off x="762000" y="2971800"/>
            <a:ext cx="5334000" cy="1676400"/>
          </a:xfrm>
          <a:prstGeom prst="wedgeEllipseCallout">
            <a:avLst>
              <a:gd name="adj1" fmla="val 49671"/>
              <a:gd name="adj2" fmla="val 125282"/>
            </a:avLst>
          </a:prstGeom>
          <a:gradFill rotWithShape="0">
            <a:gsLst>
              <a:gs pos="0">
                <a:schemeClr val="bg1"/>
              </a:gs>
              <a:gs pos="100000">
                <a:srgbClr val="C0C0C0"/>
              </a:gs>
            </a:gsLst>
            <a:lin ang="27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a:solidFill>
                  <a:srgbClr val="000000"/>
                </a:solidFill>
                <a:latin typeface="Times New Roman" panose="02020603050405020304" pitchFamily="18" charset="0"/>
                <a:ea typeface="楷体_GB2312" pitchFamily="49" charset="-122"/>
              </a:rPr>
              <a:t>内插通常优于外推。选择要计算的 </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所在的区间的端点，插值效果较好。</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nodeType="afterEffect">
                                  <p:stCondLst>
                                    <p:cond delay="0"/>
                                  </p:stCondLst>
                                  <p:childTnLst>
                                    <p:set>
                                      <p:cBhvr>
                                        <p:cTn id="6" dur="1" fill="hold">
                                          <p:stCondLst>
                                            <p:cond delay="0"/>
                                          </p:stCondLst>
                                        </p:cTn>
                                        <p:tgtEl>
                                          <p:spTgt spid="17410"/>
                                        </p:tgtEl>
                                        <p:attrNameLst>
                                          <p:attrName>style.visibility</p:attrName>
                                        </p:attrNameLst>
                                      </p:cBhvr>
                                      <p:to>
                                        <p:strVal val="visible"/>
                                      </p:to>
                                    </p:set>
                                    <p:animEffect transition="in" filter="strips(downRight)">
                                      <p:cBhvr>
                                        <p:cTn id="7" dur="500"/>
                                        <p:tgtEl>
                                          <p:spTgt spid="17410"/>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7414"/>
                                        </p:tgtEl>
                                        <p:attrNameLst>
                                          <p:attrName>style.visibility</p:attrName>
                                        </p:attrNameLst>
                                      </p:cBhvr>
                                      <p:to>
                                        <p:strVal val="visible"/>
                                      </p:to>
                                    </p:set>
                                    <p:animEffect transition="in" filter="wipe(up)">
                                      <p:cBhvr>
                                        <p:cTn id="12" dur="500"/>
                                        <p:tgtEl>
                                          <p:spTgt spid="17414"/>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17415"/>
                                        </p:tgtEl>
                                        <p:attrNameLst>
                                          <p:attrName>style.visibility</p:attrName>
                                        </p:attrNameLst>
                                      </p:cBhvr>
                                      <p:to>
                                        <p:strVal val="visible"/>
                                      </p:to>
                                    </p:set>
                                    <p:animEffect transition="in" filter="wipe(left)">
                                      <p:cBhvr>
                                        <p:cTn id="16" dur="500"/>
                                        <p:tgtEl>
                                          <p:spTgt spid="17415"/>
                                        </p:tgtEl>
                                      </p:cBhvr>
                                    </p:animEffect>
                                  </p:childTnLst>
                                  <p:subTnLst>
                                    <p:audio>
                                      <p:cMediaNode>
                                        <p:cTn display="0" masterRel="sameClick">
                                          <p:stCondLst>
                                            <p:cond evt="begin" delay="0">
                                              <p:tn val="14"/>
                                            </p:cond>
                                          </p:stCondLst>
                                          <p:endCondLst>
                                            <p:cond evt="onStopAudio" delay="0">
                                              <p:tgtEl>
                                                <p:sldTgt/>
                                              </p:tgtEl>
                                            </p:cond>
                                          </p:endCondLst>
                                        </p:cTn>
                                        <p:tgtEl>
                                          <p:sndTgt r:embed="rId4" name="type.wav"/>
                                        </p:tgtEl>
                                      </p:cMediaNode>
                                    </p:audio>
                                  </p:sub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17423"/>
                                        </p:tgtEl>
                                        <p:attrNameLst>
                                          <p:attrName>style.visibility</p:attrName>
                                        </p:attrNameLst>
                                      </p:cBhvr>
                                      <p:to>
                                        <p:strVal val="visible"/>
                                      </p:to>
                                    </p:set>
                                    <p:animEffect transition="in" filter="wipe(up)">
                                      <p:cBhvr>
                                        <p:cTn id="21" dur="500"/>
                                        <p:tgtEl>
                                          <p:spTgt spid="17423"/>
                                        </p:tgtEl>
                                      </p:cBhvr>
                                    </p:animEffect>
                                  </p:childTnLst>
                                  <p:subTnLst>
                                    <p:audio>
                                      <p:cMediaNode>
                                        <p:cTn display="0" masterRel="sameClick">
                                          <p:stCondLst>
                                            <p:cond evt="begin" delay="0">
                                              <p:tn val="19"/>
                                            </p:cond>
                                          </p:stCondLst>
                                          <p:endCondLst>
                                            <p:cond evt="onStopAudio" delay="0">
                                              <p:tgtEl>
                                                <p:sldTgt/>
                                              </p:tgtEl>
                                            </p:cond>
                                          </p:endCondLst>
                                        </p:cTn>
                                        <p:tgtEl>
                                          <p:sndTgt r:embed="rId4" name="type.wav"/>
                                        </p:tgtEl>
                                      </p:cMediaNode>
                                    </p:audio>
                                  </p:subTnLst>
                                </p:cTn>
                              </p:par>
                            </p:childTnLst>
                          </p:cTn>
                        </p:par>
                      </p:childTnLst>
                    </p:cTn>
                  </p:par>
                  <p:par>
                    <p:cTn id="22" fill="hold">
                      <p:stCondLst>
                        <p:cond delay="indefinite"/>
                      </p:stCondLst>
                      <p:childTnLst>
                        <p:par>
                          <p:cTn id="23" fill="hold">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17426"/>
                                        </p:tgtEl>
                                        <p:attrNameLst>
                                          <p:attrName>style.visibility</p:attrName>
                                        </p:attrNameLst>
                                      </p:cBhvr>
                                      <p:to>
                                        <p:strVal val="visible"/>
                                      </p:to>
                                    </p:set>
                                    <p:animEffect transition="in" filter="box(in)">
                                      <p:cBhvr>
                                        <p:cTn id="26" dur="500"/>
                                        <p:tgtEl>
                                          <p:spTgt spid="17426"/>
                                        </p:tgtEl>
                                      </p:cBhvr>
                                    </p:animEffect>
                                  </p:childTnLst>
                                  <p:subTnLst>
                                    <p:audio>
                                      <p:cMediaNode>
                                        <p:cTn display="0" masterRel="sameClick">
                                          <p:stCondLst>
                                            <p:cond evt="begin" delay="0">
                                              <p:tn val="24"/>
                                            </p:cond>
                                          </p:stCondLst>
                                          <p:endCondLst>
                                            <p:cond evt="onStopAudio" delay="0">
                                              <p:tgtEl>
                                                <p:sldTgt/>
                                              </p:tgtEl>
                                            </p:cond>
                                          </p:endCondLst>
                                        </p:cTn>
                                        <p:tgtEl>
                                          <p:sndTgt r:embed="rId5" name="camera.wav"/>
                                        </p:tgtEl>
                                      </p:cMediaNode>
                                    </p:audio>
                                  </p:sub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7427"/>
                                        </p:tgtEl>
                                        <p:attrNameLst>
                                          <p:attrName>style.visibility</p:attrName>
                                        </p:attrNameLst>
                                      </p:cBhvr>
                                      <p:to>
                                        <p:strVal val="visible"/>
                                      </p:to>
                                    </p:set>
                                    <p:animEffect transition="in" filter="wipe(left)">
                                      <p:cBhvr>
                                        <p:cTn id="31" dur="500"/>
                                        <p:tgtEl>
                                          <p:spTgt spid="17427"/>
                                        </p:tgtEl>
                                      </p:cBhvr>
                                    </p:animEffect>
                                  </p:childTnLst>
                                  <p:subTnLst>
                                    <p:audio>
                                      <p:cMediaNode>
                                        <p:cTn display="0" masterRel="sameClick">
                                          <p:stCondLst>
                                            <p:cond evt="begin" delay="0">
                                              <p:tn val="29"/>
                                            </p:cond>
                                          </p:stCondLst>
                                          <p:endCondLst>
                                            <p:cond evt="onStopAudio" delay="0">
                                              <p:tgtEl>
                                                <p:sldTgt/>
                                              </p:tgtEl>
                                            </p:cond>
                                          </p:endCondLst>
                                        </p:cTn>
                                        <p:tgtEl>
                                          <p:sndTgt r:embed="rId4" name="type.wav"/>
                                        </p:tgtEl>
                                      </p:cMediaNode>
                                    </p:audio>
                                  </p:sub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428"/>
                                        </p:tgtEl>
                                        <p:attrNameLst>
                                          <p:attrName>style.visibility</p:attrName>
                                        </p:attrNameLst>
                                      </p:cBhvr>
                                      <p:to>
                                        <p:strVal val="visible"/>
                                      </p:to>
                                    </p:set>
                                    <p:animEffect transition="in" filter="wipe(left)">
                                      <p:cBhvr>
                                        <p:cTn id="36" dur="500"/>
                                        <p:tgtEl>
                                          <p:spTgt spid="17428"/>
                                        </p:tgtEl>
                                      </p:cBhvr>
                                    </p:animEffect>
                                  </p:childTnLst>
                                  <p:subTnLst>
                                    <p:audio>
                                      <p:cMediaNode>
                                        <p:cTn display="0" masterRel="sameClick">
                                          <p:stCondLst>
                                            <p:cond evt="begin" delay="0">
                                              <p:tn val="34"/>
                                            </p:cond>
                                          </p:stCondLst>
                                          <p:endCondLst>
                                            <p:cond evt="onStopAudio" delay="0">
                                              <p:tgtEl>
                                                <p:sldTgt/>
                                              </p:tgtEl>
                                            </p:cond>
                                          </p:endCondLst>
                                        </p:cTn>
                                        <p:tgtEl>
                                          <p:sndTgt r:embed="rId4" name="type.wav"/>
                                        </p:tgtEl>
                                      </p:cMediaNode>
                                    </p:audio>
                                  </p:sub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7431"/>
                                        </p:tgtEl>
                                        <p:attrNameLst>
                                          <p:attrName>style.visibility</p:attrName>
                                        </p:attrNameLst>
                                      </p:cBhvr>
                                      <p:to>
                                        <p:strVal val="visible"/>
                                      </p:to>
                                    </p:set>
                                    <p:animEffect transition="in" filter="wipe(left)">
                                      <p:cBhvr>
                                        <p:cTn id="41" dur="500"/>
                                        <p:tgtEl>
                                          <p:spTgt spid="17431"/>
                                        </p:tgtEl>
                                      </p:cBhvr>
                                    </p:animEffect>
                                  </p:childTnLst>
                                  <p:subTnLst>
                                    <p:audio>
                                      <p:cMediaNode>
                                        <p:cTn display="0" masterRel="sameClick">
                                          <p:stCondLst>
                                            <p:cond evt="begin" delay="0">
                                              <p:tn val="39"/>
                                            </p:cond>
                                          </p:stCondLst>
                                          <p:endCondLst>
                                            <p:cond evt="onStopAudio" delay="0">
                                              <p:tgtEl>
                                                <p:sldTgt/>
                                              </p:tgtEl>
                                            </p:cond>
                                          </p:endCondLst>
                                        </p:cTn>
                                        <p:tgtEl>
                                          <p:sndTgt r:embed="rId4" name="type.wav"/>
                                        </p:tgtEl>
                                      </p:cMediaNode>
                                    </p:audio>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7444"/>
                                        </p:tgtEl>
                                        <p:attrNameLst>
                                          <p:attrName>style.visibility</p:attrName>
                                        </p:attrNameLst>
                                      </p:cBhvr>
                                      <p:to>
                                        <p:strVal val="visible"/>
                                      </p:to>
                                    </p:set>
                                    <p:animEffect transition="in" filter="wipe(left)">
                                      <p:cBhvr>
                                        <p:cTn id="46" dur="500"/>
                                        <p:tgtEl>
                                          <p:spTgt spid="17444"/>
                                        </p:tgtEl>
                                      </p:cBhvr>
                                    </p:animEffect>
                                  </p:childTnLst>
                                  <p:subTnLst>
                                    <p:audio>
                                      <p:cMediaNode>
                                        <p:cTn display="0" masterRel="sameClick">
                                          <p:stCondLst>
                                            <p:cond evt="begin" delay="0">
                                              <p:tn val="44"/>
                                            </p:cond>
                                          </p:stCondLst>
                                          <p:endCondLst>
                                            <p:cond evt="onStopAudio" delay="0">
                                              <p:tgtEl>
                                                <p:sldTgt/>
                                              </p:tgtEl>
                                            </p:cond>
                                          </p:endCondLst>
                                        </p:cTn>
                                        <p:tgtEl>
                                          <p:sndTgt r:embed="rId4" name="type.wav"/>
                                        </p:tgtEl>
                                      </p:cMediaNode>
                                    </p:audio>
                                  </p:sub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17434"/>
                                        </p:tgtEl>
                                        <p:attrNameLst>
                                          <p:attrName>style.visibility</p:attrName>
                                        </p:attrNameLst>
                                      </p:cBhvr>
                                      <p:to>
                                        <p:strVal val="visible"/>
                                      </p:to>
                                    </p:set>
                                    <p:animEffect transition="in" filter="wipe(left)">
                                      <p:cBhvr>
                                        <p:cTn id="51" dur="500"/>
                                        <p:tgtEl>
                                          <p:spTgt spid="17434"/>
                                        </p:tgtEl>
                                      </p:cBhvr>
                                    </p:animEffect>
                                  </p:childTnLst>
                                  <p:subTnLst>
                                    <p:audio>
                                      <p:cMediaNode>
                                        <p:cTn display="0" masterRel="sameClick">
                                          <p:stCondLst>
                                            <p:cond evt="begin" delay="0">
                                              <p:tn val="49"/>
                                            </p:cond>
                                          </p:stCondLst>
                                          <p:endCondLst>
                                            <p:cond evt="onStopAudio" delay="0">
                                              <p:tgtEl>
                                                <p:sldTgt/>
                                              </p:tgtEl>
                                            </p:cond>
                                          </p:endCondLst>
                                        </p:cTn>
                                        <p:tgtEl>
                                          <p:sndTgt r:embed="rId4" name="type.wav"/>
                                        </p:tgtEl>
                                      </p:cMediaNode>
                                    </p:audio>
                                  </p:sub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17437"/>
                                        </p:tgtEl>
                                        <p:attrNameLst>
                                          <p:attrName>style.visibility</p:attrName>
                                        </p:attrNameLst>
                                      </p:cBhvr>
                                      <p:to>
                                        <p:strVal val="visible"/>
                                      </p:to>
                                    </p:set>
                                    <p:animEffect transition="in" filter="wipe(left)">
                                      <p:cBhvr>
                                        <p:cTn id="56" dur="500"/>
                                        <p:tgtEl>
                                          <p:spTgt spid="17437"/>
                                        </p:tgtEl>
                                      </p:cBhvr>
                                    </p:animEffect>
                                  </p:childTnLst>
                                  <p:subTnLst>
                                    <p:audio>
                                      <p:cMediaNode>
                                        <p:cTn display="0" masterRel="sameClick">
                                          <p:stCondLst>
                                            <p:cond evt="begin" delay="0">
                                              <p:tn val="54"/>
                                            </p:cond>
                                          </p:stCondLst>
                                          <p:endCondLst>
                                            <p:cond evt="onStopAudio" delay="0">
                                              <p:tgtEl>
                                                <p:sldTgt/>
                                              </p:tgtEl>
                                            </p:cond>
                                          </p:endCondLst>
                                        </p:cTn>
                                        <p:tgtEl>
                                          <p:sndTgt r:embed="rId4" name="type.wav"/>
                                        </p:tgtEl>
                                      </p:cMediaNode>
                                    </p:audio>
                                  </p:sub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17440"/>
                                        </p:tgtEl>
                                        <p:attrNameLst>
                                          <p:attrName>style.visibility</p:attrName>
                                        </p:attrNameLst>
                                      </p:cBhvr>
                                      <p:to>
                                        <p:strVal val="visible"/>
                                      </p:to>
                                    </p:set>
                                    <p:animEffect transition="in" filter="wipe(left)">
                                      <p:cBhvr>
                                        <p:cTn id="61" dur="500"/>
                                        <p:tgtEl>
                                          <p:spTgt spid="17440"/>
                                        </p:tgtEl>
                                      </p:cBhvr>
                                    </p:animEffect>
                                  </p:childTnLst>
                                  <p:subTnLst>
                                    <p:audio>
                                      <p:cMediaNode>
                                        <p:cTn display="0" masterRel="sameClick">
                                          <p:stCondLst>
                                            <p:cond evt="begin" delay="0">
                                              <p:tn val="59"/>
                                            </p:cond>
                                          </p:stCondLst>
                                          <p:endCondLst>
                                            <p:cond evt="onStopAudio" delay="0">
                                              <p:tgtEl>
                                                <p:sldTgt/>
                                              </p:tgtEl>
                                            </p:cond>
                                          </p:endCondLst>
                                        </p:cTn>
                                        <p:tgtEl>
                                          <p:sndTgt r:embed="rId4" name="type.wav"/>
                                        </p:tgtEl>
                                      </p:cMediaNode>
                                    </p:audio>
                                  </p:sub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7443"/>
                                        </p:tgtEl>
                                        <p:attrNameLst>
                                          <p:attrName>style.visibility</p:attrName>
                                        </p:attrNameLst>
                                      </p:cBhvr>
                                      <p:to>
                                        <p:strVal val="visible"/>
                                      </p:to>
                                    </p:set>
                                    <p:animEffect transition="in" filter="wipe(left)">
                                      <p:cBhvr>
                                        <p:cTn id="66" dur="500"/>
                                        <p:tgtEl>
                                          <p:spTgt spid="17443"/>
                                        </p:tgtEl>
                                      </p:cBhvr>
                                    </p:animEffect>
                                  </p:childTnLst>
                                  <p:subTnLst>
                                    <p:audio>
                                      <p:cMediaNode>
                                        <p:cTn display="0" masterRel="sameClick">
                                          <p:stCondLst>
                                            <p:cond evt="begin" delay="0">
                                              <p:tn val="64"/>
                                            </p:cond>
                                          </p:stCondLst>
                                          <p:endCondLst>
                                            <p:cond evt="onStopAudio" delay="0">
                                              <p:tgtEl>
                                                <p:sldTgt/>
                                              </p:tgtEl>
                                            </p:cond>
                                          </p:endCondLst>
                                        </p:cTn>
                                        <p:tgtEl>
                                          <p:sndTgt r:embed="rId6" name="chimes.wav"/>
                                        </p:tgtEl>
                                      </p:cMediaNode>
                                    </p:audio>
                                  </p:subTnLst>
                                </p:cTn>
                              </p:par>
                            </p:childTnLst>
                          </p:cTn>
                        </p:par>
                      </p:childTnLst>
                    </p:cTn>
                  </p:par>
                  <p:par>
                    <p:cTn id="67" fill="hold">
                      <p:stCondLst>
                        <p:cond delay="indefinite"/>
                      </p:stCondLst>
                      <p:childTnLst>
                        <p:par>
                          <p:cTn id="68" fill="hold">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17459"/>
                                        </p:tgtEl>
                                        <p:attrNameLst>
                                          <p:attrName>style.visibility</p:attrName>
                                        </p:attrNameLst>
                                      </p:cBhvr>
                                      <p:to>
                                        <p:strVal val="visible"/>
                                      </p:to>
                                    </p:set>
                                    <p:animEffect transition="in" filter="wipe(left)">
                                      <p:cBhvr>
                                        <p:cTn id="71" dur="500"/>
                                        <p:tgtEl>
                                          <p:spTgt spid="17459"/>
                                        </p:tgtEl>
                                      </p:cBhvr>
                                    </p:animEffect>
                                  </p:childTnLst>
                                  <p:subTnLst>
                                    <p:audio>
                                      <p:cMediaNode>
                                        <p:cTn display="0" masterRel="sameClick">
                                          <p:stCondLst>
                                            <p:cond evt="begin" delay="0">
                                              <p:tn val="69"/>
                                            </p:cond>
                                          </p:stCondLst>
                                          <p:endCondLst>
                                            <p:cond evt="onStopAudio" delay="0">
                                              <p:tgtEl>
                                                <p:sldTgt/>
                                              </p:tgtEl>
                                            </p:cond>
                                          </p:endCondLst>
                                        </p:cTn>
                                        <p:tgtEl>
                                          <p:sndTgt r:embed="rId4" name="type.wav"/>
                                        </p:tgtEl>
                                      </p:cMediaNode>
                                    </p:audio>
                                  </p:sub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7460"/>
                                        </p:tgtEl>
                                        <p:attrNameLst>
                                          <p:attrName>style.visibility</p:attrName>
                                        </p:attrNameLst>
                                      </p:cBhvr>
                                      <p:to>
                                        <p:strVal val="visible"/>
                                      </p:to>
                                    </p:set>
                                    <p:animEffect transition="in" filter="wipe(left)">
                                      <p:cBhvr>
                                        <p:cTn id="76" dur="500"/>
                                        <p:tgtEl>
                                          <p:spTgt spid="17460"/>
                                        </p:tgtEl>
                                      </p:cBhvr>
                                    </p:animEffect>
                                  </p:childTnLst>
                                  <p:subTnLst>
                                    <p:audio>
                                      <p:cMediaNode>
                                        <p:cTn display="0" masterRel="sameClick">
                                          <p:stCondLst>
                                            <p:cond evt="begin" delay="0">
                                              <p:tn val="74"/>
                                            </p:cond>
                                          </p:stCondLst>
                                          <p:endCondLst>
                                            <p:cond evt="onStopAudio" delay="0">
                                              <p:tgtEl>
                                                <p:sldTgt/>
                                              </p:tgtEl>
                                            </p:cond>
                                          </p:endCondLst>
                                        </p:cTn>
                                        <p:tgtEl>
                                          <p:sndTgt r:embed="rId4" name="type.wav"/>
                                        </p:tgtEl>
                                      </p:cMediaNode>
                                    </p:audio>
                                  </p:subTnLst>
                                </p:cTn>
                              </p:par>
                            </p:childTnLst>
                          </p:cTn>
                        </p:par>
                      </p:childTnLst>
                    </p:cTn>
                  </p:par>
                  <p:par>
                    <p:cTn id="77" fill="hold">
                      <p:stCondLst>
                        <p:cond delay="indefinite"/>
                      </p:stCondLst>
                      <p:childTnLst>
                        <p:par>
                          <p:cTn id="78" fill="hold">
                            <p:stCondLst>
                              <p:cond delay="0"/>
                            </p:stCondLst>
                            <p:childTnLst>
                              <p:par>
                                <p:cTn id="79" presetID="22" presetClass="entr" presetSubtype="8" fill="hold" nodeType="clickEffect">
                                  <p:stCondLst>
                                    <p:cond delay="0"/>
                                  </p:stCondLst>
                                  <p:childTnLst>
                                    <p:set>
                                      <p:cBhvr>
                                        <p:cTn id="80" dur="1" fill="hold">
                                          <p:stCondLst>
                                            <p:cond delay="0"/>
                                          </p:stCondLst>
                                        </p:cTn>
                                        <p:tgtEl>
                                          <p:spTgt spid="17463"/>
                                        </p:tgtEl>
                                        <p:attrNameLst>
                                          <p:attrName>style.visibility</p:attrName>
                                        </p:attrNameLst>
                                      </p:cBhvr>
                                      <p:to>
                                        <p:strVal val="visible"/>
                                      </p:to>
                                    </p:set>
                                    <p:animEffect transition="in" filter="wipe(left)">
                                      <p:cBhvr>
                                        <p:cTn id="81" dur="500"/>
                                        <p:tgtEl>
                                          <p:spTgt spid="17463"/>
                                        </p:tgtEl>
                                      </p:cBhvr>
                                    </p:animEffect>
                                  </p:childTnLst>
                                  <p:subTnLst>
                                    <p:audio>
                                      <p:cMediaNode>
                                        <p:cTn display="0" masterRel="sameClick">
                                          <p:stCondLst>
                                            <p:cond evt="begin" delay="0">
                                              <p:tn val="79"/>
                                            </p:cond>
                                          </p:stCondLst>
                                          <p:endCondLst>
                                            <p:cond evt="onStopAudio" delay="0">
                                              <p:tgtEl>
                                                <p:sldTgt/>
                                              </p:tgtEl>
                                            </p:cond>
                                          </p:endCondLst>
                                        </p:cTn>
                                        <p:tgtEl>
                                          <p:sndTgt r:embed="rId4" name="type.wav"/>
                                        </p:tgtEl>
                                      </p:cMediaNode>
                                    </p:audio>
                                  </p:subTnLst>
                                </p:cTn>
                              </p:par>
                            </p:childTnLst>
                          </p:cTn>
                        </p:par>
                      </p:childTnLst>
                    </p:cTn>
                  </p:par>
                  <p:par>
                    <p:cTn id="82" fill="hold">
                      <p:stCondLst>
                        <p:cond delay="indefinite"/>
                      </p:stCondLst>
                      <p:childTnLst>
                        <p:par>
                          <p:cTn id="83" fill="hold">
                            <p:stCondLst>
                              <p:cond delay="0"/>
                            </p:stCondLst>
                            <p:childTnLst>
                              <p:par>
                                <p:cTn id="84" presetID="22" presetClass="entr" presetSubtype="8" fill="hold" grpId="0" nodeType="clickEffect">
                                  <p:stCondLst>
                                    <p:cond delay="0"/>
                                  </p:stCondLst>
                                  <p:childTnLst>
                                    <p:set>
                                      <p:cBhvr>
                                        <p:cTn id="85" dur="1" fill="hold">
                                          <p:stCondLst>
                                            <p:cond delay="0"/>
                                          </p:stCondLst>
                                        </p:cTn>
                                        <p:tgtEl>
                                          <p:spTgt spid="17467"/>
                                        </p:tgtEl>
                                        <p:attrNameLst>
                                          <p:attrName>style.visibility</p:attrName>
                                        </p:attrNameLst>
                                      </p:cBhvr>
                                      <p:to>
                                        <p:strVal val="visible"/>
                                      </p:to>
                                    </p:set>
                                    <p:animEffect transition="in" filter="wipe(left)">
                                      <p:cBhvr>
                                        <p:cTn id="86" dur="500"/>
                                        <p:tgtEl>
                                          <p:spTgt spid="17467"/>
                                        </p:tgtEl>
                                      </p:cBhvr>
                                    </p:animEffect>
                                  </p:childTnLst>
                                  <p:subTnLst>
                                    <p:audio>
                                      <p:cMediaNode>
                                        <p:cTn display="0" masterRel="sameClick">
                                          <p:stCondLst>
                                            <p:cond evt="begin" delay="0">
                                              <p:tn val="84"/>
                                            </p:cond>
                                          </p:stCondLst>
                                          <p:endCondLst>
                                            <p:cond evt="onStopAudio" delay="0">
                                              <p:tgtEl>
                                                <p:sldTgt/>
                                              </p:tgtEl>
                                            </p:cond>
                                          </p:endCondLst>
                                        </p:cTn>
                                        <p:tgtEl>
                                          <p:sndTgt r:embed="rId4" name="type.wav"/>
                                        </p:tgtEl>
                                      </p:cMediaNode>
                                    </p:audio>
                                  </p:subTnLst>
                                </p:cTn>
                              </p:par>
                            </p:childTnLst>
                          </p:cTn>
                        </p:par>
                      </p:childTnLst>
                    </p:cTn>
                  </p:par>
                  <p:par>
                    <p:cTn id="87" fill="hold">
                      <p:stCondLst>
                        <p:cond delay="indefinite"/>
                      </p:stCondLst>
                      <p:childTnLst>
                        <p:par>
                          <p:cTn id="88" fill="hold">
                            <p:stCondLst>
                              <p:cond delay="0"/>
                            </p:stCondLst>
                            <p:childTnLst>
                              <p:par>
                                <p:cTn id="89" presetID="18" presetClass="entr" presetSubtype="9" fill="hold" grpId="0" nodeType="clickEffect">
                                  <p:stCondLst>
                                    <p:cond delay="0"/>
                                  </p:stCondLst>
                                  <p:childTnLst>
                                    <p:set>
                                      <p:cBhvr>
                                        <p:cTn id="90" dur="1" fill="hold">
                                          <p:stCondLst>
                                            <p:cond delay="0"/>
                                          </p:stCondLst>
                                        </p:cTn>
                                        <p:tgtEl>
                                          <p:spTgt spid="17468"/>
                                        </p:tgtEl>
                                        <p:attrNameLst>
                                          <p:attrName>style.visibility</p:attrName>
                                        </p:attrNameLst>
                                      </p:cBhvr>
                                      <p:to>
                                        <p:strVal val="visible"/>
                                      </p:to>
                                    </p:set>
                                    <p:animEffect transition="in" filter="strips(upLeft)">
                                      <p:cBhvr>
                                        <p:cTn id="91" dur="500"/>
                                        <p:tgtEl>
                                          <p:spTgt spid="17468"/>
                                        </p:tgtEl>
                                      </p:cBhvr>
                                    </p:animEffect>
                                  </p:childTnLst>
                                  <p:subTnLst>
                                    <p:audio>
                                      <p:cMediaNode>
                                        <p:cTn display="0" masterRel="sameClick">
                                          <p:stCondLst>
                                            <p:cond evt="begin" delay="0">
                                              <p:tn val="89"/>
                                            </p:cond>
                                          </p:stCondLst>
                                          <p:endCondLst>
                                            <p:cond evt="onStopAudio" delay="0">
                                              <p:tgtEl>
                                                <p:sldTgt/>
                                              </p:tgtEl>
                                            </p:cond>
                                          </p:endCondLst>
                                        </p:cTn>
                                        <p:tgtEl>
                                          <p:sndTgt r:embed="rId7"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4" grpId="0"/>
      <p:bldP spid="17426" grpId="0" animBg="1"/>
      <p:bldP spid="17427" grpId="0"/>
      <p:bldP spid="17443" grpId="0"/>
      <p:bldP spid="17459" grpId="0"/>
      <p:bldP spid="17467" grpId="0"/>
      <p:bldP spid="1746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7D421331-E1BA-4606-92A6-0AB14CC59B4A}"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2969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2969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4E06F731-4B1A-4A81-9F0B-D8AEBF017A46}" type="slidenum">
              <a:rPr lang="zh-CN" altLang="en-US" smtClean="0">
                <a:solidFill>
                  <a:srgbClr val="000000"/>
                </a:solidFill>
                <a:latin typeface="Times New Roman" panose="02020603050405020304" pitchFamily="18" charset="0"/>
              </a:rPr>
              <a:t>21</a:t>
            </a:fld>
            <a:endParaRPr lang="zh-CN" altLang="en-US">
              <a:solidFill>
                <a:srgbClr val="000000"/>
              </a:solidFill>
              <a:latin typeface="Times New Roman" panose="02020603050405020304" pitchFamily="18" charset="0"/>
            </a:endParaRPr>
          </a:p>
        </p:txBody>
      </p:sp>
      <p:sp>
        <p:nvSpPr>
          <p:cNvPr id="18434" name="AutoShape 2" descr="再生纸"/>
          <p:cNvSpPr>
            <a:spLocks noChangeArrowheads="1"/>
          </p:cNvSpPr>
          <p:nvPr/>
        </p:nvSpPr>
        <p:spPr bwMode="auto">
          <a:xfrm>
            <a:off x="381000" y="457200"/>
            <a:ext cx="838200" cy="457200"/>
          </a:xfrm>
          <a:prstGeom prst="bevel">
            <a:avLst>
              <a:gd name="adj" fmla="val 9722"/>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a:solidFill>
                  <a:srgbClr val="000000"/>
                </a:solidFill>
                <a:latin typeface="Times New Roman" panose="02020603050405020304" pitchFamily="18" charset="0"/>
                <a:ea typeface="楷体_GB2312" pitchFamily="49" charset="-122"/>
              </a:rPr>
              <a:t>n</a:t>
            </a:r>
            <a:r>
              <a:rPr lang="en-US" altLang="zh-CN" sz="2000" b="1">
                <a:solidFill>
                  <a:srgbClr val="000000"/>
                </a:solidFill>
                <a:latin typeface="Times New Roman" panose="02020603050405020304" pitchFamily="18" charset="0"/>
                <a:ea typeface="楷体_GB2312" pitchFamily="49" charset="-122"/>
              </a:rPr>
              <a:t> = 2</a:t>
            </a:r>
          </a:p>
        </p:txBody>
      </p:sp>
      <p:graphicFrame>
        <p:nvGraphicFramePr>
          <p:cNvPr id="18435" name="Object 3"/>
          <p:cNvGraphicFramePr>
            <a:graphicFrameLocks noChangeAspect="1"/>
          </p:cNvGraphicFramePr>
          <p:nvPr/>
        </p:nvGraphicFramePr>
        <p:xfrm>
          <a:off x="1371600" y="381000"/>
          <a:ext cx="7391400" cy="754063"/>
        </p:xfrm>
        <a:graphic>
          <a:graphicData uri="http://schemas.openxmlformats.org/presentationml/2006/ole">
            <mc:AlternateContent xmlns:mc="http://schemas.openxmlformats.org/markup-compatibility/2006">
              <mc:Choice xmlns:v="urn:schemas-microsoft-com:vml" Requires="v">
                <p:oleObj spid="_x0000_s29782" r:id="rId8" imgW="4366895" imgH="431800" progId="Equation.3">
                  <p:embed/>
                </p:oleObj>
              </mc:Choice>
              <mc:Fallback>
                <p:oleObj r:id="rId8" imgW="4366895" imgH="431800" progId="Equation.3">
                  <p:embed/>
                  <p:pic>
                    <p:nvPicPr>
                      <p:cNvPr id="0" name="Object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1600" y="381000"/>
                        <a:ext cx="7391400" cy="754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18436" name="Group 4"/>
          <p:cNvGrpSpPr/>
          <p:nvPr/>
        </p:nvGrpSpPr>
        <p:grpSpPr bwMode="auto">
          <a:xfrm>
            <a:off x="1371600" y="1295400"/>
            <a:ext cx="3017838" cy="584200"/>
            <a:chOff x="0" y="0"/>
            <a:chExt cx="1901" cy="368"/>
          </a:xfrm>
        </p:grpSpPr>
        <p:sp>
          <p:nvSpPr>
            <p:cNvPr id="29703" name="Line 5"/>
            <p:cNvSpPr>
              <a:spLocks noChangeShapeType="1"/>
            </p:cNvSpPr>
            <p:nvPr/>
          </p:nvSpPr>
          <p:spPr bwMode="auto">
            <a:xfrm>
              <a:off x="829" y="184"/>
              <a:ext cx="203"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29704" name="Rectangle 6"/>
            <p:cNvSpPr>
              <a:spLocks noChangeArrowheads="1"/>
            </p:cNvSpPr>
            <p:nvPr/>
          </p:nvSpPr>
          <p:spPr bwMode="auto">
            <a:xfrm>
              <a:off x="1042" y="84"/>
              <a:ext cx="5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9705" name="Rectangle 7"/>
            <p:cNvSpPr>
              <a:spLocks noChangeArrowheads="1"/>
            </p:cNvSpPr>
            <p:nvPr/>
          </p:nvSpPr>
          <p:spPr bwMode="auto">
            <a:xfrm>
              <a:off x="847" y="186"/>
              <a:ext cx="15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18</a:t>
              </a:r>
              <a:endParaRPr lang="en-US" altLang="zh-CN" sz="2800">
                <a:solidFill>
                  <a:srgbClr val="000000"/>
                </a:solidFill>
                <a:latin typeface="Times New Roman" panose="02020603050405020304" pitchFamily="18" charset="0"/>
                <a:ea typeface="楷体_GB2312" pitchFamily="49" charset="-122"/>
              </a:endParaRPr>
            </a:p>
          </p:txBody>
        </p:sp>
        <p:sp>
          <p:nvSpPr>
            <p:cNvPr id="29706" name="Rectangle 8"/>
            <p:cNvSpPr>
              <a:spLocks noChangeArrowheads="1"/>
            </p:cNvSpPr>
            <p:nvPr/>
          </p:nvSpPr>
          <p:spPr bwMode="auto">
            <a:xfrm>
              <a:off x="837" y="1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5</a:t>
              </a:r>
              <a:endParaRPr lang="en-US" altLang="zh-CN" sz="2800">
                <a:solidFill>
                  <a:srgbClr val="000000"/>
                </a:solidFill>
                <a:latin typeface="Times New Roman" panose="02020603050405020304" pitchFamily="18" charset="0"/>
                <a:ea typeface="楷体_GB2312" pitchFamily="49" charset="-122"/>
              </a:endParaRPr>
            </a:p>
          </p:txBody>
        </p:sp>
        <p:sp>
          <p:nvSpPr>
            <p:cNvPr id="29707" name="Rectangle 9"/>
            <p:cNvSpPr>
              <a:spLocks noChangeArrowheads="1"/>
            </p:cNvSpPr>
            <p:nvPr/>
          </p:nvSpPr>
          <p:spPr bwMode="auto">
            <a:xfrm>
              <a:off x="766" y="84"/>
              <a:ext cx="5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9708" name="Rectangle 10"/>
            <p:cNvSpPr>
              <a:spLocks noChangeArrowheads="1"/>
            </p:cNvSpPr>
            <p:nvPr/>
          </p:nvSpPr>
          <p:spPr bwMode="auto">
            <a:xfrm>
              <a:off x="219" y="84"/>
              <a:ext cx="15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50</a:t>
              </a:r>
              <a:endParaRPr lang="en-US" altLang="zh-CN" sz="2800">
                <a:solidFill>
                  <a:srgbClr val="000000"/>
                </a:solidFill>
                <a:latin typeface="Times New Roman" panose="02020603050405020304" pitchFamily="18" charset="0"/>
                <a:ea typeface="楷体_GB2312" pitchFamily="49" charset="-122"/>
              </a:endParaRPr>
            </a:p>
          </p:txBody>
        </p:sp>
        <p:sp>
          <p:nvSpPr>
            <p:cNvPr id="29709" name="Rectangle 11"/>
            <p:cNvSpPr>
              <a:spLocks noChangeArrowheads="1"/>
            </p:cNvSpPr>
            <p:nvPr/>
          </p:nvSpPr>
          <p:spPr bwMode="auto">
            <a:xfrm>
              <a:off x="0" y="84"/>
              <a:ext cx="18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a:solidFill>
                    <a:srgbClr val="000000"/>
                  </a:solidFill>
                  <a:latin typeface="Times New Roman" panose="02020603050405020304" pitchFamily="18" charset="0"/>
                  <a:ea typeface="楷体_GB2312" pitchFamily="49" charset="-122"/>
                </a:rPr>
                <a:t>sin</a:t>
              </a:r>
              <a:endParaRPr lang="en-US" altLang="zh-CN" sz="2800">
                <a:solidFill>
                  <a:srgbClr val="000000"/>
                </a:solidFill>
                <a:latin typeface="Times New Roman" panose="02020603050405020304" pitchFamily="18" charset="0"/>
                <a:ea typeface="楷体_GB2312" pitchFamily="49" charset="-122"/>
              </a:endParaRPr>
            </a:p>
          </p:txBody>
        </p:sp>
        <p:sp>
          <p:nvSpPr>
            <p:cNvPr id="29710" name="Rectangle 12"/>
            <p:cNvSpPr>
              <a:spLocks noChangeArrowheads="1"/>
            </p:cNvSpPr>
            <p:nvPr/>
          </p:nvSpPr>
          <p:spPr bwMode="auto">
            <a:xfrm>
              <a:off x="706" y="179"/>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29711" name="Rectangle 13"/>
            <p:cNvSpPr>
              <a:spLocks noChangeArrowheads="1"/>
            </p:cNvSpPr>
            <p:nvPr/>
          </p:nvSpPr>
          <p:spPr bwMode="auto">
            <a:xfrm>
              <a:off x="385" y="71"/>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29712" name="Rectangle 14"/>
            <p:cNvSpPr>
              <a:spLocks noChangeArrowheads="1"/>
            </p:cNvSpPr>
            <p:nvPr/>
          </p:nvSpPr>
          <p:spPr bwMode="auto">
            <a:xfrm>
              <a:off x="1130" y="66"/>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9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9713" name="Rectangle 15"/>
            <p:cNvSpPr>
              <a:spLocks noChangeArrowheads="1"/>
            </p:cNvSpPr>
            <p:nvPr/>
          </p:nvSpPr>
          <p:spPr bwMode="auto">
            <a:xfrm>
              <a:off x="485" y="66"/>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9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29714" name="Rectangle 16"/>
            <p:cNvSpPr>
              <a:spLocks noChangeArrowheads="1"/>
            </p:cNvSpPr>
            <p:nvPr/>
          </p:nvSpPr>
          <p:spPr bwMode="auto">
            <a:xfrm>
              <a:off x="908" y="0"/>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i="1">
                  <a:solidFill>
                    <a:srgbClr val="000000"/>
                  </a:solidFill>
                  <a:latin typeface="Symbol" panose="05050102010706020507" pitchFamily="18" charset="2"/>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29715" name="Rectangle 17"/>
            <p:cNvSpPr>
              <a:spLocks noChangeArrowheads="1"/>
            </p:cNvSpPr>
            <p:nvPr/>
          </p:nvSpPr>
          <p:spPr bwMode="auto">
            <a:xfrm>
              <a:off x="621" y="84"/>
              <a:ext cx="9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900" b="1" i="1">
                  <a:solidFill>
                    <a:srgbClr val="000000"/>
                  </a:solidFill>
                  <a:latin typeface="Times New Roman" panose="02020603050405020304" pitchFamily="18" charset="0"/>
                  <a:ea typeface="楷体_GB2312" pitchFamily="49" charset="-122"/>
                </a:rPr>
                <a:t>L</a:t>
              </a:r>
              <a:endParaRPr lang="en-US" altLang="zh-CN" sz="2800">
                <a:solidFill>
                  <a:srgbClr val="000000"/>
                </a:solidFill>
                <a:latin typeface="Times New Roman" panose="02020603050405020304" pitchFamily="18" charset="0"/>
                <a:ea typeface="楷体_GB2312" pitchFamily="49" charset="-122"/>
              </a:endParaRPr>
            </a:p>
          </p:txBody>
        </p:sp>
        <p:sp>
          <p:nvSpPr>
            <p:cNvPr id="29716" name="Text Box 18"/>
            <p:cNvSpPr txBox="1">
              <a:spLocks noChangeArrowheads="1"/>
            </p:cNvSpPr>
            <p:nvPr/>
          </p:nvSpPr>
          <p:spPr bwMode="auto">
            <a:xfrm>
              <a:off x="1229" y="51"/>
              <a:ext cx="67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FF3300"/>
                  </a:solidFill>
                  <a:latin typeface="Times New Roman" panose="02020603050405020304" pitchFamily="18" charset="0"/>
                  <a:ea typeface="楷体_GB2312" pitchFamily="49" charset="-122"/>
                </a:rPr>
                <a:t>0.76543</a:t>
              </a:r>
            </a:p>
          </p:txBody>
        </p:sp>
      </p:grpSp>
      <p:graphicFrame>
        <p:nvGraphicFramePr>
          <p:cNvPr id="18451" name="Object 19"/>
          <p:cNvGraphicFramePr>
            <a:graphicFrameLocks noChangeAspect="1"/>
          </p:cNvGraphicFramePr>
          <p:nvPr/>
        </p:nvGraphicFramePr>
        <p:xfrm>
          <a:off x="1295400" y="1981200"/>
          <a:ext cx="6172200" cy="679450"/>
        </p:xfrm>
        <a:graphic>
          <a:graphicData uri="http://schemas.openxmlformats.org/presentationml/2006/ole">
            <mc:AlternateContent xmlns:mc="http://schemas.openxmlformats.org/markup-compatibility/2006">
              <mc:Choice xmlns:v="urn:schemas-microsoft-com:vml" Requires="v">
                <p:oleObj spid="_x0000_s29783" r:id="rId10" imgW="3771900" imgH="419100" progId="Equation.3">
                  <p:embed/>
                </p:oleObj>
              </mc:Choice>
              <mc:Fallback>
                <p:oleObj r:id="rId10" imgW="3771900" imgH="419100" progId="Equation.3">
                  <p:embed/>
                  <p:pic>
                    <p:nvPicPr>
                      <p:cNvPr id="0" name="Object 1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95400" y="1981200"/>
                        <a:ext cx="6172200"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18452" name="Group 20"/>
          <p:cNvGrpSpPr/>
          <p:nvPr/>
        </p:nvGrpSpPr>
        <p:grpSpPr bwMode="auto">
          <a:xfrm>
            <a:off x="1371600" y="2743200"/>
            <a:ext cx="3986213" cy="666750"/>
            <a:chOff x="0" y="0"/>
            <a:chExt cx="2511" cy="420"/>
          </a:xfrm>
        </p:grpSpPr>
        <p:graphicFrame>
          <p:nvGraphicFramePr>
            <p:cNvPr id="29719" name="Object 21"/>
            <p:cNvGraphicFramePr>
              <a:graphicFrameLocks noChangeAspect="1"/>
            </p:cNvGraphicFramePr>
            <p:nvPr/>
          </p:nvGraphicFramePr>
          <p:xfrm>
            <a:off x="384" y="0"/>
            <a:ext cx="2127" cy="420"/>
          </p:xfrm>
          <a:graphic>
            <a:graphicData uri="http://schemas.openxmlformats.org/presentationml/2006/ole">
              <mc:AlternateContent xmlns:mc="http://schemas.openxmlformats.org/markup-compatibility/2006">
                <mc:Choice xmlns:v="urn:schemas-microsoft-com:vml" Requires="v">
                  <p:oleObj spid="_x0000_s29784" r:id="rId12" imgW="1854200" imgH="381000" progId="Equation.3">
                    <p:embed/>
                  </p:oleObj>
                </mc:Choice>
                <mc:Fallback>
                  <p:oleObj r:id="rId12" imgW="1854200" imgH="381000" progId="Equation.3">
                    <p:embed/>
                    <p:pic>
                      <p:nvPicPr>
                        <p:cNvPr id="0" name="Object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84" y="0"/>
                          <a:ext cx="2127"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9720" name="AutoShape 22"/>
            <p:cNvSpPr>
              <a:spLocks noChangeArrowheads="1"/>
            </p:cNvSpPr>
            <p:nvPr/>
          </p:nvSpPr>
          <p:spPr bwMode="auto">
            <a:xfrm>
              <a:off x="0" y="144"/>
              <a:ext cx="240" cy="96"/>
            </a:xfrm>
            <a:prstGeom prst="rightArrow">
              <a:avLst>
                <a:gd name="adj1" fmla="val 50000"/>
                <a:gd name="adj2" fmla="val 62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18455" name="Text Box 23"/>
          <p:cNvSpPr txBox="1">
            <a:spLocks noChangeArrowheads="1"/>
          </p:cNvSpPr>
          <p:nvPr/>
        </p:nvSpPr>
        <p:spPr bwMode="auto">
          <a:xfrm>
            <a:off x="5334000" y="2514600"/>
            <a:ext cx="3581400" cy="1098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ctr" hangingPunct="1"/>
            <a:r>
              <a:rPr lang="zh-CN" altLang="en-US" sz="6600">
                <a:solidFill>
                  <a:srgbClr val="3333CC"/>
                </a:solidFill>
                <a:latin typeface="Times New Roman" panose="02020603050405020304" pitchFamily="18" charset="0"/>
                <a:ea typeface="楷体_GB2312" pitchFamily="49" charset="-122"/>
                <a:sym typeface="Webdings" panose="05030102010509060703" pitchFamily="18" charset="2"/>
              </a:rPr>
              <a:t></a:t>
            </a:r>
            <a:r>
              <a:rPr lang="en-US" altLang="zh-CN" sz="2400" b="1">
                <a:solidFill>
                  <a:srgbClr val="3333CC"/>
                </a:solidFill>
                <a:latin typeface="Times New Roman" panose="02020603050405020304" pitchFamily="18" charset="0"/>
                <a:ea typeface="楷体_GB2312" pitchFamily="49" charset="-122"/>
              </a:rPr>
              <a:t>sin 50</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 = 0.7660444…</a:t>
            </a:r>
          </a:p>
        </p:txBody>
      </p:sp>
      <p:sp>
        <p:nvSpPr>
          <p:cNvPr id="18456" name="Text Box 24"/>
          <p:cNvSpPr txBox="1">
            <a:spLocks noChangeArrowheads="1"/>
          </p:cNvSpPr>
          <p:nvPr/>
        </p:nvSpPr>
        <p:spPr bwMode="auto">
          <a:xfrm>
            <a:off x="1295400" y="3581400"/>
            <a:ext cx="4419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次插值的实际误差 </a:t>
            </a:r>
            <a:r>
              <a:rPr lang="zh-CN" altLang="en-US" sz="2400" b="1">
                <a:solidFill>
                  <a:srgbClr val="000000"/>
                </a:solidFill>
                <a:latin typeface="Symbol" panose="05050102010706020507" pitchFamily="18" charset="2"/>
                <a:ea typeface="楷体_GB2312" pitchFamily="49" charset="-122"/>
                <a:sym typeface="Symbol" panose="05050102010706020507" pitchFamily="18" charset="2"/>
              </a:rPr>
              <a:t> </a:t>
            </a:r>
            <a:r>
              <a:rPr lang="en-US" altLang="zh-CN" sz="2400" b="1">
                <a:solidFill>
                  <a:srgbClr val="000000"/>
                </a:solidFill>
                <a:latin typeface="Symbol" panose="05050102010706020507" pitchFamily="18" charset="2"/>
                <a:ea typeface="楷体_GB2312" pitchFamily="49" charset="-122"/>
                <a:sym typeface="Symbol" panose="05050102010706020507" pitchFamily="18" charset="2"/>
              </a:rPr>
              <a:t>0.00061</a:t>
            </a:r>
          </a:p>
        </p:txBody>
      </p:sp>
      <p:sp>
        <p:nvSpPr>
          <p:cNvPr id="18457" name="AutoShape 25"/>
          <p:cNvSpPr>
            <a:spLocks noChangeArrowheads="1"/>
          </p:cNvSpPr>
          <p:nvPr/>
        </p:nvSpPr>
        <p:spPr bwMode="auto">
          <a:xfrm>
            <a:off x="5029200" y="4114800"/>
            <a:ext cx="3810000" cy="1066800"/>
          </a:xfrm>
          <a:prstGeom prst="wedgeEllipseCallout">
            <a:avLst>
              <a:gd name="adj1" fmla="val -57750"/>
              <a:gd name="adj2" fmla="val -64583"/>
            </a:avLst>
          </a:prstGeom>
          <a:gradFill rotWithShape="0">
            <a:gsLst>
              <a:gs pos="0">
                <a:srgbClr val="C0C0C0"/>
              </a:gs>
              <a:gs pos="100000">
                <a:schemeClr val="bg1"/>
              </a:gs>
            </a:gsLst>
            <a:lin ang="27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a:solidFill>
                  <a:srgbClr val="000000"/>
                </a:solidFill>
                <a:latin typeface="Times New Roman" panose="02020603050405020304" pitchFamily="18" charset="0"/>
                <a:ea typeface="楷体_GB2312" pitchFamily="49" charset="-122"/>
              </a:rPr>
              <a:t>高次插值通常优于低次插值</a:t>
            </a:r>
          </a:p>
        </p:txBody>
      </p:sp>
      <p:pic>
        <p:nvPicPr>
          <p:cNvPr id="18458" name="Picture 26" descr="MONEY"/>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7200" y="5033963"/>
            <a:ext cx="1600200" cy="1443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9" name="AutoShape 27"/>
          <p:cNvSpPr>
            <a:spLocks noChangeArrowheads="1"/>
          </p:cNvSpPr>
          <p:nvPr/>
        </p:nvSpPr>
        <p:spPr bwMode="auto">
          <a:xfrm>
            <a:off x="3124200" y="5257800"/>
            <a:ext cx="4267200" cy="1371600"/>
          </a:xfrm>
          <a:prstGeom prst="cloudCallout">
            <a:avLst>
              <a:gd name="adj1" fmla="val -74032"/>
              <a:gd name="adj2" fmla="val -25231"/>
            </a:avLst>
          </a:prstGeom>
          <a:gradFill rotWithShape="0">
            <a:gsLst>
              <a:gs pos="0">
                <a:srgbClr val="CCFFFF"/>
              </a:gs>
              <a:gs pos="100000">
                <a:schemeClr val="bg1"/>
              </a:gs>
            </a:gsLst>
            <a:lin ang="2700000" scaled="1"/>
          </a:gradFill>
          <a:ln w="9525">
            <a:solidFill>
              <a:schemeClr val="accent2"/>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a:solidFill>
                  <a:srgbClr val="000000"/>
                </a:solidFill>
                <a:latin typeface="Times New Roman" panose="02020603050405020304" pitchFamily="18" charset="0"/>
                <a:ea typeface="楷体_GB2312" pitchFamily="49" charset="-122"/>
              </a:rPr>
              <a:t>但绝对不是次数越高就越好，嘿嘿</a:t>
            </a:r>
            <a:r>
              <a:rPr lang="en-US" altLang="zh-CN" sz="2400" b="1">
                <a:solidFill>
                  <a:srgbClr val="000000"/>
                </a:solidFill>
                <a:latin typeface="Times New Roman" panose="02020603050405020304" pitchFamily="18" charset="0"/>
                <a:ea typeface="楷体_GB2312" pitchFamily="49" charset="-122"/>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18434"/>
                                        </p:tgtEl>
                                        <p:attrNameLst>
                                          <p:attrName>style.visibility</p:attrName>
                                        </p:attrNameLst>
                                      </p:cBhvr>
                                      <p:to>
                                        <p:strVal val="visible"/>
                                      </p:to>
                                    </p:set>
                                    <p:animEffect transition="in" filter="box(in)">
                                      <p:cBhvr>
                                        <p:cTn id="7" dur="500"/>
                                        <p:tgtEl>
                                          <p:spTgt spid="18434"/>
                                        </p:tgtEl>
                                      </p:cBhvr>
                                    </p:animEffect>
                                  </p:childTnLst>
                                  <p:subTnLst>
                                    <p:audio>
                                      <p:cMediaNode>
                                        <p:cTn display="0" masterRel="sameClick">
                                          <p:stCondLst>
                                            <p:cond evt="begin" delay="0">
                                              <p:tn val="5"/>
                                            </p:cond>
                                          </p:stCondLst>
                                          <p:endCondLst>
                                            <p:cond evt="onStopAudio" delay="0">
                                              <p:tgtEl>
                                                <p:sldTgt/>
                                              </p:tgtEl>
                                            </p:cond>
                                          </p:endCondLst>
                                        </p:cTn>
                                        <p:tgtEl>
                                          <p:sndTgt r:embed="rId3" name="camera.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8435"/>
                                        </p:tgtEl>
                                        <p:attrNameLst>
                                          <p:attrName>style.visibility</p:attrName>
                                        </p:attrNameLst>
                                      </p:cBhvr>
                                      <p:to>
                                        <p:strVal val="visible"/>
                                      </p:to>
                                    </p:set>
                                    <p:animEffect transition="in" filter="wipe(left)">
                                      <p:cBhvr>
                                        <p:cTn id="12" dur="500"/>
                                        <p:tgtEl>
                                          <p:spTgt spid="18435"/>
                                        </p:tgtEl>
                                      </p:cBhvr>
                                    </p:animEffect>
                                  </p:childTnLst>
                                  <p:subTnLst>
                                    <p:audio>
                                      <p:cMediaNode>
                                        <p:cTn display="0" masterRel="sameClick">
                                          <p:stCondLst>
                                            <p:cond evt="begin" delay="0">
                                              <p:tn val="10"/>
                                            </p:cond>
                                          </p:stCondLst>
                                          <p:endCondLst>
                                            <p:cond evt="onStopAudio" delay="0">
                                              <p:tgtEl>
                                                <p:sldTgt/>
                                              </p:tgtEl>
                                            </p:cond>
                                          </p:endCondLst>
                                        </p:cTn>
                                        <p:tgtEl>
                                          <p:sndTgt r:embed="rId4" name="projctor.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8436"/>
                                        </p:tgtEl>
                                        <p:attrNameLst>
                                          <p:attrName>style.visibility</p:attrName>
                                        </p:attrNameLst>
                                      </p:cBhvr>
                                      <p:to>
                                        <p:strVal val="visible"/>
                                      </p:to>
                                    </p:set>
                                    <p:animEffect transition="in" filter="wipe(left)">
                                      <p:cBhvr>
                                        <p:cTn id="17" dur="500"/>
                                        <p:tgtEl>
                                          <p:spTgt spid="18436"/>
                                        </p:tgtEl>
                                      </p:cBhvr>
                                    </p:animEffect>
                                  </p:childTnLst>
                                  <p:subTnLst>
                                    <p:audio>
                                      <p:cMediaNode>
                                        <p:cTn display="0" masterRel="sameClick">
                                          <p:stCondLst>
                                            <p:cond evt="begin" delay="0">
                                              <p:tn val="15"/>
                                            </p:cond>
                                          </p:stCondLst>
                                          <p:endCondLst>
                                            <p:cond evt="onStopAudio" delay="0">
                                              <p:tgtEl>
                                                <p:sldTgt/>
                                              </p:tgtEl>
                                            </p:cond>
                                          </p:endCondLst>
                                        </p:cTn>
                                        <p:tgtEl>
                                          <p:sndTgt r:embed="rId5"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8451"/>
                                        </p:tgtEl>
                                        <p:attrNameLst>
                                          <p:attrName>style.visibility</p:attrName>
                                        </p:attrNameLst>
                                      </p:cBhvr>
                                      <p:to>
                                        <p:strVal val="visible"/>
                                      </p:to>
                                    </p:set>
                                    <p:animEffect transition="in" filter="wipe(left)">
                                      <p:cBhvr>
                                        <p:cTn id="22" dur="500"/>
                                        <p:tgtEl>
                                          <p:spTgt spid="18451"/>
                                        </p:tgtEl>
                                      </p:cBhvr>
                                    </p:animEffect>
                                  </p:childTnLst>
                                  <p:subTnLst>
                                    <p:audio>
                                      <p:cMediaNode>
                                        <p:cTn display="0" masterRel="sameClick">
                                          <p:stCondLst>
                                            <p:cond evt="begin" delay="0">
                                              <p:tn val="20"/>
                                            </p:cond>
                                          </p:stCondLst>
                                          <p:endCondLst>
                                            <p:cond evt="onStopAudio" delay="0">
                                              <p:tgtEl>
                                                <p:sldTgt/>
                                              </p:tgtEl>
                                            </p:cond>
                                          </p:endCondLst>
                                        </p:cTn>
                                        <p:tgtEl>
                                          <p:sndTgt r:embed="rId5" name="type.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8452"/>
                                        </p:tgtEl>
                                        <p:attrNameLst>
                                          <p:attrName>style.visibility</p:attrName>
                                        </p:attrNameLst>
                                      </p:cBhvr>
                                      <p:to>
                                        <p:strVal val="visible"/>
                                      </p:to>
                                    </p:set>
                                    <p:animEffect transition="in" filter="wipe(left)">
                                      <p:cBhvr>
                                        <p:cTn id="27" dur="500"/>
                                        <p:tgtEl>
                                          <p:spTgt spid="18452"/>
                                        </p:tgtEl>
                                      </p:cBhvr>
                                    </p:animEffect>
                                  </p:childTnLst>
                                  <p:subTnLst>
                                    <p:audio>
                                      <p:cMediaNode>
                                        <p:cTn display="0" masterRel="sameClick">
                                          <p:stCondLst>
                                            <p:cond evt="begin" delay="0">
                                              <p:tn val="25"/>
                                            </p:cond>
                                          </p:stCondLst>
                                          <p:endCondLst>
                                            <p:cond evt="onStopAudio" delay="0">
                                              <p:tgtEl>
                                                <p:sldTgt/>
                                              </p:tgtEl>
                                            </p:cond>
                                          </p:endCondLst>
                                        </p:cTn>
                                        <p:tgtEl>
                                          <p:sndTgt r:embed="rId5"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8455"/>
                                        </p:tgtEl>
                                        <p:attrNameLst>
                                          <p:attrName>style.visibility</p:attrName>
                                        </p:attrNameLst>
                                      </p:cBhvr>
                                      <p:to>
                                        <p:strVal val="visible"/>
                                      </p:to>
                                    </p:set>
                                    <p:animEffect transition="in" filter="wipe(left)">
                                      <p:cBhvr>
                                        <p:cTn id="32" dur="500"/>
                                        <p:tgtEl>
                                          <p:spTgt spid="18455"/>
                                        </p:tgtEl>
                                      </p:cBhvr>
                                    </p:animEffect>
                                  </p:childTnLst>
                                  <p:subTnLst>
                                    <p:audio>
                                      <p:cMediaNode>
                                        <p:cTn display="0" masterRel="sameClick">
                                          <p:stCondLst>
                                            <p:cond evt="begin" delay="0">
                                              <p:tn val="30"/>
                                            </p:cond>
                                          </p:stCondLst>
                                          <p:endCondLst>
                                            <p:cond evt="onStopAudio" delay="0">
                                              <p:tgtEl>
                                                <p:sldTgt/>
                                              </p:tgtEl>
                                            </p:cond>
                                          </p:endCondLst>
                                        </p:cTn>
                                        <p:tgtEl>
                                          <p:sndTgt r:embed="rId5" name="type.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8456"/>
                                        </p:tgtEl>
                                        <p:attrNameLst>
                                          <p:attrName>style.visibility</p:attrName>
                                        </p:attrNameLst>
                                      </p:cBhvr>
                                      <p:to>
                                        <p:strVal val="visible"/>
                                      </p:to>
                                    </p:set>
                                    <p:animEffect transition="in" filter="wipe(left)">
                                      <p:cBhvr>
                                        <p:cTn id="37" dur="500"/>
                                        <p:tgtEl>
                                          <p:spTgt spid="18456"/>
                                        </p:tgtEl>
                                      </p:cBhvr>
                                    </p:animEffect>
                                  </p:childTnLst>
                                  <p:subTnLst>
                                    <p:audio>
                                      <p:cMediaNode>
                                        <p:cTn display="0" masterRel="sameClick">
                                          <p:stCondLst>
                                            <p:cond evt="begin" delay="0">
                                              <p:tn val="35"/>
                                            </p:cond>
                                          </p:stCondLst>
                                          <p:endCondLst>
                                            <p:cond evt="onStopAudio" delay="0">
                                              <p:tgtEl>
                                                <p:sldTgt/>
                                              </p:tgtEl>
                                            </p:cond>
                                          </p:endCondLst>
                                        </p:cTn>
                                        <p:tgtEl>
                                          <p:sndTgt r:embed="rId5" name="type.wav"/>
                                        </p:tgtEl>
                                      </p:cMediaNode>
                                    </p:audio>
                                  </p:subTnLst>
                                </p:cTn>
                              </p:par>
                            </p:childTnLst>
                          </p:cTn>
                        </p:par>
                      </p:childTnLst>
                    </p:cTn>
                  </p:par>
                  <p:par>
                    <p:cTn id="38" fill="hold">
                      <p:stCondLst>
                        <p:cond delay="indefinite"/>
                      </p:stCondLst>
                      <p:childTnLst>
                        <p:par>
                          <p:cTn id="39" fill="hold">
                            <p:stCondLst>
                              <p:cond delay="0"/>
                            </p:stCondLst>
                            <p:childTnLst>
                              <p:par>
                                <p:cTn id="40" presetID="18" presetClass="entr" presetSubtype="6" fill="hold" grpId="0" nodeType="clickEffect">
                                  <p:stCondLst>
                                    <p:cond delay="0"/>
                                  </p:stCondLst>
                                  <p:childTnLst>
                                    <p:set>
                                      <p:cBhvr>
                                        <p:cTn id="41" dur="1" fill="hold">
                                          <p:stCondLst>
                                            <p:cond delay="0"/>
                                          </p:stCondLst>
                                        </p:cTn>
                                        <p:tgtEl>
                                          <p:spTgt spid="18457"/>
                                        </p:tgtEl>
                                        <p:attrNameLst>
                                          <p:attrName>style.visibility</p:attrName>
                                        </p:attrNameLst>
                                      </p:cBhvr>
                                      <p:to>
                                        <p:strVal val="visible"/>
                                      </p:to>
                                    </p:set>
                                    <p:animEffect transition="in" filter="strips(downRight)">
                                      <p:cBhvr>
                                        <p:cTn id="42" dur="500"/>
                                        <p:tgtEl>
                                          <p:spTgt spid="18457"/>
                                        </p:tgtEl>
                                      </p:cBhvr>
                                    </p:animEffect>
                                  </p:childTnLst>
                                  <p:subTnLst>
                                    <p:audio>
                                      <p:cMediaNode>
                                        <p:cTn display="0" masterRel="sameClick">
                                          <p:stCondLst>
                                            <p:cond evt="begin" delay="0">
                                              <p:tn val="40"/>
                                            </p:cond>
                                          </p:stCondLst>
                                          <p:endCondLst>
                                            <p:cond evt="onStopAudio" delay="0">
                                              <p:tgtEl>
                                                <p:sldTgt/>
                                              </p:tgtEl>
                                            </p:cond>
                                          </p:endCondLst>
                                        </p:cTn>
                                        <p:tgtEl>
                                          <p:sndTgt r:embed="rId6" name="whoosh.wav"/>
                                        </p:tgtEl>
                                      </p:cMediaNode>
                                    </p:audio>
                                  </p:sub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8458"/>
                                        </p:tgtEl>
                                        <p:attrNameLst>
                                          <p:attrName>style.visibility</p:attrName>
                                        </p:attrNameLst>
                                      </p:cBhvr>
                                      <p:to>
                                        <p:strVal val="visible"/>
                                      </p:to>
                                    </p:set>
                                    <p:animEffect transition="in" filter="dissolve">
                                      <p:cBhvr>
                                        <p:cTn id="47" dur="500"/>
                                        <p:tgtEl>
                                          <p:spTgt spid="18458"/>
                                        </p:tgtEl>
                                      </p:cBhvr>
                                    </p:animEffect>
                                  </p:childTnLst>
                                </p:cTn>
                              </p:par>
                            </p:childTnLst>
                          </p:cTn>
                        </p:par>
                        <p:par>
                          <p:cTn id="48" fill="hold">
                            <p:stCondLst>
                              <p:cond delay="500"/>
                            </p:stCondLst>
                            <p:childTnLst>
                              <p:par>
                                <p:cTn id="49" presetID="22" presetClass="entr" presetSubtype="8" fill="hold" grpId="0" nodeType="afterEffect">
                                  <p:stCondLst>
                                    <p:cond delay="0"/>
                                  </p:stCondLst>
                                  <p:childTnLst>
                                    <p:set>
                                      <p:cBhvr>
                                        <p:cTn id="50" dur="1" fill="hold">
                                          <p:stCondLst>
                                            <p:cond delay="0"/>
                                          </p:stCondLst>
                                        </p:cTn>
                                        <p:tgtEl>
                                          <p:spTgt spid="18459"/>
                                        </p:tgtEl>
                                        <p:attrNameLst>
                                          <p:attrName>style.visibility</p:attrName>
                                        </p:attrNameLst>
                                      </p:cBhvr>
                                      <p:to>
                                        <p:strVal val="visible"/>
                                      </p:to>
                                    </p:set>
                                    <p:animEffect transition="in" filter="wipe(left)">
                                      <p:cBhvr>
                                        <p:cTn id="51" dur="500"/>
                                        <p:tgtEl>
                                          <p:spTgt spid="18459"/>
                                        </p:tgtEl>
                                      </p:cBhvr>
                                    </p:animEffect>
                                  </p:childTnLst>
                                  <p:subTnLst>
                                    <p:audio>
                                      <p:cMediaNode>
                                        <p:cTn display="0" masterRel="sameClick">
                                          <p:stCondLst>
                                            <p:cond evt="begin" delay="0">
                                              <p:tn val="49"/>
                                            </p:cond>
                                          </p:stCondLst>
                                          <p:endCondLst>
                                            <p:cond evt="onStopAudio" delay="0">
                                              <p:tgtEl>
                                                <p:sldTgt/>
                                              </p:tgtEl>
                                            </p:cond>
                                          </p:endCondLst>
                                        </p:cTn>
                                        <p:tgtEl>
                                          <p:sndTgt r:embed="rId6"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4" grpId="0" animBg="1"/>
      <p:bldP spid="18455" grpId="0"/>
      <p:bldP spid="18456" grpId="0"/>
      <p:bldP spid="18457" grpId="0" animBg="1"/>
      <p:bldP spid="1845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0A15A41C-EA11-4B43-8247-EA9722B5F68D}"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3072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3072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C3386749-7F04-454F-B100-BD3FF41D6A4A}" type="slidenum">
              <a:rPr lang="zh-CN" altLang="en-US" smtClean="0">
                <a:solidFill>
                  <a:srgbClr val="000000"/>
                </a:solidFill>
                <a:latin typeface="Times New Roman" panose="02020603050405020304" pitchFamily="18" charset="0"/>
              </a:rPr>
              <a:t>22</a:t>
            </a:fld>
            <a:endParaRPr lang="zh-CN" altLang="en-US">
              <a:solidFill>
                <a:srgbClr val="000000"/>
              </a:solidFill>
              <a:latin typeface="Times New Roman" panose="02020603050405020304" pitchFamily="18" charset="0"/>
            </a:endParaRPr>
          </a:p>
        </p:txBody>
      </p:sp>
      <p:sp>
        <p:nvSpPr>
          <p:cNvPr id="30724" name="Rectangle 2"/>
          <p:cNvSpPr>
            <a:spLocks noChangeArrowheads="1"/>
          </p:cNvSpPr>
          <p:nvPr/>
        </p:nvSpPr>
        <p:spPr bwMode="auto">
          <a:xfrm>
            <a:off x="468313" y="333375"/>
            <a:ext cx="8207375"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       </a:t>
            </a:r>
            <a:r>
              <a:rPr lang="zh-CN" altLang="en-US" sz="2400" b="1">
                <a:solidFill>
                  <a:srgbClr val="3333CC"/>
                </a:solidFill>
                <a:latin typeface="Times New Roman" panose="02020603050405020304" pitchFamily="18" charset="0"/>
                <a:ea typeface="楷体_GB2312" pitchFamily="49" charset="-122"/>
              </a:rPr>
              <a:t>例</a:t>
            </a:r>
            <a:r>
              <a:rPr lang="en-US" altLang="zh-CN" sz="2400" b="1">
                <a:solidFill>
                  <a:srgbClr val="3333CC"/>
                </a:solidFill>
                <a:latin typeface="Times New Roman" panose="02020603050405020304" pitchFamily="18" charset="0"/>
                <a:ea typeface="楷体_GB2312" pitchFamily="49" charset="-122"/>
              </a:rPr>
              <a:t>3</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考虑下述的插值法问题：求二次多项式</a:t>
            </a:r>
            <a:r>
              <a:rPr lang="en-US" altLang="zh-CN" sz="2400" b="1" i="1">
                <a:solidFill>
                  <a:srgbClr val="000000"/>
                </a:solidFill>
                <a:latin typeface="Times New Roman" panose="02020603050405020304" pitchFamily="18" charset="0"/>
                <a:ea typeface="楷体_GB2312" pitchFamily="49" charset="-122"/>
              </a:rPr>
              <a:t>P</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，满足</a:t>
            </a:r>
            <a:r>
              <a:rPr lang="en-US" altLang="zh-CN" sz="2400" b="1" i="1">
                <a:solidFill>
                  <a:srgbClr val="000000"/>
                </a:solidFill>
                <a:latin typeface="Times New Roman" panose="02020603050405020304" pitchFamily="18" charset="0"/>
                <a:ea typeface="楷体_GB2312" pitchFamily="49" charset="-122"/>
              </a:rPr>
              <a:t>P</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000000"/>
                </a:solidFill>
                <a:latin typeface="Times New Roman" panose="02020603050405020304" pitchFamily="18" charset="0"/>
                <a:ea typeface="楷体_GB2312" pitchFamily="49" charset="-122"/>
              </a:rPr>
              <a:t>y</a:t>
            </a:r>
            <a:r>
              <a:rPr lang="en-US" altLang="zh-CN" sz="2400" b="1" baseline="-25000">
                <a:solidFill>
                  <a:srgbClr val="000000"/>
                </a:solidFill>
                <a:latin typeface="Times New Roman" panose="02020603050405020304" pitchFamily="18" charset="0"/>
                <a:ea typeface="楷体_GB2312" pitchFamily="49" charset="-122"/>
              </a:rPr>
              <a:t>0</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其中                                       是已给的数据并给出使这一问题的解存在且唯一的条件</a:t>
            </a:r>
            <a:r>
              <a:rPr lang="en-US" altLang="zh-CN" sz="2400" b="1">
                <a:solidFill>
                  <a:srgbClr val="000000"/>
                </a:solidFill>
                <a:latin typeface="Times New Roman" panose="02020603050405020304" pitchFamily="18" charset="0"/>
                <a:ea typeface="楷体_GB2312" pitchFamily="49" charset="-122"/>
              </a:rPr>
              <a:t>.</a:t>
            </a:r>
          </a:p>
        </p:txBody>
      </p:sp>
      <p:graphicFrame>
        <p:nvGraphicFramePr>
          <p:cNvPr id="30725" name="Object 3"/>
          <p:cNvGraphicFramePr>
            <a:graphicFrameLocks noChangeAspect="1"/>
          </p:cNvGraphicFramePr>
          <p:nvPr/>
        </p:nvGraphicFramePr>
        <p:xfrm>
          <a:off x="1981200" y="749300"/>
          <a:ext cx="2797175" cy="393700"/>
        </p:xfrm>
        <a:graphic>
          <a:graphicData uri="http://schemas.openxmlformats.org/presentationml/2006/ole">
            <mc:AlternateContent xmlns:mc="http://schemas.openxmlformats.org/markup-compatibility/2006">
              <mc:Choice xmlns:v="urn:schemas-microsoft-com:vml" Requires="v">
                <p:oleObj spid="_x0000_s30885" r:id="rId3" imgW="1484630" imgH="215900" progId="Equation.3">
                  <p:embed/>
                </p:oleObj>
              </mc:Choice>
              <mc:Fallback>
                <p:oleObj r:id="rId3" imgW="1484630" imgH="2159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200" y="749300"/>
                        <a:ext cx="2797175"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0726" name="Object 4"/>
          <p:cNvGraphicFramePr>
            <a:graphicFrameLocks noChangeAspect="1"/>
          </p:cNvGraphicFramePr>
          <p:nvPr/>
        </p:nvGraphicFramePr>
        <p:xfrm>
          <a:off x="5980113" y="762000"/>
          <a:ext cx="2293937" cy="417513"/>
        </p:xfrm>
        <a:graphic>
          <a:graphicData uri="http://schemas.openxmlformats.org/presentationml/2006/ole">
            <mc:AlternateContent xmlns:mc="http://schemas.openxmlformats.org/markup-compatibility/2006">
              <mc:Choice xmlns:v="urn:schemas-microsoft-com:vml" Requires="v">
                <p:oleObj spid="_x0000_s30886" r:id="rId5" imgW="1221105" imgH="228600" progId="Equation.3">
                  <p:embed/>
                </p:oleObj>
              </mc:Choice>
              <mc:Fallback>
                <p:oleObj r:id="rId5" imgW="1221105" imgH="2286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80113" y="762000"/>
                        <a:ext cx="2293937" cy="417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19461" name="Group 5"/>
          <p:cNvGrpSpPr/>
          <p:nvPr/>
        </p:nvGrpSpPr>
        <p:grpSpPr bwMode="auto">
          <a:xfrm>
            <a:off x="466725" y="1557338"/>
            <a:ext cx="8353425" cy="473075"/>
            <a:chOff x="0" y="0"/>
            <a:chExt cx="5262" cy="298"/>
          </a:xfrm>
        </p:grpSpPr>
        <p:sp>
          <p:nvSpPr>
            <p:cNvPr id="30728" name="Rectangle 6"/>
            <p:cNvSpPr>
              <a:spLocks noChangeArrowheads="1"/>
            </p:cNvSpPr>
            <p:nvPr/>
          </p:nvSpPr>
          <p:spPr bwMode="auto">
            <a:xfrm>
              <a:off x="0" y="10"/>
              <a:ext cx="526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解</a:t>
              </a:r>
              <a:r>
                <a:rPr lang="zh-CN" altLang="en-US" sz="2400" b="1">
                  <a:solidFill>
                    <a:srgbClr val="000000"/>
                  </a:solidFill>
                  <a:latin typeface="Times New Roman" panose="02020603050405020304" pitchFamily="18" charset="0"/>
                  <a:ea typeface="楷体_GB2312" pitchFamily="49" charset="-122"/>
                </a:rPr>
                <a:t>：设                                  则                              由已知条件有</a:t>
              </a:r>
            </a:p>
          </p:txBody>
        </p:sp>
        <p:graphicFrame>
          <p:nvGraphicFramePr>
            <p:cNvPr id="30729" name="Object 7"/>
            <p:cNvGraphicFramePr>
              <a:graphicFrameLocks noChangeAspect="1"/>
            </p:cNvGraphicFramePr>
            <p:nvPr/>
          </p:nvGraphicFramePr>
          <p:xfrm>
            <a:off x="618" y="0"/>
            <a:ext cx="1549" cy="274"/>
          </p:xfrm>
          <a:graphic>
            <a:graphicData uri="http://schemas.openxmlformats.org/presentationml/2006/ole">
              <mc:AlternateContent xmlns:mc="http://schemas.openxmlformats.org/markup-compatibility/2006">
                <mc:Choice xmlns:v="urn:schemas-microsoft-com:vml" Requires="v">
                  <p:oleObj spid="_x0000_s30887" r:id="rId7" imgW="1233170" imgH="228600" progId="Equation.3">
                    <p:embed/>
                  </p:oleObj>
                </mc:Choice>
                <mc:Fallback>
                  <p:oleObj r:id="rId7" imgW="1233170" imgH="2286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8" y="0"/>
                          <a:ext cx="1549"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0730" name="Object 8"/>
            <p:cNvGraphicFramePr>
              <a:graphicFrameLocks noChangeAspect="1"/>
            </p:cNvGraphicFramePr>
            <p:nvPr/>
          </p:nvGraphicFramePr>
          <p:xfrm>
            <a:off x="2490" y="48"/>
            <a:ext cx="1293" cy="245"/>
          </p:xfrm>
          <a:graphic>
            <a:graphicData uri="http://schemas.openxmlformats.org/presentationml/2006/ole">
              <mc:AlternateContent xmlns:mc="http://schemas.openxmlformats.org/markup-compatibility/2006">
                <mc:Choice xmlns:v="urn:schemas-microsoft-com:vml" Requires="v">
                  <p:oleObj spid="_x0000_s30888" r:id="rId9" imgW="1029335" imgH="203200" progId="Equation.3">
                    <p:embed/>
                  </p:oleObj>
                </mc:Choice>
                <mc:Fallback>
                  <p:oleObj r:id="rId9" imgW="1029335" imgH="20320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90" y="48"/>
                          <a:ext cx="129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19465" name="Object 9"/>
          <p:cNvGraphicFramePr>
            <a:graphicFrameLocks noChangeAspect="1"/>
          </p:cNvGraphicFramePr>
          <p:nvPr/>
        </p:nvGraphicFramePr>
        <p:xfrm>
          <a:off x="849313" y="2014538"/>
          <a:ext cx="4789487" cy="1406525"/>
        </p:xfrm>
        <a:graphic>
          <a:graphicData uri="http://schemas.openxmlformats.org/presentationml/2006/ole">
            <mc:AlternateContent xmlns:mc="http://schemas.openxmlformats.org/markup-compatibility/2006">
              <mc:Choice xmlns:v="urn:schemas-microsoft-com:vml" Requires="v">
                <p:oleObj spid="_x0000_s30889" r:id="rId11" imgW="2400300" imgH="736600" progId="Equation.3">
                  <p:embed/>
                </p:oleObj>
              </mc:Choice>
              <mc:Fallback>
                <p:oleObj r:id="rId11" imgW="2400300" imgH="736600" progId="Equation.3">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9313" y="2014538"/>
                        <a:ext cx="4789487"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9466" name="Object 10"/>
          <p:cNvGraphicFramePr>
            <a:graphicFrameLocks noChangeAspect="1"/>
          </p:cNvGraphicFramePr>
          <p:nvPr/>
        </p:nvGraphicFramePr>
        <p:xfrm>
          <a:off x="1266825" y="4198938"/>
          <a:ext cx="5068888" cy="1406525"/>
        </p:xfrm>
        <a:graphic>
          <a:graphicData uri="http://schemas.openxmlformats.org/presentationml/2006/ole">
            <mc:AlternateContent xmlns:mc="http://schemas.openxmlformats.org/markup-compatibility/2006">
              <mc:Choice xmlns:v="urn:schemas-microsoft-com:vml" Requires="v">
                <p:oleObj spid="_x0000_s30890" r:id="rId13" imgW="2540000" imgH="736600" progId="Equation.3">
                  <p:embed/>
                </p:oleObj>
              </mc:Choice>
              <mc:Fallback>
                <p:oleObj r:id="rId13" imgW="2540000" imgH="736600" progId="Equation.3">
                  <p:embed/>
                  <p:pic>
                    <p:nvPicPr>
                      <p:cNvPr id="0" name="Object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66825" y="4198938"/>
                        <a:ext cx="5068888"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19467" name="Group 11"/>
          <p:cNvGrpSpPr/>
          <p:nvPr/>
        </p:nvGrpSpPr>
        <p:grpSpPr bwMode="auto">
          <a:xfrm>
            <a:off x="468313" y="5429250"/>
            <a:ext cx="7991475" cy="752475"/>
            <a:chOff x="0" y="0"/>
            <a:chExt cx="5034" cy="474"/>
          </a:xfrm>
        </p:grpSpPr>
        <p:graphicFrame>
          <p:nvGraphicFramePr>
            <p:cNvPr id="30734" name="Object 12"/>
            <p:cNvGraphicFramePr>
              <a:graphicFrameLocks noChangeAspect="1"/>
            </p:cNvGraphicFramePr>
            <p:nvPr/>
          </p:nvGraphicFramePr>
          <p:xfrm>
            <a:off x="281" y="93"/>
            <a:ext cx="2267" cy="291"/>
          </p:xfrm>
          <a:graphic>
            <a:graphicData uri="http://schemas.openxmlformats.org/presentationml/2006/ole">
              <mc:AlternateContent xmlns:mc="http://schemas.openxmlformats.org/markup-compatibility/2006">
                <mc:Choice xmlns:v="urn:schemas-microsoft-com:vml" Requires="v">
                  <p:oleObj spid="_x0000_s30891" r:id="rId15" imgW="1803400" imgH="241300" progId="Equation.3">
                    <p:embed/>
                  </p:oleObj>
                </mc:Choice>
                <mc:Fallback>
                  <p:oleObj r:id="rId15" imgW="1803400" imgH="241300" progId="Equation.3">
                    <p:embed/>
                    <p:pic>
                      <p:nvPicPr>
                        <p:cNvPr id="0" name="Object 1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1" y="93"/>
                          <a:ext cx="226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0735" name="Object 13"/>
            <p:cNvGraphicFramePr>
              <a:graphicFrameLocks noChangeAspect="1"/>
            </p:cNvGraphicFramePr>
            <p:nvPr/>
          </p:nvGraphicFramePr>
          <p:xfrm>
            <a:off x="2777" y="0"/>
            <a:ext cx="2219" cy="474"/>
          </p:xfrm>
          <a:graphic>
            <a:graphicData uri="http://schemas.openxmlformats.org/presentationml/2006/ole">
              <mc:AlternateContent xmlns:mc="http://schemas.openxmlformats.org/markup-compatibility/2006">
                <mc:Choice xmlns:v="urn:schemas-microsoft-com:vml" Requires="v">
                  <p:oleObj spid="_x0000_s30892" r:id="rId17" imgW="1765300" imgH="393700" progId="Equation.3">
                    <p:embed/>
                  </p:oleObj>
                </mc:Choice>
                <mc:Fallback>
                  <p:oleObj r:id="rId17" imgW="1765300" imgH="393700" progId="Equation.3">
                    <p:embed/>
                    <p:pic>
                      <p:nvPicPr>
                        <p:cNvPr id="0" name="Object 1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77" y="0"/>
                          <a:ext cx="2219" cy="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0736" name="Rectangle 14"/>
            <p:cNvSpPr>
              <a:spLocks noChangeArrowheads="1"/>
            </p:cNvSpPr>
            <p:nvPr/>
          </p:nvSpPr>
          <p:spPr bwMode="auto">
            <a:xfrm>
              <a:off x="0" y="89"/>
              <a:ext cx="50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即                                           所以</a:t>
              </a:r>
            </a:p>
          </p:txBody>
        </p:sp>
      </p:grpSp>
      <p:sp>
        <p:nvSpPr>
          <p:cNvPr id="19471" name="Rectangle 15"/>
          <p:cNvSpPr>
            <a:spLocks noChangeArrowheads="1"/>
          </p:cNvSpPr>
          <p:nvPr/>
        </p:nvSpPr>
        <p:spPr bwMode="auto">
          <a:xfrm>
            <a:off x="468313" y="3373438"/>
            <a:ext cx="86772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故原问题的唯一可解性就归结为上述方程组的唯一可解性而后者唯一可解的充要条件为</a:t>
            </a:r>
          </a:p>
        </p:txBody>
      </p:sp>
      <p:sp>
        <p:nvSpPr>
          <p:cNvPr id="19472" name="Rectangle 16"/>
          <p:cNvSpPr>
            <a:spLocks noChangeArrowheads="1"/>
          </p:cNvSpPr>
          <p:nvPr/>
        </p:nvSpPr>
        <p:spPr bwMode="auto">
          <a:xfrm>
            <a:off x="468313" y="6156325"/>
            <a:ext cx="8677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这就是</a:t>
            </a:r>
            <a:r>
              <a:rPr lang="en-US" altLang="zh-CN" sz="2400" b="1" i="1">
                <a:solidFill>
                  <a:srgbClr val="000000"/>
                </a:solidFill>
                <a:latin typeface="Times New Roman" panose="02020603050405020304" pitchFamily="18" charset="0"/>
                <a:ea typeface="楷体_GB2312" pitchFamily="49" charset="-122"/>
              </a:rPr>
              <a:t>P</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zh-CN" altLang="en-US" sz="2400" b="1">
                <a:solidFill>
                  <a:srgbClr val="000000"/>
                </a:solidFill>
                <a:latin typeface="Times New Roman" panose="02020603050405020304" pitchFamily="18" charset="0"/>
                <a:ea typeface="楷体_GB2312" pitchFamily="49" charset="-122"/>
              </a:rPr>
              <a:t>）存在且唯一的条件。</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9461"/>
                                        </p:tgtEl>
                                        <p:attrNameLst>
                                          <p:attrName>style.visibility</p:attrName>
                                        </p:attrNameLst>
                                      </p:cBhvr>
                                      <p:to>
                                        <p:strVal val="visible"/>
                                      </p:to>
                                    </p:set>
                                    <p:animEffect transition="in" filter="wipe(left)">
                                      <p:cBhvr>
                                        <p:cTn id="7" dur="500"/>
                                        <p:tgtEl>
                                          <p:spTgt spid="1946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1946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9471"/>
                                        </p:tgtEl>
                                        <p:attrNameLst>
                                          <p:attrName>style.visibility</p:attrName>
                                        </p:attrNameLst>
                                      </p:cBhvr>
                                      <p:to>
                                        <p:strVal val="visible"/>
                                      </p:to>
                                    </p:set>
                                    <p:animEffect transition="in" filter="wipe(down)">
                                      <p:cBhvr>
                                        <p:cTn id="16" dur="500"/>
                                        <p:tgtEl>
                                          <p:spTgt spid="19471"/>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499"/>
                                          </p:stCondLst>
                                        </p:cTn>
                                        <p:tgtEl>
                                          <p:spTgt spid="1946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9467"/>
                                        </p:tgtEl>
                                        <p:attrNameLst>
                                          <p:attrName>style.visibility</p:attrName>
                                        </p:attrNameLst>
                                      </p:cBhvr>
                                      <p:to>
                                        <p:strVal val="visible"/>
                                      </p:to>
                                    </p:set>
                                    <p:animEffect transition="in" filter="wipe(left)">
                                      <p:cBhvr>
                                        <p:cTn id="25" dur="500"/>
                                        <p:tgtEl>
                                          <p:spTgt spid="1946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19472"/>
                                        </p:tgtEl>
                                        <p:attrNameLst>
                                          <p:attrName>style.visibility</p:attrName>
                                        </p:attrNameLst>
                                      </p:cBhvr>
                                      <p:to>
                                        <p:strVal val="visible"/>
                                      </p:to>
                                    </p:set>
                                    <p:animEffect transition="in" filter="wipe(down)">
                                      <p:cBhvr>
                                        <p:cTn id="30" dur="500"/>
                                        <p:tgtEl>
                                          <p:spTgt spid="194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71" grpId="0"/>
      <p:bldP spid="19472"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日期占位符 3"/>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923A3269-D74C-409E-A13E-C29E9B580E86}"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31746" name="页脚占位符 4"/>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31747" name="灯片编号占位符 5"/>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79549E97-FD83-4483-A4D8-E0FC9593BA9A}" type="slidenum">
              <a:rPr lang="zh-CN" altLang="en-US" smtClean="0">
                <a:solidFill>
                  <a:srgbClr val="000000"/>
                </a:solidFill>
                <a:latin typeface="Times New Roman" panose="02020603050405020304" pitchFamily="18" charset="0"/>
              </a:rPr>
              <a:t>23</a:t>
            </a:fld>
            <a:endParaRPr lang="zh-CN" altLang="en-US">
              <a:solidFill>
                <a:srgbClr val="000000"/>
              </a:solidFill>
              <a:latin typeface="Times New Roman" panose="02020603050405020304" pitchFamily="18" charset="0"/>
            </a:endParaRPr>
          </a:p>
        </p:txBody>
      </p:sp>
      <p:sp>
        <p:nvSpPr>
          <p:cNvPr id="20482" name="Text Box 2"/>
          <p:cNvSpPr txBox="1">
            <a:spLocks noChangeArrowheads="1"/>
          </p:cNvSpPr>
          <p:nvPr/>
        </p:nvSpPr>
        <p:spPr bwMode="auto">
          <a:xfrm>
            <a:off x="468313" y="4660900"/>
            <a:ext cx="80645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zh-CN" sz="2800" b="1">
                <a:solidFill>
                  <a:srgbClr val="008000"/>
                </a:solidFill>
                <a:ea typeface="楷体_GB2312" pitchFamily="49" charset="-122"/>
              </a:rPr>
              <a:t>                      回顾 </a:t>
            </a:r>
            <a:r>
              <a:rPr lang="zh-CN" altLang="zh-CN" sz="2400" b="1">
                <a:solidFill>
                  <a:srgbClr val="FF3300"/>
                </a:solidFill>
                <a:latin typeface="Times New Roman" panose="02020603050405020304" pitchFamily="18" charset="0"/>
              </a:rPr>
              <a:t>拉格朗日插值公式</a:t>
            </a:r>
            <a:r>
              <a:rPr lang="zh-CN" altLang="zh-CN" sz="2800" b="1">
                <a:solidFill>
                  <a:srgbClr val="008000"/>
                </a:solidFill>
                <a:ea typeface="楷体_GB2312" pitchFamily="49" charset="-122"/>
              </a:rPr>
              <a:t>  </a:t>
            </a:r>
            <a:endParaRPr lang="zh-CN" altLang="zh-CN" sz="2400" b="1">
              <a:solidFill>
                <a:srgbClr val="000000"/>
              </a:solidFill>
              <a:ea typeface="楷体_GB2312" pitchFamily="49" charset="-122"/>
            </a:endParaRPr>
          </a:p>
        </p:txBody>
      </p:sp>
      <p:graphicFrame>
        <p:nvGraphicFramePr>
          <p:cNvPr id="31749" name="Object 3"/>
          <p:cNvGraphicFramePr>
            <a:graphicFrameLocks noChangeAspect="1"/>
          </p:cNvGraphicFramePr>
          <p:nvPr/>
        </p:nvGraphicFramePr>
        <p:xfrm>
          <a:off x="468313" y="1471613"/>
          <a:ext cx="7921625" cy="2771775"/>
        </p:xfrm>
        <a:graphic>
          <a:graphicData uri="http://schemas.openxmlformats.org/presentationml/2006/ole">
            <mc:AlternateContent xmlns:mc="http://schemas.openxmlformats.org/markup-compatibility/2006">
              <mc:Choice xmlns:v="urn:schemas-microsoft-com:vml" Requires="v">
                <p:oleObj spid="_x0000_s31771" r:id="rId3" imgW="4064000" imgH="1422400" progId="Equation.3">
                  <p:embed/>
                </p:oleObj>
              </mc:Choice>
              <mc:Fallback>
                <p:oleObj r:id="rId3" imgW="4064000" imgH="1422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313" y="1471613"/>
                        <a:ext cx="7921625" cy="277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1750" name="Rectangle 4"/>
          <p:cNvSpPr>
            <a:spLocks noChangeArrowheads="1"/>
          </p:cNvSpPr>
          <p:nvPr/>
        </p:nvSpPr>
        <p:spPr bwMode="auto">
          <a:xfrm>
            <a:off x="395288" y="620713"/>
            <a:ext cx="468153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3" tIns="46036" rIns="92073" bIns="46036"/>
          <a:lstStyle>
            <a:lvl1pPr defTabSz="915670" eaLnBrk="0" hangingPunct="0">
              <a:defRPr>
                <a:solidFill>
                  <a:schemeClr val="tx1"/>
                </a:solidFill>
                <a:latin typeface="Arial" panose="020B0604020202020204" pitchFamily="34" charset="0"/>
                <a:ea typeface="宋体" panose="02010600030101010101" pitchFamily="2" charset="-122"/>
              </a:defRPr>
            </a:lvl1pPr>
            <a:lvl2pPr defTabSz="915670" eaLnBrk="0" hangingPunct="0">
              <a:defRPr>
                <a:solidFill>
                  <a:schemeClr val="tx1"/>
                </a:solidFill>
                <a:latin typeface="Arial" panose="020B0604020202020204" pitchFamily="34" charset="0"/>
                <a:ea typeface="宋体" panose="02010600030101010101" pitchFamily="2" charset="-122"/>
              </a:defRPr>
            </a:lvl2pPr>
            <a:lvl3pPr defTabSz="915670" eaLnBrk="0" hangingPunct="0">
              <a:defRPr>
                <a:solidFill>
                  <a:schemeClr val="tx1"/>
                </a:solidFill>
                <a:latin typeface="Arial" panose="020B0604020202020204" pitchFamily="34" charset="0"/>
                <a:ea typeface="宋体" panose="02010600030101010101" pitchFamily="2" charset="-122"/>
              </a:defRPr>
            </a:lvl3pPr>
            <a:lvl4pPr defTabSz="915670" eaLnBrk="0" hangingPunct="0">
              <a:defRPr>
                <a:solidFill>
                  <a:schemeClr val="tx1"/>
                </a:solidFill>
                <a:latin typeface="Arial" panose="020B0604020202020204" pitchFamily="34" charset="0"/>
                <a:ea typeface="宋体" panose="02010600030101010101" pitchFamily="2" charset="-122"/>
              </a:defRPr>
            </a:lvl4pPr>
            <a:lvl5pPr defTabSz="915670" eaLnBrk="0" hangingPunct="0">
              <a:defRPr>
                <a:solidFill>
                  <a:schemeClr val="tx1"/>
                </a:solidFill>
                <a:latin typeface="Arial" panose="020B0604020202020204" pitchFamily="34" charset="0"/>
                <a:ea typeface="宋体" panose="02010600030101010101" pitchFamily="2" charset="-122"/>
              </a:defRPr>
            </a:lvl5pPr>
            <a:lvl6pPr defTabSz="9156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9156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9156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9156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400" b="1">
                <a:solidFill>
                  <a:srgbClr val="FF3300"/>
                </a:solidFill>
                <a:latin typeface="Times New Roman" panose="02020603050405020304" pitchFamily="18" charset="0"/>
                <a:ea typeface="楷体_GB2312" pitchFamily="49" charset="-122"/>
              </a:rPr>
              <a:t>1.5   </a:t>
            </a:r>
            <a:r>
              <a:rPr lang="zh-CN" altLang="en-US" sz="2400" b="1">
                <a:solidFill>
                  <a:srgbClr val="FF3300"/>
                </a:solidFill>
                <a:latin typeface="Times New Roman" panose="02020603050405020304" pitchFamily="18" charset="0"/>
                <a:ea typeface="楷体_GB2312" pitchFamily="49" charset="-122"/>
              </a:rPr>
              <a:t>拉格朗日插值公式的优缺点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0482"/>
                                        </p:tgtEl>
                                        <p:attrNameLst>
                                          <p:attrName>style.visibility</p:attrName>
                                        </p:attrNameLst>
                                      </p:cBhvr>
                                      <p:to>
                                        <p:strVal val="visible"/>
                                      </p:to>
                                    </p:set>
                                    <p:animEffect transition="in" filter="wipe(up)">
                                      <p:cBhvr>
                                        <p:cTn id="7" dur="500"/>
                                        <p:tgtEl>
                                          <p:spTgt spid="204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86BCE4EB-609F-459B-88AE-AD2176510369}"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3277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3277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84CD6E1-2EF1-4155-8F72-F19D64A08C67}" type="slidenum">
              <a:rPr lang="zh-CN" altLang="en-US" smtClean="0">
                <a:solidFill>
                  <a:srgbClr val="000000"/>
                </a:solidFill>
                <a:latin typeface="Times New Roman" panose="02020603050405020304" pitchFamily="18" charset="0"/>
              </a:rPr>
              <a:t>24</a:t>
            </a:fld>
            <a:endParaRPr lang="zh-CN" altLang="en-US">
              <a:solidFill>
                <a:srgbClr val="000000"/>
              </a:solidFill>
              <a:latin typeface="Times New Roman" panose="02020603050405020304" pitchFamily="18" charset="0"/>
            </a:endParaRPr>
          </a:p>
        </p:txBody>
      </p:sp>
      <p:sp>
        <p:nvSpPr>
          <p:cNvPr id="21506" name="AutoShape 2" descr="再生纸"/>
          <p:cNvSpPr>
            <a:spLocks noChangeArrowheads="1"/>
          </p:cNvSpPr>
          <p:nvPr/>
        </p:nvSpPr>
        <p:spPr bwMode="auto">
          <a:xfrm>
            <a:off x="457200" y="1519238"/>
            <a:ext cx="990600" cy="533400"/>
          </a:xfrm>
          <a:prstGeom prst="bevel">
            <a:avLst>
              <a:gd name="adj" fmla="val 6944"/>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3333CC"/>
                </a:solidFill>
                <a:latin typeface="Times New Roman" panose="02020603050405020304" pitchFamily="18" charset="0"/>
                <a:ea typeface="楷体_GB2312" pitchFamily="49" charset="-122"/>
              </a:rPr>
              <a:t> 1</a:t>
            </a:r>
            <a:endParaRPr lang="en-US" altLang="zh-CN" sz="2400" b="1" i="1">
              <a:solidFill>
                <a:srgbClr val="3333CC"/>
              </a:solidFill>
              <a:latin typeface="Times New Roman" panose="02020603050405020304" pitchFamily="18" charset="0"/>
              <a:ea typeface="楷体_GB2312" pitchFamily="49" charset="-122"/>
            </a:endParaRPr>
          </a:p>
        </p:txBody>
      </p:sp>
      <p:grpSp>
        <p:nvGrpSpPr>
          <p:cNvPr id="21507" name="Group 3"/>
          <p:cNvGrpSpPr/>
          <p:nvPr/>
        </p:nvGrpSpPr>
        <p:grpSpPr bwMode="auto">
          <a:xfrm>
            <a:off x="1524000" y="1443038"/>
            <a:ext cx="6781800" cy="1171575"/>
            <a:chOff x="0" y="0"/>
            <a:chExt cx="4272" cy="738"/>
          </a:xfrm>
        </p:grpSpPr>
        <p:sp>
          <p:nvSpPr>
            <p:cNvPr id="32774" name="Text Box 4"/>
            <p:cNvSpPr txBox="1">
              <a:spLocks noChangeArrowheads="1"/>
            </p:cNvSpPr>
            <p:nvPr/>
          </p:nvSpPr>
          <p:spPr bwMode="auto">
            <a:xfrm>
              <a:off x="0" y="0"/>
              <a:ext cx="42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希望找到</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i = </a:t>
              </a:r>
              <a:r>
                <a:rPr lang="en-US" altLang="zh-CN" sz="2400" b="1">
                  <a:solidFill>
                    <a:srgbClr val="000000"/>
                  </a:solidFill>
                  <a:latin typeface="Times New Roman" panose="02020603050405020304" pitchFamily="18" charset="0"/>
                  <a:ea typeface="楷体_GB2312" pitchFamily="49" charset="-122"/>
                </a:rPr>
                <a:t>0, …,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使得</a:t>
              </a:r>
              <a:r>
                <a:rPr lang="zh-CN" altLang="en-US" sz="2400" b="1" i="1">
                  <a:solidFill>
                    <a:srgbClr val="3333CC"/>
                  </a:solidFill>
                  <a:latin typeface="Times New Roman" panose="02020603050405020304" pitchFamily="18" charset="0"/>
                  <a:ea typeface="楷体_GB2312" pitchFamily="49" charset="-122"/>
                </a:rPr>
                <a:t> </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i="1" baseline="-25000">
                  <a:solidFill>
                    <a:srgbClr val="000000"/>
                  </a:solidFill>
                  <a:latin typeface="Times New Roman" panose="02020603050405020304" pitchFamily="18" charset="0"/>
                  <a:ea typeface="楷体_GB2312" pitchFamily="49" charset="-122"/>
                  <a:sym typeface="Symbol" panose="05050102010706020507" pitchFamily="18" charset="2"/>
                </a:rPr>
                <a:t>ij</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；然后令</a:t>
              </a:r>
            </a:p>
          </p:txBody>
        </p:sp>
        <p:grpSp>
          <p:nvGrpSpPr>
            <p:cNvPr id="32775" name="Group 5"/>
            <p:cNvGrpSpPr/>
            <p:nvPr/>
          </p:nvGrpSpPr>
          <p:grpSpPr bwMode="auto">
            <a:xfrm>
              <a:off x="96" y="288"/>
              <a:ext cx="1356" cy="450"/>
              <a:chOff x="0" y="0"/>
              <a:chExt cx="1356" cy="450"/>
            </a:xfrm>
          </p:grpSpPr>
          <p:sp>
            <p:nvSpPr>
              <p:cNvPr id="32776" name="Rectangle 6"/>
              <p:cNvSpPr>
                <a:spLocks noChangeArrowheads="1"/>
              </p:cNvSpPr>
              <p:nvPr/>
            </p:nvSpPr>
            <p:spPr bwMode="auto">
              <a:xfrm>
                <a:off x="595" y="66"/>
                <a:ext cx="15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32777" name="Rectangle 7"/>
              <p:cNvSpPr>
                <a:spLocks noChangeArrowheads="1"/>
              </p:cNvSpPr>
              <p:nvPr/>
            </p:nvSpPr>
            <p:spPr bwMode="auto">
              <a:xfrm>
                <a:off x="656" y="324"/>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778" name="Rectangle 8"/>
              <p:cNvSpPr>
                <a:spLocks noChangeArrowheads="1"/>
              </p:cNvSpPr>
              <p:nvPr/>
            </p:nvSpPr>
            <p:spPr bwMode="auto">
              <a:xfrm>
                <a:off x="452" y="91"/>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779" name="Rectangle 9"/>
              <p:cNvSpPr>
                <a:spLocks noChangeArrowheads="1"/>
              </p:cNvSpPr>
              <p:nvPr/>
            </p:nvSpPr>
            <p:spPr bwMode="auto">
              <a:xfrm>
                <a:off x="664" y="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32780" name="Rectangle 10"/>
              <p:cNvSpPr>
                <a:spLocks noChangeArrowheads="1"/>
              </p:cNvSpPr>
              <p:nvPr/>
            </p:nvSpPr>
            <p:spPr bwMode="auto">
              <a:xfrm>
                <a:off x="615" y="33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32781" name="Rectangle 11"/>
              <p:cNvSpPr>
                <a:spLocks noChangeArrowheads="1"/>
              </p:cNvSpPr>
              <p:nvPr/>
            </p:nvSpPr>
            <p:spPr bwMode="auto">
              <a:xfrm>
                <a:off x="1297" y="22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32782" name="Rectangle 12"/>
              <p:cNvSpPr>
                <a:spLocks noChangeArrowheads="1"/>
              </p:cNvSpPr>
              <p:nvPr/>
            </p:nvSpPr>
            <p:spPr bwMode="auto">
              <a:xfrm>
                <a:off x="874" y="21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i</a:t>
                </a:r>
                <a:endParaRPr lang="en-US" altLang="zh-CN" sz="2800" b="1">
                  <a:solidFill>
                    <a:srgbClr val="FF3300"/>
                  </a:solidFill>
                  <a:latin typeface="Times New Roman" panose="02020603050405020304" pitchFamily="18" charset="0"/>
                  <a:ea typeface="楷体_GB2312" pitchFamily="49" charset="-122"/>
                </a:endParaRPr>
              </a:p>
            </p:txBody>
          </p:sp>
          <p:sp>
            <p:nvSpPr>
              <p:cNvPr id="32783" name="Rectangle 13"/>
              <p:cNvSpPr>
                <a:spLocks noChangeArrowheads="1"/>
              </p:cNvSpPr>
              <p:nvPr/>
            </p:nvSpPr>
            <p:spPr bwMode="auto">
              <a:xfrm>
                <a:off x="94" y="21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32784" name="Rectangle 14"/>
              <p:cNvSpPr>
                <a:spLocks noChangeArrowheads="1"/>
              </p:cNvSpPr>
              <p:nvPr/>
            </p:nvSpPr>
            <p:spPr bwMode="auto">
              <a:xfrm>
                <a:off x="1212" y="74"/>
                <a:ext cx="144"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32785" name="Rectangle 15"/>
              <p:cNvSpPr>
                <a:spLocks noChangeArrowheads="1"/>
              </p:cNvSpPr>
              <p:nvPr/>
            </p:nvSpPr>
            <p:spPr bwMode="auto">
              <a:xfrm>
                <a:off x="1009" y="11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786" name="Rectangle 16"/>
              <p:cNvSpPr>
                <a:spLocks noChangeArrowheads="1"/>
              </p:cNvSpPr>
              <p:nvPr/>
            </p:nvSpPr>
            <p:spPr bwMode="auto">
              <a:xfrm>
                <a:off x="816" y="110"/>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32787" name="Rectangle 17"/>
              <p:cNvSpPr>
                <a:spLocks noChangeArrowheads="1"/>
              </p:cNvSpPr>
              <p:nvPr/>
            </p:nvSpPr>
            <p:spPr bwMode="auto">
              <a:xfrm>
                <a:off x="252" y="11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788" name="Rectangle 18"/>
              <p:cNvSpPr>
                <a:spLocks noChangeArrowheads="1"/>
              </p:cNvSpPr>
              <p:nvPr/>
            </p:nvSpPr>
            <p:spPr bwMode="auto">
              <a:xfrm>
                <a:off x="0" y="110"/>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P</a:t>
                </a:r>
                <a:endParaRPr lang="en-US" altLang="zh-CN" sz="2800">
                  <a:solidFill>
                    <a:srgbClr val="000000"/>
                  </a:solidFill>
                  <a:latin typeface="Times New Roman" panose="02020603050405020304" pitchFamily="18" charset="0"/>
                  <a:ea typeface="楷体_GB2312" pitchFamily="49" charset="-122"/>
                </a:endParaRPr>
              </a:p>
            </p:txBody>
          </p:sp>
          <p:sp>
            <p:nvSpPr>
              <p:cNvPr id="32789" name="Rectangle 19"/>
              <p:cNvSpPr>
                <a:spLocks noChangeArrowheads="1"/>
              </p:cNvSpPr>
              <p:nvPr/>
            </p:nvSpPr>
            <p:spPr bwMode="auto">
              <a:xfrm>
                <a:off x="720" y="33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32790" name="Rectangle 20"/>
              <p:cNvSpPr>
                <a:spLocks noChangeArrowheads="1"/>
              </p:cNvSpPr>
              <p:nvPr/>
            </p:nvSpPr>
            <p:spPr bwMode="auto">
              <a:xfrm>
                <a:off x="1116" y="12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791" name="Rectangle 21"/>
              <p:cNvSpPr>
                <a:spLocks noChangeArrowheads="1"/>
              </p:cNvSpPr>
              <p:nvPr/>
            </p:nvSpPr>
            <p:spPr bwMode="auto">
              <a:xfrm>
                <a:off x="927"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792" name="Rectangle 22"/>
              <p:cNvSpPr>
                <a:spLocks noChangeArrowheads="1"/>
              </p:cNvSpPr>
              <p:nvPr/>
            </p:nvSpPr>
            <p:spPr bwMode="auto">
              <a:xfrm>
                <a:off x="354"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793" name="Rectangle 23"/>
              <p:cNvSpPr>
                <a:spLocks noChangeArrowheads="1"/>
              </p:cNvSpPr>
              <p:nvPr/>
            </p:nvSpPr>
            <p:spPr bwMode="auto">
              <a:xfrm>
                <a:off x="171" y="11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32794" name="Text Box 24"/>
            <p:cNvSpPr txBox="1">
              <a:spLocks noChangeArrowheads="1"/>
            </p:cNvSpPr>
            <p:nvPr/>
          </p:nvSpPr>
          <p:spPr bwMode="auto">
            <a:xfrm>
              <a:off x="1440" y="384"/>
              <a:ext cx="25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，则显然有</a:t>
              </a:r>
              <a:r>
                <a:rPr lang="en-US" altLang="zh-CN" sz="2400" b="1" i="1">
                  <a:solidFill>
                    <a:srgbClr val="000000"/>
                  </a:solidFill>
                  <a:latin typeface="Times New Roman" panose="02020603050405020304" pitchFamily="18" charset="0"/>
                  <a:ea typeface="楷体_GB2312" pitchFamily="49" charset="-122"/>
                </a:rPr>
                <a:t>P</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a:t>
              </a:r>
              <a:r>
                <a:rPr lang="en-US" altLang="zh-CN" sz="2400" b="1">
                  <a:solidFill>
                    <a:srgbClr val="3333CC"/>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y</a:t>
              </a:r>
              <a:r>
                <a:rPr lang="en-US" altLang="zh-CN" sz="2400" b="1" i="1" baseline="-25000">
                  <a:solidFill>
                    <a:srgbClr val="3333CC"/>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a:t>
              </a:r>
            </a:p>
          </p:txBody>
        </p:sp>
      </p:grpSp>
      <p:grpSp>
        <p:nvGrpSpPr>
          <p:cNvPr id="21529" name="Group 25"/>
          <p:cNvGrpSpPr/>
          <p:nvPr/>
        </p:nvGrpSpPr>
        <p:grpSpPr bwMode="auto">
          <a:xfrm>
            <a:off x="533400" y="2509838"/>
            <a:ext cx="931863" cy="1262062"/>
            <a:chOff x="0" y="0"/>
            <a:chExt cx="587" cy="795"/>
          </a:xfrm>
        </p:grpSpPr>
        <p:grpSp>
          <p:nvGrpSpPr>
            <p:cNvPr id="32796" name="Group 26"/>
            <p:cNvGrpSpPr/>
            <p:nvPr/>
          </p:nvGrpSpPr>
          <p:grpSpPr bwMode="auto">
            <a:xfrm flipH="1">
              <a:off x="0" y="0"/>
              <a:ext cx="574" cy="795"/>
              <a:chOff x="0" y="0"/>
              <a:chExt cx="574" cy="795"/>
            </a:xfrm>
          </p:grpSpPr>
          <p:grpSp>
            <p:nvGrpSpPr>
              <p:cNvPr id="32797" name="Group 27"/>
              <p:cNvGrpSpPr/>
              <p:nvPr/>
            </p:nvGrpSpPr>
            <p:grpSpPr bwMode="auto">
              <a:xfrm>
                <a:off x="0" y="0"/>
                <a:ext cx="486" cy="483"/>
                <a:chOff x="0" y="0"/>
                <a:chExt cx="486" cy="483"/>
              </a:xfrm>
            </p:grpSpPr>
            <p:grpSp>
              <p:nvGrpSpPr>
                <p:cNvPr id="32798" name="Group 28"/>
                <p:cNvGrpSpPr/>
                <p:nvPr/>
              </p:nvGrpSpPr>
              <p:grpSpPr bwMode="auto">
                <a:xfrm>
                  <a:off x="10" y="6"/>
                  <a:ext cx="476" cy="477"/>
                  <a:chOff x="0" y="0"/>
                  <a:chExt cx="476" cy="477"/>
                </a:xfrm>
              </p:grpSpPr>
              <p:grpSp>
                <p:nvGrpSpPr>
                  <p:cNvPr id="32799" name="Group 29"/>
                  <p:cNvGrpSpPr/>
                  <p:nvPr/>
                </p:nvGrpSpPr>
                <p:grpSpPr bwMode="auto">
                  <a:xfrm>
                    <a:off x="0" y="0"/>
                    <a:ext cx="476" cy="477"/>
                    <a:chOff x="0" y="0"/>
                    <a:chExt cx="476" cy="477"/>
                  </a:xfrm>
                </p:grpSpPr>
                <p:sp>
                  <p:nvSpPr>
                    <p:cNvPr id="32800" name="未知"/>
                    <p:cNvSpPr>
                      <a:spLocks noChangeArrowheads="1"/>
                    </p:cNvSpPr>
                    <p:nvPr/>
                  </p:nvSpPr>
                  <p:spPr bwMode="auto">
                    <a:xfrm>
                      <a:off x="0" y="0"/>
                      <a:ext cx="404" cy="277"/>
                    </a:xfrm>
                    <a:custGeom>
                      <a:avLst/>
                      <a:gdLst>
                        <a:gd name="T0" fmla="*/ 25 w 1214"/>
                        <a:gd name="T1" fmla="*/ 830 h 830"/>
                        <a:gd name="T2" fmla="*/ 7 w 1214"/>
                        <a:gd name="T3" fmla="*/ 732 h 830"/>
                        <a:gd name="T4" fmla="*/ 0 w 1214"/>
                        <a:gd name="T5" fmla="*/ 637 h 830"/>
                        <a:gd name="T6" fmla="*/ 3 w 1214"/>
                        <a:gd name="T7" fmla="*/ 572 h 830"/>
                        <a:gd name="T8" fmla="*/ 14 w 1214"/>
                        <a:gd name="T9" fmla="*/ 512 h 830"/>
                        <a:gd name="T10" fmla="*/ 32 w 1214"/>
                        <a:gd name="T11" fmla="*/ 447 h 830"/>
                        <a:gd name="T12" fmla="*/ 61 w 1214"/>
                        <a:gd name="T13" fmla="*/ 382 h 830"/>
                        <a:gd name="T14" fmla="*/ 98 w 1214"/>
                        <a:gd name="T15" fmla="*/ 313 h 830"/>
                        <a:gd name="T16" fmla="*/ 134 w 1214"/>
                        <a:gd name="T17" fmla="*/ 258 h 830"/>
                        <a:gd name="T18" fmla="*/ 178 w 1214"/>
                        <a:gd name="T19" fmla="*/ 204 h 830"/>
                        <a:gd name="T20" fmla="*/ 228 w 1214"/>
                        <a:gd name="T21" fmla="*/ 156 h 830"/>
                        <a:gd name="T22" fmla="*/ 279 w 1214"/>
                        <a:gd name="T23" fmla="*/ 116 h 830"/>
                        <a:gd name="T24" fmla="*/ 334 w 1214"/>
                        <a:gd name="T25" fmla="*/ 84 h 830"/>
                        <a:gd name="T26" fmla="*/ 400 w 1214"/>
                        <a:gd name="T27" fmla="*/ 55 h 830"/>
                        <a:gd name="T28" fmla="*/ 477 w 1214"/>
                        <a:gd name="T29" fmla="*/ 29 h 830"/>
                        <a:gd name="T30" fmla="*/ 542 w 1214"/>
                        <a:gd name="T31" fmla="*/ 11 h 830"/>
                        <a:gd name="T32" fmla="*/ 622 w 1214"/>
                        <a:gd name="T33" fmla="*/ 0 h 830"/>
                        <a:gd name="T34" fmla="*/ 723 w 1214"/>
                        <a:gd name="T35" fmla="*/ 0 h 830"/>
                        <a:gd name="T36" fmla="*/ 800 w 1214"/>
                        <a:gd name="T37" fmla="*/ 15 h 830"/>
                        <a:gd name="T38" fmla="*/ 891 w 1214"/>
                        <a:gd name="T39" fmla="*/ 36 h 830"/>
                        <a:gd name="T40" fmla="*/ 981 w 1214"/>
                        <a:gd name="T41" fmla="*/ 76 h 830"/>
                        <a:gd name="T42" fmla="*/ 1061 w 1214"/>
                        <a:gd name="T43" fmla="*/ 124 h 830"/>
                        <a:gd name="T44" fmla="*/ 1116 w 1214"/>
                        <a:gd name="T45" fmla="*/ 171 h 830"/>
                        <a:gd name="T46" fmla="*/ 1170 w 1214"/>
                        <a:gd name="T47" fmla="*/ 225 h 830"/>
                        <a:gd name="T48" fmla="*/ 1214 w 1214"/>
                        <a:gd name="T49" fmla="*/ 280 h 830"/>
                        <a:gd name="T50" fmla="*/ 1097 w 1214"/>
                        <a:gd name="T51" fmla="*/ 193 h 830"/>
                        <a:gd name="T52" fmla="*/ 1036 w 1214"/>
                        <a:gd name="T53" fmla="*/ 156 h 830"/>
                        <a:gd name="T54" fmla="*/ 970 w 1214"/>
                        <a:gd name="T55" fmla="*/ 131 h 830"/>
                        <a:gd name="T56" fmla="*/ 887 w 1214"/>
                        <a:gd name="T57" fmla="*/ 105 h 830"/>
                        <a:gd name="T58" fmla="*/ 807 w 1214"/>
                        <a:gd name="T59" fmla="*/ 95 h 830"/>
                        <a:gd name="T60" fmla="*/ 720 w 1214"/>
                        <a:gd name="T61" fmla="*/ 91 h 830"/>
                        <a:gd name="T62" fmla="*/ 655 w 1214"/>
                        <a:gd name="T63" fmla="*/ 95 h 830"/>
                        <a:gd name="T64" fmla="*/ 586 w 1214"/>
                        <a:gd name="T65" fmla="*/ 105 h 830"/>
                        <a:gd name="T66" fmla="*/ 517 w 1214"/>
                        <a:gd name="T67" fmla="*/ 124 h 830"/>
                        <a:gd name="T68" fmla="*/ 451 w 1214"/>
                        <a:gd name="T69" fmla="*/ 145 h 830"/>
                        <a:gd name="T70" fmla="*/ 379 w 1214"/>
                        <a:gd name="T71" fmla="*/ 182 h 830"/>
                        <a:gd name="T72" fmla="*/ 323 w 1214"/>
                        <a:gd name="T73" fmla="*/ 214 h 830"/>
                        <a:gd name="T74" fmla="*/ 276 w 1214"/>
                        <a:gd name="T75" fmla="*/ 254 h 830"/>
                        <a:gd name="T76" fmla="*/ 221 w 1214"/>
                        <a:gd name="T77" fmla="*/ 298 h 830"/>
                        <a:gd name="T78" fmla="*/ 178 w 1214"/>
                        <a:gd name="T79" fmla="*/ 345 h 830"/>
                        <a:gd name="T80" fmla="*/ 134 w 1214"/>
                        <a:gd name="T81" fmla="*/ 411 h 830"/>
                        <a:gd name="T82" fmla="*/ 94 w 1214"/>
                        <a:gd name="T83" fmla="*/ 480 h 830"/>
                        <a:gd name="T84" fmla="*/ 69 w 1214"/>
                        <a:gd name="T85" fmla="*/ 545 h 830"/>
                        <a:gd name="T86" fmla="*/ 47 w 1214"/>
                        <a:gd name="T87" fmla="*/ 623 h 830"/>
                        <a:gd name="T88" fmla="*/ 32 w 1214"/>
                        <a:gd name="T89" fmla="*/ 717 h 830"/>
                        <a:gd name="T90" fmla="*/ 25 w 1214"/>
                        <a:gd name="T91"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4" h="830">
                          <a:moveTo>
                            <a:pt x="25" y="830"/>
                          </a:moveTo>
                          <a:lnTo>
                            <a:pt x="7" y="732"/>
                          </a:lnTo>
                          <a:lnTo>
                            <a:pt x="0" y="637"/>
                          </a:lnTo>
                          <a:lnTo>
                            <a:pt x="3" y="572"/>
                          </a:lnTo>
                          <a:lnTo>
                            <a:pt x="14" y="512"/>
                          </a:lnTo>
                          <a:lnTo>
                            <a:pt x="32" y="447"/>
                          </a:lnTo>
                          <a:lnTo>
                            <a:pt x="61" y="382"/>
                          </a:lnTo>
                          <a:lnTo>
                            <a:pt x="98" y="313"/>
                          </a:lnTo>
                          <a:lnTo>
                            <a:pt x="134" y="258"/>
                          </a:lnTo>
                          <a:lnTo>
                            <a:pt x="178" y="204"/>
                          </a:lnTo>
                          <a:lnTo>
                            <a:pt x="228" y="156"/>
                          </a:lnTo>
                          <a:lnTo>
                            <a:pt x="279" y="116"/>
                          </a:lnTo>
                          <a:lnTo>
                            <a:pt x="334" y="84"/>
                          </a:lnTo>
                          <a:lnTo>
                            <a:pt x="400" y="55"/>
                          </a:lnTo>
                          <a:lnTo>
                            <a:pt x="477" y="29"/>
                          </a:lnTo>
                          <a:lnTo>
                            <a:pt x="542" y="11"/>
                          </a:lnTo>
                          <a:lnTo>
                            <a:pt x="622" y="0"/>
                          </a:lnTo>
                          <a:lnTo>
                            <a:pt x="723" y="0"/>
                          </a:lnTo>
                          <a:lnTo>
                            <a:pt x="800" y="15"/>
                          </a:lnTo>
                          <a:lnTo>
                            <a:pt x="891" y="36"/>
                          </a:lnTo>
                          <a:lnTo>
                            <a:pt x="981" y="76"/>
                          </a:lnTo>
                          <a:lnTo>
                            <a:pt x="1061" y="124"/>
                          </a:lnTo>
                          <a:lnTo>
                            <a:pt x="1116" y="171"/>
                          </a:lnTo>
                          <a:lnTo>
                            <a:pt x="1170" y="225"/>
                          </a:lnTo>
                          <a:lnTo>
                            <a:pt x="1214" y="280"/>
                          </a:lnTo>
                          <a:lnTo>
                            <a:pt x="1097" y="193"/>
                          </a:lnTo>
                          <a:lnTo>
                            <a:pt x="1036" y="156"/>
                          </a:lnTo>
                          <a:lnTo>
                            <a:pt x="970" y="131"/>
                          </a:lnTo>
                          <a:lnTo>
                            <a:pt x="887" y="105"/>
                          </a:lnTo>
                          <a:lnTo>
                            <a:pt x="807" y="95"/>
                          </a:lnTo>
                          <a:lnTo>
                            <a:pt x="720" y="91"/>
                          </a:lnTo>
                          <a:lnTo>
                            <a:pt x="655" y="95"/>
                          </a:lnTo>
                          <a:lnTo>
                            <a:pt x="586" y="105"/>
                          </a:lnTo>
                          <a:lnTo>
                            <a:pt x="517" y="124"/>
                          </a:lnTo>
                          <a:lnTo>
                            <a:pt x="451" y="145"/>
                          </a:lnTo>
                          <a:lnTo>
                            <a:pt x="379" y="182"/>
                          </a:lnTo>
                          <a:lnTo>
                            <a:pt x="323" y="214"/>
                          </a:lnTo>
                          <a:lnTo>
                            <a:pt x="276" y="254"/>
                          </a:lnTo>
                          <a:lnTo>
                            <a:pt x="221" y="298"/>
                          </a:lnTo>
                          <a:lnTo>
                            <a:pt x="178" y="345"/>
                          </a:lnTo>
                          <a:lnTo>
                            <a:pt x="134" y="411"/>
                          </a:lnTo>
                          <a:lnTo>
                            <a:pt x="94" y="480"/>
                          </a:lnTo>
                          <a:lnTo>
                            <a:pt x="69" y="545"/>
                          </a:lnTo>
                          <a:lnTo>
                            <a:pt x="47" y="623"/>
                          </a:lnTo>
                          <a:lnTo>
                            <a:pt x="32" y="717"/>
                          </a:lnTo>
                          <a:lnTo>
                            <a:pt x="25" y="83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01" name="未知"/>
                    <p:cNvSpPr>
                      <a:spLocks noChangeArrowheads="1"/>
                    </p:cNvSpPr>
                    <p:nvPr/>
                  </p:nvSpPr>
                  <p:spPr bwMode="auto">
                    <a:xfrm>
                      <a:off x="30" y="137"/>
                      <a:ext cx="446" cy="340"/>
                    </a:xfrm>
                    <a:custGeom>
                      <a:avLst/>
                      <a:gdLst>
                        <a:gd name="T0" fmla="*/ 0 w 1339"/>
                        <a:gd name="T1" fmla="*/ 619 h 1018"/>
                        <a:gd name="T2" fmla="*/ 77 w 1339"/>
                        <a:gd name="T3" fmla="*/ 706 h 1018"/>
                        <a:gd name="T4" fmla="*/ 160 w 1339"/>
                        <a:gd name="T5" fmla="*/ 782 h 1018"/>
                        <a:gd name="T6" fmla="*/ 237 w 1339"/>
                        <a:gd name="T7" fmla="*/ 826 h 1018"/>
                        <a:gd name="T8" fmla="*/ 347 w 1339"/>
                        <a:gd name="T9" fmla="*/ 873 h 1018"/>
                        <a:gd name="T10" fmla="*/ 434 w 1339"/>
                        <a:gd name="T11" fmla="*/ 899 h 1018"/>
                        <a:gd name="T12" fmla="*/ 514 w 1339"/>
                        <a:gd name="T13" fmla="*/ 909 h 1018"/>
                        <a:gd name="T14" fmla="*/ 608 w 1339"/>
                        <a:gd name="T15" fmla="*/ 909 h 1018"/>
                        <a:gd name="T16" fmla="*/ 677 w 1339"/>
                        <a:gd name="T17" fmla="*/ 902 h 1018"/>
                        <a:gd name="T18" fmla="*/ 761 w 1339"/>
                        <a:gd name="T19" fmla="*/ 888 h 1018"/>
                        <a:gd name="T20" fmla="*/ 844 w 1339"/>
                        <a:gd name="T21" fmla="*/ 862 h 1018"/>
                        <a:gd name="T22" fmla="*/ 913 w 1339"/>
                        <a:gd name="T23" fmla="*/ 826 h 1018"/>
                        <a:gd name="T24" fmla="*/ 978 w 1339"/>
                        <a:gd name="T25" fmla="*/ 786 h 1018"/>
                        <a:gd name="T26" fmla="*/ 1037 w 1339"/>
                        <a:gd name="T27" fmla="*/ 746 h 1018"/>
                        <a:gd name="T28" fmla="*/ 1095 w 1339"/>
                        <a:gd name="T29" fmla="*/ 688 h 1018"/>
                        <a:gd name="T30" fmla="*/ 1153 w 1339"/>
                        <a:gd name="T31" fmla="*/ 622 h 1018"/>
                        <a:gd name="T32" fmla="*/ 1197 w 1339"/>
                        <a:gd name="T33" fmla="*/ 561 h 1018"/>
                        <a:gd name="T34" fmla="*/ 1223 w 1339"/>
                        <a:gd name="T35" fmla="*/ 499 h 1018"/>
                        <a:gd name="T36" fmla="*/ 1256 w 1339"/>
                        <a:gd name="T37" fmla="*/ 401 h 1018"/>
                        <a:gd name="T38" fmla="*/ 1277 w 1339"/>
                        <a:gd name="T39" fmla="*/ 299 h 1018"/>
                        <a:gd name="T40" fmla="*/ 1281 w 1339"/>
                        <a:gd name="T41" fmla="*/ 208 h 1018"/>
                        <a:gd name="T42" fmla="*/ 1266 w 1339"/>
                        <a:gd name="T43" fmla="*/ 109 h 1018"/>
                        <a:gd name="T44" fmla="*/ 1234 w 1339"/>
                        <a:gd name="T45" fmla="*/ 0 h 1018"/>
                        <a:gd name="T46" fmla="*/ 1266 w 1339"/>
                        <a:gd name="T47" fmla="*/ 58 h 1018"/>
                        <a:gd name="T48" fmla="*/ 1303 w 1339"/>
                        <a:gd name="T49" fmla="*/ 141 h 1018"/>
                        <a:gd name="T50" fmla="*/ 1321 w 1339"/>
                        <a:gd name="T51" fmla="*/ 219 h 1018"/>
                        <a:gd name="T52" fmla="*/ 1339 w 1339"/>
                        <a:gd name="T53" fmla="*/ 292 h 1018"/>
                        <a:gd name="T54" fmla="*/ 1335 w 1339"/>
                        <a:gd name="T55" fmla="*/ 353 h 1018"/>
                        <a:gd name="T56" fmla="*/ 1332 w 1339"/>
                        <a:gd name="T57" fmla="*/ 437 h 1018"/>
                        <a:gd name="T58" fmla="*/ 1288 w 1339"/>
                        <a:gd name="T59" fmla="*/ 597 h 1018"/>
                        <a:gd name="T60" fmla="*/ 1245 w 1339"/>
                        <a:gd name="T61" fmla="*/ 684 h 1018"/>
                        <a:gd name="T62" fmla="*/ 1190 w 1339"/>
                        <a:gd name="T63" fmla="*/ 760 h 1018"/>
                        <a:gd name="T64" fmla="*/ 1131 w 1339"/>
                        <a:gd name="T65" fmla="*/ 826 h 1018"/>
                        <a:gd name="T66" fmla="*/ 1073 w 1339"/>
                        <a:gd name="T67" fmla="*/ 873 h 1018"/>
                        <a:gd name="T68" fmla="*/ 993 w 1339"/>
                        <a:gd name="T69" fmla="*/ 928 h 1018"/>
                        <a:gd name="T70" fmla="*/ 913 w 1339"/>
                        <a:gd name="T71" fmla="*/ 964 h 1018"/>
                        <a:gd name="T72" fmla="*/ 837 w 1339"/>
                        <a:gd name="T73" fmla="*/ 989 h 1018"/>
                        <a:gd name="T74" fmla="*/ 739 w 1339"/>
                        <a:gd name="T75" fmla="*/ 1015 h 1018"/>
                        <a:gd name="T76" fmla="*/ 666 w 1339"/>
                        <a:gd name="T77" fmla="*/ 1018 h 1018"/>
                        <a:gd name="T78" fmla="*/ 586 w 1339"/>
                        <a:gd name="T79" fmla="*/ 1018 h 1018"/>
                        <a:gd name="T80" fmla="*/ 506 w 1339"/>
                        <a:gd name="T81" fmla="*/ 1004 h 1018"/>
                        <a:gd name="T82" fmla="*/ 419 w 1339"/>
                        <a:gd name="T83" fmla="*/ 986 h 1018"/>
                        <a:gd name="T84" fmla="*/ 361 w 1339"/>
                        <a:gd name="T85" fmla="*/ 964 h 1018"/>
                        <a:gd name="T86" fmla="*/ 284 w 1339"/>
                        <a:gd name="T87" fmla="*/ 924 h 1018"/>
                        <a:gd name="T88" fmla="*/ 218 w 1339"/>
                        <a:gd name="T89" fmla="*/ 888 h 1018"/>
                        <a:gd name="T90" fmla="*/ 157 w 1339"/>
                        <a:gd name="T91" fmla="*/ 837 h 1018"/>
                        <a:gd name="T92" fmla="*/ 91 w 1339"/>
                        <a:gd name="T93" fmla="*/ 768 h 1018"/>
                        <a:gd name="T94" fmla="*/ 30 w 1339"/>
                        <a:gd name="T95" fmla="*/ 680 h 1018"/>
                        <a:gd name="T96" fmla="*/ 0 w 1339"/>
                        <a:gd name="T97" fmla="*/ 619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9" h="1018">
                          <a:moveTo>
                            <a:pt x="0" y="619"/>
                          </a:moveTo>
                          <a:lnTo>
                            <a:pt x="77" y="706"/>
                          </a:lnTo>
                          <a:lnTo>
                            <a:pt x="160" y="782"/>
                          </a:lnTo>
                          <a:lnTo>
                            <a:pt x="237" y="826"/>
                          </a:lnTo>
                          <a:lnTo>
                            <a:pt x="347" y="873"/>
                          </a:lnTo>
                          <a:lnTo>
                            <a:pt x="434" y="899"/>
                          </a:lnTo>
                          <a:lnTo>
                            <a:pt x="514" y="909"/>
                          </a:lnTo>
                          <a:lnTo>
                            <a:pt x="608" y="909"/>
                          </a:lnTo>
                          <a:lnTo>
                            <a:pt x="677" y="902"/>
                          </a:lnTo>
                          <a:lnTo>
                            <a:pt x="761" y="888"/>
                          </a:lnTo>
                          <a:lnTo>
                            <a:pt x="844" y="862"/>
                          </a:lnTo>
                          <a:lnTo>
                            <a:pt x="913" y="826"/>
                          </a:lnTo>
                          <a:lnTo>
                            <a:pt x="978" y="786"/>
                          </a:lnTo>
                          <a:lnTo>
                            <a:pt x="1037" y="746"/>
                          </a:lnTo>
                          <a:lnTo>
                            <a:pt x="1095" y="688"/>
                          </a:lnTo>
                          <a:lnTo>
                            <a:pt x="1153" y="622"/>
                          </a:lnTo>
                          <a:lnTo>
                            <a:pt x="1197" y="561"/>
                          </a:lnTo>
                          <a:lnTo>
                            <a:pt x="1223" y="499"/>
                          </a:lnTo>
                          <a:lnTo>
                            <a:pt x="1256" y="401"/>
                          </a:lnTo>
                          <a:lnTo>
                            <a:pt x="1277" y="299"/>
                          </a:lnTo>
                          <a:lnTo>
                            <a:pt x="1281" y="208"/>
                          </a:lnTo>
                          <a:lnTo>
                            <a:pt x="1266" y="109"/>
                          </a:lnTo>
                          <a:lnTo>
                            <a:pt x="1234" y="0"/>
                          </a:lnTo>
                          <a:lnTo>
                            <a:pt x="1266" y="58"/>
                          </a:lnTo>
                          <a:lnTo>
                            <a:pt x="1303" y="141"/>
                          </a:lnTo>
                          <a:lnTo>
                            <a:pt x="1321" y="219"/>
                          </a:lnTo>
                          <a:lnTo>
                            <a:pt x="1339" y="292"/>
                          </a:lnTo>
                          <a:lnTo>
                            <a:pt x="1335" y="353"/>
                          </a:lnTo>
                          <a:lnTo>
                            <a:pt x="1332" y="437"/>
                          </a:lnTo>
                          <a:lnTo>
                            <a:pt x="1288" y="597"/>
                          </a:lnTo>
                          <a:lnTo>
                            <a:pt x="1245" y="684"/>
                          </a:lnTo>
                          <a:lnTo>
                            <a:pt x="1190" y="760"/>
                          </a:lnTo>
                          <a:lnTo>
                            <a:pt x="1131" y="826"/>
                          </a:lnTo>
                          <a:lnTo>
                            <a:pt x="1073" y="873"/>
                          </a:lnTo>
                          <a:lnTo>
                            <a:pt x="993" y="928"/>
                          </a:lnTo>
                          <a:lnTo>
                            <a:pt x="913" y="964"/>
                          </a:lnTo>
                          <a:lnTo>
                            <a:pt x="837" y="989"/>
                          </a:lnTo>
                          <a:lnTo>
                            <a:pt x="739" y="1015"/>
                          </a:lnTo>
                          <a:lnTo>
                            <a:pt x="666" y="1018"/>
                          </a:lnTo>
                          <a:lnTo>
                            <a:pt x="586" y="1018"/>
                          </a:lnTo>
                          <a:lnTo>
                            <a:pt x="506" y="1004"/>
                          </a:lnTo>
                          <a:lnTo>
                            <a:pt x="419" y="986"/>
                          </a:lnTo>
                          <a:lnTo>
                            <a:pt x="361" y="964"/>
                          </a:lnTo>
                          <a:lnTo>
                            <a:pt x="284" y="924"/>
                          </a:lnTo>
                          <a:lnTo>
                            <a:pt x="218" y="888"/>
                          </a:lnTo>
                          <a:lnTo>
                            <a:pt x="157" y="837"/>
                          </a:lnTo>
                          <a:lnTo>
                            <a:pt x="91" y="768"/>
                          </a:lnTo>
                          <a:lnTo>
                            <a:pt x="30" y="680"/>
                          </a:lnTo>
                          <a:lnTo>
                            <a:pt x="0" y="61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32802" name="Group 32"/>
                  <p:cNvGrpSpPr/>
                  <p:nvPr/>
                </p:nvGrpSpPr>
                <p:grpSpPr bwMode="auto">
                  <a:xfrm>
                    <a:off x="2" y="7"/>
                    <a:ext cx="473" cy="449"/>
                    <a:chOff x="0" y="0"/>
                    <a:chExt cx="473" cy="449"/>
                  </a:xfrm>
                </p:grpSpPr>
                <p:sp>
                  <p:nvSpPr>
                    <p:cNvPr id="32803" name="未知"/>
                    <p:cNvSpPr>
                      <a:spLocks noChangeArrowheads="1"/>
                    </p:cNvSpPr>
                    <p:nvPr/>
                  </p:nvSpPr>
                  <p:spPr bwMode="auto">
                    <a:xfrm>
                      <a:off x="27" y="337"/>
                      <a:ext cx="116" cy="112"/>
                    </a:xfrm>
                    <a:custGeom>
                      <a:avLst/>
                      <a:gdLst>
                        <a:gd name="T0" fmla="*/ 0 w 347"/>
                        <a:gd name="T1" fmla="*/ 0 h 337"/>
                        <a:gd name="T2" fmla="*/ 36 w 347"/>
                        <a:gd name="T3" fmla="*/ 68 h 337"/>
                        <a:gd name="T4" fmla="*/ 71 w 347"/>
                        <a:gd name="T5" fmla="*/ 120 h 337"/>
                        <a:gd name="T6" fmla="*/ 109 w 347"/>
                        <a:gd name="T7" fmla="*/ 167 h 337"/>
                        <a:gd name="T8" fmla="*/ 167 w 347"/>
                        <a:gd name="T9" fmla="*/ 224 h 337"/>
                        <a:gd name="T10" fmla="*/ 211 w 347"/>
                        <a:gd name="T11" fmla="*/ 260 h 337"/>
                        <a:gd name="T12" fmla="*/ 266 w 347"/>
                        <a:gd name="T13" fmla="*/ 296 h 337"/>
                        <a:gd name="T14" fmla="*/ 347 w 347"/>
                        <a:gd name="T15" fmla="*/ 337 h 337"/>
                        <a:gd name="T16" fmla="*/ 257 w 347"/>
                        <a:gd name="T17" fmla="*/ 213 h 337"/>
                        <a:gd name="T18" fmla="*/ 206 w 347"/>
                        <a:gd name="T19" fmla="*/ 184 h 337"/>
                        <a:gd name="T20" fmla="*/ 170 w 347"/>
                        <a:gd name="T21" fmla="*/ 159 h 337"/>
                        <a:gd name="T22" fmla="*/ 116 w 347"/>
                        <a:gd name="T23" fmla="*/ 122 h 337"/>
                        <a:gd name="T24" fmla="*/ 75 w 347"/>
                        <a:gd name="T25" fmla="*/ 84 h 337"/>
                        <a:gd name="T26" fmla="*/ 42 w 347"/>
                        <a:gd name="T27" fmla="*/ 51 h 337"/>
                        <a:gd name="T28" fmla="*/ 0 w 347"/>
                        <a:gd name="T29"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337">
                          <a:moveTo>
                            <a:pt x="0" y="0"/>
                          </a:moveTo>
                          <a:lnTo>
                            <a:pt x="36" y="68"/>
                          </a:lnTo>
                          <a:lnTo>
                            <a:pt x="71" y="120"/>
                          </a:lnTo>
                          <a:lnTo>
                            <a:pt x="109" y="167"/>
                          </a:lnTo>
                          <a:lnTo>
                            <a:pt x="167" y="224"/>
                          </a:lnTo>
                          <a:lnTo>
                            <a:pt x="211" y="260"/>
                          </a:lnTo>
                          <a:lnTo>
                            <a:pt x="266" y="296"/>
                          </a:lnTo>
                          <a:lnTo>
                            <a:pt x="347" y="337"/>
                          </a:lnTo>
                          <a:lnTo>
                            <a:pt x="257" y="213"/>
                          </a:lnTo>
                          <a:lnTo>
                            <a:pt x="206" y="184"/>
                          </a:lnTo>
                          <a:lnTo>
                            <a:pt x="170" y="159"/>
                          </a:lnTo>
                          <a:lnTo>
                            <a:pt x="116" y="122"/>
                          </a:lnTo>
                          <a:lnTo>
                            <a:pt x="75" y="84"/>
                          </a:lnTo>
                          <a:lnTo>
                            <a:pt x="42" y="51"/>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04" name="未知"/>
                    <p:cNvSpPr>
                      <a:spLocks noChangeArrowheads="1"/>
                    </p:cNvSpPr>
                    <p:nvPr/>
                  </p:nvSpPr>
                  <p:spPr bwMode="auto">
                    <a:xfrm>
                      <a:off x="432" y="128"/>
                      <a:ext cx="41" cy="220"/>
                    </a:xfrm>
                    <a:custGeom>
                      <a:avLst/>
                      <a:gdLst>
                        <a:gd name="T0" fmla="*/ 23 w 125"/>
                        <a:gd name="T1" fmla="*/ 0 h 662"/>
                        <a:gd name="T2" fmla="*/ 47 w 125"/>
                        <a:gd name="T3" fmla="*/ 45 h 662"/>
                        <a:gd name="T4" fmla="*/ 63 w 125"/>
                        <a:gd name="T5" fmla="*/ 84 h 662"/>
                        <a:gd name="T6" fmla="*/ 80 w 125"/>
                        <a:gd name="T7" fmla="*/ 124 h 662"/>
                        <a:gd name="T8" fmla="*/ 92 w 125"/>
                        <a:gd name="T9" fmla="*/ 163 h 662"/>
                        <a:gd name="T10" fmla="*/ 102 w 125"/>
                        <a:gd name="T11" fmla="*/ 199 h 662"/>
                        <a:gd name="T12" fmla="*/ 120 w 125"/>
                        <a:gd name="T13" fmla="*/ 263 h 662"/>
                        <a:gd name="T14" fmla="*/ 125 w 125"/>
                        <a:gd name="T15" fmla="*/ 326 h 662"/>
                        <a:gd name="T16" fmla="*/ 121 w 125"/>
                        <a:gd name="T17" fmla="*/ 423 h 662"/>
                        <a:gd name="T18" fmla="*/ 113 w 125"/>
                        <a:gd name="T19" fmla="*/ 489 h 662"/>
                        <a:gd name="T20" fmla="*/ 99 w 125"/>
                        <a:gd name="T21" fmla="*/ 542 h 662"/>
                        <a:gd name="T22" fmla="*/ 79 w 125"/>
                        <a:gd name="T23" fmla="*/ 598 h 662"/>
                        <a:gd name="T24" fmla="*/ 51 w 125"/>
                        <a:gd name="T25" fmla="*/ 662 h 662"/>
                        <a:gd name="T26" fmla="*/ 0 w 125"/>
                        <a:gd name="T27" fmla="*/ 537 h 662"/>
                        <a:gd name="T28" fmla="*/ 23 w 125"/>
                        <a:gd name="T29" fmla="*/ 483 h 662"/>
                        <a:gd name="T30" fmla="*/ 34 w 125"/>
                        <a:gd name="T31" fmla="*/ 453 h 662"/>
                        <a:gd name="T32" fmla="*/ 47 w 125"/>
                        <a:gd name="T33" fmla="*/ 416 h 662"/>
                        <a:gd name="T34" fmla="*/ 56 w 125"/>
                        <a:gd name="T35" fmla="*/ 377 h 662"/>
                        <a:gd name="T36" fmla="*/ 63 w 125"/>
                        <a:gd name="T37" fmla="*/ 318 h 662"/>
                        <a:gd name="T38" fmla="*/ 67 w 125"/>
                        <a:gd name="T39" fmla="*/ 268 h 662"/>
                        <a:gd name="T40" fmla="*/ 67 w 125"/>
                        <a:gd name="T41" fmla="*/ 194 h 662"/>
                        <a:gd name="T42" fmla="*/ 56 w 125"/>
                        <a:gd name="T43" fmla="*/ 128 h 662"/>
                        <a:gd name="T44" fmla="*/ 44 w 125"/>
                        <a:gd name="T45" fmla="*/ 73 h 662"/>
                        <a:gd name="T46" fmla="*/ 36 w 125"/>
                        <a:gd name="T47" fmla="*/ 44 h 662"/>
                        <a:gd name="T48" fmla="*/ 23 w 125"/>
                        <a:gd name="T49" fmla="*/ 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662">
                          <a:moveTo>
                            <a:pt x="23" y="0"/>
                          </a:moveTo>
                          <a:lnTo>
                            <a:pt x="47" y="45"/>
                          </a:lnTo>
                          <a:lnTo>
                            <a:pt x="63" y="84"/>
                          </a:lnTo>
                          <a:lnTo>
                            <a:pt x="80" y="124"/>
                          </a:lnTo>
                          <a:lnTo>
                            <a:pt x="92" y="163"/>
                          </a:lnTo>
                          <a:lnTo>
                            <a:pt x="102" y="199"/>
                          </a:lnTo>
                          <a:lnTo>
                            <a:pt x="120" y="263"/>
                          </a:lnTo>
                          <a:lnTo>
                            <a:pt x="125" y="326"/>
                          </a:lnTo>
                          <a:lnTo>
                            <a:pt x="121" y="423"/>
                          </a:lnTo>
                          <a:lnTo>
                            <a:pt x="113" y="489"/>
                          </a:lnTo>
                          <a:lnTo>
                            <a:pt x="99" y="542"/>
                          </a:lnTo>
                          <a:lnTo>
                            <a:pt x="79" y="598"/>
                          </a:lnTo>
                          <a:lnTo>
                            <a:pt x="51" y="662"/>
                          </a:lnTo>
                          <a:lnTo>
                            <a:pt x="0" y="537"/>
                          </a:lnTo>
                          <a:lnTo>
                            <a:pt x="23" y="483"/>
                          </a:lnTo>
                          <a:lnTo>
                            <a:pt x="34" y="453"/>
                          </a:lnTo>
                          <a:lnTo>
                            <a:pt x="47" y="416"/>
                          </a:lnTo>
                          <a:lnTo>
                            <a:pt x="56" y="377"/>
                          </a:lnTo>
                          <a:lnTo>
                            <a:pt x="63" y="318"/>
                          </a:lnTo>
                          <a:lnTo>
                            <a:pt x="67" y="268"/>
                          </a:lnTo>
                          <a:lnTo>
                            <a:pt x="67" y="194"/>
                          </a:lnTo>
                          <a:lnTo>
                            <a:pt x="56" y="128"/>
                          </a:lnTo>
                          <a:lnTo>
                            <a:pt x="44" y="73"/>
                          </a:lnTo>
                          <a:lnTo>
                            <a:pt x="36" y="44"/>
                          </a:lnTo>
                          <a:lnTo>
                            <a:pt x="2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05" name="未知"/>
                    <p:cNvSpPr>
                      <a:spLocks noChangeArrowheads="1"/>
                    </p:cNvSpPr>
                    <p:nvPr/>
                  </p:nvSpPr>
                  <p:spPr bwMode="auto">
                    <a:xfrm>
                      <a:off x="215" y="0"/>
                      <a:ext cx="164" cy="66"/>
                    </a:xfrm>
                    <a:custGeom>
                      <a:avLst/>
                      <a:gdLst>
                        <a:gd name="T0" fmla="*/ 0 w 494"/>
                        <a:gd name="T1" fmla="*/ 0 h 200"/>
                        <a:gd name="T2" fmla="*/ 37 w 494"/>
                        <a:gd name="T3" fmla="*/ 73 h 200"/>
                        <a:gd name="T4" fmla="*/ 95 w 494"/>
                        <a:gd name="T5" fmla="*/ 69 h 200"/>
                        <a:gd name="T6" fmla="*/ 149 w 494"/>
                        <a:gd name="T7" fmla="*/ 73 h 200"/>
                        <a:gd name="T8" fmla="*/ 198 w 494"/>
                        <a:gd name="T9" fmla="*/ 80 h 200"/>
                        <a:gd name="T10" fmla="*/ 244 w 494"/>
                        <a:gd name="T11" fmla="*/ 89 h 200"/>
                        <a:gd name="T12" fmla="*/ 290 w 494"/>
                        <a:gd name="T13" fmla="*/ 101 h 200"/>
                        <a:gd name="T14" fmla="*/ 322 w 494"/>
                        <a:gd name="T15" fmla="*/ 111 h 200"/>
                        <a:gd name="T16" fmla="*/ 363 w 494"/>
                        <a:gd name="T17" fmla="*/ 128 h 200"/>
                        <a:gd name="T18" fmla="*/ 410 w 494"/>
                        <a:gd name="T19" fmla="*/ 151 h 200"/>
                        <a:gd name="T20" fmla="*/ 494 w 494"/>
                        <a:gd name="T21" fmla="*/ 200 h 200"/>
                        <a:gd name="T22" fmla="*/ 445 w 494"/>
                        <a:gd name="T23" fmla="*/ 149 h 200"/>
                        <a:gd name="T24" fmla="*/ 411 w 494"/>
                        <a:gd name="T25" fmla="*/ 124 h 200"/>
                        <a:gd name="T26" fmla="*/ 367 w 494"/>
                        <a:gd name="T27" fmla="*/ 95 h 200"/>
                        <a:gd name="T28" fmla="*/ 339 w 494"/>
                        <a:gd name="T29" fmla="*/ 78 h 200"/>
                        <a:gd name="T30" fmla="*/ 277 w 494"/>
                        <a:gd name="T31" fmla="*/ 49 h 200"/>
                        <a:gd name="T32" fmla="*/ 237 w 494"/>
                        <a:gd name="T33" fmla="*/ 34 h 200"/>
                        <a:gd name="T34" fmla="*/ 204 w 494"/>
                        <a:gd name="T35" fmla="*/ 23 h 200"/>
                        <a:gd name="T36" fmla="*/ 174 w 494"/>
                        <a:gd name="T37" fmla="*/ 16 h 200"/>
                        <a:gd name="T38" fmla="*/ 127 w 494"/>
                        <a:gd name="T39" fmla="*/ 8 h 200"/>
                        <a:gd name="T40" fmla="*/ 77 w 494"/>
                        <a:gd name="T41" fmla="*/ 2 h 200"/>
                        <a:gd name="T42" fmla="*/ 22 w 494"/>
                        <a:gd name="T43" fmla="*/ 0 h 200"/>
                        <a:gd name="T44" fmla="*/ 0 w 494"/>
                        <a:gd name="T45"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4" h="200">
                          <a:moveTo>
                            <a:pt x="0" y="0"/>
                          </a:moveTo>
                          <a:lnTo>
                            <a:pt x="37" y="73"/>
                          </a:lnTo>
                          <a:lnTo>
                            <a:pt x="95" y="69"/>
                          </a:lnTo>
                          <a:lnTo>
                            <a:pt x="149" y="73"/>
                          </a:lnTo>
                          <a:lnTo>
                            <a:pt x="198" y="80"/>
                          </a:lnTo>
                          <a:lnTo>
                            <a:pt x="244" y="89"/>
                          </a:lnTo>
                          <a:lnTo>
                            <a:pt x="290" y="101"/>
                          </a:lnTo>
                          <a:lnTo>
                            <a:pt x="322" y="111"/>
                          </a:lnTo>
                          <a:lnTo>
                            <a:pt x="363" y="128"/>
                          </a:lnTo>
                          <a:lnTo>
                            <a:pt x="410" y="151"/>
                          </a:lnTo>
                          <a:lnTo>
                            <a:pt x="494" y="200"/>
                          </a:lnTo>
                          <a:lnTo>
                            <a:pt x="445" y="149"/>
                          </a:lnTo>
                          <a:lnTo>
                            <a:pt x="411" y="124"/>
                          </a:lnTo>
                          <a:lnTo>
                            <a:pt x="367" y="95"/>
                          </a:lnTo>
                          <a:lnTo>
                            <a:pt x="339" y="78"/>
                          </a:lnTo>
                          <a:lnTo>
                            <a:pt x="277" y="49"/>
                          </a:lnTo>
                          <a:lnTo>
                            <a:pt x="237" y="34"/>
                          </a:lnTo>
                          <a:lnTo>
                            <a:pt x="204" y="23"/>
                          </a:lnTo>
                          <a:lnTo>
                            <a:pt x="174" y="16"/>
                          </a:lnTo>
                          <a:lnTo>
                            <a:pt x="127" y="8"/>
                          </a:lnTo>
                          <a:lnTo>
                            <a:pt x="77" y="2"/>
                          </a:lnTo>
                          <a:lnTo>
                            <a:pt x="22" y="0"/>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06" name="未知"/>
                    <p:cNvSpPr>
                      <a:spLocks noChangeArrowheads="1"/>
                    </p:cNvSpPr>
                    <p:nvPr/>
                  </p:nvSpPr>
                  <p:spPr bwMode="auto">
                    <a:xfrm>
                      <a:off x="0" y="93"/>
                      <a:ext cx="53" cy="157"/>
                    </a:xfrm>
                    <a:custGeom>
                      <a:avLst/>
                      <a:gdLst>
                        <a:gd name="T0" fmla="*/ 0 w 158"/>
                        <a:gd name="T1" fmla="*/ 360 h 469"/>
                        <a:gd name="T2" fmla="*/ 4 w 158"/>
                        <a:gd name="T3" fmla="*/ 324 h 469"/>
                        <a:gd name="T4" fmla="*/ 6 w 158"/>
                        <a:gd name="T5" fmla="*/ 284 h 469"/>
                        <a:gd name="T6" fmla="*/ 17 w 158"/>
                        <a:gd name="T7" fmla="*/ 220 h 469"/>
                        <a:gd name="T8" fmla="*/ 29 w 158"/>
                        <a:gd name="T9" fmla="*/ 169 h 469"/>
                        <a:gd name="T10" fmla="*/ 46 w 158"/>
                        <a:gd name="T11" fmla="*/ 123 h 469"/>
                        <a:gd name="T12" fmla="*/ 68 w 158"/>
                        <a:gd name="T13" fmla="*/ 76 h 469"/>
                        <a:gd name="T14" fmla="*/ 87 w 158"/>
                        <a:gd name="T15" fmla="*/ 39 h 469"/>
                        <a:gd name="T16" fmla="*/ 112 w 158"/>
                        <a:gd name="T17" fmla="*/ 0 h 469"/>
                        <a:gd name="T18" fmla="*/ 158 w 158"/>
                        <a:gd name="T19" fmla="*/ 61 h 469"/>
                        <a:gd name="T20" fmla="*/ 131 w 158"/>
                        <a:gd name="T21" fmla="*/ 97 h 469"/>
                        <a:gd name="T22" fmla="*/ 112 w 158"/>
                        <a:gd name="T23" fmla="*/ 130 h 469"/>
                        <a:gd name="T24" fmla="*/ 96 w 158"/>
                        <a:gd name="T25" fmla="*/ 160 h 469"/>
                        <a:gd name="T26" fmla="*/ 73 w 158"/>
                        <a:gd name="T27" fmla="*/ 203 h 469"/>
                        <a:gd name="T28" fmla="*/ 58 w 158"/>
                        <a:gd name="T29" fmla="*/ 240 h 469"/>
                        <a:gd name="T30" fmla="*/ 50 w 158"/>
                        <a:gd name="T31" fmla="*/ 277 h 469"/>
                        <a:gd name="T32" fmla="*/ 39 w 158"/>
                        <a:gd name="T33" fmla="*/ 313 h 469"/>
                        <a:gd name="T34" fmla="*/ 32 w 158"/>
                        <a:gd name="T35" fmla="*/ 353 h 469"/>
                        <a:gd name="T36" fmla="*/ 26 w 158"/>
                        <a:gd name="T37" fmla="*/ 401 h 469"/>
                        <a:gd name="T38" fmla="*/ 21 w 158"/>
                        <a:gd name="T39" fmla="*/ 450 h 469"/>
                        <a:gd name="T40" fmla="*/ 12 w 158"/>
                        <a:gd name="T41" fmla="*/ 469 h 469"/>
                        <a:gd name="T42" fmla="*/ 0 w 158"/>
                        <a:gd name="T43" fmla="*/ 3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8" h="469">
                          <a:moveTo>
                            <a:pt x="0" y="360"/>
                          </a:moveTo>
                          <a:lnTo>
                            <a:pt x="4" y="324"/>
                          </a:lnTo>
                          <a:lnTo>
                            <a:pt x="6" y="284"/>
                          </a:lnTo>
                          <a:lnTo>
                            <a:pt x="17" y="220"/>
                          </a:lnTo>
                          <a:lnTo>
                            <a:pt x="29" y="169"/>
                          </a:lnTo>
                          <a:lnTo>
                            <a:pt x="46" y="123"/>
                          </a:lnTo>
                          <a:lnTo>
                            <a:pt x="68" y="76"/>
                          </a:lnTo>
                          <a:lnTo>
                            <a:pt x="87" y="39"/>
                          </a:lnTo>
                          <a:lnTo>
                            <a:pt x="112" y="0"/>
                          </a:lnTo>
                          <a:lnTo>
                            <a:pt x="158" y="61"/>
                          </a:lnTo>
                          <a:lnTo>
                            <a:pt x="131" y="97"/>
                          </a:lnTo>
                          <a:lnTo>
                            <a:pt x="112" y="130"/>
                          </a:lnTo>
                          <a:lnTo>
                            <a:pt x="96" y="160"/>
                          </a:lnTo>
                          <a:lnTo>
                            <a:pt x="73" y="203"/>
                          </a:lnTo>
                          <a:lnTo>
                            <a:pt x="58" y="240"/>
                          </a:lnTo>
                          <a:lnTo>
                            <a:pt x="50" y="277"/>
                          </a:lnTo>
                          <a:lnTo>
                            <a:pt x="39" y="313"/>
                          </a:lnTo>
                          <a:lnTo>
                            <a:pt x="32" y="353"/>
                          </a:lnTo>
                          <a:lnTo>
                            <a:pt x="26" y="401"/>
                          </a:lnTo>
                          <a:lnTo>
                            <a:pt x="21" y="450"/>
                          </a:lnTo>
                          <a:lnTo>
                            <a:pt x="12" y="469"/>
                          </a:lnTo>
                          <a:lnTo>
                            <a:pt x="0" y="3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sp>
              <p:nvSpPr>
                <p:cNvPr id="32807" name="Oval 37"/>
                <p:cNvSpPr>
                  <a:spLocks noChangeArrowheads="1"/>
                </p:cNvSpPr>
                <p:nvPr/>
              </p:nvSpPr>
              <p:spPr bwMode="auto">
                <a:xfrm>
                  <a:off x="20" y="37"/>
                  <a:ext cx="466" cy="446"/>
                </a:xfrm>
                <a:prstGeom prst="ellipse">
                  <a:avLst/>
                </a:pr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32808" name="Group 38"/>
                <p:cNvGrpSpPr/>
                <p:nvPr/>
              </p:nvGrpSpPr>
              <p:grpSpPr bwMode="auto">
                <a:xfrm>
                  <a:off x="0" y="0"/>
                  <a:ext cx="466" cy="447"/>
                  <a:chOff x="0" y="0"/>
                  <a:chExt cx="466" cy="447"/>
                </a:xfrm>
              </p:grpSpPr>
              <p:sp>
                <p:nvSpPr>
                  <p:cNvPr id="32809" name="Oval 39"/>
                  <p:cNvSpPr>
                    <a:spLocks noChangeArrowheads="1"/>
                  </p:cNvSpPr>
                  <p:nvPr/>
                </p:nvSpPr>
                <p:spPr bwMode="auto">
                  <a:xfrm>
                    <a:off x="6" y="7"/>
                    <a:ext cx="455" cy="435"/>
                  </a:xfrm>
                  <a:prstGeom prst="ellipse">
                    <a:avLst/>
                  </a:prstGeom>
                  <a:noFill/>
                  <a:ln w="25400">
                    <a:solidFill>
                      <a:srgbClr val="9F9F9F"/>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32810" name="Oval 40"/>
                  <p:cNvSpPr>
                    <a:spLocks noChangeArrowheads="1"/>
                  </p:cNvSpPr>
                  <p:nvPr/>
                </p:nvSpPr>
                <p:spPr bwMode="auto">
                  <a:xfrm>
                    <a:off x="0" y="0"/>
                    <a:ext cx="466" cy="447"/>
                  </a:xfrm>
                  <a:prstGeom prst="ellipse">
                    <a:avLst/>
                  </a:pr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32811" name="Oval 41"/>
                  <p:cNvSpPr>
                    <a:spLocks noChangeArrowheads="1"/>
                  </p:cNvSpPr>
                  <p:nvPr/>
                </p:nvSpPr>
                <p:spPr bwMode="auto">
                  <a:xfrm>
                    <a:off x="13" y="12"/>
                    <a:ext cx="441" cy="424"/>
                  </a:xfrm>
                  <a:prstGeom prst="ellipse">
                    <a:avLst/>
                  </a:pr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grpSp>
            <p:nvGrpSpPr>
              <p:cNvPr id="32812" name="Group 42"/>
              <p:cNvGrpSpPr/>
              <p:nvPr/>
            </p:nvGrpSpPr>
            <p:grpSpPr bwMode="auto">
              <a:xfrm>
                <a:off x="334" y="421"/>
                <a:ext cx="240" cy="374"/>
                <a:chOff x="0" y="0"/>
                <a:chExt cx="240" cy="374"/>
              </a:xfrm>
            </p:grpSpPr>
            <p:sp>
              <p:nvSpPr>
                <p:cNvPr id="32813" name="未知"/>
                <p:cNvSpPr>
                  <a:spLocks noChangeArrowheads="1"/>
                </p:cNvSpPr>
                <p:nvPr/>
              </p:nvSpPr>
              <p:spPr bwMode="auto">
                <a:xfrm>
                  <a:off x="2" y="19"/>
                  <a:ext cx="228" cy="327"/>
                </a:xfrm>
                <a:custGeom>
                  <a:avLst/>
                  <a:gdLst>
                    <a:gd name="T0" fmla="*/ 0 w 683"/>
                    <a:gd name="T1" fmla="*/ 73 h 979"/>
                    <a:gd name="T2" fmla="*/ 484 w 683"/>
                    <a:gd name="T3" fmla="*/ 979 h 979"/>
                    <a:gd name="T4" fmla="*/ 683 w 683"/>
                    <a:gd name="T5" fmla="*/ 879 h 979"/>
                    <a:gd name="T6" fmla="*/ 196 w 683"/>
                    <a:gd name="T7" fmla="*/ 0 h 979"/>
                    <a:gd name="T8" fmla="*/ 0 w 683"/>
                    <a:gd name="T9" fmla="*/ 73 h 979"/>
                  </a:gdLst>
                  <a:ahLst/>
                  <a:cxnLst>
                    <a:cxn ang="0">
                      <a:pos x="T0" y="T1"/>
                    </a:cxn>
                    <a:cxn ang="0">
                      <a:pos x="T2" y="T3"/>
                    </a:cxn>
                    <a:cxn ang="0">
                      <a:pos x="T4" y="T5"/>
                    </a:cxn>
                    <a:cxn ang="0">
                      <a:pos x="T6" y="T7"/>
                    </a:cxn>
                    <a:cxn ang="0">
                      <a:pos x="T8" y="T9"/>
                    </a:cxn>
                  </a:cxnLst>
                  <a:rect l="0" t="0" r="r" b="b"/>
                  <a:pathLst>
                    <a:path w="683" h="979">
                      <a:moveTo>
                        <a:pt x="0" y="73"/>
                      </a:moveTo>
                      <a:lnTo>
                        <a:pt x="484" y="979"/>
                      </a:lnTo>
                      <a:lnTo>
                        <a:pt x="683" y="879"/>
                      </a:lnTo>
                      <a:lnTo>
                        <a:pt x="196" y="0"/>
                      </a:lnTo>
                      <a:lnTo>
                        <a:pt x="0" y="73"/>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14" name="Arc 44"/>
                <p:cNvSpPr>
                  <a:spLocks noChangeArrowheads="1"/>
                </p:cNvSpPr>
                <p:nvPr/>
              </p:nvSpPr>
              <p:spPr bwMode="auto">
                <a:xfrm>
                  <a:off x="1" y="0"/>
                  <a:ext cx="69" cy="43"/>
                </a:xfrm>
                <a:custGeom>
                  <a:avLst/>
                  <a:gdLst>
                    <a:gd name="T0" fmla="*/ 802 w 41895"/>
                    <a:gd name="T1" fmla="*/ 27434 h 27434"/>
                    <a:gd name="T2" fmla="*/ 0 w 41895"/>
                    <a:gd name="T3" fmla="*/ 21600 h 27434"/>
                    <a:gd name="T4" fmla="*/ 21600 w 41895"/>
                    <a:gd name="T5" fmla="*/ 0 h 27434"/>
                    <a:gd name="T6" fmla="*/ 41895 w 41895"/>
                    <a:gd name="T7" fmla="*/ 14206 h 27434"/>
                    <a:gd name="T8" fmla="*/ 802 w 41895"/>
                    <a:gd name="T9" fmla="*/ 27434 h 27434"/>
                    <a:gd name="T10" fmla="*/ 0 w 41895"/>
                    <a:gd name="T11" fmla="*/ 21600 h 27434"/>
                    <a:gd name="T12" fmla="*/ 21600 w 41895"/>
                    <a:gd name="T13" fmla="*/ 0 h 27434"/>
                    <a:gd name="T14" fmla="*/ 41895 w 41895"/>
                    <a:gd name="T15" fmla="*/ 14206 h 27434"/>
                    <a:gd name="T16" fmla="*/ 21600 w 41895"/>
                    <a:gd name="T17" fmla="*/ 21600 h 27434"/>
                    <a:gd name="T18" fmla="*/ 802 w 41895"/>
                    <a:gd name="T19" fmla="*/ 27434 h 27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95" h="27434" fill="none">
                      <a:moveTo>
                        <a:pt x="802" y="27434"/>
                      </a:moveTo>
                      <a:cubicBezTo>
                        <a:pt x="270" y="25535"/>
                        <a:pt x="0" y="23572"/>
                        <a:pt x="0" y="21600"/>
                      </a:cubicBezTo>
                      <a:cubicBezTo>
                        <a:pt x="0" y="9670"/>
                        <a:pt x="9670" y="0"/>
                        <a:pt x="21600" y="0"/>
                      </a:cubicBezTo>
                      <a:cubicBezTo>
                        <a:pt x="30678" y="0"/>
                        <a:pt x="38788" y="5676"/>
                        <a:pt x="41895" y="14206"/>
                      </a:cubicBezTo>
                    </a:path>
                    <a:path w="41895" h="27434" stroke="0">
                      <a:moveTo>
                        <a:pt x="802" y="27434"/>
                      </a:moveTo>
                      <a:cubicBezTo>
                        <a:pt x="270" y="25535"/>
                        <a:pt x="0" y="23572"/>
                        <a:pt x="0" y="21600"/>
                      </a:cubicBezTo>
                      <a:cubicBezTo>
                        <a:pt x="0" y="9670"/>
                        <a:pt x="9670" y="0"/>
                        <a:pt x="21600" y="0"/>
                      </a:cubicBezTo>
                      <a:cubicBezTo>
                        <a:pt x="30678" y="0"/>
                        <a:pt x="38788" y="5676"/>
                        <a:pt x="41895" y="14206"/>
                      </a:cubicBezTo>
                      <a:lnTo>
                        <a:pt x="21600" y="21600"/>
                      </a:lnTo>
                      <a:lnTo>
                        <a:pt x="802" y="27434"/>
                      </a:lnTo>
                      <a:close/>
                    </a:path>
                  </a:pathLst>
                </a:custGeom>
                <a:solidFill>
                  <a:srgbClr val="5F3F1F"/>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15" name="Arc 45"/>
                <p:cNvSpPr>
                  <a:spLocks noChangeArrowheads="1"/>
                </p:cNvSpPr>
                <p:nvPr/>
              </p:nvSpPr>
              <p:spPr bwMode="auto">
                <a:xfrm>
                  <a:off x="3" y="5"/>
                  <a:ext cx="69" cy="40"/>
                </a:xfrm>
                <a:custGeom>
                  <a:avLst/>
                  <a:gdLst>
                    <a:gd name="T0" fmla="*/ 135 w 42120"/>
                    <a:gd name="T1" fmla="*/ 24019 h 24019"/>
                    <a:gd name="T2" fmla="*/ 0 w 42120"/>
                    <a:gd name="T3" fmla="*/ 21600 h 24019"/>
                    <a:gd name="T4" fmla="*/ 21600 w 42120"/>
                    <a:gd name="T5" fmla="*/ 0 h 24019"/>
                    <a:gd name="T6" fmla="*/ 42119 w 42120"/>
                    <a:gd name="T7" fmla="*/ 14855 h 24019"/>
                    <a:gd name="T8" fmla="*/ 135 w 42120"/>
                    <a:gd name="T9" fmla="*/ 24019 h 24019"/>
                    <a:gd name="T10" fmla="*/ 0 w 42120"/>
                    <a:gd name="T11" fmla="*/ 21600 h 24019"/>
                    <a:gd name="T12" fmla="*/ 21600 w 42120"/>
                    <a:gd name="T13" fmla="*/ 0 h 24019"/>
                    <a:gd name="T14" fmla="*/ 42119 w 42120"/>
                    <a:gd name="T15" fmla="*/ 14855 h 24019"/>
                    <a:gd name="T16" fmla="*/ 21600 w 42120"/>
                    <a:gd name="T17" fmla="*/ 21600 h 24019"/>
                    <a:gd name="T18" fmla="*/ 135 w 42120"/>
                    <a:gd name="T19" fmla="*/ 24019 h 24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120" h="24019" fill="none">
                      <a:moveTo>
                        <a:pt x="135" y="24019"/>
                      </a:moveTo>
                      <a:cubicBezTo>
                        <a:pt x="45" y="23215"/>
                        <a:pt x="0" y="22408"/>
                        <a:pt x="0" y="21600"/>
                      </a:cubicBezTo>
                      <a:cubicBezTo>
                        <a:pt x="0" y="9670"/>
                        <a:pt x="9670" y="0"/>
                        <a:pt x="21600" y="0"/>
                      </a:cubicBezTo>
                      <a:cubicBezTo>
                        <a:pt x="30930" y="0"/>
                        <a:pt x="39206" y="5991"/>
                        <a:pt x="42119" y="14855"/>
                      </a:cubicBezTo>
                    </a:path>
                    <a:path w="42120" h="24019" stroke="0">
                      <a:moveTo>
                        <a:pt x="135" y="24019"/>
                      </a:moveTo>
                      <a:cubicBezTo>
                        <a:pt x="45" y="23215"/>
                        <a:pt x="0" y="22408"/>
                        <a:pt x="0" y="21600"/>
                      </a:cubicBezTo>
                      <a:cubicBezTo>
                        <a:pt x="0" y="9670"/>
                        <a:pt x="9670" y="0"/>
                        <a:pt x="21600" y="0"/>
                      </a:cubicBezTo>
                      <a:cubicBezTo>
                        <a:pt x="30930" y="0"/>
                        <a:pt x="39206" y="5991"/>
                        <a:pt x="42119" y="14855"/>
                      </a:cubicBezTo>
                      <a:lnTo>
                        <a:pt x="21600" y="21600"/>
                      </a:lnTo>
                      <a:lnTo>
                        <a:pt x="135" y="24019"/>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16" name="未知"/>
                <p:cNvSpPr>
                  <a:spLocks noChangeArrowheads="1"/>
                </p:cNvSpPr>
                <p:nvPr/>
              </p:nvSpPr>
              <p:spPr bwMode="auto">
                <a:xfrm>
                  <a:off x="0" y="5"/>
                  <a:ext cx="44" cy="84"/>
                </a:xfrm>
                <a:custGeom>
                  <a:avLst/>
                  <a:gdLst>
                    <a:gd name="T0" fmla="*/ 4 w 130"/>
                    <a:gd name="T1" fmla="*/ 116 h 251"/>
                    <a:gd name="T2" fmla="*/ 0 w 130"/>
                    <a:gd name="T3" fmla="*/ 99 h 251"/>
                    <a:gd name="T4" fmla="*/ 0 w 130"/>
                    <a:gd name="T5" fmla="*/ 83 h 251"/>
                    <a:gd name="T6" fmla="*/ 2 w 130"/>
                    <a:gd name="T7" fmla="*/ 70 h 251"/>
                    <a:gd name="T8" fmla="*/ 7 w 130"/>
                    <a:gd name="T9" fmla="*/ 51 h 251"/>
                    <a:gd name="T10" fmla="*/ 15 w 130"/>
                    <a:gd name="T11" fmla="*/ 35 h 251"/>
                    <a:gd name="T12" fmla="*/ 25 w 130"/>
                    <a:gd name="T13" fmla="*/ 20 h 251"/>
                    <a:gd name="T14" fmla="*/ 38 w 130"/>
                    <a:gd name="T15" fmla="*/ 8 h 251"/>
                    <a:gd name="T16" fmla="*/ 50 w 130"/>
                    <a:gd name="T17" fmla="*/ 0 h 251"/>
                    <a:gd name="T18" fmla="*/ 130 w 130"/>
                    <a:gd name="T19" fmla="*/ 136 h 251"/>
                    <a:gd name="T20" fmla="*/ 115 w 130"/>
                    <a:gd name="T21" fmla="*/ 144 h 251"/>
                    <a:gd name="T22" fmla="*/ 105 w 130"/>
                    <a:gd name="T23" fmla="*/ 154 h 251"/>
                    <a:gd name="T24" fmla="*/ 96 w 130"/>
                    <a:gd name="T25" fmla="*/ 163 h 251"/>
                    <a:gd name="T26" fmla="*/ 88 w 130"/>
                    <a:gd name="T27" fmla="*/ 176 h 251"/>
                    <a:gd name="T28" fmla="*/ 80 w 130"/>
                    <a:gd name="T29" fmla="*/ 197 h 251"/>
                    <a:gd name="T30" fmla="*/ 75 w 130"/>
                    <a:gd name="T31" fmla="*/ 226 h 251"/>
                    <a:gd name="T32" fmla="*/ 75 w 130"/>
                    <a:gd name="T33" fmla="*/ 251 h 251"/>
                    <a:gd name="T34" fmla="*/ 4 w 130"/>
                    <a:gd name="T35" fmla="*/ 11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251">
                      <a:moveTo>
                        <a:pt x="4" y="116"/>
                      </a:moveTo>
                      <a:lnTo>
                        <a:pt x="0" y="99"/>
                      </a:lnTo>
                      <a:lnTo>
                        <a:pt x="0" y="83"/>
                      </a:lnTo>
                      <a:lnTo>
                        <a:pt x="2" y="70"/>
                      </a:lnTo>
                      <a:lnTo>
                        <a:pt x="7" y="51"/>
                      </a:lnTo>
                      <a:lnTo>
                        <a:pt x="15" y="35"/>
                      </a:lnTo>
                      <a:lnTo>
                        <a:pt x="25" y="20"/>
                      </a:lnTo>
                      <a:lnTo>
                        <a:pt x="38" y="8"/>
                      </a:lnTo>
                      <a:lnTo>
                        <a:pt x="50" y="0"/>
                      </a:lnTo>
                      <a:lnTo>
                        <a:pt x="130" y="136"/>
                      </a:lnTo>
                      <a:lnTo>
                        <a:pt x="115" y="144"/>
                      </a:lnTo>
                      <a:lnTo>
                        <a:pt x="105" y="154"/>
                      </a:lnTo>
                      <a:lnTo>
                        <a:pt x="96" y="163"/>
                      </a:lnTo>
                      <a:lnTo>
                        <a:pt x="88" y="176"/>
                      </a:lnTo>
                      <a:lnTo>
                        <a:pt x="80" y="197"/>
                      </a:lnTo>
                      <a:lnTo>
                        <a:pt x="75" y="226"/>
                      </a:lnTo>
                      <a:lnTo>
                        <a:pt x="75" y="251"/>
                      </a:lnTo>
                      <a:lnTo>
                        <a:pt x="4" y="116"/>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17" name="Arc 47"/>
                <p:cNvSpPr>
                  <a:spLocks noChangeArrowheads="1"/>
                </p:cNvSpPr>
                <p:nvPr/>
              </p:nvSpPr>
              <p:spPr bwMode="auto">
                <a:xfrm>
                  <a:off x="0" y="1"/>
                  <a:ext cx="36" cy="41"/>
                </a:xfrm>
                <a:custGeom>
                  <a:avLst/>
                  <a:gdLst>
                    <a:gd name="T0" fmla="*/ 801 w 21600"/>
                    <a:gd name="T1" fmla="*/ 26115 h 26116"/>
                    <a:gd name="T2" fmla="*/ 0 w 21600"/>
                    <a:gd name="T3" fmla="*/ 20287 h 26116"/>
                    <a:gd name="T4" fmla="*/ 14183 w 21600"/>
                    <a:gd name="T5" fmla="*/ 0 h 26116"/>
                    <a:gd name="T6" fmla="*/ 801 w 21600"/>
                    <a:gd name="T7" fmla="*/ 26115 h 26116"/>
                    <a:gd name="T8" fmla="*/ 0 w 21600"/>
                    <a:gd name="T9" fmla="*/ 20287 h 26116"/>
                    <a:gd name="T10" fmla="*/ 14183 w 21600"/>
                    <a:gd name="T11" fmla="*/ 0 h 26116"/>
                    <a:gd name="T12" fmla="*/ 21600 w 21600"/>
                    <a:gd name="T13" fmla="*/ 20287 h 26116"/>
                    <a:gd name="T14" fmla="*/ 801 w 21600"/>
                    <a:gd name="T15" fmla="*/ 26115 h 26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6116" fill="none">
                      <a:moveTo>
                        <a:pt x="801" y="26115"/>
                      </a:moveTo>
                      <a:cubicBezTo>
                        <a:pt x="269" y="24218"/>
                        <a:pt x="0" y="22257"/>
                        <a:pt x="0" y="20287"/>
                      </a:cubicBezTo>
                      <a:cubicBezTo>
                        <a:pt x="0" y="11217"/>
                        <a:pt x="5665" y="3114"/>
                        <a:pt x="14183" y="0"/>
                      </a:cubicBezTo>
                    </a:path>
                    <a:path w="21600" h="26116" stroke="0">
                      <a:moveTo>
                        <a:pt x="801" y="26115"/>
                      </a:moveTo>
                      <a:cubicBezTo>
                        <a:pt x="269" y="24218"/>
                        <a:pt x="0" y="22257"/>
                        <a:pt x="0" y="20287"/>
                      </a:cubicBezTo>
                      <a:cubicBezTo>
                        <a:pt x="0" y="11217"/>
                        <a:pt x="5665" y="3114"/>
                        <a:pt x="14183" y="0"/>
                      </a:cubicBezTo>
                      <a:lnTo>
                        <a:pt x="21600" y="20287"/>
                      </a:lnTo>
                      <a:lnTo>
                        <a:pt x="801" y="26115"/>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18" name="Arc 48"/>
                <p:cNvSpPr>
                  <a:spLocks noChangeArrowheads="1"/>
                </p:cNvSpPr>
                <p:nvPr/>
              </p:nvSpPr>
              <p:spPr bwMode="auto">
                <a:xfrm>
                  <a:off x="26" y="45"/>
                  <a:ext cx="70" cy="43"/>
                </a:xfrm>
                <a:custGeom>
                  <a:avLst/>
                  <a:gdLst>
                    <a:gd name="T0" fmla="*/ 780 w 42374"/>
                    <a:gd name="T1" fmla="*/ 27354 h 27354"/>
                    <a:gd name="T2" fmla="*/ 0 w 42374"/>
                    <a:gd name="T3" fmla="*/ 21600 h 27354"/>
                    <a:gd name="T4" fmla="*/ 21600 w 42374"/>
                    <a:gd name="T5" fmla="*/ 0 h 27354"/>
                    <a:gd name="T6" fmla="*/ 42374 w 42374"/>
                    <a:gd name="T7" fmla="*/ 15683 h 27354"/>
                    <a:gd name="T8" fmla="*/ 780 w 42374"/>
                    <a:gd name="T9" fmla="*/ 27354 h 27354"/>
                    <a:gd name="T10" fmla="*/ 0 w 42374"/>
                    <a:gd name="T11" fmla="*/ 21600 h 27354"/>
                    <a:gd name="T12" fmla="*/ 21600 w 42374"/>
                    <a:gd name="T13" fmla="*/ 0 h 27354"/>
                    <a:gd name="T14" fmla="*/ 42374 w 42374"/>
                    <a:gd name="T15" fmla="*/ 15683 h 27354"/>
                    <a:gd name="T16" fmla="*/ 21600 w 42374"/>
                    <a:gd name="T17" fmla="*/ 21600 h 27354"/>
                    <a:gd name="T18" fmla="*/ 780 w 42374"/>
                    <a:gd name="T19" fmla="*/ 27354 h 27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4" h="27354" fill="none">
                      <a:moveTo>
                        <a:pt x="780" y="27354"/>
                      </a:moveTo>
                      <a:cubicBezTo>
                        <a:pt x="262" y="25479"/>
                        <a:pt x="0" y="23544"/>
                        <a:pt x="0" y="21600"/>
                      </a:cubicBezTo>
                      <a:cubicBezTo>
                        <a:pt x="0" y="9670"/>
                        <a:pt x="9670" y="0"/>
                        <a:pt x="21600" y="0"/>
                      </a:cubicBezTo>
                      <a:cubicBezTo>
                        <a:pt x="31250" y="0"/>
                        <a:pt x="39730" y="6402"/>
                        <a:pt x="42374" y="15683"/>
                      </a:cubicBezTo>
                    </a:path>
                    <a:path w="42374" h="27354" stroke="0">
                      <a:moveTo>
                        <a:pt x="780" y="27354"/>
                      </a:moveTo>
                      <a:cubicBezTo>
                        <a:pt x="262" y="25479"/>
                        <a:pt x="0" y="23544"/>
                        <a:pt x="0" y="21600"/>
                      </a:cubicBezTo>
                      <a:cubicBezTo>
                        <a:pt x="0" y="9670"/>
                        <a:pt x="9670" y="0"/>
                        <a:pt x="21600" y="0"/>
                      </a:cubicBezTo>
                      <a:cubicBezTo>
                        <a:pt x="31250" y="0"/>
                        <a:pt x="39730" y="6402"/>
                        <a:pt x="42374" y="15683"/>
                      </a:cubicBezTo>
                      <a:lnTo>
                        <a:pt x="21600" y="21600"/>
                      </a:lnTo>
                      <a:lnTo>
                        <a:pt x="780" y="27354"/>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32819" name="Group 49"/>
                <p:cNvGrpSpPr/>
                <p:nvPr/>
              </p:nvGrpSpPr>
              <p:grpSpPr bwMode="auto">
                <a:xfrm>
                  <a:off x="28" y="52"/>
                  <a:ext cx="75" cy="49"/>
                  <a:chOff x="0" y="0"/>
                  <a:chExt cx="75" cy="49"/>
                </a:xfrm>
              </p:grpSpPr>
              <p:grpSp>
                <p:nvGrpSpPr>
                  <p:cNvPr id="32820" name="Group 50"/>
                  <p:cNvGrpSpPr/>
                  <p:nvPr/>
                </p:nvGrpSpPr>
                <p:grpSpPr bwMode="auto">
                  <a:xfrm>
                    <a:off x="0" y="0"/>
                    <a:ext cx="71" cy="41"/>
                    <a:chOff x="0" y="0"/>
                    <a:chExt cx="71" cy="41"/>
                  </a:xfrm>
                </p:grpSpPr>
                <p:sp>
                  <p:nvSpPr>
                    <p:cNvPr id="32821" name="Arc 51"/>
                    <p:cNvSpPr>
                      <a:spLocks noChangeArrowheads="1"/>
                    </p:cNvSpPr>
                    <p:nvPr/>
                  </p:nvSpPr>
                  <p:spPr bwMode="auto">
                    <a:xfrm>
                      <a:off x="1" y="1"/>
                      <a:ext cx="69" cy="40"/>
                    </a:xfrm>
                    <a:custGeom>
                      <a:avLst/>
                      <a:gdLst>
                        <a:gd name="T0" fmla="*/ 497 w 42557"/>
                        <a:gd name="T1" fmla="*/ 26207 h 26208"/>
                        <a:gd name="T2" fmla="*/ 0 w 42557"/>
                        <a:gd name="T3" fmla="*/ 21600 h 26208"/>
                        <a:gd name="T4" fmla="*/ 21600 w 42557"/>
                        <a:gd name="T5" fmla="*/ 0 h 26208"/>
                        <a:gd name="T6" fmla="*/ 42557 w 42557"/>
                        <a:gd name="T7" fmla="*/ 16369 h 26208"/>
                        <a:gd name="T8" fmla="*/ 497 w 42557"/>
                        <a:gd name="T9" fmla="*/ 26207 h 26208"/>
                        <a:gd name="T10" fmla="*/ 0 w 42557"/>
                        <a:gd name="T11" fmla="*/ 21600 h 26208"/>
                        <a:gd name="T12" fmla="*/ 21600 w 42557"/>
                        <a:gd name="T13" fmla="*/ 0 h 26208"/>
                        <a:gd name="T14" fmla="*/ 42557 w 42557"/>
                        <a:gd name="T15" fmla="*/ 16369 h 26208"/>
                        <a:gd name="T16" fmla="*/ 21600 w 42557"/>
                        <a:gd name="T17" fmla="*/ 21600 h 26208"/>
                        <a:gd name="T18" fmla="*/ 497 w 42557"/>
                        <a:gd name="T19" fmla="*/ 26207 h 2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57" h="26208" fill="none">
                          <a:moveTo>
                            <a:pt x="497" y="26207"/>
                          </a:moveTo>
                          <a:cubicBezTo>
                            <a:pt x="166" y="24694"/>
                            <a:pt x="0" y="23149"/>
                            <a:pt x="0" y="21600"/>
                          </a:cubicBezTo>
                          <a:cubicBezTo>
                            <a:pt x="0" y="9670"/>
                            <a:pt x="9670" y="0"/>
                            <a:pt x="21600" y="0"/>
                          </a:cubicBezTo>
                          <a:cubicBezTo>
                            <a:pt x="31514" y="0"/>
                            <a:pt x="40156" y="6750"/>
                            <a:pt x="42557" y="16369"/>
                          </a:cubicBezTo>
                        </a:path>
                        <a:path w="42557" h="26208" stroke="0">
                          <a:moveTo>
                            <a:pt x="497" y="26207"/>
                          </a:moveTo>
                          <a:cubicBezTo>
                            <a:pt x="166" y="24694"/>
                            <a:pt x="0" y="23149"/>
                            <a:pt x="0" y="21600"/>
                          </a:cubicBezTo>
                          <a:cubicBezTo>
                            <a:pt x="0" y="9670"/>
                            <a:pt x="9670" y="0"/>
                            <a:pt x="21600" y="0"/>
                          </a:cubicBezTo>
                          <a:cubicBezTo>
                            <a:pt x="31514" y="0"/>
                            <a:pt x="40156" y="6750"/>
                            <a:pt x="42557" y="16369"/>
                          </a:cubicBezTo>
                          <a:lnTo>
                            <a:pt x="21600" y="21600"/>
                          </a:lnTo>
                          <a:lnTo>
                            <a:pt x="497" y="26207"/>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22" name="Arc 52"/>
                    <p:cNvSpPr>
                      <a:spLocks noChangeArrowheads="1"/>
                    </p:cNvSpPr>
                    <p:nvPr/>
                  </p:nvSpPr>
                  <p:spPr bwMode="auto">
                    <a:xfrm>
                      <a:off x="1" y="5"/>
                      <a:ext cx="35" cy="36"/>
                    </a:xfrm>
                    <a:custGeom>
                      <a:avLst/>
                      <a:gdLst>
                        <a:gd name="T0" fmla="*/ 497 w 21600"/>
                        <a:gd name="T1" fmla="*/ 23512 h 23513"/>
                        <a:gd name="T2" fmla="*/ 0 w 21600"/>
                        <a:gd name="T3" fmla="*/ 18905 h 23513"/>
                        <a:gd name="T4" fmla="*/ 11151 w 21600"/>
                        <a:gd name="T5" fmla="*/ 0 h 23513"/>
                        <a:gd name="T6" fmla="*/ 497 w 21600"/>
                        <a:gd name="T7" fmla="*/ 23512 h 23513"/>
                        <a:gd name="T8" fmla="*/ 0 w 21600"/>
                        <a:gd name="T9" fmla="*/ 18905 h 23513"/>
                        <a:gd name="T10" fmla="*/ 11151 w 21600"/>
                        <a:gd name="T11" fmla="*/ 0 h 23513"/>
                        <a:gd name="T12" fmla="*/ 21600 w 21600"/>
                        <a:gd name="T13" fmla="*/ 18905 h 23513"/>
                        <a:gd name="T14" fmla="*/ 497 w 21600"/>
                        <a:gd name="T15" fmla="*/ 23512 h 23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513" fill="none">
                          <a:moveTo>
                            <a:pt x="497" y="23512"/>
                          </a:moveTo>
                          <a:cubicBezTo>
                            <a:pt x="166" y="21999"/>
                            <a:pt x="0" y="20454"/>
                            <a:pt x="0" y="18905"/>
                          </a:cubicBezTo>
                          <a:cubicBezTo>
                            <a:pt x="0" y="11043"/>
                            <a:pt x="4270" y="3803"/>
                            <a:pt x="11151" y="0"/>
                          </a:cubicBezTo>
                        </a:path>
                        <a:path w="21600" h="23513" stroke="0">
                          <a:moveTo>
                            <a:pt x="497" y="23512"/>
                          </a:moveTo>
                          <a:cubicBezTo>
                            <a:pt x="166" y="21999"/>
                            <a:pt x="0" y="20454"/>
                            <a:pt x="0" y="18905"/>
                          </a:cubicBezTo>
                          <a:cubicBezTo>
                            <a:pt x="0" y="11043"/>
                            <a:pt x="4270" y="3803"/>
                            <a:pt x="11151" y="0"/>
                          </a:cubicBezTo>
                          <a:lnTo>
                            <a:pt x="21600" y="18905"/>
                          </a:lnTo>
                          <a:lnTo>
                            <a:pt x="497" y="23512"/>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23" name="Arc 53"/>
                    <p:cNvSpPr>
                      <a:spLocks noChangeArrowheads="1"/>
                    </p:cNvSpPr>
                    <p:nvPr/>
                  </p:nvSpPr>
                  <p:spPr bwMode="auto">
                    <a:xfrm>
                      <a:off x="0" y="0"/>
                      <a:ext cx="71" cy="41"/>
                    </a:xfrm>
                    <a:custGeom>
                      <a:avLst/>
                      <a:gdLst>
                        <a:gd name="T0" fmla="*/ 540 w 42376"/>
                        <a:gd name="T1" fmla="*/ 26400 h 26401"/>
                        <a:gd name="T2" fmla="*/ 0 w 42376"/>
                        <a:gd name="T3" fmla="*/ 21600 h 26401"/>
                        <a:gd name="T4" fmla="*/ 21600 w 42376"/>
                        <a:gd name="T5" fmla="*/ 0 h 26401"/>
                        <a:gd name="T6" fmla="*/ 42375 w 42376"/>
                        <a:gd name="T7" fmla="*/ 15690 h 26401"/>
                        <a:gd name="T8" fmla="*/ 540 w 42376"/>
                        <a:gd name="T9" fmla="*/ 26400 h 26401"/>
                        <a:gd name="T10" fmla="*/ 0 w 42376"/>
                        <a:gd name="T11" fmla="*/ 21600 h 26401"/>
                        <a:gd name="T12" fmla="*/ 21600 w 42376"/>
                        <a:gd name="T13" fmla="*/ 0 h 26401"/>
                        <a:gd name="T14" fmla="*/ 42375 w 42376"/>
                        <a:gd name="T15" fmla="*/ 15690 h 26401"/>
                        <a:gd name="T16" fmla="*/ 21600 w 42376"/>
                        <a:gd name="T17" fmla="*/ 21600 h 26401"/>
                        <a:gd name="T18" fmla="*/ 540 w 42376"/>
                        <a:gd name="T19" fmla="*/ 26400 h 26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6" h="26401" fill="none">
                          <a:moveTo>
                            <a:pt x="540" y="26400"/>
                          </a:moveTo>
                          <a:cubicBezTo>
                            <a:pt x="181" y="24825"/>
                            <a:pt x="0" y="23215"/>
                            <a:pt x="0" y="21600"/>
                          </a:cubicBezTo>
                          <a:cubicBezTo>
                            <a:pt x="0" y="9670"/>
                            <a:pt x="9670" y="0"/>
                            <a:pt x="21600" y="0"/>
                          </a:cubicBezTo>
                          <a:cubicBezTo>
                            <a:pt x="31253" y="0"/>
                            <a:pt x="39734" y="6405"/>
                            <a:pt x="42375" y="15690"/>
                          </a:cubicBezTo>
                        </a:path>
                        <a:path w="42376" h="26401" stroke="0">
                          <a:moveTo>
                            <a:pt x="540" y="26400"/>
                          </a:moveTo>
                          <a:cubicBezTo>
                            <a:pt x="181" y="24825"/>
                            <a:pt x="0" y="23215"/>
                            <a:pt x="0" y="21600"/>
                          </a:cubicBezTo>
                          <a:cubicBezTo>
                            <a:pt x="0" y="9670"/>
                            <a:pt x="9670" y="0"/>
                            <a:pt x="21600" y="0"/>
                          </a:cubicBezTo>
                          <a:cubicBezTo>
                            <a:pt x="31253" y="0"/>
                            <a:pt x="39734" y="6405"/>
                            <a:pt x="42375" y="15690"/>
                          </a:cubicBezTo>
                          <a:lnTo>
                            <a:pt x="21600" y="21600"/>
                          </a:lnTo>
                          <a:lnTo>
                            <a:pt x="540" y="26400"/>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32824" name="Arc 54"/>
                  <p:cNvSpPr>
                    <a:spLocks noChangeArrowheads="1"/>
                  </p:cNvSpPr>
                  <p:nvPr/>
                </p:nvSpPr>
                <p:spPr bwMode="auto">
                  <a:xfrm>
                    <a:off x="4" y="7"/>
                    <a:ext cx="71" cy="42"/>
                  </a:xfrm>
                  <a:custGeom>
                    <a:avLst/>
                    <a:gdLst>
                      <a:gd name="T0" fmla="*/ 640 w 42399"/>
                      <a:gd name="T1" fmla="*/ 26822 h 26822"/>
                      <a:gd name="T2" fmla="*/ 0 w 42399"/>
                      <a:gd name="T3" fmla="*/ 21600 h 26822"/>
                      <a:gd name="T4" fmla="*/ 21600 w 42399"/>
                      <a:gd name="T5" fmla="*/ 0 h 26822"/>
                      <a:gd name="T6" fmla="*/ 42398 w 42399"/>
                      <a:gd name="T7" fmla="*/ 15771 h 26822"/>
                      <a:gd name="T8" fmla="*/ 640 w 42399"/>
                      <a:gd name="T9" fmla="*/ 26822 h 26822"/>
                      <a:gd name="T10" fmla="*/ 0 w 42399"/>
                      <a:gd name="T11" fmla="*/ 21600 h 26822"/>
                      <a:gd name="T12" fmla="*/ 21600 w 42399"/>
                      <a:gd name="T13" fmla="*/ 0 h 26822"/>
                      <a:gd name="T14" fmla="*/ 42398 w 42399"/>
                      <a:gd name="T15" fmla="*/ 15771 h 26822"/>
                      <a:gd name="T16" fmla="*/ 21600 w 42399"/>
                      <a:gd name="T17" fmla="*/ 21600 h 26822"/>
                      <a:gd name="T18" fmla="*/ 640 w 42399"/>
                      <a:gd name="T19" fmla="*/ 26822 h 26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99" h="26822" fill="none">
                        <a:moveTo>
                          <a:pt x="640" y="26822"/>
                        </a:moveTo>
                        <a:cubicBezTo>
                          <a:pt x="215" y="25113"/>
                          <a:pt x="0" y="23360"/>
                          <a:pt x="0" y="21600"/>
                        </a:cubicBezTo>
                        <a:cubicBezTo>
                          <a:pt x="0" y="9670"/>
                          <a:pt x="9670" y="0"/>
                          <a:pt x="21600" y="0"/>
                        </a:cubicBezTo>
                        <a:cubicBezTo>
                          <a:pt x="31284" y="0"/>
                          <a:pt x="39785" y="6445"/>
                          <a:pt x="42398" y="15771"/>
                        </a:cubicBezTo>
                      </a:path>
                      <a:path w="42399" h="26822" stroke="0">
                        <a:moveTo>
                          <a:pt x="640" y="26822"/>
                        </a:moveTo>
                        <a:cubicBezTo>
                          <a:pt x="215" y="25113"/>
                          <a:pt x="0" y="23360"/>
                          <a:pt x="0" y="21600"/>
                        </a:cubicBezTo>
                        <a:cubicBezTo>
                          <a:pt x="0" y="9670"/>
                          <a:pt x="9670" y="0"/>
                          <a:pt x="21600" y="0"/>
                        </a:cubicBezTo>
                        <a:cubicBezTo>
                          <a:pt x="31284" y="0"/>
                          <a:pt x="39785" y="6445"/>
                          <a:pt x="42398" y="15771"/>
                        </a:cubicBezTo>
                        <a:lnTo>
                          <a:pt x="21600" y="21600"/>
                        </a:lnTo>
                        <a:lnTo>
                          <a:pt x="640" y="26822"/>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32825" name="Group 55"/>
                <p:cNvGrpSpPr/>
                <p:nvPr/>
              </p:nvGrpSpPr>
              <p:grpSpPr bwMode="auto">
                <a:xfrm>
                  <a:off x="35" y="66"/>
                  <a:ext cx="75" cy="48"/>
                  <a:chOff x="0" y="0"/>
                  <a:chExt cx="75" cy="48"/>
                </a:xfrm>
              </p:grpSpPr>
              <p:grpSp>
                <p:nvGrpSpPr>
                  <p:cNvPr id="32826" name="Group 56"/>
                  <p:cNvGrpSpPr/>
                  <p:nvPr/>
                </p:nvGrpSpPr>
                <p:grpSpPr bwMode="auto">
                  <a:xfrm>
                    <a:off x="0" y="0"/>
                    <a:ext cx="71" cy="41"/>
                    <a:chOff x="0" y="0"/>
                    <a:chExt cx="71" cy="41"/>
                  </a:xfrm>
                </p:grpSpPr>
                <p:sp>
                  <p:nvSpPr>
                    <p:cNvPr id="32827" name="Arc 57"/>
                    <p:cNvSpPr>
                      <a:spLocks noChangeArrowheads="1"/>
                    </p:cNvSpPr>
                    <p:nvPr/>
                  </p:nvSpPr>
                  <p:spPr bwMode="auto">
                    <a:xfrm>
                      <a:off x="0" y="0"/>
                      <a:ext cx="70" cy="40"/>
                    </a:xfrm>
                    <a:custGeom>
                      <a:avLst/>
                      <a:gdLst>
                        <a:gd name="T0" fmla="*/ 511 w 42659"/>
                        <a:gd name="T1" fmla="*/ 26270 h 26271"/>
                        <a:gd name="T2" fmla="*/ 0 w 42659"/>
                        <a:gd name="T3" fmla="*/ 21600 h 26271"/>
                        <a:gd name="T4" fmla="*/ 21600 w 42659"/>
                        <a:gd name="T5" fmla="*/ 0 h 26271"/>
                        <a:gd name="T6" fmla="*/ 42658 w 42659"/>
                        <a:gd name="T7" fmla="*/ 16795 h 26271"/>
                        <a:gd name="T8" fmla="*/ 511 w 42659"/>
                        <a:gd name="T9" fmla="*/ 26270 h 26271"/>
                        <a:gd name="T10" fmla="*/ 0 w 42659"/>
                        <a:gd name="T11" fmla="*/ 21600 h 26271"/>
                        <a:gd name="T12" fmla="*/ 21600 w 42659"/>
                        <a:gd name="T13" fmla="*/ 0 h 26271"/>
                        <a:gd name="T14" fmla="*/ 42658 w 42659"/>
                        <a:gd name="T15" fmla="*/ 16795 h 26271"/>
                        <a:gd name="T16" fmla="*/ 21600 w 42659"/>
                        <a:gd name="T17" fmla="*/ 21600 h 26271"/>
                        <a:gd name="T18" fmla="*/ 511 w 42659"/>
                        <a:gd name="T19" fmla="*/ 26270 h 26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659" h="26271" fill="none">
                          <a:moveTo>
                            <a:pt x="511" y="26270"/>
                          </a:moveTo>
                          <a:cubicBezTo>
                            <a:pt x="171" y="24737"/>
                            <a:pt x="0" y="23170"/>
                            <a:pt x="0" y="21600"/>
                          </a:cubicBezTo>
                          <a:cubicBezTo>
                            <a:pt x="0" y="9670"/>
                            <a:pt x="9670" y="0"/>
                            <a:pt x="21600" y="0"/>
                          </a:cubicBezTo>
                          <a:cubicBezTo>
                            <a:pt x="31678" y="0"/>
                            <a:pt x="40416" y="6969"/>
                            <a:pt x="42658" y="16795"/>
                          </a:cubicBezTo>
                        </a:path>
                        <a:path w="42659" h="26271" stroke="0">
                          <a:moveTo>
                            <a:pt x="511" y="26270"/>
                          </a:moveTo>
                          <a:cubicBezTo>
                            <a:pt x="171" y="24737"/>
                            <a:pt x="0" y="23170"/>
                            <a:pt x="0" y="21600"/>
                          </a:cubicBezTo>
                          <a:cubicBezTo>
                            <a:pt x="0" y="9670"/>
                            <a:pt x="9670" y="0"/>
                            <a:pt x="21600" y="0"/>
                          </a:cubicBezTo>
                          <a:cubicBezTo>
                            <a:pt x="31678" y="0"/>
                            <a:pt x="40416" y="6969"/>
                            <a:pt x="42658" y="16795"/>
                          </a:cubicBezTo>
                          <a:lnTo>
                            <a:pt x="21600" y="21600"/>
                          </a:lnTo>
                          <a:lnTo>
                            <a:pt x="511" y="26270"/>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28" name="Arc 58"/>
                    <p:cNvSpPr>
                      <a:spLocks noChangeArrowheads="1"/>
                    </p:cNvSpPr>
                    <p:nvPr/>
                  </p:nvSpPr>
                  <p:spPr bwMode="auto">
                    <a:xfrm>
                      <a:off x="0" y="4"/>
                      <a:ext cx="36" cy="36"/>
                    </a:xfrm>
                    <a:custGeom>
                      <a:avLst/>
                      <a:gdLst>
                        <a:gd name="T0" fmla="*/ 511 w 21600"/>
                        <a:gd name="T1" fmla="*/ 23481 h 23482"/>
                        <a:gd name="T2" fmla="*/ 0 w 21600"/>
                        <a:gd name="T3" fmla="*/ 18811 h 23482"/>
                        <a:gd name="T4" fmla="*/ 10983 w 21600"/>
                        <a:gd name="T5" fmla="*/ 0 h 23482"/>
                        <a:gd name="T6" fmla="*/ 511 w 21600"/>
                        <a:gd name="T7" fmla="*/ 23481 h 23482"/>
                        <a:gd name="T8" fmla="*/ 0 w 21600"/>
                        <a:gd name="T9" fmla="*/ 18811 h 23482"/>
                        <a:gd name="T10" fmla="*/ 10983 w 21600"/>
                        <a:gd name="T11" fmla="*/ 0 h 23482"/>
                        <a:gd name="T12" fmla="*/ 21600 w 21600"/>
                        <a:gd name="T13" fmla="*/ 18811 h 23482"/>
                        <a:gd name="T14" fmla="*/ 511 w 21600"/>
                        <a:gd name="T15" fmla="*/ 23481 h 23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482" fill="none">
                          <a:moveTo>
                            <a:pt x="511" y="23481"/>
                          </a:moveTo>
                          <a:cubicBezTo>
                            <a:pt x="171" y="21948"/>
                            <a:pt x="0" y="20381"/>
                            <a:pt x="0" y="18811"/>
                          </a:cubicBezTo>
                          <a:cubicBezTo>
                            <a:pt x="0" y="11018"/>
                            <a:pt x="4197" y="3830"/>
                            <a:pt x="10983" y="0"/>
                          </a:cubicBezTo>
                        </a:path>
                        <a:path w="21600" h="23482" stroke="0">
                          <a:moveTo>
                            <a:pt x="511" y="23481"/>
                          </a:moveTo>
                          <a:cubicBezTo>
                            <a:pt x="171" y="21948"/>
                            <a:pt x="0" y="20381"/>
                            <a:pt x="0" y="18811"/>
                          </a:cubicBezTo>
                          <a:cubicBezTo>
                            <a:pt x="0" y="11018"/>
                            <a:pt x="4197" y="3830"/>
                            <a:pt x="10983" y="0"/>
                          </a:cubicBezTo>
                          <a:lnTo>
                            <a:pt x="21600" y="18811"/>
                          </a:lnTo>
                          <a:lnTo>
                            <a:pt x="511" y="23481"/>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29" name="Arc 59"/>
                    <p:cNvSpPr>
                      <a:spLocks noChangeArrowheads="1"/>
                    </p:cNvSpPr>
                    <p:nvPr/>
                  </p:nvSpPr>
                  <p:spPr bwMode="auto">
                    <a:xfrm>
                      <a:off x="0" y="0"/>
                      <a:ext cx="71" cy="41"/>
                    </a:xfrm>
                    <a:custGeom>
                      <a:avLst/>
                      <a:gdLst>
                        <a:gd name="T0" fmla="*/ 509 w 42376"/>
                        <a:gd name="T1" fmla="*/ 26266 h 26266"/>
                        <a:gd name="T2" fmla="*/ 0 w 42376"/>
                        <a:gd name="T3" fmla="*/ 21600 h 26266"/>
                        <a:gd name="T4" fmla="*/ 21600 w 42376"/>
                        <a:gd name="T5" fmla="*/ 0 h 26266"/>
                        <a:gd name="T6" fmla="*/ 42375 w 42376"/>
                        <a:gd name="T7" fmla="*/ 15690 h 26266"/>
                        <a:gd name="T8" fmla="*/ 509 w 42376"/>
                        <a:gd name="T9" fmla="*/ 26266 h 26266"/>
                        <a:gd name="T10" fmla="*/ 0 w 42376"/>
                        <a:gd name="T11" fmla="*/ 21600 h 26266"/>
                        <a:gd name="T12" fmla="*/ 21600 w 42376"/>
                        <a:gd name="T13" fmla="*/ 0 h 26266"/>
                        <a:gd name="T14" fmla="*/ 42375 w 42376"/>
                        <a:gd name="T15" fmla="*/ 15690 h 26266"/>
                        <a:gd name="T16" fmla="*/ 21600 w 42376"/>
                        <a:gd name="T17" fmla="*/ 21600 h 26266"/>
                        <a:gd name="T18" fmla="*/ 509 w 42376"/>
                        <a:gd name="T19" fmla="*/ 26266 h 26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76" h="26266" fill="none">
                          <a:moveTo>
                            <a:pt x="509" y="26266"/>
                          </a:moveTo>
                          <a:cubicBezTo>
                            <a:pt x="171" y="24733"/>
                            <a:pt x="0" y="23169"/>
                            <a:pt x="0" y="21600"/>
                          </a:cubicBezTo>
                          <a:cubicBezTo>
                            <a:pt x="0" y="9670"/>
                            <a:pt x="9670" y="0"/>
                            <a:pt x="21600" y="0"/>
                          </a:cubicBezTo>
                          <a:cubicBezTo>
                            <a:pt x="31253" y="0"/>
                            <a:pt x="39734" y="6405"/>
                            <a:pt x="42375" y="15690"/>
                          </a:cubicBezTo>
                        </a:path>
                        <a:path w="42376" h="26266" stroke="0">
                          <a:moveTo>
                            <a:pt x="509" y="26266"/>
                          </a:moveTo>
                          <a:cubicBezTo>
                            <a:pt x="171" y="24733"/>
                            <a:pt x="0" y="23169"/>
                            <a:pt x="0" y="21600"/>
                          </a:cubicBezTo>
                          <a:cubicBezTo>
                            <a:pt x="0" y="9670"/>
                            <a:pt x="9670" y="0"/>
                            <a:pt x="21600" y="0"/>
                          </a:cubicBezTo>
                          <a:cubicBezTo>
                            <a:pt x="31253" y="0"/>
                            <a:pt x="39734" y="6405"/>
                            <a:pt x="42375" y="15690"/>
                          </a:cubicBezTo>
                          <a:lnTo>
                            <a:pt x="21600" y="21600"/>
                          </a:lnTo>
                          <a:lnTo>
                            <a:pt x="509" y="26266"/>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32830" name="Arc 60"/>
                  <p:cNvSpPr>
                    <a:spLocks noChangeArrowheads="1"/>
                  </p:cNvSpPr>
                  <p:nvPr/>
                </p:nvSpPr>
                <p:spPr bwMode="auto">
                  <a:xfrm>
                    <a:off x="4" y="7"/>
                    <a:ext cx="71" cy="41"/>
                  </a:xfrm>
                  <a:custGeom>
                    <a:avLst/>
                    <a:gdLst>
                      <a:gd name="T0" fmla="*/ 509 w 42502"/>
                      <a:gd name="T1" fmla="*/ 26266 h 26266"/>
                      <a:gd name="T2" fmla="*/ 0 w 42502"/>
                      <a:gd name="T3" fmla="*/ 21600 h 26266"/>
                      <a:gd name="T4" fmla="*/ 21600 w 42502"/>
                      <a:gd name="T5" fmla="*/ 0 h 26266"/>
                      <a:gd name="T6" fmla="*/ 42502 w 42502"/>
                      <a:gd name="T7" fmla="*/ 16154 h 26266"/>
                      <a:gd name="T8" fmla="*/ 509 w 42502"/>
                      <a:gd name="T9" fmla="*/ 26266 h 26266"/>
                      <a:gd name="T10" fmla="*/ 0 w 42502"/>
                      <a:gd name="T11" fmla="*/ 21600 h 26266"/>
                      <a:gd name="T12" fmla="*/ 21600 w 42502"/>
                      <a:gd name="T13" fmla="*/ 0 h 26266"/>
                      <a:gd name="T14" fmla="*/ 42502 w 42502"/>
                      <a:gd name="T15" fmla="*/ 16154 h 26266"/>
                      <a:gd name="T16" fmla="*/ 21600 w 42502"/>
                      <a:gd name="T17" fmla="*/ 21600 h 26266"/>
                      <a:gd name="T18" fmla="*/ 509 w 42502"/>
                      <a:gd name="T19" fmla="*/ 26266 h 26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02" h="26266" fill="none">
                        <a:moveTo>
                          <a:pt x="509" y="26266"/>
                        </a:moveTo>
                        <a:cubicBezTo>
                          <a:pt x="171" y="24733"/>
                          <a:pt x="0" y="23169"/>
                          <a:pt x="0" y="21600"/>
                        </a:cubicBezTo>
                        <a:cubicBezTo>
                          <a:pt x="0" y="9670"/>
                          <a:pt x="9670" y="0"/>
                          <a:pt x="21600" y="0"/>
                        </a:cubicBezTo>
                        <a:cubicBezTo>
                          <a:pt x="31432" y="0"/>
                          <a:pt x="40023" y="6640"/>
                          <a:pt x="42502" y="16154"/>
                        </a:cubicBezTo>
                      </a:path>
                      <a:path w="42502" h="26266" stroke="0">
                        <a:moveTo>
                          <a:pt x="509" y="26266"/>
                        </a:moveTo>
                        <a:cubicBezTo>
                          <a:pt x="171" y="24733"/>
                          <a:pt x="0" y="23169"/>
                          <a:pt x="0" y="21600"/>
                        </a:cubicBezTo>
                        <a:cubicBezTo>
                          <a:pt x="0" y="9670"/>
                          <a:pt x="9670" y="0"/>
                          <a:pt x="21600" y="0"/>
                        </a:cubicBezTo>
                        <a:cubicBezTo>
                          <a:pt x="31432" y="0"/>
                          <a:pt x="40023" y="6640"/>
                          <a:pt x="42502" y="16154"/>
                        </a:cubicBezTo>
                        <a:lnTo>
                          <a:pt x="21600" y="21600"/>
                        </a:lnTo>
                        <a:lnTo>
                          <a:pt x="509" y="26266"/>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32831" name="Group 61"/>
                <p:cNvGrpSpPr/>
                <p:nvPr/>
              </p:nvGrpSpPr>
              <p:grpSpPr bwMode="auto">
                <a:xfrm>
                  <a:off x="43" y="79"/>
                  <a:ext cx="69" cy="40"/>
                  <a:chOff x="0" y="0"/>
                  <a:chExt cx="69" cy="40"/>
                </a:xfrm>
              </p:grpSpPr>
              <p:sp>
                <p:nvSpPr>
                  <p:cNvPr id="32832" name="Arc 62"/>
                  <p:cNvSpPr>
                    <a:spLocks noChangeArrowheads="1"/>
                  </p:cNvSpPr>
                  <p:nvPr/>
                </p:nvSpPr>
                <p:spPr bwMode="auto">
                  <a:xfrm>
                    <a:off x="0" y="0"/>
                    <a:ext cx="69" cy="40"/>
                  </a:xfrm>
                  <a:custGeom>
                    <a:avLst/>
                    <a:gdLst>
                      <a:gd name="T0" fmla="*/ 497 w 42703"/>
                      <a:gd name="T1" fmla="*/ 26207 h 26208"/>
                      <a:gd name="T2" fmla="*/ 0 w 42703"/>
                      <a:gd name="T3" fmla="*/ 21600 h 26208"/>
                      <a:gd name="T4" fmla="*/ 21600 w 42703"/>
                      <a:gd name="T5" fmla="*/ 0 h 26208"/>
                      <a:gd name="T6" fmla="*/ 42702 w 42703"/>
                      <a:gd name="T7" fmla="*/ 16992 h 26208"/>
                      <a:gd name="T8" fmla="*/ 497 w 42703"/>
                      <a:gd name="T9" fmla="*/ 26207 h 26208"/>
                      <a:gd name="T10" fmla="*/ 0 w 42703"/>
                      <a:gd name="T11" fmla="*/ 21600 h 26208"/>
                      <a:gd name="T12" fmla="*/ 21600 w 42703"/>
                      <a:gd name="T13" fmla="*/ 0 h 26208"/>
                      <a:gd name="T14" fmla="*/ 42702 w 42703"/>
                      <a:gd name="T15" fmla="*/ 16992 h 26208"/>
                      <a:gd name="T16" fmla="*/ 21600 w 42703"/>
                      <a:gd name="T17" fmla="*/ 21600 h 26208"/>
                      <a:gd name="T18" fmla="*/ 497 w 42703"/>
                      <a:gd name="T19" fmla="*/ 26207 h 2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703" h="26208" fill="none">
                        <a:moveTo>
                          <a:pt x="497" y="26207"/>
                        </a:moveTo>
                        <a:cubicBezTo>
                          <a:pt x="166" y="24694"/>
                          <a:pt x="0" y="23149"/>
                          <a:pt x="0" y="21600"/>
                        </a:cubicBezTo>
                        <a:cubicBezTo>
                          <a:pt x="0" y="9670"/>
                          <a:pt x="9670" y="0"/>
                          <a:pt x="21600" y="0"/>
                        </a:cubicBezTo>
                        <a:cubicBezTo>
                          <a:pt x="31753" y="0"/>
                          <a:pt x="40536" y="7072"/>
                          <a:pt x="42702" y="16992"/>
                        </a:cubicBezTo>
                      </a:path>
                      <a:path w="42703" h="26208" stroke="0">
                        <a:moveTo>
                          <a:pt x="497" y="26207"/>
                        </a:moveTo>
                        <a:cubicBezTo>
                          <a:pt x="166" y="24694"/>
                          <a:pt x="0" y="23149"/>
                          <a:pt x="0" y="21600"/>
                        </a:cubicBezTo>
                        <a:cubicBezTo>
                          <a:pt x="0" y="9670"/>
                          <a:pt x="9670" y="0"/>
                          <a:pt x="21600" y="0"/>
                        </a:cubicBezTo>
                        <a:cubicBezTo>
                          <a:pt x="31753" y="0"/>
                          <a:pt x="40536" y="7072"/>
                          <a:pt x="42702" y="16992"/>
                        </a:cubicBezTo>
                        <a:lnTo>
                          <a:pt x="21600" y="21600"/>
                        </a:lnTo>
                        <a:lnTo>
                          <a:pt x="497" y="26207"/>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33" name="Arc 63"/>
                  <p:cNvSpPr>
                    <a:spLocks noChangeArrowheads="1"/>
                  </p:cNvSpPr>
                  <p:nvPr/>
                </p:nvSpPr>
                <p:spPr bwMode="auto">
                  <a:xfrm>
                    <a:off x="0" y="4"/>
                    <a:ext cx="35" cy="36"/>
                  </a:xfrm>
                  <a:custGeom>
                    <a:avLst/>
                    <a:gdLst>
                      <a:gd name="T0" fmla="*/ 497 w 21600"/>
                      <a:gd name="T1" fmla="*/ 23353 h 23354"/>
                      <a:gd name="T2" fmla="*/ 0 w 21600"/>
                      <a:gd name="T3" fmla="*/ 18746 h 23354"/>
                      <a:gd name="T4" fmla="*/ 10869 w 21600"/>
                      <a:gd name="T5" fmla="*/ 0 h 23354"/>
                      <a:gd name="T6" fmla="*/ 497 w 21600"/>
                      <a:gd name="T7" fmla="*/ 23353 h 23354"/>
                      <a:gd name="T8" fmla="*/ 0 w 21600"/>
                      <a:gd name="T9" fmla="*/ 18746 h 23354"/>
                      <a:gd name="T10" fmla="*/ 10869 w 21600"/>
                      <a:gd name="T11" fmla="*/ 0 h 23354"/>
                      <a:gd name="T12" fmla="*/ 21600 w 21600"/>
                      <a:gd name="T13" fmla="*/ 18746 h 23354"/>
                      <a:gd name="T14" fmla="*/ 497 w 21600"/>
                      <a:gd name="T15" fmla="*/ 23353 h 23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3354" fill="none">
                        <a:moveTo>
                          <a:pt x="497" y="23353"/>
                        </a:moveTo>
                        <a:cubicBezTo>
                          <a:pt x="166" y="21840"/>
                          <a:pt x="0" y="20295"/>
                          <a:pt x="0" y="18746"/>
                        </a:cubicBezTo>
                        <a:cubicBezTo>
                          <a:pt x="0" y="11000"/>
                          <a:pt x="4147" y="3848"/>
                          <a:pt x="10869" y="0"/>
                        </a:cubicBezTo>
                      </a:path>
                      <a:path w="21600" h="23354" stroke="0">
                        <a:moveTo>
                          <a:pt x="497" y="23353"/>
                        </a:moveTo>
                        <a:cubicBezTo>
                          <a:pt x="166" y="21840"/>
                          <a:pt x="0" y="20295"/>
                          <a:pt x="0" y="18746"/>
                        </a:cubicBezTo>
                        <a:cubicBezTo>
                          <a:pt x="0" y="11000"/>
                          <a:pt x="4147" y="3848"/>
                          <a:pt x="10869" y="0"/>
                        </a:cubicBezTo>
                        <a:lnTo>
                          <a:pt x="21600" y="18746"/>
                        </a:lnTo>
                        <a:lnTo>
                          <a:pt x="497" y="23353"/>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32834" name="Group 64"/>
                <p:cNvGrpSpPr/>
                <p:nvPr/>
              </p:nvGrpSpPr>
              <p:grpSpPr bwMode="auto">
                <a:xfrm>
                  <a:off x="42" y="79"/>
                  <a:ext cx="75" cy="47"/>
                  <a:chOff x="0" y="0"/>
                  <a:chExt cx="75" cy="47"/>
                </a:xfrm>
              </p:grpSpPr>
              <p:sp>
                <p:nvSpPr>
                  <p:cNvPr id="32835" name="Arc 65"/>
                  <p:cNvSpPr>
                    <a:spLocks noChangeArrowheads="1"/>
                  </p:cNvSpPr>
                  <p:nvPr/>
                </p:nvSpPr>
                <p:spPr bwMode="auto">
                  <a:xfrm>
                    <a:off x="0" y="0"/>
                    <a:ext cx="71" cy="40"/>
                  </a:xfrm>
                  <a:custGeom>
                    <a:avLst/>
                    <a:gdLst>
                      <a:gd name="T0" fmla="*/ 378 w 42541"/>
                      <a:gd name="T1" fmla="*/ 25623 h 25624"/>
                      <a:gd name="T2" fmla="*/ 0 w 42541"/>
                      <a:gd name="T3" fmla="*/ 21600 h 25624"/>
                      <a:gd name="T4" fmla="*/ 21600 w 42541"/>
                      <a:gd name="T5" fmla="*/ 0 h 25624"/>
                      <a:gd name="T6" fmla="*/ 42540 w 42541"/>
                      <a:gd name="T7" fmla="*/ 16305 h 25624"/>
                      <a:gd name="T8" fmla="*/ 378 w 42541"/>
                      <a:gd name="T9" fmla="*/ 25623 h 25624"/>
                      <a:gd name="T10" fmla="*/ 0 w 42541"/>
                      <a:gd name="T11" fmla="*/ 21600 h 25624"/>
                      <a:gd name="T12" fmla="*/ 21600 w 42541"/>
                      <a:gd name="T13" fmla="*/ 0 h 25624"/>
                      <a:gd name="T14" fmla="*/ 42540 w 42541"/>
                      <a:gd name="T15" fmla="*/ 16305 h 25624"/>
                      <a:gd name="T16" fmla="*/ 21600 w 42541"/>
                      <a:gd name="T17" fmla="*/ 21600 h 25624"/>
                      <a:gd name="T18" fmla="*/ 378 w 42541"/>
                      <a:gd name="T19" fmla="*/ 25623 h 25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41" h="25624" fill="none">
                        <a:moveTo>
                          <a:pt x="378" y="25623"/>
                        </a:moveTo>
                        <a:cubicBezTo>
                          <a:pt x="126" y="24297"/>
                          <a:pt x="0" y="22950"/>
                          <a:pt x="0" y="21600"/>
                        </a:cubicBezTo>
                        <a:cubicBezTo>
                          <a:pt x="0" y="9670"/>
                          <a:pt x="9670" y="0"/>
                          <a:pt x="21600" y="0"/>
                        </a:cubicBezTo>
                        <a:cubicBezTo>
                          <a:pt x="31489" y="0"/>
                          <a:pt x="40116" y="6716"/>
                          <a:pt x="42540" y="16305"/>
                        </a:cubicBezTo>
                      </a:path>
                      <a:path w="42541" h="25624" stroke="0">
                        <a:moveTo>
                          <a:pt x="378" y="25623"/>
                        </a:moveTo>
                        <a:cubicBezTo>
                          <a:pt x="126" y="24297"/>
                          <a:pt x="0" y="22950"/>
                          <a:pt x="0" y="21600"/>
                        </a:cubicBezTo>
                        <a:cubicBezTo>
                          <a:pt x="0" y="9670"/>
                          <a:pt x="9670" y="0"/>
                          <a:pt x="21600" y="0"/>
                        </a:cubicBezTo>
                        <a:cubicBezTo>
                          <a:pt x="31489" y="0"/>
                          <a:pt x="40116" y="6716"/>
                          <a:pt x="42540" y="16305"/>
                        </a:cubicBezTo>
                        <a:lnTo>
                          <a:pt x="21600" y="21600"/>
                        </a:lnTo>
                        <a:lnTo>
                          <a:pt x="378" y="25623"/>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36" name="Arc 66"/>
                  <p:cNvSpPr>
                    <a:spLocks noChangeArrowheads="1"/>
                  </p:cNvSpPr>
                  <p:nvPr/>
                </p:nvSpPr>
                <p:spPr bwMode="auto">
                  <a:xfrm>
                    <a:off x="4" y="7"/>
                    <a:ext cx="71" cy="40"/>
                  </a:xfrm>
                  <a:custGeom>
                    <a:avLst/>
                    <a:gdLst>
                      <a:gd name="T0" fmla="*/ 378 w 42541"/>
                      <a:gd name="T1" fmla="*/ 25623 h 25624"/>
                      <a:gd name="T2" fmla="*/ 0 w 42541"/>
                      <a:gd name="T3" fmla="*/ 21600 h 25624"/>
                      <a:gd name="T4" fmla="*/ 21600 w 42541"/>
                      <a:gd name="T5" fmla="*/ 0 h 25624"/>
                      <a:gd name="T6" fmla="*/ 42540 w 42541"/>
                      <a:gd name="T7" fmla="*/ 16305 h 25624"/>
                      <a:gd name="T8" fmla="*/ 378 w 42541"/>
                      <a:gd name="T9" fmla="*/ 25623 h 25624"/>
                      <a:gd name="T10" fmla="*/ 0 w 42541"/>
                      <a:gd name="T11" fmla="*/ 21600 h 25624"/>
                      <a:gd name="T12" fmla="*/ 21600 w 42541"/>
                      <a:gd name="T13" fmla="*/ 0 h 25624"/>
                      <a:gd name="T14" fmla="*/ 42540 w 42541"/>
                      <a:gd name="T15" fmla="*/ 16305 h 25624"/>
                      <a:gd name="T16" fmla="*/ 21600 w 42541"/>
                      <a:gd name="T17" fmla="*/ 21600 h 25624"/>
                      <a:gd name="T18" fmla="*/ 378 w 42541"/>
                      <a:gd name="T19" fmla="*/ 25623 h 25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41" h="25624" fill="none">
                        <a:moveTo>
                          <a:pt x="378" y="25623"/>
                        </a:moveTo>
                        <a:cubicBezTo>
                          <a:pt x="126" y="24297"/>
                          <a:pt x="0" y="22950"/>
                          <a:pt x="0" y="21600"/>
                        </a:cubicBezTo>
                        <a:cubicBezTo>
                          <a:pt x="0" y="9670"/>
                          <a:pt x="9670" y="0"/>
                          <a:pt x="21600" y="0"/>
                        </a:cubicBezTo>
                        <a:cubicBezTo>
                          <a:pt x="31489" y="0"/>
                          <a:pt x="40116" y="6716"/>
                          <a:pt x="42540" y="16305"/>
                        </a:cubicBezTo>
                      </a:path>
                      <a:path w="42541" h="25624" stroke="0">
                        <a:moveTo>
                          <a:pt x="378" y="25623"/>
                        </a:moveTo>
                        <a:cubicBezTo>
                          <a:pt x="126" y="24297"/>
                          <a:pt x="0" y="22950"/>
                          <a:pt x="0" y="21600"/>
                        </a:cubicBezTo>
                        <a:cubicBezTo>
                          <a:pt x="0" y="9670"/>
                          <a:pt x="9670" y="0"/>
                          <a:pt x="21600" y="0"/>
                        </a:cubicBezTo>
                        <a:cubicBezTo>
                          <a:pt x="31489" y="0"/>
                          <a:pt x="40116" y="6716"/>
                          <a:pt x="42540" y="16305"/>
                        </a:cubicBezTo>
                        <a:lnTo>
                          <a:pt x="21600" y="21600"/>
                        </a:lnTo>
                        <a:lnTo>
                          <a:pt x="378" y="25623"/>
                        </a:lnTo>
                        <a:close/>
                      </a:path>
                    </a:pathLst>
                  </a:custGeom>
                  <a:solidFill>
                    <a:srgbClr val="7F3F00"/>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32837" name="Group 67"/>
                <p:cNvGrpSpPr/>
                <p:nvPr/>
              </p:nvGrpSpPr>
              <p:grpSpPr bwMode="auto">
                <a:xfrm>
                  <a:off x="3" y="21"/>
                  <a:ext cx="228" cy="327"/>
                  <a:chOff x="0" y="0"/>
                  <a:chExt cx="228" cy="327"/>
                </a:xfrm>
              </p:grpSpPr>
              <p:sp>
                <p:nvSpPr>
                  <p:cNvPr id="32838" name="Line 68"/>
                  <p:cNvSpPr>
                    <a:spLocks noChangeShapeType="1"/>
                  </p:cNvSpPr>
                  <p:nvPr/>
                </p:nvSpPr>
                <p:spPr bwMode="auto">
                  <a:xfrm>
                    <a:off x="66" y="0"/>
                    <a:ext cx="162" cy="291"/>
                  </a:xfrm>
                  <a:prstGeom prst="line">
                    <a:avLst/>
                  </a:prstGeom>
                  <a:noFill/>
                  <a:ln w="476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39" name="Line 69"/>
                  <p:cNvSpPr>
                    <a:spLocks noChangeShapeType="1"/>
                  </p:cNvSpPr>
                  <p:nvPr/>
                </p:nvSpPr>
                <p:spPr bwMode="auto">
                  <a:xfrm>
                    <a:off x="0" y="23"/>
                    <a:ext cx="162" cy="304"/>
                  </a:xfrm>
                  <a:prstGeom prst="line">
                    <a:avLst/>
                  </a:prstGeom>
                  <a:noFill/>
                  <a:ln w="476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32840" name="Group 70"/>
                <p:cNvGrpSpPr/>
                <p:nvPr/>
              </p:nvGrpSpPr>
              <p:grpSpPr bwMode="auto">
                <a:xfrm>
                  <a:off x="50" y="91"/>
                  <a:ext cx="73" cy="48"/>
                  <a:chOff x="0" y="0"/>
                  <a:chExt cx="73" cy="48"/>
                </a:xfrm>
              </p:grpSpPr>
              <p:grpSp>
                <p:nvGrpSpPr>
                  <p:cNvPr id="32841" name="Group 71"/>
                  <p:cNvGrpSpPr/>
                  <p:nvPr/>
                </p:nvGrpSpPr>
                <p:grpSpPr bwMode="auto">
                  <a:xfrm>
                    <a:off x="0" y="1"/>
                    <a:ext cx="70" cy="39"/>
                    <a:chOff x="0" y="0"/>
                    <a:chExt cx="70" cy="39"/>
                  </a:xfrm>
                </p:grpSpPr>
                <p:sp>
                  <p:nvSpPr>
                    <p:cNvPr id="32842" name="Arc 72"/>
                    <p:cNvSpPr>
                      <a:spLocks noChangeArrowheads="1"/>
                    </p:cNvSpPr>
                    <p:nvPr/>
                  </p:nvSpPr>
                  <p:spPr bwMode="auto">
                    <a:xfrm>
                      <a:off x="0" y="0"/>
                      <a:ext cx="70" cy="39"/>
                    </a:xfrm>
                    <a:custGeom>
                      <a:avLst/>
                      <a:gdLst>
                        <a:gd name="T0" fmla="*/ 358 w 42659"/>
                        <a:gd name="T1" fmla="*/ 25516 h 25517"/>
                        <a:gd name="T2" fmla="*/ 0 w 42659"/>
                        <a:gd name="T3" fmla="*/ 21600 h 25517"/>
                        <a:gd name="T4" fmla="*/ 21600 w 42659"/>
                        <a:gd name="T5" fmla="*/ 0 h 25517"/>
                        <a:gd name="T6" fmla="*/ 42658 w 42659"/>
                        <a:gd name="T7" fmla="*/ 16795 h 25517"/>
                        <a:gd name="T8" fmla="*/ 358 w 42659"/>
                        <a:gd name="T9" fmla="*/ 25516 h 25517"/>
                        <a:gd name="T10" fmla="*/ 0 w 42659"/>
                        <a:gd name="T11" fmla="*/ 21600 h 25517"/>
                        <a:gd name="T12" fmla="*/ 21600 w 42659"/>
                        <a:gd name="T13" fmla="*/ 0 h 25517"/>
                        <a:gd name="T14" fmla="*/ 42658 w 42659"/>
                        <a:gd name="T15" fmla="*/ 16795 h 25517"/>
                        <a:gd name="T16" fmla="*/ 21600 w 42659"/>
                        <a:gd name="T17" fmla="*/ 21600 h 25517"/>
                        <a:gd name="T18" fmla="*/ 358 w 42659"/>
                        <a:gd name="T19" fmla="*/ 25516 h 25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659" h="25517" fill="none">
                          <a:moveTo>
                            <a:pt x="358" y="25516"/>
                          </a:moveTo>
                          <a:cubicBezTo>
                            <a:pt x="119" y="24224"/>
                            <a:pt x="0" y="22913"/>
                            <a:pt x="0" y="21600"/>
                          </a:cubicBezTo>
                          <a:cubicBezTo>
                            <a:pt x="0" y="9670"/>
                            <a:pt x="9670" y="0"/>
                            <a:pt x="21600" y="0"/>
                          </a:cubicBezTo>
                          <a:cubicBezTo>
                            <a:pt x="31678" y="0"/>
                            <a:pt x="40416" y="6969"/>
                            <a:pt x="42658" y="16795"/>
                          </a:cubicBezTo>
                        </a:path>
                        <a:path w="42659" h="25517" stroke="0">
                          <a:moveTo>
                            <a:pt x="358" y="25516"/>
                          </a:moveTo>
                          <a:cubicBezTo>
                            <a:pt x="119" y="24224"/>
                            <a:pt x="0" y="22913"/>
                            <a:pt x="0" y="21600"/>
                          </a:cubicBezTo>
                          <a:cubicBezTo>
                            <a:pt x="0" y="9670"/>
                            <a:pt x="9670" y="0"/>
                            <a:pt x="21600" y="0"/>
                          </a:cubicBezTo>
                          <a:cubicBezTo>
                            <a:pt x="31678" y="0"/>
                            <a:pt x="40416" y="6969"/>
                            <a:pt x="42658" y="16795"/>
                          </a:cubicBezTo>
                          <a:lnTo>
                            <a:pt x="21600" y="21600"/>
                          </a:lnTo>
                          <a:lnTo>
                            <a:pt x="358" y="25516"/>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43" name="Arc 73"/>
                    <p:cNvSpPr>
                      <a:spLocks noChangeArrowheads="1"/>
                    </p:cNvSpPr>
                    <p:nvPr/>
                  </p:nvSpPr>
                  <p:spPr bwMode="auto">
                    <a:xfrm>
                      <a:off x="0" y="4"/>
                      <a:ext cx="36" cy="35"/>
                    </a:xfrm>
                    <a:custGeom>
                      <a:avLst/>
                      <a:gdLst>
                        <a:gd name="T0" fmla="*/ 358 w 21600"/>
                        <a:gd name="T1" fmla="*/ 22727 h 22728"/>
                        <a:gd name="T2" fmla="*/ 0 w 21600"/>
                        <a:gd name="T3" fmla="*/ 18811 h 22728"/>
                        <a:gd name="T4" fmla="*/ 10983 w 21600"/>
                        <a:gd name="T5" fmla="*/ 0 h 22728"/>
                        <a:gd name="T6" fmla="*/ 358 w 21600"/>
                        <a:gd name="T7" fmla="*/ 22727 h 22728"/>
                        <a:gd name="T8" fmla="*/ 0 w 21600"/>
                        <a:gd name="T9" fmla="*/ 18811 h 22728"/>
                        <a:gd name="T10" fmla="*/ 10983 w 21600"/>
                        <a:gd name="T11" fmla="*/ 0 h 22728"/>
                        <a:gd name="T12" fmla="*/ 21600 w 21600"/>
                        <a:gd name="T13" fmla="*/ 18811 h 22728"/>
                        <a:gd name="T14" fmla="*/ 358 w 21600"/>
                        <a:gd name="T15" fmla="*/ 22727 h 227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0" h="22728" fill="none">
                          <a:moveTo>
                            <a:pt x="358" y="22727"/>
                          </a:moveTo>
                          <a:cubicBezTo>
                            <a:pt x="119" y="21435"/>
                            <a:pt x="0" y="20124"/>
                            <a:pt x="0" y="18811"/>
                          </a:cubicBezTo>
                          <a:cubicBezTo>
                            <a:pt x="0" y="11018"/>
                            <a:pt x="4197" y="3830"/>
                            <a:pt x="10983" y="0"/>
                          </a:cubicBezTo>
                        </a:path>
                        <a:path w="21600" h="22728" stroke="0">
                          <a:moveTo>
                            <a:pt x="358" y="22727"/>
                          </a:moveTo>
                          <a:cubicBezTo>
                            <a:pt x="119" y="21435"/>
                            <a:pt x="0" y="20124"/>
                            <a:pt x="0" y="18811"/>
                          </a:cubicBezTo>
                          <a:cubicBezTo>
                            <a:pt x="0" y="11018"/>
                            <a:pt x="4197" y="3830"/>
                            <a:pt x="10983" y="0"/>
                          </a:cubicBezTo>
                          <a:lnTo>
                            <a:pt x="21600" y="18811"/>
                          </a:lnTo>
                          <a:lnTo>
                            <a:pt x="358" y="22727"/>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32844" name="Arc 74"/>
                  <p:cNvSpPr>
                    <a:spLocks noChangeArrowheads="1"/>
                  </p:cNvSpPr>
                  <p:nvPr/>
                </p:nvSpPr>
                <p:spPr bwMode="auto">
                  <a:xfrm>
                    <a:off x="0" y="0"/>
                    <a:ext cx="71" cy="41"/>
                  </a:xfrm>
                  <a:custGeom>
                    <a:avLst/>
                    <a:gdLst>
                      <a:gd name="T0" fmla="*/ 495 w 42704"/>
                      <a:gd name="T1" fmla="*/ 26201 h 26201"/>
                      <a:gd name="T2" fmla="*/ 0 w 42704"/>
                      <a:gd name="T3" fmla="*/ 21600 h 26201"/>
                      <a:gd name="T4" fmla="*/ 21600 w 42704"/>
                      <a:gd name="T5" fmla="*/ 0 h 26201"/>
                      <a:gd name="T6" fmla="*/ 42704 w 42704"/>
                      <a:gd name="T7" fmla="*/ 16998 h 26201"/>
                      <a:gd name="T8" fmla="*/ 495 w 42704"/>
                      <a:gd name="T9" fmla="*/ 26201 h 26201"/>
                      <a:gd name="T10" fmla="*/ 0 w 42704"/>
                      <a:gd name="T11" fmla="*/ 21600 h 26201"/>
                      <a:gd name="T12" fmla="*/ 21600 w 42704"/>
                      <a:gd name="T13" fmla="*/ 0 h 26201"/>
                      <a:gd name="T14" fmla="*/ 42704 w 42704"/>
                      <a:gd name="T15" fmla="*/ 16998 h 26201"/>
                      <a:gd name="T16" fmla="*/ 21600 w 42704"/>
                      <a:gd name="T17" fmla="*/ 21600 h 26201"/>
                      <a:gd name="T18" fmla="*/ 495 w 42704"/>
                      <a:gd name="T19" fmla="*/ 26201 h 26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704" h="26201" fill="none">
                        <a:moveTo>
                          <a:pt x="495" y="26201"/>
                        </a:moveTo>
                        <a:cubicBezTo>
                          <a:pt x="166" y="24689"/>
                          <a:pt x="0" y="23147"/>
                          <a:pt x="0" y="21600"/>
                        </a:cubicBezTo>
                        <a:cubicBezTo>
                          <a:pt x="0" y="9670"/>
                          <a:pt x="9670" y="0"/>
                          <a:pt x="21600" y="0"/>
                        </a:cubicBezTo>
                        <a:cubicBezTo>
                          <a:pt x="31756" y="0"/>
                          <a:pt x="40540" y="7075"/>
                          <a:pt x="42704" y="16998"/>
                        </a:cubicBezTo>
                      </a:path>
                      <a:path w="42704" h="26201" stroke="0">
                        <a:moveTo>
                          <a:pt x="495" y="26201"/>
                        </a:moveTo>
                        <a:cubicBezTo>
                          <a:pt x="166" y="24689"/>
                          <a:pt x="0" y="23147"/>
                          <a:pt x="0" y="21600"/>
                        </a:cubicBezTo>
                        <a:cubicBezTo>
                          <a:pt x="0" y="9670"/>
                          <a:pt x="9670" y="0"/>
                          <a:pt x="21600" y="0"/>
                        </a:cubicBezTo>
                        <a:cubicBezTo>
                          <a:pt x="31756" y="0"/>
                          <a:pt x="40540" y="7075"/>
                          <a:pt x="42704" y="16998"/>
                        </a:cubicBezTo>
                        <a:lnTo>
                          <a:pt x="21600" y="21600"/>
                        </a:lnTo>
                        <a:lnTo>
                          <a:pt x="495" y="26201"/>
                        </a:lnTo>
                        <a:close/>
                      </a:path>
                    </a:pathLst>
                  </a:custGeom>
                  <a:noFill/>
                  <a:ln w="4763">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45" name="Arc 75"/>
                  <p:cNvSpPr>
                    <a:spLocks noChangeArrowheads="1"/>
                  </p:cNvSpPr>
                  <p:nvPr/>
                </p:nvSpPr>
                <p:spPr bwMode="auto">
                  <a:xfrm>
                    <a:off x="4" y="7"/>
                    <a:ext cx="69" cy="41"/>
                  </a:xfrm>
                  <a:custGeom>
                    <a:avLst/>
                    <a:gdLst>
                      <a:gd name="T0" fmla="*/ 642 w 42557"/>
                      <a:gd name="T1" fmla="*/ 26830 h 26830"/>
                      <a:gd name="T2" fmla="*/ 0 w 42557"/>
                      <a:gd name="T3" fmla="*/ 21600 h 26830"/>
                      <a:gd name="T4" fmla="*/ 21600 w 42557"/>
                      <a:gd name="T5" fmla="*/ 0 h 26830"/>
                      <a:gd name="T6" fmla="*/ 42557 w 42557"/>
                      <a:gd name="T7" fmla="*/ 16369 h 26830"/>
                      <a:gd name="T8" fmla="*/ 642 w 42557"/>
                      <a:gd name="T9" fmla="*/ 26830 h 26830"/>
                      <a:gd name="T10" fmla="*/ 0 w 42557"/>
                      <a:gd name="T11" fmla="*/ 21600 h 26830"/>
                      <a:gd name="T12" fmla="*/ 21600 w 42557"/>
                      <a:gd name="T13" fmla="*/ 0 h 26830"/>
                      <a:gd name="T14" fmla="*/ 42557 w 42557"/>
                      <a:gd name="T15" fmla="*/ 16369 h 26830"/>
                      <a:gd name="T16" fmla="*/ 21600 w 42557"/>
                      <a:gd name="T17" fmla="*/ 21600 h 26830"/>
                      <a:gd name="T18" fmla="*/ 642 w 42557"/>
                      <a:gd name="T19" fmla="*/ 26830 h 26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557" h="26830" fill="none">
                        <a:moveTo>
                          <a:pt x="642" y="26830"/>
                        </a:moveTo>
                        <a:cubicBezTo>
                          <a:pt x="215" y="25119"/>
                          <a:pt x="0" y="23363"/>
                          <a:pt x="0" y="21600"/>
                        </a:cubicBezTo>
                        <a:cubicBezTo>
                          <a:pt x="0" y="9670"/>
                          <a:pt x="9670" y="0"/>
                          <a:pt x="21600" y="0"/>
                        </a:cubicBezTo>
                        <a:cubicBezTo>
                          <a:pt x="31514" y="0"/>
                          <a:pt x="40156" y="6750"/>
                          <a:pt x="42557" y="16369"/>
                        </a:cubicBezTo>
                      </a:path>
                      <a:path w="42557" h="26830" stroke="0">
                        <a:moveTo>
                          <a:pt x="642" y="26830"/>
                        </a:moveTo>
                        <a:cubicBezTo>
                          <a:pt x="215" y="25119"/>
                          <a:pt x="0" y="23363"/>
                          <a:pt x="0" y="21600"/>
                        </a:cubicBezTo>
                        <a:cubicBezTo>
                          <a:pt x="0" y="9670"/>
                          <a:pt x="9670" y="0"/>
                          <a:pt x="21600" y="0"/>
                        </a:cubicBezTo>
                        <a:cubicBezTo>
                          <a:pt x="31514" y="0"/>
                          <a:pt x="40156" y="6750"/>
                          <a:pt x="42557" y="16369"/>
                        </a:cubicBezTo>
                        <a:lnTo>
                          <a:pt x="21600" y="21600"/>
                        </a:lnTo>
                        <a:lnTo>
                          <a:pt x="642" y="26830"/>
                        </a:lnTo>
                        <a:close/>
                      </a:path>
                    </a:pathLst>
                  </a:custGeom>
                  <a:solidFill>
                    <a:srgbClr val="5F3F1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32846" name="未知"/>
                <p:cNvSpPr>
                  <a:spLocks noChangeArrowheads="1"/>
                </p:cNvSpPr>
                <p:nvPr/>
              </p:nvSpPr>
              <p:spPr bwMode="auto">
                <a:xfrm>
                  <a:off x="52" y="100"/>
                  <a:ext cx="140" cy="241"/>
                </a:xfrm>
                <a:custGeom>
                  <a:avLst/>
                  <a:gdLst>
                    <a:gd name="T0" fmla="*/ 53 w 421"/>
                    <a:gd name="T1" fmla="*/ 0 h 724"/>
                    <a:gd name="T2" fmla="*/ 37 w 421"/>
                    <a:gd name="T3" fmla="*/ 10 h 724"/>
                    <a:gd name="T4" fmla="*/ 25 w 421"/>
                    <a:gd name="T5" fmla="*/ 20 h 724"/>
                    <a:gd name="T6" fmla="*/ 14 w 421"/>
                    <a:gd name="T7" fmla="*/ 32 h 724"/>
                    <a:gd name="T8" fmla="*/ 10 w 421"/>
                    <a:gd name="T9" fmla="*/ 44 h 724"/>
                    <a:gd name="T10" fmla="*/ 5 w 421"/>
                    <a:gd name="T11" fmla="*/ 57 h 724"/>
                    <a:gd name="T12" fmla="*/ 1 w 421"/>
                    <a:gd name="T13" fmla="*/ 71 h 724"/>
                    <a:gd name="T14" fmla="*/ 0 w 421"/>
                    <a:gd name="T15" fmla="*/ 86 h 724"/>
                    <a:gd name="T16" fmla="*/ 0 w 421"/>
                    <a:gd name="T17" fmla="*/ 105 h 724"/>
                    <a:gd name="T18" fmla="*/ 327 w 421"/>
                    <a:gd name="T19" fmla="*/ 724 h 724"/>
                    <a:gd name="T20" fmla="*/ 421 w 421"/>
                    <a:gd name="T21" fmla="*/ 658 h 724"/>
                    <a:gd name="T22" fmla="*/ 53 w 421"/>
                    <a:gd name="T23"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1" h="724">
                      <a:moveTo>
                        <a:pt x="53" y="0"/>
                      </a:moveTo>
                      <a:lnTo>
                        <a:pt x="37" y="10"/>
                      </a:lnTo>
                      <a:lnTo>
                        <a:pt x="25" y="20"/>
                      </a:lnTo>
                      <a:lnTo>
                        <a:pt x="14" y="32"/>
                      </a:lnTo>
                      <a:lnTo>
                        <a:pt x="10" y="44"/>
                      </a:lnTo>
                      <a:lnTo>
                        <a:pt x="5" y="57"/>
                      </a:lnTo>
                      <a:lnTo>
                        <a:pt x="1" y="71"/>
                      </a:lnTo>
                      <a:lnTo>
                        <a:pt x="0" y="86"/>
                      </a:lnTo>
                      <a:lnTo>
                        <a:pt x="0" y="105"/>
                      </a:lnTo>
                      <a:lnTo>
                        <a:pt x="327" y="724"/>
                      </a:lnTo>
                      <a:lnTo>
                        <a:pt x="421" y="658"/>
                      </a:lnTo>
                      <a:lnTo>
                        <a:pt x="53" y="0"/>
                      </a:lnTo>
                      <a:close/>
                    </a:path>
                  </a:pathLst>
                </a:custGeom>
                <a:solidFill>
                  <a:srgbClr val="3F1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32847" name="Oval 77"/>
                <p:cNvSpPr>
                  <a:spLocks noChangeArrowheads="1"/>
                </p:cNvSpPr>
                <p:nvPr/>
              </p:nvSpPr>
              <p:spPr bwMode="auto">
                <a:xfrm>
                  <a:off x="162" y="299"/>
                  <a:ext cx="78" cy="75"/>
                </a:xfrm>
                <a:prstGeom prst="ellipse">
                  <a:avLst/>
                </a:prstGeom>
                <a:solidFill>
                  <a:srgbClr val="7F5F3F"/>
                </a:solidFill>
                <a:ln w="4763">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sp>
          <p:nvSpPr>
            <p:cNvPr id="32848" name="Text Box 78"/>
            <p:cNvSpPr txBox="1">
              <a:spLocks noChangeArrowheads="1"/>
            </p:cNvSpPr>
            <p:nvPr/>
          </p:nvSpPr>
          <p:spPr bwMode="auto">
            <a:xfrm>
              <a:off x="107" y="64"/>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p:txBody>
        </p:sp>
      </p:grpSp>
      <p:grpSp>
        <p:nvGrpSpPr>
          <p:cNvPr id="21583" name="Group 79"/>
          <p:cNvGrpSpPr/>
          <p:nvPr/>
        </p:nvGrpSpPr>
        <p:grpSpPr bwMode="auto">
          <a:xfrm>
            <a:off x="1524000" y="2625725"/>
            <a:ext cx="4267200" cy="457200"/>
            <a:chOff x="0" y="0"/>
            <a:chExt cx="2688" cy="288"/>
          </a:xfrm>
        </p:grpSpPr>
        <p:sp>
          <p:nvSpPr>
            <p:cNvPr id="32850" name="Text Box 80"/>
            <p:cNvSpPr txBox="1">
              <a:spLocks noChangeArrowheads="1"/>
            </p:cNvSpPr>
            <p:nvPr/>
          </p:nvSpPr>
          <p:spPr bwMode="auto">
            <a:xfrm>
              <a:off x="0" y="0"/>
              <a:ext cx="26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每个 </a:t>
              </a:r>
              <a:r>
                <a:rPr lang="en-US" altLang="zh-CN" sz="2400" b="1" i="1">
                  <a:solidFill>
                    <a:srgbClr val="FF3300"/>
                  </a:solidFill>
                  <a:latin typeface="Times New Roman" panose="02020603050405020304" pitchFamily="18" charset="0"/>
                  <a:ea typeface="楷体_GB2312" pitchFamily="49" charset="-122"/>
                </a:rPr>
                <a:t>l</a:t>
              </a:r>
              <a:r>
                <a:rPr lang="en-US" altLang="zh-CN" sz="2400" b="1" i="1" baseline="-25000">
                  <a:solidFill>
                    <a:srgbClr val="FF3300"/>
                  </a:solidFill>
                  <a:latin typeface="Times New Roman" panose="02020603050405020304" pitchFamily="18" charset="0"/>
                  <a:ea typeface="楷体_GB2312" pitchFamily="49" charset="-122"/>
                </a:rPr>
                <a:t>i </a:t>
              </a:r>
              <a:r>
                <a:rPr lang="zh-CN" altLang="en-US" sz="2400" b="1">
                  <a:solidFill>
                    <a:srgbClr val="000000"/>
                  </a:solidFill>
                  <a:latin typeface="Times New Roman" panose="02020603050405020304" pitchFamily="18" charset="0"/>
                  <a:ea typeface="楷体_GB2312" pitchFamily="49" charset="-122"/>
                </a:rPr>
                <a:t>有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个根 </a:t>
              </a:r>
              <a:r>
                <a:rPr lang="en-US" altLang="zh-CN" sz="2400" b="1" i="1">
                  <a:solidFill>
                    <a:srgbClr val="3333CC"/>
                  </a:solidFill>
                  <a:latin typeface="Times New Roman" panose="02020603050405020304" pitchFamily="18" charset="0"/>
                  <a:ea typeface="楷体_GB2312" pitchFamily="49" charset="-122"/>
                </a:rPr>
                <a:t>x</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a:solidFill>
                    <a:srgbClr val="3333CC"/>
                  </a:solidFill>
                  <a:latin typeface="Times New Roman" panose="02020603050405020304" pitchFamily="18" charset="0"/>
                  <a:ea typeface="楷体_GB2312" pitchFamily="49" charset="-122"/>
                </a:rPr>
                <a:t> … </a:t>
              </a:r>
              <a:r>
                <a:rPr lang="en-US" altLang="zh-CN" sz="2400" b="1" i="1" baseline="-25000">
                  <a:solidFill>
                    <a:srgbClr val="3333CC"/>
                  </a:solidFill>
                  <a:latin typeface="Times New Roman" panose="02020603050405020304" pitchFamily="18" charset="0"/>
                  <a:ea typeface="楷体_GB2312" pitchFamily="49" charset="-12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i </a:t>
              </a:r>
              <a:r>
                <a:rPr lang="en-US" altLang="zh-CN" sz="2400" b="1">
                  <a:solidFill>
                    <a:srgbClr val="3333CC"/>
                  </a:solidFill>
                  <a:latin typeface="Times New Roman" panose="02020603050405020304" pitchFamily="18" charset="0"/>
                  <a:ea typeface="楷体_GB2312" pitchFamily="49" charset="-122"/>
                </a:rPr>
                <a:t> …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n</a:t>
              </a:r>
            </a:p>
          </p:txBody>
        </p:sp>
        <p:grpSp>
          <p:nvGrpSpPr>
            <p:cNvPr id="32851" name="Group 81"/>
            <p:cNvGrpSpPr>
              <a:grpSpLocks noChangeAspect="1"/>
            </p:cNvGrpSpPr>
            <p:nvPr/>
          </p:nvGrpSpPr>
          <p:grpSpPr bwMode="auto">
            <a:xfrm>
              <a:off x="1920" y="48"/>
              <a:ext cx="136" cy="68"/>
              <a:chOff x="0" y="0"/>
              <a:chExt cx="480" cy="240"/>
            </a:xfrm>
          </p:grpSpPr>
          <p:sp>
            <p:nvSpPr>
              <p:cNvPr id="32852" name="Line 82"/>
              <p:cNvSpPr>
                <a:spLocks noChangeAspect="1" noChangeShapeType="1"/>
              </p:cNvSpPr>
              <p:nvPr/>
            </p:nvSpPr>
            <p:spPr bwMode="auto">
              <a:xfrm flipV="1">
                <a:off x="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53" name="Line 83"/>
              <p:cNvSpPr>
                <a:spLocks noChangeAspect="1" noChangeShapeType="1"/>
              </p:cNvSpPr>
              <p:nvPr/>
            </p:nvSpPr>
            <p:spPr bwMode="auto">
              <a:xfrm flipH="1" flipV="1">
                <a:off x="24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1588" name="Group 84"/>
          <p:cNvGrpSpPr>
            <a:grpSpLocks noChangeAspect="1"/>
          </p:cNvGrpSpPr>
          <p:nvPr/>
        </p:nvGrpSpPr>
        <p:grpSpPr bwMode="auto">
          <a:xfrm>
            <a:off x="1600200" y="3043238"/>
            <a:ext cx="6056313" cy="869950"/>
            <a:chOff x="0" y="0"/>
            <a:chExt cx="4235" cy="608"/>
          </a:xfrm>
        </p:grpSpPr>
        <p:grpSp>
          <p:nvGrpSpPr>
            <p:cNvPr id="32855" name="Group 85"/>
            <p:cNvGrpSpPr>
              <a:grpSpLocks noChangeAspect="1"/>
            </p:cNvGrpSpPr>
            <p:nvPr/>
          </p:nvGrpSpPr>
          <p:grpSpPr bwMode="auto">
            <a:xfrm>
              <a:off x="1776" y="52"/>
              <a:ext cx="432" cy="96"/>
              <a:chOff x="0" y="0"/>
              <a:chExt cx="480" cy="240"/>
            </a:xfrm>
          </p:grpSpPr>
          <p:sp>
            <p:nvSpPr>
              <p:cNvPr id="32856" name="Line 86"/>
              <p:cNvSpPr>
                <a:spLocks noChangeAspect="1" noChangeShapeType="1"/>
              </p:cNvSpPr>
              <p:nvPr/>
            </p:nvSpPr>
            <p:spPr bwMode="auto">
              <a:xfrm flipV="1">
                <a:off x="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57" name="Line 87"/>
              <p:cNvSpPr>
                <a:spLocks noChangeAspect="1" noChangeShapeType="1"/>
              </p:cNvSpPr>
              <p:nvPr/>
            </p:nvSpPr>
            <p:spPr bwMode="auto">
              <a:xfrm flipH="1" flipV="1">
                <a:off x="240" y="0"/>
                <a:ext cx="240" cy="240"/>
              </a:xfrm>
              <a:prstGeom prst="line">
                <a:avLst/>
              </a:prstGeom>
              <a:noFill/>
              <a:ln w="15875">
                <a:solidFill>
                  <a:schemeClr val="accent2"/>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2858" name="AutoShape 88"/>
            <p:cNvSpPr>
              <a:spLocks noChangeAspect="1" noChangeArrowheads="1"/>
            </p:cNvSpPr>
            <p:nvPr/>
          </p:nvSpPr>
          <p:spPr bwMode="auto">
            <a:xfrm>
              <a:off x="0" y="171"/>
              <a:ext cx="192" cy="96"/>
            </a:xfrm>
            <a:prstGeom prst="rightArrow">
              <a:avLst>
                <a:gd name="adj1" fmla="val 50000"/>
                <a:gd name="adj2" fmla="val 500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32859" name="Rectangle 89"/>
            <p:cNvSpPr>
              <a:spLocks noChangeAspect="1" noChangeArrowheads="1"/>
            </p:cNvSpPr>
            <p:nvPr/>
          </p:nvSpPr>
          <p:spPr bwMode="auto">
            <a:xfrm>
              <a:off x="3388" y="52"/>
              <a:ext cx="232"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4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32860" name="Rectangle 90"/>
            <p:cNvSpPr>
              <a:spLocks noChangeAspect="1" noChangeArrowheads="1"/>
            </p:cNvSpPr>
            <p:nvPr/>
          </p:nvSpPr>
          <p:spPr bwMode="auto">
            <a:xfrm>
              <a:off x="3476" y="457"/>
              <a:ext cx="6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1" name="Rectangle 91"/>
            <p:cNvSpPr>
              <a:spLocks noChangeAspect="1" noChangeArrowheads="1"/>
            </p:cNvSpPr>
            <p:nvPr/>
          </p:nvSpPr>
          <p:spPr bwMode="auto">
            <a:xfrm>
              <a:off x="3846" y="99"/>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2" name="Rectangle 92"/>
            <p:cNvSpPr>
              <a:spLocks noChangeAspect="1" noChangeArrowheads="1"/>
            </p:cNvSpPr>
            <p:nvPr/>
          </p:nvSpPr>
          <p:spPr bwMode="auto">
            <a:xfrm>
              <a:off x="3063"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3" name="Rectangle 93"/>
            <p:cNvSpPr>
              <a:spLocks noChangeAspect="1" noChangeArrowheads="1"/>
            </p:cNvSpPr>
            <p:nvPr/>
          </p:nvSpPr>
          <p:spPr bwMode="auto">
            <a:xfrm>
              <a:off x="2636" y="99"/>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4" name="Rectangle 94"/>
            <p:cNvSpPr>
              <a:spLocks noChangeAspect="1" noChangeArrowheads="1"/>
            </p:cNvSpPr>
            <p:nvPr/>
          </p:nvSpPr>
          <p:spPr bwMode="auto">
            <a:xfrm>
              <a:off x="1925"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5" name="Rectangle 95"/>
            <p:cNvSpPr>
              <a:spLocks noChangeAspect="1" noChangeArrowheads="1"/>
            </p:cNvSpPr>
            <p:nvPr/>
          </p:nvSpPr>
          <p:spPr bwMode="auto">
            <a:xfrm>
              <a:off x="1199"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6" name="Rectangle 96"/>
            <p:cNvSpPr>
              <a:spLocks noChangeAspect="1" noChangeArrowheads="1"/>
            </p:cNvSpPr>
            <p:nvPr/>
          </p:nvSpPr>
          <p:spPr bwMode="auto">
            <a:xfrm>
              <a:off x="664" y="99"/>
              <a:ext cx="11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67" name="Rectangle 97"/>
            <p:cNvSpPr>
              <a:spLocks noChangeAspect="1" noChangeArrowheads="1"/>
            </p:cNvSpPr>
            <p:nvPr/>
          </p:nvSpPr>
          <p:spPr bwMode="auto">
            <a:xfrm>
              <a:off x="3476" y="0"/>
              <a:ext cx="64"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n</a:t>
              </a:r>
              <a:endParaRPr lang="en-US" altLang="zh-CN" sz="2800">
                <a:solidFill>
                  <a:srgbClr val="000000"/>
                </a:solidFill>
                <a:latin typeface="Times New Roman" panose="02020603050405020304" pitchFamily="18" charset="0"/>
                <a:ea typeface="楷体_GB2312" pitchFamily="49" charset="-122"/>
              </a:endParaRPr>
            </a:p>
          </p:txBody>
        </p:sp>
        <p:sp>
          <p:nvSpPr>
            <p:cNvPr id="32868" name="Rectangle 98"/>
            <p:cNvSpPr>
              <a:spLocks noChangeAspect="1" noChangeArrowheads="1"/>
            </p:cNvSpPr>
            <p:nvPr/>
          </p:nvSpPr>
          <p:spPr bwMode="auto">
            <a:xfrm>
              <a:off x="3436" y="469"/>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32869" name="Rectangle 99"/>
            <p:cNvSpPr>
              <a:spLocks noChangeAspect="1" noChangeArrowheads="1"/>
            </p:cNvSpPr>
            <p:nvPr/>
          </p:nvSpPr>
          <p:spPr bwMode="auto">
            <a:xfrm>
              <a:off x="3408" y="315"/>
              <a:ext cx="265"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 </a:t>
              </a:r>
              <a:r>
                <a:rPr lang="en-US" altLang="zh-CN" sz="13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1300" b="1" i="1">
                  <a:solidFill>
                    <a:srgbClr val="000000"/>
                  </a:solidFill>
                  <a:latin typeface="Times New Roman" panose="02020603050405020304" pitchFamily="18" charset="0"/>
                  <a:ea typeface="楷体_GB2312" pitchFamily="49" charset="-122"/>
                  <a:sym typeface="Symbol" panose="05050102010706020507" pitchFamily="18" charset="2"/>
                </a:rPr>
                <a:t>i </a:t>
              </a:r>
              <a:endParaRPr lang="en-US" altLang="zh-CN" sz="2800">
                <a:solidFill>
                  <a:srgbClr val="000000"/>
                </a:solidFill>
                <a:latin typeface="Times New Roman" panose="02020603050405020304" pitchFamily="18" charset="0"/>
                <a:ea typeface="楷体_GB2312" pitchFamily="49" charset="-122"/>
              </a:endParaRPr>
            </a:p>
          </p:txBody>
        </p:sp>
        <p:sp>
          <p:nvSpPr>
            <p:cNvPr id="32870" name="Rectangle 100"/>
            <p:cNvSpPr>
              <a:spLocks noChangeAspect="1" noChangeArrowheads="1"/>
            </p:cNvSpPr>
            <p:nvPr/>
          </p:nvSpPr>
          <p:spPr bwMode="auto">
            <a:xfrm>
              <a:off x="4108" y="233"/>
              <a:ext cx="3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32871" name="Rectangle 101"/>
            <p:cNvSpPr>
              <a:spLocks noChangeAspect="1" noChangeArrowheads="1"/>
            </p:cNvSpPr>
            <p:nvPr/>
          </p:nvSpPr>
          <p:spPr bwMode="auto">
            <a:xfrm>
              <a:off x="3334"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8000"/>
                  </a:solidFill>
                  <a:latin typeface="Times New Roman" panose="02020603050405020304" pitchFamily="18" charset="0"/>
                  <a:ea typeface="楷体_GB2312" pitchFamily="49" charset="-122"/>
                </a:rPr>
                <a:t>i</a:t>
              </a:r>
              <a:endParaRPr lang="en-US" altLang="zh-CN" sz="2800">
                <a:solidFill>
                  <a:srgbClr val="008000"/>
                </a:solidFill>
                <a:latin typeface="Times New Roman" panose="02020603050405020304" pitchFamily="18" charset="0"/>
                <a:ea typeface="楷体_GB2312" pitchFamily="49" charset="-122"/>
              </a:endParaRPr>
            </a:p>
          </p:txBody>
        </p:sp>
        <p:sp>
          <p:nvSpPr>
            <p:cNvPr id="32872" name="Rectangle 102"/>
            <p:cNvSpPr>
              <a:spLocks noChangeAspect="1" noChangeArrowheads="1"/>
            </p:cNvSpPr>
            <p:nvPr/>
          </p:nvSpPr>
          <p:spPr bwMode="auto">
            <a:xfrm>
              <a:off x="2881" y="233"/>
              <a:ext cx="64"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32873" name="Rectangle 103"/>
            <p:cNvSpPr>
              <a:spLocks noChangeAspect="1" noChangeArrowheads="1"/>
            </p:cNvSpPr>
            <p:nvPr/>
          </p:nvSpPr>
          <p:spPr bwMode="auto">
            <a:xfrm>
              <a:off x="2170"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32874" name="Rectangle 104"/>
            <p:cNvSpPr>
              <a:spLocks noChangeAspect="1" noChangeArrowheads="1"/>
            </p:cNvSpPr>
            <p:nvPr/>
          </p:nvSpPr>
          <p:spPr bwMode="auto">
            <a:xfrm>
              <a:off x="935" y="233"/>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8000"/>
                  </a:solidFill>
                  <a:latin typeface="Times New Roman" panose="02020603050405020304" pitchFamily="18" charset="0"/>
                  <a:ea typeface="楷体_GB2312" pitchFamily="49" charset="-122"/>
                </a:rPr>
                <a:t>i</a:t>
              </a:r>
              <a:endParaRPr lang="en-US" altLang="zh-CN" sz="2800">
                <a:solidFill>
                  <a:srgbClr val="008000"/>
                </a:solidFill>
                <a:latin typeface="Times New Roman" panose="02020603050405020304" pitchFamily="18" charset="0"/>
                <a:ea typeface="楷体_GB2312" pitchFamily="49" charset="-122"/>
              </a:endParaRPr>
            </a:p>
          </p:txBody>
        </p:sp>
        <p:sp>
          <p:nvSpPr>
            <p:cNvPr id="32875" name="Rectangle 105"/>
            <p:cNvSpPr>
              <a:spLocks noChangeAspect="1" noChangeArrowheads="1"/>
            </p:cNvSpPr>
            <p:nvPr/>
          </p:nvSpPr>
          <p:spPr bwMode="auto">
            <a:xfrm>
              <a:off x="326" y="233"/>
              <a:ext cx="33"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32876" name="Rectangle 106"/>
            <p:cNvSpPr>
              <a:spLocks noChangeAspect="1" noChangeArrowheads="1"/>
            </p:cNvSpPr>
            <p:nvPr/>
          </p:nvSpPr>
          <p:spPr bwMode="auto">
            <a:xfrm>
              <a:off x="3994"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877" name="Rectangle 107"/>
            <p:cNvSpPr>
              <a:spLocks noChangeAspect="1" noChangeArrowheads="1"/>
            </p:cNvSpPr>
            <p:nvPr/>
          </p:nvSpPr>
          <p:spPr bwMode="auto">
            <a:xfrm>
              <a:off x="3718"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878" name="Rectangle 108"/>
            <p:cNvSpPr>
              <a:spLocks noChangeAspect="1" noChangeArrowheads="1"/>
            </p:cNvSpPr>
            <p:nvPr/>
          </p:nvSpPr>
          <p:spPr bwMode="auto">
            <a:xfrm>
              <a:off x="3202" y="120"/>
              <a:ext cx="13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32879" name="Rectangle 109"/>
            <p:cNvSpPr>
              <a:spLocks noChangeAspect="1" noChangeArrowheads="1"/>
            </p:cNvSpPr>
            <p:nvPr/>
          </p:nvSpPr>
          <p:spPr bwMode="auto">
            <a:xfrm>
              <a:off x="2784"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880" name="Rectangle 110"/>
            <p:cNvSpPr>
              <a:spLocks noChangeAspect="1" noChangeArrowheads="1"/>
            </p:cNvSpPr>
            <p:nvPr/>
          </p:nvSpPr>
          <p:spPr bwMode="auto">
            <a:xfrm>
              <a:off x="2508"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881" name="Rectangle 111"/>
            <p:cNvSpPr>
              <a:spLocks noChangeAspect="1" noChangeArrowheads="1"/>
            </p:cNvSpPr>
            <p:nvPr/>
          </p:nvSpPr>
          <p:spPr bwMode="auto">
            <a:xfrm>
              <a:off x="2073"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882" name="Rectangle 112"/>
            <p:cNvSpPr>
              <a:spLocks noChangeAspect="1" noChangeArrowheads="1"/>
            </p:cNvSpPr>
            <p:nvPr/>
          </p:nvSpPr>
          <p:spPr bwMode="auto">
            <a:xfrm>
              <a:off x="1797"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883" name="Rectangle 113"/>
            <p:cNvSpPr>
              <a:spLocks noChangeAspect="1" noChangeArrowheads="1"/>
            </p:cNvSpPr>
            <p:nvPr/>
          </p:nvSpPr>
          <p:spPr bwMode="auto">
            <a:xfrm>
              <a:off x="1347"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884" name="Rectangle 114"/>
            <p:cNvSpPr>
              <a:spLocks noChangeAspect="1" noChangeArrowheads="1"/>
            </p:cNvSpPr>
            <p:nvPr/>
          </p:nvSpPr>
          <p:spPr bwMode="auto">
            <a:xfrm>
              <a:off x="1072"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885" name="Rectangle 115"/>
            <p:cNvSpPr>
              <a:spLocks noChangeAspect="1" noChangeArrowheads="1"/>
            </p:cNvSpPr>
            <p:nvPr/>
          </p:nvSpPr>
          <p:spPr bwMode="auto">
            <a:xfrm>
              <a:off x="803" y="120"/>
              <a:ext cx="13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32886" name="Rectangle 116"/>
            <p:cNvSpPr>
              <a:spLocks noChangeAspect="1" noChangeArrowheads="1"/>
            </p:cNvSpPr>
            <p:nvPr/>
          </p:nvSpPr>
          <p:spPr bwMode="auto">
            <a:xfrm>
              <a:off x="462" y="12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32887" name="Rectangle 117"/>
            <p:cNvSpPr>
              <a:spLocks noChangeAspect="1" noChangeArrowheads="1"/>
            </p:cNvSpPr>
            <p:nvPr/>
          </p:nvSpPr>
          <p:spPr bwMode="auto">
            <a:xfrm>
              <a:off x="268" y="120"/>
              <a:ext cx="56"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32888" name="Rectangle 118"/>
            <p:cNvSpPr>
              <a:spLocks noChangeAspect="1" noChangeArrowheads="1"/>
            </p:cNvSpPr>
            <p:nvPr/>
          </p:nvSpPr>
          <p:spPr bwMode="auto">
            <a:xfrm>
              <a:off x="3540" y="467"/>
              <a:ext cx="58"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32889" name="Rectangle 119"/>
            <p:cNvSpPr>
              <a:spLocks noChangeAspect="1" noChangeArrowheads="1"/>
            </p:cNvSpPr>
            <p:nvPr/>
          </p:nvSpPr>
          <p:spPr bwMode="auto">
            <a:xfrm>
              <a:off x="1442" y="231"/>
              <a:ext cx="58"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32890" name="Rectangle 120"/>
            <p:cNvSpPr>
              <a:spLocks noChangeAspect="1" noChangeArrowheads="1"/>
            </p:cNvSpPr>
            <p:nvPr/>
          </p:nvSpPr>
          <p:spPr bwMode="auto">
            <a:xfrm>
              <a:off x="4167"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1" name="Rectangle 121"/>
            <p:cNvSpPr>
              <a:spLocks noChangeAspect="1" noChangeArrowheads="1"/>
            </p:cNvSpPr>
            <p:nvPr/>
          </p:nvSpPr>
          <p:spPr bwMode="auto">
            <a:xfrm>
              <a:off x="3636"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2" name="Rectangle 122"/>
            <p:cNvSpPr>
              <a:spLocks noChangeAspect="1" noChangeArrowheads="1"/>
            </p:cNvSpPr>
            <p:nvPr/>
          </p:nvSpPr>
          <p:spPr bwMode="auto">
            <a:xfrm>
              <a:off x="2964" y="120"/>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3" name="Rectangle 123"/>
            <p:cNvSpPr>
              <a:spLocks noChangeAspect="1" noChangeArrowheads="1"/>
            </p:cNvSpPr>
            <p:nvPr/>
          </p:nvSpPr>
          <p:spPr bwMode="auto">
            <a:xfrm>
              <a:off x="2230" y="120"/>
              <a:ext cx="289"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4" name="Rectangle 124"/>
            <p:cNvSpPr>
              <a:spLocks noChangeAspect="1" noChangeArrowheads="1"/>
            </p:cNvSpPr>
            <p:nvPr/>
          </p:nvSpPr>
          <p:spPr bwMode="auto">
            <a:xfrm>
              <a:off x="1518" y="120"/>
              <a:ext cx="289"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5" name="Rectangle 125"/>
            <p:cNvSpPr>
              <a:spLocks noChangeAspect="1" noChangeArrowheads="1"/>
            </p:cNvSpPr>
            <p:nvPr/>
          </p:nvSpPr>
          <p:spPr bwMode="auto">
            <a:xfrm>
              <a:off x="989"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6" name="Rectangle 126"/>
            <p:cNvSpPr>
              <a:spLocks noChangeAspect="1" noChangeArrowheads="1"/>
            </p:cNvSpPr>
            <p:nvPr/>
          </p:nvSpPr>
          <p:spPr bwMode="auto">
            <a:xfrm>
              <a:off x="564" y="120"/>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897" name="Rectangle 127"/>
            <p:cNvSpPr>
              <a:spLocks noChangeAspect="1" noChangeArrowheads="1"/>
            </p:cNvSpPr>
            <p:nvPr/>
          </p:nvSpPr>
          <p:spPr bwMode="auto">
            <a:xfrm>
              <a:off x="380" y="120"/>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21632" name="Group 128"/>
          <p:cNvGrpSpPr>
            <a:grpSpLocks noChangeAspect="1"/>
          </p:cNvGrpSpPr>
          <p:nvPr/>
        </p:nvGrpSpPr>
        <p:grpSpPr bwMode="auto">
          <a:xfrm>
            <a:off x="1600200" y="3652838"/>
            <a:ext cx="3355975" cy="638175"/>
            <a:chOff x="0" y="0"/>
            <a:chExt cx="2348" cy="446"/>
          </a:xfrm>
        </p:grpSpPr>
        <p:sp>
          <p:nvSpPr>
            <p:cNvPr id="32899" name="Line 129"/>
            <p:cNvSpPr>
              <a:spLocks noChangeAspect="1" noChangeShapeType="1"/>
            </p:cNvSpPr>
            <p:nvPr/>
          </p:nvSpPr>
          <p:spPr bwMode="auto">
            <a:xfrm>
              <a:off x="1675" y="193"/>
              <a:ext cx="672" cy="1"/>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900" name="Rectangle 130"/>
            <p:cNvSpPr>
              <a:spLocks noChangeAspect="1" noChangeArrowheads="1"/>
            </p:cNvSpPr>
            <p:nvPr/>
          </p:nvSpPr>
          <p:spPr bwMode="auto">
            <a:xfrm>
              <a:off x="1414" y="10"/>
              <a:ext cx="232"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4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32901" name="Rectangle 131"/>
            <p:cNvSpPr>
              <a:spLocks noChangeAspect="1" noChangeArrowheads="1"/>
            </p:cNvSpPr>
            <p:nvPr/>
          </p:nvSpPr>
          <p:spPr bwMode="auto">
            <a:xfrm>
              <a:off x="1951" y="174"/>
              <a:ext cx="11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02" name="Rectangle 132"/>
            <p:cNvSpPr>
              <a:spLocks noChangeAspect="1" noChangeArrowheads="1"/>
            </p:cNvSpPr>
            <p:nvPr/>
          </p:nvSpPr>
          <p:spPr bwMode="auto">
            <a:xfrm>
              <a:off x="1271" y="55"/>
              <a:ext cx="11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03" name="Rectangle 133"/>
            <p:cNvSpPr>
              <a:spLocks noChangeAspect="1" noChangeArrowheads="1"/>
            </p:cNvSpPr>
            <p:nvPr/>
          </p:nvSpPr>
          <p:spPr bwMode="auto">
            <a:xfrm>
              <a:off x="460" y="55"/>
              <a:ext cx="11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04" name="Rectangle 134"/>
            <p:cNvSpPr>
              <a:spLocks noChangeAspect="1" noChangeArrowheads="1"/>
            </p:cNvSpPr>
            <p:nvPr/>
          </p:nvSpPr>
          <p:spPr bwMode="auto">
            <a:xfrm>
              <a:off x="1414" y="256"/>
              <a:ext cx="265"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j </a:t>
              </a:r>
              <a:r>
                <a:rPr lang="en-US" altLang="zh-CN" sz="13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1300" b="1" i="1">
                  <a:solidFill>
                    <a:srgbClr val="000000"/>
                  </a:solidFill>
                  <a:latin typeface="Times New Roman" panose="02020603050405020304" pitchFamily="18" charset="0"/>
                  <a:ea typeface="楷体_GB2312" pitchFamily="49" charset="-122"/>
                  <a:sym typeface="Symbol" panose="05050102010706020507" pitchFamily="18" charset="2"/>
                </a:rPr>
                <a:t>i </a:t>
              </a:r>
            </a:p>
          </p:txBody>
        </p:sp>
        <p:sp>
          <p:nvSpPr>
            <p:cNvPr id="32905" name="Rectangle 135"/>
            <p:cNvSpPr>
              <a:spLocks noChangeAspect="1" noChangeArrowheads="1"/>
            </p:cNvSpPr>
            <p:nvPr/>
          </p:nvSpPr>
          <p:spPr bwMode="auto">
            <a:xfrm>
              <a:off x="2220" y="306"/>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32906" name="Rectangle 136"/>
            <p:cNvSpPr>
              <a:spLocks noChangeAspect="1" noChangeArrowheads="1"/>
            </p:cNvSpPr>
            <p:nvPr/>
          </p:nvSpPr>
          <p:spPr bwMode="auto">
            <a:xfrm>
              <a:off x="1865" y="305"/>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32907" name="Rectangle 137"/>
            <p:cNvSpPr>
              <a:spLocks noChangeAspect="1" noChangeArrowheads="1"/>
            </p:cNvSpPr>
            <p:nvPr/>
          </p:nvSpPr>
          <p:spPr bwMode="auto">
            <a:xfrm>
              <a:off x="1173"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32908" name="Rectangle 138"/>
            <p:cNvSpPr>
              <a:spLocks noChangeAspect="1" noChangeArrowheads="1"/>
            </p:cNvSpPr>
            <p:nvPr/>
          </p:nvSpPr>
          <p:spPr bwMode="auto">
            <a:xfrm>
              <a:off x="298"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32909" name="Rectangle 139"/>
            <p:cNvSpPr>
              <a:spLocks noChangeAspect="1" noChangeArrowheads="1"/>
            </p:cNvSpPr>
            <p:nvPr/>
          </p:nvSpPr>
          <p:spPr bwMode="auto">
            <a:xfrm>
              <a:off x="60" y="188"/>
              <a:ext cx="32" cy="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32910" name="Rectangle 140"/>
            <p:cNvSpPr>
              <a:spLocks noChangeAspect="1" noChangeArrowheads="1"/>
            </p:cNvSpPr>
            <p:nvPr/>
          </p:nvSpPr>
          <p:spPr bwMode="auto">
            <a:xfrm>
              <a:off x="2103" y="196"/>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911" name="Rectangle 141"/>
            <p:cNvSpPr>
              <a:spLocks noChangeAspect="1" noChangeArrowheads="1"/>
            </p:cNvSpPr>
            <p:nvPr/>
          </p:nvSpPr>
          <p:spPr bwMode="auto">
            <a:xfrm>
              <a:off x="1766" y="196"/>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912" name="Rectangle 142"/>
            <p:cNvSpPr>
              <a:spLocks noChangeAspect="1" noChangeArrowheads="1"/>
            </p:cNvSpPr>
            <p:nvPr/>
          </p:nvSpPr>
          <p:spPr bwMode="auto">
            <a:xfrm>
              <a:off x="1038" y="77"/>
              <a:ext cx="13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C</a:t>
              </a:r>
              <a:endParaRPr lang="en-US" altLang="zh-CN" sz="2800">
                <a:solidFill>
                  <a:srgbClr val="3333CC"/>
                </a:solidFill>
                <a:latin typeface="Times New Roman" panose="02020603050405020304" pitchFamily="18" charset="0"/>
                <a:ea typeface="楷体_GB2312" pitchFamily="49" charset="-122"/>
              </a:endParaRPr>
            </a:p>
          </p:txBody>
        </p:sp>
        <p:sp>
          <p:nvSpPr>
            <p:cNvPr id="32913" name="Rectangle 143"/>
            <p:cNvSpPr>
              <a:spLocks noChangeAspect="1" noChangeArrowheads="1"/>
            </p:cNvSpPr>
            <p:nvPr/>
          </p:nvSpPr>
          <p:spPr bwMode="auto">
            <a:xfrm>
              <a:off x="199" y="77"/>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32914" name="Rectangle 144"/>
            <p:cNvSpPr>
              <a:spLocks noChangeAspect="1" noChangeArrowheads="1"/>
            </p:cNvSpPr>
            <p:nvPr/>
          </p:nvSpPr>
          <p:spPr bwMode="auto">
            <a:xfrm>
              <a:off x="0" y="77"/>
              <a:ext cx="5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FF3300"/>
                  </a:solidFill>
                  <a:latin typeface="Times New Roman" panose="02020603050405020304" pitchFamily="18" charset="0"/>
                  <a:ea typeface="楷体_GB2312" pitchFamily="49" charset="-122"/>
                </a:rPr>
                <a:t>l</a:t>
              </a:r>
              <a:endParaRPr lang="en-US" altLang="zh-CN" sz="2800">
                <a:solidFill>
                  <a:srgbClr val="FF3300"/>
                </a:solidFill>
                <a:latin typeface="Times New Roman" panose="02020603050405020304" pitchFamily="18" charset="0"/>
                <a:ea typeface="楷体_GB2312" pitchFamily="49" charset="-122"/>
              </a:endParaRPr>
            </a:p>
          </p:txBody>
        </p:sp>
        <p:sp>
          <p:nvSpPr>
            <p:cNvPr id="32915" name="Rectangle 145"/>
            <p:cNvSpPr>
              <a:spLocks noChangeAspect="1" noChangeArrowheads="1"/>
            </p:cNvSpPr>
            <p:nvPr/>
          </p:nvSpPr>
          <p:spPr bwMode="auto">
            <a:xfrm>
              <a:off x="2280" y="196"/>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16" name="Rectangle 146"/>
            <p:cNvSpPr>
              <a:spLocks noChangeAspect="1" noChangeArrowheads="1"/>
            </p:cNvSpPr>
            <p:nvPr/>
          </p:nvSpPr>
          <p:spPr bwMode="auto">
            <a:xfrm>
              <a:off x="1681" y="196"/>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17" name="Rectangle 147"/>
            <p:cNvSpPr>
              <a:spLocks noChangeAspect="1" noChangeArrowheads="1"/>
            </p:cNvSpPr>
            <p:nvPr/>
          </p:nvSpPr>
          <p:spPr bwMode="auto">
            <a:xfrm>
              <a:off x="1964" y="0"/>
              <a:ext cx="102"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32918" name="Rectangle 148"/>
            <p:cNvSpPr>
              <a:spLocks noChangeAspect="1" noChangeArrowheads="1"/>
            </p:cNvSpPr>
            <p:nvPr/>
          </p:nvSpPr>
          <p:spPr bwMode="auto">
            <a:xfrm>
              <a:off x="596" y="77"/>
              <a:ext cx="103"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32919" name="Rectangle 149"/>
            <p:cNvSpPr>
              <a:spLocks noChangeAspect="1" noChangeArrowheads="1"/>
            </p:cNvSpPr>
            <p:nvPr/>
          </p:nvSpPr>
          <p:spPr bwMode="auto">
            <a:xfrm>
              <a:off x="359" y="77"/>
              <a:ext cx="68"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20" name="Rectangle 150"/>
            <p:cNvSpPr>
              <a:spLocks noChangeAspect="1" noChangeArrowheads="1"/>
            </p:cNvSpPr>
            <p:nvPr/>
          </p:nvSpPr>
          <p:spPr bwMode="auto">
            <a:xfrm>
              <a:off x="116" y="77"/>
              <a:ext cx="67"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32921" name="AutoShape 151"/>
            <p:cNvSpPr>
              <a:spLocks noChangeAspect="1" noChangeArrowheads="1"/>
            </p:cNvSpPr>
            <p:nvPr/>
          </p:nvSpPr>
          <p:spPr bwMode="auto">
            <a:xfrm>
              <a:off x="790" y="160"/>
              <a:ext cx="144" cy="96"/>
            </a:xfrm>
            <a:prstGeom prst="rightArrow">
              <a:avLst>
                <a:gd name="adj1" fmla="val 50000"/>
                <a:gd name="adj2" fmla="val 37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21656" name="Group 152"/>
          <p:cNvGrpSpPr/>
          <p:nvPr/>
        </p:nvGrpSpPr>
        <p:grpSpPr bwMode="auto">
          <a:xfrm>
            <a:off x="1524000" y="4375150"/>
            <a:ext cx="2667000" cy="1066800"/>
            <a:chOff x="0" y="0"/>
            <a:chExt cx="1680" cy="672"/>
          </a:xfrm>
        </p:grpSpPr>
        <p:sp>
          <p:nvSpPr>
            <p:cNvPr id="32923" name="AutoShape 153" descr="再生纸"/>
            <p:cNvSpPr>
              <a:spLocks noChangeArrowheads="1"/>
            </p:cNvSpPr>
            <p:nvPr/>
          </p:nvSpPr>
          <p:spPr bwMode="auto">
            <a:xfrm>
              <a:off x="0" y="0"/>
              <a:ext cx="1680" cy="672"/>
            </a:xfrm>
            <a:prstGeom prst="bevel">
              <a:avLst>
                <a:gd name="adj" fmla="val 5208"/>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32924" name="Object 154"/>
            <p:cNvGraphicFramePr>
              <a:graphicFrameLocks noChangeAspect="1"/>
            </p:cNvGraphicFramePr>
            <p:nvPr/>
          </p:nvGraphicFramePr>
          <p:xfrm>
            <a:off x="192" y="25"/>
            <a:ext cx="1344" cy="616"/>
          </p:xfrm>
          <a:graphic>
            <a:graphicData uri="http://schemas.openxmlformats.org/presentationml/2006/ole">
              <mc:AlternateContent xmlns:mc="http://schemas.openxmlformats.org/markup-compatibility/2006">
                <mc:Choice xmlns:v="urn:schemas-microsoft-com:vml" Requires="v">
                  <p:oleObj spid="_x0000_s32972" r:id="rId10" imgW="1271270" imgH="559435" progId="Equation.3">
                    <p:embed/>
                  </p:oleObj>
                </mc:Choice>
                <mc:Fallback>
                  <p:oleObj r:id="rId10" imgW="1271270" imgH="559435" progId="Equation.3">
                    <p:embed/>
                    <p:pic>
                      <p:nvPicPr>
                        <p:cNvPr id="0" name="Object 15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2" y="25"/>
                          <a:ext cx="1344" cy="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21659" name="Group 155"/>
          <p:cNvGrpSpPr/>
          <p:nvPr/>
        </p:nvGrpSpPr>
        <p:grpSpPr bwMode="auto">
          <a:xfrm>
            <a:off x="5148263" y="4437063"/>
            <a:ext cx="2667000" cy="990600"/>
            <a:chOff x="0" y="0"/>
            <a:chExt cx="1680" cy="624"/>
          </a:xfrm>
        </p:grpSpPr>
        <p:sp>
          <p:nvSpPr>
            <p:cNvPr id="32926" name="AutoShape 156" descr="再生纸"/>
            <p:cNvSpPr>
              <a:spLocks noChangeArrowheads="1"/>
            </p:cNvSpPr>
            <p:nvPr/>
          </p:nvSpPr>
          <p:spPr bwMode="auto">
            <a:xfrm>
              <a:off x="0" y="0"/>
              <a:ext cx="1680" cy="624"/>
            </a:xfrm>
            <a:prstGeom prst="bevel">
              <a:avLst>
                <a:gd name="adj" fmla="val 6773"/>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32927" name="Object 157"/>
            <p:cNvGraphicFramePr>
              <a:graphicFrameLocks noChangeAspect="1"/>
            </p:cNvGraphicFramePr>
            <p:nvPr/>
          </p:nvGraphicFramePr>
          <p:xfrm>
            <a:off x="144" y="70"/>
            <a:ext cx="1448" cy="477"/>
          </p:xfrm>
          <a:graphic>
            <a:graphicData uri="http://schemas.openxmlformats.org/presentationml/2006/ole">
              <mc:AlternateContent xmlns:mc="http://schemas.openxmlformats.org/markup-compatibility/2006">
                <mc:Choice xmlns:v="urn:schemas-microsoft-com:vml" Requires="v">
                  <p:oleObj spid="_x0000_s32973" r:id="rId12" imgW="1195070" imgH="432435" progId="Equation.3">
                    <p:embed/>
                  </p:oleObj>
                </mc:Choice>
                <mc:Fallback>
                  <p:oleObj r:id="rId12" imgW="1195070" imgH="432435" progId="Equation.3">
                    <p:embed/>
                    <p:pic>
                      <p:nvPicPr>
                        <p:cNvPr id="0" name="Object 15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4" y="70"/>
                          <a:ext cx="1448" cy="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21662" name="AutoShape 158"/>
          <p:cNvSpPr>
            <a:spLocks noChangeArrowheads="1"/>
          </p:cNvSpPr>
          <p:nvPr/>
        </p:nvSpPr>
        <p:spPr bwMode="auto">
          <a:xfrm>
            <a:off x="4343400" y="4795838"/>
            <a:ext cx="685800" cy="304800"/>
          </a:xfrm>
          <a:custGeom>
            <a:avLst/>
            <a:gdLst>
              <a:gd name="T0" fmla="*/ 16200 w 21600"/>
              <a:gd name="T1" fmla="*/ 0 h 21600"/>
              <a:gd name="T2" fmla="*/ 16200 w 21600"/>
              <a:gd name="T3" fmla="*/ 5400 h 21600"/>
              <a:gd name="T4" fmla="*/ 3375 w 21600"/>
              <a:gd name="T5" fmla="*/ 5400 h 21600"/>
              <a:gd name="T6" fmla="*/ 3375 w 21600"/>
              <a:gd name="T7" fmla="*/ 16200 h 21600"/>
              <a:gd name="T8" fmla="*/ 16200 w 21600"/>
              <a:gd name="T9" fmla="*/ 16200 h 21600"/>
              <a:gd name="T10" fmla="*/ 16200 w 21600"/>
              <a:gd name="T11" fmla="*/ 21600 h 21600"/>
              <a:gd name="T12" fmla="*/ 21600 w 21600"/>
              <a:gd name="T13" fmla="*/ 10800 h 21600"/>
              <a:gd name="T14" fmla="*/ 16200 w 21600"/>
              <a:gd name="T15" fmla="*/ 0 h 21600"/>
              <a:gd name="T16" fmla="*/ 1350 w 21600"/>
              <a:gd name="T17" fmla="*/ 5400 h 21600"/>
              <a:gd name="T18" fmla="*/ 1350 w 21600"/>
              <a:gd name="T19" fmla="*/ 16200 h 21600"/>
              <a:gd name="T20" fmla="*/ 2700 w 21600"/>
              <a:gd name="T21" fmla="*/ 16200 h 21600"/>
              <a:gd name="T22" fmla="*/ 2700 w 21600"/>
              <a:gd name="T23" fmla="*/ 5400 h 21600"/>
              <a:gd name="T24" fmla="*/ 1350 w 21600"/>
              <a:gd name="T25" fmla="*/ 5400 h 21600"/>
              <a:gd name="T26" fmla="*/ 0 w 21600"/>
              <a:gd name="T27" fmla="*/ 5400 h 21600"/>
              <a:gd name="T28" fmla="*/ 0 w 21600"/>
              <a:gd name="T29" fmla="*/ 16200 h 21600"/>
              <a:gd name="T30" fmla="*/ 675 w 21600"/>
              <a:gd name="T31" fmla="*/ 16200 h 21600"/>
              <a:gd name="T32" fmla="*/ 675 w 21600"/>
              <a:gd name="T33" fmla="*/ 5400 h 21600"/>
              <a:gd name="T34" fmla="*/ 0 w 21600"/>
              <a:gd name="T35" fmla="*/ 54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21663" name="AutoShape 159"/>
          <p:cNvSpPr>
            <a:spLocks noChangeArrowheads="1"/>
          </p:cNvSpPr>
          <p:nvPr/>
        </p:nvSpPr>
        <p:spPr bwMode="auto">
          <a:xfrm>
            <a:off x="5940425" y="3284538"/>
            <a:ext cx="2312988" cy="889000"/>
          </a:xfrm>
          <a:prstGeom prst="wedgeEllipseCallout">
            <a:avLst>
              <a:gd name="adj1" fmla="val -62287"/>
              <a:gd name="adj2" fmla="val 117500"/>
            </a:avLst>
          </a:prstGeom>
          <a:gradFill rotWithShape="0">
            <a:gsLst>
              <a:gs pos="0">
                <a:srgbClr val="C0C0C0"/>
              </a:gs>
              <a:gs pos="100000">
                <a:schemeClr val="bg1"/>
              </a:gs>
            </a:gsLst>
            <a:lin ang="189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拉格朗日 多项式</a:t>
            </a:r>
            <a:endParaRPr lang="zh-CN" altLang="en-US" sz="2400" b="1">
              <a:solidFill>
                <a:srgbClr val="3333CC"/>
              </a:solidFill>
              <a:latin typeface="Times New Roman" panose="02020603050405020304" pitchFamily="18" charset="0"/>
              <a:ea typeface="楷体_GB2312" pitchFamily="49" charset="-122"/>
            </a:endParaRPr>
          </a:p>
        </p:txBody>
      </p:sp>
      <p:sp>
        <p:nvSpPr>
          <p:cNvPr id="21664" name="AutoShape 160"/>
          <p:cNvSpPr>
            <a:spLocks noChangeArrowheads="1"/>
          </p:cNvSpPr>
          <p:nvPr/>
        </p:nvSpPr>
        <p:spPr bwMode="auto">
          <a:xfrm>
            <a:off x="1447800" y="2738438"/>
            <a:ext cx="4800600" cy="838200"/>
          </a:xfrm>
          <a:prstGeom prst="wedgeEllipseCallout">
            <a:avLst>
              <a:gd name="adj1" fmla="val -37731"/>
              <a:gd name="adj2" fmla="val 182954"/>
            </a:avLst>
          </a:prstGeom>
          <a:gradFill rotWithShape="0">
            <a:gsLst>
              <a:gs pos="0">
                <a:srgbClr val="C0C0C0"/>
              </a:gs>
              <a:gs pos="100000">
                <a:schemeClr val="bg1"/>
              </a:gs>
            </a:gsLst>
            <a:lin ang="189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lnSpc>
                <a:spcPct val="130000"/>
              </a:lnSpc>
            </a:pPr>
            <a:r>
              <a:rPr lang="zh-CN" altLang="en-US" sz="2400" b="1">
                <a:solidFill>
                  <a:srgbClr val="000000"/>
                </a:solidFill>
                <a:latin typeface="Times New Roman" panose="02020603050405020304" pitchFamily="18" charset="0"/>
                <a:ea typeface="楷体_GB2312" pitchFamily="49" charset="-122"/>
              </a:rPr>
              <a:t>与          有关，而与    无关</a:t>
            </a:r>
          </a:p>
        </p:txBody>
      </p:sp>
      <p:sp>
        <p:nvSpPr>
          <p:cNvPr id="21665" name="Text Box 161"/>
          <p:cNvSpPr txBox="1">
            <a:spLocks noChangeArrowheads="1"/>
          </p:cNvSpPr>
          <p:nvPr/>
        </p:nvSpPr>
        <p:spPr bwMode="auto">
          <a:xfrm>
            <a:off x="2362200" y="2924175"/>
            <a:ext cx="91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节点</a:t>
            </a:r>
          </a:p>
        </p:txBody>
      </p:sp>
      <p:sp>
        <p:nvSpPr>
          <p:cNvPr id="21666" name="Text Box 162"/>
          <p:cNvSpPr txBox="1">
            <a:spLocks noChangeArrowheads="1"/>
          </p:cNvSpPr>
          <p:nvPr/>
        </p:nvSpPr>
        <p:spPr bwMode="auto">
          <a:xfrm>
            <a:off x="4648200" y="2960688"/>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a:solidFill>
                  <a:srgbClr val="3333CC"/>
                </a:solidFill>
                <a:latin typeface="Times New Roman" panose="02020603050405020304" pitchFamily="18" charset="0"/>
                <a:ea typeface="楷体_GB2312" pitchFamily="49" charset="-122"/>
              </a:rPr>
              <a:t>f</a:t>
            </a:r>
          </a:p>
        </p:txBody>
      </p:sp>
      <p:sp>
        <p:nvSpPr>
          <p:cNvPr id="21667" name="Text Box 163"/>
          <p:cNvSpPr txBox="1">
            <a:spLocks noChangeArrowheads="1"/>
          </p:cNvSpPr>
          <p:nvPr/>
        </p:nvSpPr>
        <p:spPr bwMode="auto">
          <a:xfrm>
            <a:off x="3276600" y="620713"/>
            <a:ext cx="3022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zh-CN" sz="2400" b="1">
                <a:solidFill>
                  <a:srgbClr val="FF3300"/>
                </a:solidFill>
                <a:latin typeface="Times New Roman" panose="02020603050405020304" pitchFamily="18" charset="0"/>
              </a:rPr>
              <a:t>拉格朗日插值公式</a:t>
            </a:r>
            <a:r>
              <a:rPr lang="zh-CN" altLang="zh-CN" sz="2400" b="1">
                <a:solidFill>
                  <a:srgbClr val="008000"/>
                </a:solidFill>
                <a:latin typeface="Times New Roman" panose="02020603050405020304"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1667"/>
                                        </p:tgtEl>
                                        <p:attrNameLst>
                                          <p:attrName>style.visibility</p:attrName>
                                        </p:attrNameLst>
                                      </p:cBhvr>
                                      <p:to>
                                        <p:strVal val="visible"/>
                                      </p:to>
                                    </p:set>
                                    <p:anim calcmode="lin" valueType="num">
                                      <p:cBhvr>
                                        <p:cTn id="7" dur="500" fill="hold"/>
                                        <p:tgtEl>
                                          <p:spTgt spid="21667"/>
                                        </p:tgtEl>
                                        <p:attrNameLst>
                                          <p:attrName>ppt_x</p:attrName>
                                        </p:attrNameLst>
                                      </p:cBhvr>
                                      <p:tavLst>
                                        <p:tav tm="0">
                                          <p:val>
                                            <p:strVal val="0-#ppt_w/2"/>
                                          </p:val>
                                        </p:tav>
                                        <p:tav tm="100000">
                                          <p:val>
                                            <p:strVal val="#ppt_x"/>
                                          </p:val>
                                        </p:tav>
                                      </p:tavLst>
                                    </p:anim>
                                    <p:anim calcmode="lin" valueType="num">
                                      <p:cBhvr>
                                        <p:cTn id="8" dur="500" fill="hold"/>
                                        <p:tgtEl>
                                          <p:spTgt spid="2166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1506"/>
                                        </p:tgtEl>
                                        <p:attrNameLst>
                                          <p:attrName>style.visibility</p:attrName>
                                        </p:attrNameLst>
                                      </p:cBhvr>
                                      <p:to>
                                        <p:strVal val="visible"/>
                                      </p:to>
                                    </p:set>
                                    <p:animEffect transition="in" filter="box(in)">
                                      <p:cBhvr>
                                        <p:cTn id="13" dur="500"/>
                                        <p:tgtEl>
                                          <p:spTgt spid="21506"/>
                                        </p:tgtEl>
                                      </p:cBhvr>
                                    </p:animEffect>
                                  </p:childTnLst>
                                  <p:subTnLst>
                                    <p:audio>
                                      <p:cMediaNode>
                                        <p:cTn display="0" masterRel="sameClick">
                                          <p:stCondLst>
                                            <p:cond evt="begin" delay="0">
                                              <p:tn val="11"/>
                                            </p:cond>
                                          </p:stCondLst>
                                          <p:endCondLst>
                                            <p:cond evt="onStopAudio" delay="0">
                                              <p:tgtEl>
                                                <p:sldTgt/>
                                              </p:tgtEl>
                                            </p:cond>
                                          </p:endCondLst>
                                        </p:cTn>
                                        <p:tgtEl>
                                          <p:sndTgt r:embed="rId3" name="camera.wav"/>
                                        </p:tgtEl>
                                      </p:cMediaNode>
                                    </p:audio>
                                  </p:subTnLst>
                                </p:cTn>
                              </p:par>
                            </p:childTnLst>
                          </p:cTn>
                        </p:par>
                      </p:childTnLst>
                    </p:cTn>
                  </p:par>
                  <p:par>
                    <p:cTn id="14" fill="hold">
                      <p:stCondLst>
                        <p:cond delay="indefinite"/>
                      </p:stCondLst>
                      <p:childTnLst>
                        <p:par>
                          <p:cTn id="15" fill="hold">
                            <p:stCondLst>
                              <p:cond delay="0"/>
                            </p:stCondLst>
                            <p:childTnLst>
                              <p:par>
                                <p:cTn id="16" presetID="18" presetClass="entr" presetSubtype="6" fill="hold" nodeType="clickEffect">
                                  <p:stCondLst>
                                    <p:cond delay="0"/>
                                  </p:stCondLst>
                                  <p:childTnLst>
                                    <p:set>
                                      <p:cBhvr>
                                        <p:cTn id="17" dur="1" fill="hold">
                                          <p:stCondLst>
                                            <p:cond delay="0"/>
                                          </p:stCondLst>
                                        </p:cTn>
                                        <p:tgtEl>
                                          <p:spTgt spid="21507"/>
                                        </p:tgtEl>
                                        <p:attrNameLst>
                                          <p:attrName>style.visibility</p:attrName>
                                        </p:attrNameLst>
                                      </p:cBhvr>
                                      <p:to>
                                        <p:strVal val="visible"/>
                                      </p:to>
                                    </p:set>
                                    <p:animEffect transition="in" filter="strips(downRight)">
                                      <p:cBhvr>
                                        <p:cTn id="18" dur="500"/>
                                        <p:tgtEl>
                                          <p:spTgt spid="21507"/>
                                        </p:tgtEl>
                                      </p:cBhvr>
                                    </p:animEffect>
                                  </p:childTnLst>
                                  <p:subTnLst>
                                    <p:audio>
                                      <p:cMediaNode>
                                        <p:cTn display="0" masterRel="sameClick">
                                          <p:stCondLst>
                                            <p:cond evt="begin" delay="0">
                                              <p:tn val="16"/>
                                            </p:cond>
                                          </p:stCondLst>
                                          <p:endCondLst>
                                            <p:cond evt="onStopAudio" delay="0">
                                              <p:tgtEl>
                                                <p:sldTgt/>
                                              </p:tgtEl>
                                            </p:cond>
                                          </p:endCondLst>
                                        </p:cTn>
                                        <p:tgtEl>
                                          <p:sndTgt r:embed="rId4" name="projctor.wav"/>
                                        </p:tgtEl>
                                      </p:cMediaNode>
                                    </p:audio>
                                  </p:subTnLst>
                                </p:cTn>
                              </p:par>
                            </p:childTnLst>
                          </p:cTn>
                        </p:par>
                      </p:childTnLst>
                    </p:cTn>
                  </p:par>
                  <p:par>
                    <p:cTn id="19" fill="hold">
                      <p:stCondLst>
                        <p:cond delay="indefinite"/>
                      </p:stCondLst>
                      <p:childTnLst>
                        <p:par>
                          <p:cTn id="20" fill="hold">
                            <p:stCondLst>
                              <p:cond delay="0"/>
                            </p:stCondLst>
                            <p:childTnLst>
                              <p:par>
                                <p:cTn id="21" presetID="23" presetClass="entr" presetSubtype="16" fill="hold" nodeType="clickEffect">
                                  <p:stCondLst>
                                    <p:cond delay="0"/>
                                  </p:stCondLst>
                                  <p:childTnLst>
                                    <p:set>
                                      <p:cBhvr>
                                        <p:cTn id="22" dur="1" fill="hold">
                                          <p:stCondLst>
                                            <p:cond delay="0"/>
                                          </p:stCondLst>
                                        </p:cTn>
                                        <p:tgtEl>
                                          <p:spTgt spid="21529"/>
                                        </p:tgtEl>
                                        <p:attrNameLst>
                                          <p:attrName>style.visibility</p:attrName>
                                        </p:attrNameLst>
                                      </p:cBhvr>
                                      <p:to>
                                        <p:strVal val="visible"/>
                                      </p:to>
                                    </p:set>
                                    <p:anim calcmode="lin" valueType="num">
                                      <p:cBhvr>
                                        <p:cTn id="23" dur="500" fill="hold"/>
                                        <p:tgtEl>
                                          <p:spTgt spid="21529"/>
                                        </p:tgtEl>
                                        <p:attrNameLst>
                                          <p:attrName>ppt_w</p:attrName>
                                        </p:attrNameLst>
                                      </p:cBhvr>
                                      <p:tavLst>
                                        <p:tav tm="0">
                                          <p:val>
                                            <p:fltVal val="0"/>
                                          </p:val>
                                        </p:tav>
                                        <p:tav tm="100000">
                                          <p:val>
                                            <p:strVal val="#ppt_w"/>
                                          </p:val>
                                        </p:tav>
                                      </p:tavLst>
                                    </p:anim>
                                    <p:anim calcmode="lin" valueType="num">
                                      <p:cBhvr>
                                        <p:cTn id="24" dur="500" fill="hold"/>
                                        <p:tgtEl>
                                          <p:spTgt spid="21529"/>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21"/>
                                            </p:cond>
                                          </p:stCondLst>
                                          <p:endCondLst>
                                            <p:cond evt="onStopAudio" delay="0">
                                              <p:tgtEl>
                                                <p:sldTgt/>
                                              </p:tgtEl>
                                            </p:cond>
                                          </p:endCondLst>
                                        </p:cTn>
                                        <p:tgtEl>
                                          <p:sndTgt r:embed="rId5" name="laser.wav"/>
                                        </p:tgtEl>
                                      </p:cMediaNode>
                                    </p:audio>
                                  </p:sub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21583"/>
                                        </p:tgtEl>
                                        <p:attrNameLst>
                                          <p:attrName>style.visibility</p:attrName>
                                        </p:attrNameLst>
                                      </p:cBhvr>
                                      <p:to>
                                        <p:strVal val="visible"/>
                                      </p:to>
                                    </p:set>
                                    <p:animEffect transition="in" filter="wipe(left)">
                                      <p:cBhvr>
                                        <p:cTn id="29" dur="500"/>
                                        <p:tgtEl>
                                          <p:spTgt spid="21583"/>
                                        </p:tgtEl>
                                      </p:cBhvr>
                                    </p:animEffect>
                                  </p:childTnLst>
                                  <p:subTnLst>
                                    <p:audio>
                                      <p:cMediaNode>
                                        <p:cTn display="0" masterRel="sameClick">
                                          <p:stCondLst>
                                            <p:cond evt="begin" delay="0">
                                              <p:tn val="27"/>
                                            </p:cond>
                                          </p:stCondLst>
                                          <p:endCondLst>
                                            <p:cond evt="onStopAudio" delay="0">
                                              <p:tgtEl>
                                                <p:sldTgt/>
                                              </p:tgtEl>
                                            </p:cond>
                                          </p:endCondLst>
                                        </p:cTn>
                                        <p:tgtEl>
                                          <p:sndTgt r:embed="rId6" name="type.wav"/>
                                        </p:tgtEl>
                                      </p:cMediaNode>
                                    </p:audio>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21588"/>
                                        </p:tgtEl>
                                        <p:attrNameLst>
                                          <p:attrName>style.visibility</p:attrName>
                                        </p:attrNameLst>
                                      </p:cBhvr>
                                      <p:to>
                                        <p:strVal val="visible"/>
                                      </p:to>
                                    </p:set>
                                    <p:animEffect transition="in" filter="wipe(left)">
                                      <p:cBhvr>
                                        <p:cTn id="34" dur="500"/>
                                        <p:tgtEl>
                                          <p:spTgt spid="21588"/>
                                        </p:tgtEl>
                                      </p:cBhvr>
                                    </p:animEffect>
                                  </p:childTnLst>
                                  <p:subTnLst>
                                    <p:audio>
                                      <p:cMediaNode>
                                        <p:cTn display="0" masterRel="sameClick">
                                          <p:stCondLst>
                                            <p:cond evt="begin" delay="0">
                                              <p:tn val="32"/>
                                            </p:cond>
                                          </p:stCondLst>
                                          <p:endCondLst>
                                            <p:cond evt="onStopAudio" delay="0">
                                              <p:tgtEl>
                                                <p:sldTgt/>
                                              </p:tgtEl>
                                            </p:cond>
                                          </p:endCondLst>
                                        </p:cTn>
                                        <p:tgtEl>
                                          <p:sndTgt r:embed="rId6" name="type.wav"/>
                                        </p:tgtEl>
                                      </p:cMediaNode>
                                    </p:audio>
                                  </p:sub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21632"/>
                                        </p:tgtEl>
                                        <p:attrNameLst>
                                          <p:attrName>style.visibility</p:attrName>
                                        </p:attrNameLst>
                                      </p:cBhvr>
                                      <p:to>
                                        <p:strVal val="visible"/>
                                      </p:to>
                                    </p:set>
                                    <p:animEffect transition="in" filter="wipe(left)">
                                      <p:cBhvr>
                                        <p:cTn id="39" dur="500"/>
                                        <p:tgtEl>
                                          <p:spTgt spid="21632"/>
                                        </p:tgtEl>
                                      </p:cBhvr>
                                    </p:animEffect>
                                  </p:childTnLst>
                                  <p:subTnLst>
                                    <p:audio>
                                      <p:cMediaNode>
                                        <p:cTn display="0" masterRel="sameClick">
                                          <p:stCondLst>
                                            <p:cond evt="begin" delay="0">
                                              <p:tn val="37"/>
                                            </p:cond>
                                          </p:stCondLst>
                                          <p:endCondLst>
                                            <p:cond evt="onStopAudio" delay="0">
                                              <p:tgtEl>
                                                <p:sldTgt/>
                                              </p:tgtEl>
                                            </p:cond>
                                          </p:endCondLst>
                                        </p:cTn>
                                        <p:tgtEl>
                                          <p:sndTgt r:embed="rId6" name="type.wav"/>
                                        </p:tgtEl>
                                      </p:cMediaNode>
                                    </p:audio>
                                  </p:subTnLst>
                                </p:cTn>
                              </p:par>
                            </p:childTnLst>
                          </p:cTn>
                        </p:par>
                      </p:childTnLst>
                    </p:cTn>
                  </p:par>
                  <p:par>
                    <p:cTn id="40" fill="hold">
                      <p:stCondLst>
                        <p:cond delay="indefinite"/>
                      </p:stCondLst>
                      <p:childTnLst>
                        <p:par>
                          <p:cTn id="41" fill="hold">
                            <p:stCondLst>
                              <p:cond delay="0"/>
                            </p:stCondLst>
                            <p:childTnLst>
                              <p:par>
                                <p:cTn id="42" presetID="4" presetClass="entr" presetSubtype="16" fill="hold" nodeType="clickEffect">
                                  <p:stCondLst>
                                    <p:cond delay="0"/>
                                  </p:stCondLst>
                                  <p:childTnLst>
                                    <p:set>
                                      <p:cBhvr>
                                        <p:cTn id="43" dur="1" fill="hold">
                                          <p:stCondLst>
                                            <p:cond delay="0"/>
                                          </p:stCondLst>
                                        </p:cTn>
                                        <p:tgtEl>
                                          <p:spTgt spid="21656"/>
                                        </p:tgtEl>
                                        <p:attrNameLst>
                                          <p:attrName>style.visibility</p:attrName>
                                        </p:attrNameLst>
                                      </p:cBhvr>
                                      <p:to>
                                        <p:strVal val="visible"/>
                                      </p:to>
                                    </p:set>
                                    <p:animEffect transition="in" filter="box(in)">
                                      <p:cBhvr>
                                        <p:cTn id="44" dur="500"/>
                                        <p:tgtEl>
                                          <p:spTgt spid="21656"/>
                                        </p:tgtEl>
                                      </p:cBhvr>
                                    </p:animEffect>
                                  </p:childTnLst>
                                  <p:subTnLst>
                                    <p:audio>
                                      <p:cMediaNode>
                                        <p:cTn display="0" masterRel="sameClick">
                                          <p:stCondLst>
                                            <p:cond evt="begin" delay="0">
                                              <p:tn val="42"/>
                                            </p:cond>
                                          </p:stCondLst>
                                          <p:endCondLst>
                                            <p:cond evt="onStopAudio" delay="0">
                                              <p:tgtEl>
                                                <p:sldTgt/>
                                              </p:tgtEl>
                                            </p:cond>
                                          </p:endCondLst>
                                        </p:cTn>
                                        <p:tgtEl>
                                          <p:sndTgt r:embed="rId3" name="camera.wav"/>
                                        </p:tgtEl>
                                      </p:cMediaNode>
                                    </p:audio>
                                  </p:subTnLst>
                                </p:cTn>
                              </p:par>
                            </p:childTnLst>
                          </p:cTn>
                        </p:par>
                      </p:childTnLst>
                    </p:cTn>
                  </p:par>
                  <p:par>
                    <p:cTn id="45" fill="hold">
                      <p:stCondLst>
                        <p:cond delay="indefinite"/>
                      </p:stCondLst>
                      <p:childTnLst>
                        <p:par>
                          <p:cTn id="46" fill="hold">
                            <p:stCondLst>
                              <p:cond delay="0"/>
                            </p:stCondLst>
                            <p:childTnLst>
                              <p:par>
                                <p:cTn id="47" presetID="17" presetClass="entr" presetSubtype="8" fill="hold" nodeType="clickEffect">
                                  <p:stCondLst>
                                    <p:cond delay="0"/>
                                  </p:stCondLst>
                                  <p:childTnLst>
                                    <p:set>
                                      <p:cBhvr>
                                        <p:cTn id="48" dur="1" fill="hold">
                                          <p:stCondLst>
                                            <p:cond delay="0"/>
                                          </p:stCondLst>
                                        </p:cTn>
                                        <p:tgtEl>
                                          <p:spTgt spid="21662"/>
                                        </p:tgtEl>
                                        <p:attrNameLst>
                                          <p:attrName>style.visibility</p:attrName>
                                        </p:attrNameLst>
                                      </p:cBhvr>
                                      <p:to>
                                        <p:strVal val="visible"/>
                                      </p:to>
                                    </p:set>
                                    <p:anim calcmode="lin" valueType="num">
                                      <p:cBhvr>
                                        <p:cTn id="49" dur="500" fill="hold"/>
                                        <p:tgtEl>
                                          <p:spTgt spid="21662"/>
                                        </p:tgtEl>
                                        <p:attrNameLst>
                                          <p:attrName>ppt_x</p:attrName>
                                        </p:attrNameLst>
                                      </p:cBhvr>
                                      <p:tavLst>
                                        <p:tav tm="0">
                                          <p:val>
                                            <p:strVal val="#ppt_x-#ppt_w/2"/>
                                          </p:val>
                                        </p:tav>
                                        <p:tav tm="100000">
                                          <p:val>
                                            <p:strVal val="#ppt_x"/>
                                          </p:val>
                                        </p:tav>
                                      </p:tavLst>
                                    </p:anim>
                                    <p:anim calcmode="lin" valueType="num">
                                      <p:cBhvr>
                                        <p:cTn id="50" dur="500" fill="hold"/>
                                        <p:tgtEl>
                                          <p:spTgt spid="21662"/>
                                        </p:tgtEl>
                                        <p:attrNameLst>
                                          <p:attrName>ppt_y</p:attrName>
                                        </p:attrNameLst>
                                      </p:cBhvr>
                                      <p:tavLst>
                                        <p:tav tm="0">
                                          <p:val>
                                            <p:strVal val="#ppt_y"/>
                                          </p:val>
                                        </p:tav>
                                        <p:tav tm="100000">
                                          <p:val>
                                            <p:strVal val="#ppt_y"/>
                                          </p:val>
                                        </p:tav>
                                      </p:tavLst>
                                    </p:anim>
                                    <p:anim calcmode="lin" valueType="num">
                                      <p:cBhvr>
                                        <p:cTn id="51" dur="500" fill="hold"/>
                                        <p:tgtEl>
                                          <p:spTgt spid="21662"/>
                                        </p:tgtEl>
                                        <p:attrNameLst>
                                          <p:attrName>ppt_w</p:attrName>
                                        </p:attrNameLst>
                                      </p:cBhvr>
                                      <p:tavLst>
                                        <p:tav tm="0">
                                          <p:val>
                                            <p:fltVal val="0"/>
                                          </p:val>
                                        </p:tav>
                                        <p:tav tm="100000">
                                          <p:val>
                                            <p:strVal val="#ppt_w"/>
                                          </p:val>
                                        </p:tav>
                                      </p:tavLst>
                                    </p:anim>
                                    <p:anim calcmode="lin" valueType="num">
                                      <p:cBhvr>
                                        <p:cTn id="52" dur="500" fill="hold"/>
                                        <p:tgtEl>
                                          <p:spTgt spid="21662"/>
                                        </p:tgtEl>
                                        <p:attrNameLst>
                                          <p:attrName>ppt_h</p:attrName>
                                        </p:attrNameLst>
                                      </p:cBhvr>
                                      <p:tavLst>
                                        <p:tav tm="0">
                                          <p:val>
                                            <p:strVal val="#ppt_h"/>
                                          </p:val>
                                        </p:tav>
                                        <p:tav tm="100000">
                                          <p:val>
                                            <p:strVal val="#ppt_h"/>
                                          </p:val>
                                        </p:tav>
                                      </p:tavLst>
                                    </p:anim>
                                  </p:childTnLst>
                                </p:cTn>
                              </p:par>
                            </p:childTnLst>
                          </p:cTn>
                        </p:par>
                        <p:par>
                          <p:cTn id="53" fill="hold">
                            <p:stCondLst>
                              <p:cond delay="500"/>
                            </p:stCondLst>
                            <p:childTnLst>
                              <p:par>
                                <p:cTn id="54" presetID="17" presetClass="entr" presetSubtype="1" fill="hold" nodeType="afterEffect">
                                  <p:stCondLst>
                                    <p:cond delay="0"/>
                                  </p:stCondLst>
                                  <p:childTnLst>
                                    <p:set>
                                      <p:cBhvr>
                                        <p:cTn id="55" dur="1" fill="hold">
                                          <p:stCondLst>
                                            <p:cond delay="0"/>
                                          </p:stCondLst>
                                        </p:cTn>
                                        <p:tgtEl>
                                          <p:spTgt spid="21659"/>
                                        </p:tgtEl>
                                        <p:attrNameLst>
                                          <p:attrName>style.visibility</p:attrName>
                                        </p:attrNameLst>
                                      </p:cBhvr>
                                      <p:to>
                                        <p:strVal val="visible"/>
                                      </p:to>
                                    </p:set>
                                    <p:anim calcmode="lin" valueType="num">
                                      <p:cBhvr>
                                        <p:cTn id="56" dur="500" fill="hold"/>
                                        <p:tgtEl>
                                          <p:spTgt spid="21659"/>
                                        </p:tgtEl>
                                        <p:attrNameLst>
                                          <p:attrName>ppt_x</p:attrName>
                                        </p:attrNameLst>
                                      </p:cBhvr>
                                      <p:tavLst>
                                        <p:tav tm="0">
                                          <p:val>
                                            <p:strVal val="#ppt_x"/>
                                          </p:val>
                                        </p:tav>
                                        <p:tav tm="100000">
                                          <p:val>
                                            <p:strVal val="#ppt_x"/>
                                          </p:val>
                                        </p:tav>
                                      </p:tavLst>
                                    </p:anim>
                                    <p:anim calcmode="lin" valueType="num">
                                      <p:cBhvr>
                                        <p:cTn id="57" dur="500" fill="hold"/>
                                        <p:tgtEl>
                                          <p:spTgt spid="21659"/>
                                        </p:tgtEl>
                                        <p:attrNameLst>
                                          <p:attrName>ppt_y</p:attrName>
                                        </p:attrNameLst>
                                      </p:cBhvr>
                                      <p:tavLst>
                                        <p:tav tm="0">
                                          <p:val>
                                            <p:strVal val="#ppt_y-#ppt_h/2"/>
                                          </p:val>
                                        </p:tav>
                                        <p:tav tm="100000">
                                          <p:val>
                                            <p:strVal val="#ppt_y"/>
                                          </p:val>
                                        </p:tav>
                                      </p:tavLst>
                                    </p:anim>
                                    <p:anim calcmode="lin" valueType="num">
                                      <p:cBhvr>
                                        <p:cTn id="58" dur="500" fill="hold"/>
                                        <p:tgtEl>
                                          <p:spTgt spid="21659"/>
                                        </p:tgtEl>
                                        <p:attrNameLst>
                                          <p:attrName>ppt_w</p:attrName>
                                        </p:attrNameLst>
                                      </p:cBhvr>
                                      <p:tavLst>
                                        <p:tav tm="0">
                                          <p:val>
                                            <p:strVal val="#ppt_w"/>
                                          </p:val>
                                        </p:tav>
                                        <p:tav tm="100000">
                                          <p:val>
                                            <p:strVal val="#ppt_w"/>
                                          </p:val>
                                        </p:tav>
                                      </p:tavLst>
                                    </p:anim>
                                    <p:anim calcmode="lin" valueType="num">
                                      <p:cBhvr>
                                        <p:cTn id="59" dur="500" fill="hold"/>
                                        <p:tgtEl>
                                          <p:spTgt spid="21659"/>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54"/>
                                            </p:cond>
                                          </p:stCondLst>
                                          <p:endCondLst>
                                            <p:cond evt="onStopAudio" delay="0">
                                              <p:tgtEl>
                                                <p:sldTgt/>
                                              </p:tgtEl>
                                            </p:cond>
                                          </p:endCondLst>
                                        </p:cTn>
                                        <p:tgtEl>
                                          <p:sndTgt r:embed="rId7" name="cashreg.wav"/>
                                        </p:tgtEl>
                                      </p:cMediaNode>
                                    </p:audio>
                                  </p:subTnLst>
                                </p:cTn>
                              </p:par>
                            </p:childTnLst>
                          </p:cTn>
                        </p:par>
                      </p:childTnLst>
                    </p:cTn>
                  </p:par>
                  <p:par>
                    <p:cTn id="60" fill="hold">
                      <p:stCondLst>
                        <p:cond delay="indefinite"/>
                      </p:stCondLst>
                      <p:childTnLst>
                        <p:par>
                          <p:cTn id="61" fill="hold">
                            <p:stCondLst>
                              <p:cond delay="0"/>
                            </p:stCondLst>
                            <p:childTnLst>
                              <p:par>
                                <p:cTn id="62" presetID="18" presetClass="entr" presetSubtype="3" fill="hold" grpId="0" nodeType="clickEffect">
                                  <p:stCondLst>
                                    <p:cond delay="0"/>
                                  </p:stCondLst>
                                  <p:childTnLst>
                                    <p:set>
                                      <p:cBhvr>
                                        <p:cTn id="63" dur="1" fill="hold">
                                          <p:stCondLst>
                                            <p:cond delay="0"/>
                                          </p:stCondLst>
                                        </p:cTn>
                                        <p:tgtEl>
                                          <p:spTgt spid="21663"/>
                                        </p:tgtEl>
                                        <p:attrNameLst>
                                          <p:attrName>style.visibility</p:attrName>
                                        </p:attrNameLst>
                                      </p:cBhvr>
                                      <p:to>
                                        <p:strVal val="visible"/>
                                      </p:to>
                                    </p:set>
                                    <p:animEffect transition="in" filter="strips(upRight)">
                                      <p:cBhvr>
                                        <p:cTn id="64" dur="500"/>
                                        <p:tgtEl>
                                          <p:spTgt spid="21663"/>
                                        </p:tgtEl>
                                      </p:cBhvr>
                                    </p:animEffect>
                                  </p:childTnLst>
                                  <p:subTnLst>
                                    <p:set>
                                      <p:cBhvr override="childStyle">
                                        <p:cTn dur="1" fill="hold" display="0" masterRel="nextClick" afterEffect="1"/>
                                        <p:tgtEl>
                                          <p:spTgt spid="21663"/>
                                        </p:tgtEl>
                                        <p:attrNameLst>
                                          <p:attrName>style.visibility</p:attrName>
                                        </p:attrNameLst>
                                      </p:cBhvr>
                                      <p:to>
                                        <p:strVal val="hidden"/>
                                      </p:to>
                                    </p:set>
                                    <p:audio>
                                      <p:cMediaNode>
                                        <p:cTn display="0" masterRel="sameClick">
                                          <p:stCondLst>
                                            <p:cond evt="begin" delay="0">
                                              <p:tn val="62"/>
                                            </p:cond>
                                          </p:stCondLst>
                                          <p:endCondLst>
                                            <p:cond evt="onStopAudio" delay="0">
                                              <p:tgtEl>
                                                <p:sldTgt/>
                                              </p:tgtEl>
                                            </p:cond>
                                          </p:endCondLst>
                                        </p:cTn>
                                        <p:tgtEl>
                                          <p:sndTgt r:embed="rId8" name="whoosh.wav"/>
                                        </p:tgtEl>
                                      </p:cMediaNode>
                                    </p:audio>
                                  </p:subTnLst>
                                </p:cTn>
                              </p:par>
                            </p:childTnLst>
                          </p:cTn>
                        </p:par>
                      </p:childTnLst>
                    </p:cTn>
                  </p:par>
                  <p:par>
                    <p:cTn id="65" fill="hold">
                      <p:stCondLst>
                        <p:cond delay="indefinite"/>
                      </p:stCondLst>
                      <p:childTnLst>
                        <p:par>
                          <p:cTn id="66" fill="hold">
                            <p:stCondLst>
                              <p:cond delay="0"/>
                            </p:stCondLst>
                            <p:childTnLst>
                              <p:par>
                                <p:cTn id="67" presetID="18" presetClass="entr" presetSubtype="3" fill="hold" grpId="0" nodeType="clickEffect">
                                  <p:stCondLst>
                                    <p:cond delay="0"/>
                                  </p:stCondLst>
                                  <p:childTnLst>
                                    <p:set>
                                      <p:cBhvr>
                                        <p:cTn id="68" dur="1" fill="hold">
                                          <p:stCondLst>
                                            <p:cond delay="0"/>
                                          </p:stCondLst>
                                        </p:cTn>
                                        <p:tgtEl>
                                          <p:spTgt spid="21664"/>
                                        </p:tgtEl>
                                        <p:attrNameLst>
                                          <p:attrName>style.visibility</p:attrName>
                                        </p:attrNameLst>
                                      </p:cBhvr>
                                      <p:to>
                                        <p:strVal val="visible"/>
                                      </p:to>
                                    </p:set>
                                    <p:animEffect transition="in" filter="strips(upRight)">
                                      <p:cBhvr>
                                        <p:cTn id="69" dur="500"/>
                                        <p:tgtEl>
                                          <p:spTgt spid="21664"/>
                                        </p:tgtEl>
                                      </p:cBhvr>
                                    </p:animEffect>
                                  </p:childTnLst>
                                  <p:subTnLst>
                                    <p:audio>
                                      <p:cMediaNode>
                                        <p:cTn display="0" masterRel="sameClick">
                                          <p:stCondLst>
                                            <p:cond evt="begin" delay="0">
                                              <p:tn val="67"/>
                                            </p:cond>
                                          </p:stCondLst>
                                          <p:endCondLst>
                                            <p:cond evt="onStopAudio" delay="0">
                                              <p:tgtEl>
                                                <p:sldTgt/>
                                              </p:tgtEl>
                                            </p:cond>
                                          </p:endCondLst>
                                        </p:cTn>
                                        <p:tgtEl>
                                          <p:sndTgt r:embed="rId8" name="whoosh.wav"/>
                                        </p:tgtEl>
                                      </p:cMediaNode>
                                    </p:audio>
                                  </p:subTnLst>
                                </p:cTn>
                              </p:par>
                            </p:childTnLst>
                          </p:cTn>
                        </p:par>
                      </p:childTnLst>
                    </p:cTn>
                  </p:par>
                  <p:par>
                    <p:cTn id="70" fill="hold">
                      <p:stCondLst>
                        <p:cond delay="indefinite"/>
                      </p:stCondLst>
                      <p:childTnLst>
                        <p:par>
                          <p:cTn id="71" fill="hold">
                            <p:stCondLst>
                              <p:cond delay="0"/>
                            </p:stCondLst>
                            <p:childTnLst>
                              <p:par>
                                <p:cTn id="72" presetID="22" presetClass="entr" presetSubtype="1" fill="hold" grpId="0" nodeType="clickEffect">
                                  <p:stCondLst>
                                    <p:cond delay="0"/>
                                  </p:stCondLst>
                                  <p:childTnLst>
                                    <p:set>
                                      <p:cBhvr>
                                        <p:cTn id="73" dur="1" fill="hold">
                                          <p:stCondLst>
                                            <p:cond delay="0"/>
                                          </p:stCondLst>
                                        </p:cTn>
                                        <p:tgtEl>
                                          <p:spTgt spid="21665"/>
                                        </p:tgtEl>
                                        <p:attrNameLst>
                                          <p:attrName>style.visibility</p:attrName>
                                        </p:attrNameLst>
                                      </p:cBhvr>
                                      <p:to>
                                        <p:strVal val="visible"/>
                                      </p:to>
                                    </p:set>
                                    <p:animEffect transition="in" filter="wipe(up)">
                                      <p:cBhvr>
                                        <p:cTn id="74" dur="500"/>
                                        <p:tgtEl>
                                          <p:spTgt spid="21665"/>
                                        </p:tgtEl>
                                      </p:cBhvr>
                                    </p:animEffect>
                                  </p:childTnLst>
                                  <p:subTnLst>
                                    <p:audio>
                                      <p:cMediaNode>
                                        <p:cTn display="0" masterRel="sameClick">
                                          <p:stCondLst>
                                            <p:cond evt="begin" delay="0">
                                              <p:tn val="72"/>
                                            </p:cond>
                                          </p:stCondLst>
                                          <p:endCondLst>
                                            <p:cond evt="onStopAudio" delay="0">
                                              <p:tgtEl>
                                                <p:sldTgt/>
                                              </p:tgtEl>
                                            </p:cond>
                                          </p:endCondLst>
                                        </p:cTn>
                                        <p:tgtEl>
                                          <p:sndTgt r:embed="rId6" name="type.wav"/>
                                        </p:tgtEl>
                                      </p:cMediaNode>
                                    </p:audio>
                                  </p:subTnLst>
                                </p:cTn>
                              </p:par>
                            </p:childTnLst>
                          </p:cTn>
                        </p:par>
                      </p:childTnLst>
                    </p:cTn>
                  </p:par>
                  <p:par>
                    <p:cTn id="75" fill="hold">
                      <p:stCondLst>
                        <p:cond delay="indefinite"/>
                      </p:stCondLst>
                      <p:childTnLst>
                        <p:par>
                          <p:cTn id="76" fill="hold">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21666"/>
                                        </p:tgtEl>
                                        <p:attrNameLst>
                                          <p:attrName>style.visibility</p:attrName>
                                        </p:attrNameLst>
                                      </p:cBhvr>
                                      <p:to>
                                        <p:strVal val="visible"/>
                                      </p:to>
                                    </p:set>
                                    <p:animEffect transition="in" filter="wipe(up)">
                                      <p:cBhvr>
                                        <p:cTn id="79" dur="500"/>
                                        <p:tgtEl>
                                          <p:spTgt spid="21666"/>
                                        </p:tgtEl>
                                      </p:cBhvr>
                                    </p:animEffect>
                                  </p:childTnLst>
                                  <p:subTnLst>
                                    <p:audio>
                                      <p:cMediaNode>
                                        <p:cTn display="0" masterRel="sameClick">
                                          <p:stCondLst>
                                            <p:cond evt="begin" delay="0">
                                              <p:tn val="77"/>
                                            </p:cond>
                                          </p:stCondLst>
                                          <p:endCondLst>
                                            <p:cond evt="onStopAudio" delay="0">
                                              <p:tgtEl>
                                                <p:sldTgt/>
                                              </p:tgtEl>
                                            </p:cond>
                                          </p:endCondLst>
                                        </p:cTn>
                                        <p:tgtEl>
                                          <p:sndTgt r:embed="rId6"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nimBg="1"/>
      <p:bldP spid="21663" grpId="0" animBg="1"/>
      <p:bldP spid="21664" grpId="0" animBg="1"/>
      <p:bldP spid="21665" grpId="0"/>
      <p:bldP spid="21666" grpId="0"/>
      <p:bldP spid="2166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6248B667-79E3-48A6-A93D-CA84B5CB43FE}"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3379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3379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6D1DDF7A-3C57-40C6-A550-B78641A83BAF}" type="slidenum">
              <a:rPr lang="zh-CN" altLang="en-US" smtClean="0">
                <a:solidFill>
                  <a:srgbClr val="000000"/>
                </a:solidFill>
                <a:latin typeface="Times New Roman" panose="02020603050405020304" pitchFamily="18" charset="0"/>
              </a:rPr>
              <a:t>25</a:t>
            </a:fld>
            <a:endParaRPr lang="zh-CN" altLang="en-US">
              <a:solidFill>
                <a:srgbClr val="000000"/>
              </a:solidFill>
              <a:latin typeface="Times New Roman" panose="02020603050405020304" pitchFamily="18" charset="0"/>
            </a:endParaRPr>
          </a:p>
        </p:txBody>
      </p:sp>
      <p:sp>
        <p:nvSpPr>
          <p:cNvPr id="24578" name="Rectangle 2"/>
          <p:cNvSpPr>
            <a:spLocks noChangeArrowheads="1"/>
          </p:cNvSpPr>
          <p:nvPr/>
        </p:nvSpPr>
        <p:spPr bwMode="auto">
          <a:xfrm>
            <a:off x="323850" y="365125"/>
            <a:ext cx="8351838" cy="1249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solidFill>
                  <a:srgbClr val="000000"/>
                </a:solidFill>
                <a:ea typeface="楷体_GB2312" pitchFamily="49" charset="-122"/>
              </a:rPr>
              <a:t> </a:t>
            </a:r>
            <a:r>
              <a:rPr lang="en-US" altLang="zh-CN" sz="2800" b="1">
                <a:solidFill>
                  <a:srgbClr val="00CC99"/>
                </a:solidFill>
                <a:ea typeface="楷体_GB2312" pitchFamily="49" charset="-122"/>
              </a:rPr>
              <a:t>Lagrange</a:t>
            </a:r>
            <a:r>
              <a:rPr lang="zh-CN" altLang="en-US" sz="2800" b="1">
                <a:solidFill>
                  <a:srgbClr val="00CC99"/>
                </a:solidFill>
                <a:ea typeface="楷体_GB2312" pitchFamily="49" charset="-122"/>
              </a:rPr>
              <a:t>插值</a:t>
            </a:r>
            <a:r>
              <a:rPr lang="zh-CN" altLang="en-US" sz="2800" b="1">
                <a:solidFill>
                  <a:srgbClr val="000000"/>
                </a:solidFill>
                <a:ea typeface="楷体_GB2312" pitchFamily="49" charset="-122"/>
              </a:rPr>
              <a:t>公式</a:t>
            </a:r>
            <a:r>
              <a:rPr lang="en-US" altLang="zh-CN" sz="2400" b="1">
                <a:solidFill>
                  <a:srgbClr val="000000"/>
                </a:solidFill>
                <a:ea typeface="楷体_GB2312" pitchFamily="49" charset="-122"/>
              </a:rPr>
              <a:t>(</a:t>
            </a:r>
            <a:r>
              <a:rPr lang="zh-CN" altLang="en-US" sz="2400" b="1">
                <a:solidFill>
                  <a:srgbClr val="000000"/>
                </a:solidFill>
                <a:ea typeface="楷体_GB2312" pitchFamily="49" charset="-122"/>
              </a:rPr>
              <a:t>利用</a:t>
            </a:r>
            <a:r>
              <a:rPr lang="zh-CN" altLang="en-US" sz="2400" b="1">
                <a:solidFill>
                  <a:srgbClr val="3333CC"/>
                </a:solidFill>
                <a:ea typeface="楷体_GB2312" pitchFamily="49" charset="-122"/>
              </a:rPr>
              <a:t>插值基函数</a:t>
            </a:r>
            <a:r>
              <a:rPr lang="zh-CN" altLang="en-US" sz="2400" b="1">
                <a:solidFill>
                  <a:srgbClr val="000000"/>
                </a:solidFill>
                <a:ea typeface="楷体_GB2312" pitchFamily="49" charset="-122"/>
              </a:rPr>
              <a:t>很容易得到</a:t>
            </a:r>
            <a:r>
              <a:rPr lang="en-US" altLang="zh-CN" sz="2400" b="1">
                <a:solidFill>
                  <a:srgbClr val="000000"/>
                </a:solidFill>
                <a:ea typeface="楷体_GB2312" pitchFamily="49" charset="-122"/>
              </a:rPr>
              <a:t>):</a:t>
            </a:r>
          </a:p>
          <a:p>
            <a:pPr eaLnBrk="1" hangingPunct="1"/>
            <a:r>
              <a:rPr lang="en-US" altLang="zh-CN" sz="2400" b="1">
                <a:solidFill>
                  <a:srgbClr val="00CC99"/>
                </a:solidFill>
                <a:ea typeface="楷体_GB2312" pitchFamily="49" charset="-122"/>
              </a:rPr>
              <a:t>        </a:t>
            </a:r>
            <a:r>
              <a:rPr lang="zh-CN" altLang="en-US" sz="2400" b="1">
                <a:solidFill>
                  <a:srgbClr val="00CC99"/>
                </a:solidFill>
                <a:ea typeface="楷体_GB2312" pitchFamily="49" charset="-122"/>
              </a:rPr>
              <a:t>含义直观</a:t>
            </a:r>
            <a:r>
              <a:rPr lang="en-US" altLang="zh-CN" sz="2400" b="1">
                <a:solidFill>
                  <a:srgbClr val="00CC99"/>
                </a:solidFill>
                <a:ea typeface="楷体_GB2312" pitchFamily="49" charset="-122"/>
              </a:rPr>
              <a:t>,</a:t>
            </a:r>
            <a:r>
              <a:rPr lang="zh-CN" altLang="en-US" sz="2400" b="1">
                <a:solidFill>
                  <a:srgbClr val="00CC99"/>
                </a:solidFill>
                <a:ea typeface="楷体_GB2312" pitchFamily="49" charset="-122"/>
              </a:rPr>
              <a:t>结构紧凑</a:t>
            </a:r>
            <a:r>
              <a:rPr lang="en-US" altLang="zh-CN" sz="2400" b="1">
                <a:solidFill>
                  <a:srgbClr val="00CC99"/>
                </a:solidFill>
                <a:ea typeface="楷体_GB2312" pitchFamily="49" charset="-122"/>
              </a:rPr>
              <a:t>,</a:t>
            </a:r>
            <a:r>
              <a:rPr lang="zh-CN" altLang="en-US" sz="2400" b="1">
                <a:solidFill>
                  <a:srgbClr val="00CC99"/>
                </a:solidFill>
                <a:ea typeface="楷体_GB2312" pitchFamily="49" charset="-122"/>
              </a:rPr>
              <a:t>在理论分析中非常方便</a:t>
            </a:r>
            <a:r>
              <a:rPr lang="en-US" altLang="zh-CN" sz="2400" b="1">
                <a:solidFill>
                  <a:srgbClr val="000000"/>
                </a:solidFill>
                <a:ea typeface="楷体_GB2312" pitchFamily="49" charset="-122"/>
              </a:rPr>
              <a:t>;</a:t>
            </a:r>
          </a:p>
          <a:p>
            <a:pPr eaLnBrk="1" hangingPunct="1"/>
            <a:r>
              <a:rPr lang="en-US" altLang="zh-CN" sz="2400" b="1">
                <a:solidFill>
                  <a:srgbClr val="000000"/>
                </a:solidFill>
                <a:ea typeface="楷体_GB2312" pitchFamily="49" charset="-122"/>
              </a:rPr>
              <a:t>        </a:t>
            </a:r>
            <a:r>
              <a:rPr lang="zh-CN" altLang="en-US" sz="2400" b="1">
                <a:solidFill>
                  <a:srgbClr val="000000"/>
                </a:solidFill>
                <a:ea typeface="楷体_GB2312" pitchFamily="49" charset="-122"/>
              </a:rPr>
              <a:t>计算机上</a:t>
            </a:r>
            <a:r>
              <a:rPr lang="zh-CN" altLang="en-US" sz="2400" b="1">
                <a:solidFill>
                  <a:srgbClr val="00CC99"/>
                </a:solidFill>
                <a:ea typeface="楷体_GB2312" pitchFamily="49" charset="-122"/>
              </a:rPr>
              <a:t>实现</a:t>
            </a:r>
            <a:r>
              <a:rPr lang="zh-CN" altLang="en-US" sz="2400" b="1">
                <a:solidFill>
                  <a:srgbClr val="000000"/>
                </a:solidFill>
                <a:ea typeface="楷体_GB2312" pitchFamily="49" charset="-122"/>
              </a:rPr>
              <a:t>也很</a:t>
            </a:r>
            <a:r>
              <a:rPr lang="zh-CN" altLang="en-US" sz="2400" b="1">
                <a:solidFill>
                  <a:srgbClr val="00CC99"/>
                </a:solidFill>
                <a:ea typeface="楷体_GB2312" pitchFamily="49" charset="-122"/>
              </a:rPr>
              <a:t>容易</a:t>
            </a:r>
            <a:r>
              <a:rPr lang="en-US" altLang="zh-CN" sz="2400" b="1">
                <a:solidFill>
                  <a:srgbClr val="000000"/>
                </a:solidFill>
                <a:ea typeface="楷体_GB2312" pitchFamily="49" charset="-122"/>
              </a:rPr>
              <a:t>.  </a:t>
            </a:r>
          </a:p>
        </p:txBody>
      </p:sp>
      <p:sp>
        <p:nvSpPr>
          <p:cNvPr id="24579" name="Rectangle 3"/>
          <p:cNvSpPr>
            <a:spLocks noChangeArrowheads="1"/>
          </p:cNvSpPr>
          <p:nvPr/>
        </p:nvSpPr>
        <p:spPr bwMode="auto">
          <a:xfrm>
            <a:off x="381000" y="1628775"/>
            <a:ext cx="8367713" cy="2041525"/>
          </a:xfrm>
          <a:prstGeom prst="rect">
            <a:avLst/>
          </a:prstGeom>
          <a:solidFill>
            <a:srgbClr val="CCFFCC">
              <a:alpha val="50194"/>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solidFill>
                  <a:srgbClr val="000000"/>
                </a:solidFill>
                <a:ea typeface="隶书" panose="02010509060101010101" pitchFamily="49" charset="-122"/>
              </a:rPr>
              <a:t>也有一些</a:t>
            </a:r>
            <a:r>
              <a:rPr lang="zh-CN" altLang="en-US" sz="2800" b="1">
                <a:solidFill>
                  <a:srgbClr val="CC6600"/>
                </a:solidFill>
                <a:ea typeface="隶书" panose="02010509060101010101" pitchFamily="49" charset="-122"/>
              </a:rPr>
              <a:t>缺点</a:t>
            </a:r>
            <a:r>
              <a:rPr lang="zh-CN" altLang="en-US" sz="2800" b="1">
                <a:solidFill>
                  <a:srgbClr val="000000"/>
                </a:solidFill>
                <a:ea typeface="隶书" panose="02010509060101010101" pitchFamily="49" charset="-122"/>
              </a:rPr>
              <a:t>：</a:t>
            </a:r>
          </a:p>
          <a:p>
            <a:pPr eaLnBrk="1" hangingPunct="1"/>
            <a:r>
              <a:rPr lang="zh-CN" altLang="en-US" sz="2800" b="1">
                <a:solidFill>
                  <a:srgbClr val="000000"/>
                </a:solidFill>
                <a:ea typeface="楷体_GB2312" pitchFamily="49" charset="-122"/>
              </a:rPr>
              <a:t>       </a:t>
            </a:r>
            <a:r>
              <a:rPr lang="zh-CN" altLang="en-US" sz="2400" b="1">
                <a:solidFill>
                  <a:srgbClr val="000000"/>
                </a:solidFill>
                <a:ea typeface="楷体_GB2312" pitchFamily="49" charset="-122"/>
              </a:rPr>
              <a:t>一是</a:t>
            </a:r>
            <a:r>
              <a:rPr lang="zh-CN" altLang="en-US" sz="2400" b="1">
                <a:solidFill>
                  <a:srgbClr val="3333CC"/>
                </a:solidFill>
                <a:ea typeface="黑体" panose="02010609060101010101" pitchFamily="49" charset="-122"/>
              </a:rPr>
              <a:t>计算量大</a:t>
            </a:r>
            <a:r>
              <a:rPr lang="zh-CN" altLang="en-US" sz="2400" b="1">
                <a:solidFill>
                  <a:srgbClr val="000000"/>
                </a:solidFill>
                <a:ea typeface="楷体_GB2312" pitchFamily="49" charset="-122"/>
              </a:rPr>
              <a:t>，这是显然的；另外，还有一个更严重的缺点，当插值节点增加时，</a:t>
            </a:r>
            <a:r>
              <a:rPr lang="zh-CN" altLang="en-US" sz="2400" b="1">
                <a:solidFill>
                  <a:srgbClr val="3333CC"/>
                </a:solidFill>
                <a:ea typeface="黑体" panose="02010609060101010101" pitchFamily="49" charset="-122"/>
              </a:rPr>
              <a:t>全部插值基函数</a:t>
            </a:r>
            <a:r>
              <a:rPr lang="zh-CN" altLang="en-US" sz="2400" b="1">
                <a:solidFill>
                  <a:srgbClr val="000000"/>
                </a:solidFill>
                <a:ea typeface="楷体_GB2312" pitchFamily="49" charset="-122"/>
              </a:rPr>
              <a:t>均要随之</a:t>
            </a:r>
            <a:r>
              <a:rPr lang="zh-CN" altLang="en-US" sz="2400" b="1">
                <a:solidFill>
                  <a:srgbClr val="3333CC"/>
                </a:solidFill>
                <a:ea typeface="黑体" panose="02010609060101010101" pitchFamily="49" charset="-122"/>
              </a:rPr>
              <a:t>变化</a:t>
            </a:r>
            <a:r>
              <a:rPr lang="zh-CN" altLang="en-US" sz="2400" b="1">
                <a:solidFill>
                  <a:srgbClr val="000000"/>
                </a:solidFill>
                <a:ea typeface="楷体_GB2312" pitchFamily="49" charset="-122"/>
              </a:rPr>
              <a:t>，整个计算工作必须从头开始：不仅原来的每一项都要改变，还要</a:t>
            </a:r>
            <a:r>
              <a:rPr lang="zh-CN" altLang="en-US" sz="2400" b="1">
                <a:solidFill>
                  <a:srgbClr val="3333CC"/>
                </a:solidFill>
                <a:ea typeface="黑体" panose="02010609060101010101" pitchFamily="49" charset="-122"/>
              </a:rPr>
              <a:t>增加一项</a:t>
            </a:r>
            <a:r>
              <a:rPr lang="zh-CN" altLang="en-US" sz="2400" b="1">
                <a:solidFill>
                  <a:srgbClr val="000000"/>
                </a:solidFill>
                <a:ea typeface="楷体_GB2312" pitchFamily="49" charset="-122"/>
              </a:rPr>
              <a:t>计算。</a:t>
            </a:r>
          </a:p>
        </p:txBody>
      </p:sp>
      <p:sp>
        <p:nvSpPr>
          <p:cNvPr id="24580" name="Rectangle 4"/>
          <p:cNvSpPr>
            <a:spLocks noChangeArrowheads="1"/>
          </p:cNvSpPr>
          <p:nvPr/>
        </p:nvSpPr>
        <p:spPr bwMode="auto">
          <a:xfrm>
            <a:off x="304800" y="4133850"/>
            <a:ext cx="8458200" cy="2103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solidFill>
                  <a:srgbClr val="000000"/>
                </a:solidFill>
                <a:ea typeface="楷体_GB2312" pitchFamily="49" charset="-122"/>
              </a:rPr>
              <a:t> </a:t>
            </a:r>
            <a:r>
              <a:rPr lang="zh-CN" altLang="en-US" sz="2800" b="1">
                <a:solidFill>
                  <a:srgbClr val="000000"/>
                </a:solidFill>
                <a:ea typeface="隶书" panose="02010509060101010101" pitchFamily="49" charset="-122"/>
              </a:rPr>
              <a:t>为克服上述两个缺点</a:t>
            </a:r>
            <a:r>
              <a:rPr lang="en-US" altLang="zh-CN" sz="2800" b="1">
                <a:solidFill>
                  <a:srgbClr val="000000"/>
                </a:solidFill>
                <a:ea typeface="楷体_GB2312" pitchFamily="49" charset="-122"/>
              </a:rPr>
              <a:t>,</a:t>
            </a:r>
          </a:p>
          <a:p>
            <a:pPr eaLnBrk="1" hangingPunct="1"/>
            <a:r>
              <a:rPr lang="en-US" altLang="zh-CN" sz="2800" b="1">
                <a:solidFill>
                  <a:srgbClr val="000000"/>
                </a:solidFill>
                <a:ea typeface="楷体_GB2312" pitchFamily="49" charset="-122"/>
              </a:rPr>
              <a:t>      </a:t>
            </a:r>
            <a:r>
              <a:rPr lang="zh-CN" altLang="en-US" sz="2400" b="1">
                <a:solidFill>
                  <a:srgbClr val="000000"/>
                </a:solidFill>
                <a:ea typeface="楷体_GB2312" pitchFamily="49" charset="-122"/>
              </a:rPr>
              <a:t>努力：把插值多项式变形为</a:t>
            </a:r>
            <a:r>
              <a:rPr lang="zh-CN" altLang="en-US" sz="2400" b="1">
                <a:solidFill>
                  <a:srgbClr val="3333CC"/>
                </a:solidFill>
                <a:ea typeface="楷体_GB2312" pitchFamily="49" charset="-122"/>
              </a:rPr>
              <a:t>便于计算</a:t>
            </a:r>
            <a:r>
              <a:rPr lang="zh-CN" altLang="en-US" sz="2400" b="1">
                <a:solidFill>
                  <a:srgbClr val="000000"/>
                </a:solidFill>
                <a:ea typeface="楷体_GB2312" pitchFamily="49" charset="-122"/>
              </a:rPr>
              <a:t>的形式。</a:t>
            </a:r>
          </a:p>
          <a:p>
            <a:pPr eaLnBrk="1" hangingPunct="1"/>
            <a:r>
              <a:rPr lang="zh-CN" altLang="en-US" sz="2400" b="1">
                <a:solidFill>
                  <a:srgbClr val="000000"/>
                </a:solidFill>
                <a:ea typeface="楷体_GB2312" pitchFamily="49" charset="-122"/>
              </a:rPr>
              <a:t>       希望：计算改变的过程中</a:t>
            </a:r>
            <a:r>
              <a:rPr lang="en-US" altLang="zh-CN" sz="2400" b="1">
                <a:solidFill>
                  <a:srgbClr val="000000"/>
                </a:solidFill>
                <a:ea typeface="楷体_GB2312" pitchFamily="49" charset="-122"/>
              </a:rPr>
              <a:t>,</a:t>
            </a:r>
            <a:r>
              <a:rPr lang="zh-CN" altLang="en-US" sz="2400" b="1">
                <a:solidFill>
                  <a:srgbClr val="3333CC"/>
                </a:solidFill>
                <a:ea typeface="楷体_GB2312" pitchFamily="49" charset="-122"/>
              </a:rPr>
              <a:t>尽可能能利用已有的计算结果</a:t>
            </a:r>
            <a:r>
              <a:rPr lang="en-US" altLang="zh-CN" sz="2400" b="1">
                <a:solidFill>
                  <a:srgbClr val="D60093"/>
                </a:solidFill>
                <a:ea typeface="楷体_GB2312" pitchFamily="49" charset="-122"/>
              </a:rPr>
              <a:t>.</a:t>
            </a:r>
          </a:p>
          <a:p>
            <a:pPr eaLnBrk="1" hangingPunct="1"/>
            <a:r>
              <a:rPr lang="en-US" altLang="zh-CN" sz="2800" b="1">
                <a:solidFill>
                  <a:srgbClr val="000000"/>
                </a:solidFill>
                <a:ea typeface="楷体_GB2312" pitchFamily="49" charset="-122"/>
              </a:rPr>
              <a:t>      </a:t>
            </a:r>
            <a:r>
              <a:rPr lang="zh-CN" altLang="en-US" sz="2400" b="1">
                <a:solidFill>
                  <a:srgbClr val="000000"/>
                </a:solidFill>
                <a:ea typeface="楷体_GB2312" pitchFamily="49" charset="-122"/>
              </a:rPr>
              <a:t>下面我们将看到</a:t>
            </a:r>
            <a:r>
              <a:rPr lang="en-US" altLang="zh-CN" sz="2400" b="1">
                <a:solidFill>
                  <a:srgbClr val="000000"/>
                </a:solidFill>
                <a:ea typeface="楷体_GB2312" pitchFamily="49" charset="-122"/>
              </a:rPr>
              <a:t>,</a:t>
            </a:r>
            <a:r>
              <a:rPr lang="zh-CN" altLang="en-US" sz="2400" b="1">
                <a:solidFill>
                  <a:srgbClr val="000000"/>
                </a:solidFill>
                <a:ea typeface="楷体_GB2312" pitchFamily="49" charset="-122"/>
              </a:rPr>
              <a:t>这是可能的。我们可以有具有“</a:t>
            </a:r>
            <a:r>
              <a:rPr lang="zh-CN" altLang="en-US" sz="2400" b="1">
                <a:solidFill>
                  <a:srgbClr val="CC3300"/>
                </a:solidFill>
                <a:ea typeface="楷体_GB2312" pitchFamily="49" charset="-122"/>
              </a:rPr>
              <a:t>承袭性</a:t>
            </a:r>
            <a:r>
              <a:rPr lang="zh-CN" altLang="en-US" sz="2400" b="1">
                <a:solidFill>
                  <a:srgbClr val="000000"/>
                </a:solidFill>
                <a:ea typeface="楷体_GB2312" pitchFamily="49" charset="-122"/>
              </a:rPr>
              <a:t>”的所谓牛顿公式。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4578">
                                            <p:txEl>
                                              <p:pRg st="0" end="0"/>
                                            </p:txEl>
                                          </p:spTgt>
                                        </p:tgtEl>
                                        <p:attrNameLst>
                                          <p:attrName>style.visibility</p:attrName>
                                        </p:attrNameLst>
                                      </p:cBhvr>
                                      <p:to>
                                        <p:strVal val="visible"/>
                                      </p:to>
                                    </p:set>
                                    <p:animEffect transition="in" filter="wipe(up)">
                                      <p:cBhvr>
                                        <p:cTn id="7" dur="500"/>
                                        <p:tgtEl>
                                          <p:spTgt spid="2457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4578">
                                            <p:txEl>
                                              <p:pRg st="1" end="1"/>
                                            </p:txEl>
                                          </p:spTgt>
                                        </p:tgtEl>
                                        <p:attrNameLst>
                                          <p:attrName>style.visibility</p:attrName>
                                        </p:attrNameLst>
                                      </p:cBhvr>
                                      <p:to>
                                        <p:strVal val="visible"/>
                                      </p:to>
                                    </p:set>
                                    <p:animEffect transition="in" filter="wipe(up)">
                                      <p:cBhvr>
                                        <p:cTn id="12" dur="500"/>
                                        <p:tgtEl>
                                          <p:spTgt spid="2457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4578">
                                            <p:txEl>
                                              <p:pRg st="2" end="2"/>
                                            </p:txEl>
                                          </p:spTgt>
                                        </p:tgtEl>
                                        <p:attrNameLst>
                                          <p:attrName>style.visibility</p:attrName>
                                        </p:attrNameLst>
                                      </p:cBhvr>
                                      <p:to>
                                        <p:strVal val="visible"/>
                                      </p:to>
                                    </p:set>
                                    <p:animEffect transition="in" filter="wipe(up)">
                                      <p:cBhvr>
                                        <p:cTn id="17" dur="500"/>
                                        <p:tgtEl>
                                          <p:spTgt spid="24578">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7" presetClass="entr" presetSubtype="10" fill="hold" grpId="0" nodeType="clickEffect">
                                  <p:stCondLst>
                                    <p:cond delay="0"/>
                                  </p:stCondLst>
                                  <p:iterate type="lt">
                                    <p:tmPct val="30000"/>
                                  </p:iterate>
                                  <p:childTnLst>
                                    <p:set>
                                      <p:cBhvr>
                                        <p:cTn id="21" dur="1" fill="hold">
                                          <p:stCondLst>
                                            <p:cond delay="0"/>
                                          </p:stCondLst>
                                        </p:cTn>
                                        <p:tgtEl>
                                          <p:spTgt spid="24579"/>
                                        </p:tgtEl>
                                        <p:attrNameLst>
                                          <p:attrName>style.visibility</p:attrName>
                                        </p:attrNameLst>
                                      </p:cBhvr>
                                      <p:to>
                                        <p:strVal val="visible"/>
                                      </p:to>
                                    </p:set>
                                    <p:anim calcmode="lin" valueType="num">
                                      <p:cBhvr>
                                        <p:cTn id="22" dur="500" fill="hold"/>
                                        <p:tgtEl>
                                          <p:spTgt spid="24579"/>
                                        </p:tgtEl>
                                        <p:attrNameLst>
                                          <p:attrName>ppt_w</p:attrName>
                                        </p:attrNameLst>
                                      </p:cBhvr>
                                      <p:tavLst>
                                        <p:tav tm="0">
                                          <p:val>
                                            <p:fltVal val="0"/>
                                          </p:val>
                                        </p:tav>
                                        <p:tav tm="100000">
                                          <p:val>
                                            <p:strVal val="#ppt_w"/>
                                          </p:val>
                                        </p:tav>
                                      </p:tavLst>
                                    </p:anim>
                                    <p:anim calcmode="lin" valueType="num">
                                      <p:cBhvr>
                                        <p:cTn id="23" dur="500" fill="hold"/>
                                        <p:tgtEl>
                                          <p:spTgt spid="24579"/>
                                        </p:tgtEl>
                                        <p:attrNameLst>
                                          <p:attrName>ppt_h</p:attrName>
                                        </p:attrNameLst>
                                      </p:cBhvr>
                                      <p:tavLst>
                                        <p:tav tm="0">
                                          <p:val>
                                            <p:strVal val="#ppt_h"/>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iterate type="lt">
                                    <p:tmPct val="20000"/>
                                  </p:iterate>
                                  <p:childTnLst>
                                    <p:set>
                                      <p:cBhvr>
                                        <p:cTn id="27" dur="1" fill="hold">
                                          <p:stCondLst>
                                            <p:cond delay="0"/>
                                          </p:stCondLst>
                                        </p:cTn>
                                        <p:tgtEl>
                                          <p:spTgt spid="24580"/>
                                        </p:tgtEl>
                                        <p:attrNameLst>
                                          <p:attrName>style.visibility</p:attrName>
                                        </p:attrNameLst>
                                      </p:cBhvr>
                                      <p:to>
                                        <p:strVal val="visible"/>
                                      </p:to>
                                    </p:set>
                                    <p:animEffect transition="in" filter="wipe(up)">
                                      <p:cBhvr>
                                        <p:cTn id="28" dur="500"/>
                                        <p:tgtEl>
                                          <p:spTgt spid="245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build="p"/>
      <p:bldP spid="24579" grpId="0" animBg="1"/>
      <p:bldP spid="2458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Rectangle 2"/>
          <p:cNvSpPr>
            <a:spLocks noGrp="1" noChangeArrowheads="1"/>
          </p:cNvSpPr>
          <p:nvPr>
            <p:ph type="title"/>
          </p:nvPr>
        </p:nvSpPr>
        <p:spPr>
          <a:xfrm>
            <a:off x="1524000" y="228600"/>
            <a:ext cx="7010400" cy="1527175"/>
          </a:xfrm>
        </p:spPr>
        <p:txBody>
          <a:bodyPr/>
          <a:lstStyle/>
          <a:p>
            <a:pPr eaLnBrk="1" hangingPunct="1"/>
            <a:r>
              <a:rPr lang="zh-CN" altLang="en-US"/>
              <a:t>提纲</a:t>
            </a:r>
          </a:p>
        </p:txBody>
      </p:sp>
      <p:sp>
        <p:nvSpPr>
          <p:cNvPr id="9218" name="Rectangle 3"/>
          <p:cNvSpPr>
            <a:spLocks noGrp="1" noChangeArrowheads="1"/>
          </p:cNvSpPr>
          <p:nvPr>
            <p:ph idx="1"/>
          </p:nvPr>
        </p:nvSpPr>
        <p:spPr/>
        <p:txBody>
          <a:bodyPr/>
          <a:lstStyle/>
          <a:p>
            <a:pPr eaLnBrk="1" hangingPunct="1"/>
            <a:r>
              <a:rPr lang="zh-CN" altLang="en-US" dirty="0"/>
              <a:t>插值的基本概念</a:t>
            </a:r>
          </a:p>
          <a:p>
            <a:pPr eaLnBrk="1" hangingPunct="1"/>
            <a:endParaRPr lang="zh-CN" altLang="en-US" dirty="0">
              <a:solidFill>
                <a:srgbClr val="FF0000"/>
              </a:solidFill>
            </a:endParaRPr>
          </a:p>
          <a:p>
            <a:pPr eaLnBrk="1" hangingPunct="1"/>
            <a:r>
              <a:rPr lang="zh-CN" altLang="en-US" dirty="0"/>
              <a:t>拉格朗日插值</a:t>
            </a:r>
          </a:p>
          <a:p>
            <a:pPr eaLnBrk="1" hangingPunct="1"/>
            <a:endParaRPr lang="zh-CN" altLang="en-US" dirty="0"/>
          </a:p>
          <a:p>
            <a:pPr eaLnBrk="1" hangingPunct="1"/>
            <a:r>
              <a:rPr lang="zh-CN" altLang="en-US" dirty="0">
                <a:solidFill>
                  <a:srgbClr val="FF0000"/>
                </a:solidFill>
              </a:rPr>
              <a:t>牛顿插值</a:t>
            </a:r>
            <a:endParaRPr lang="en-US" altLang="zh-CN" dirty="0">
              <a:solidFill>
                <a:srgbClr val="FF0000"/>
              </a:solidFill>
            </a:endParaRPr>
          </a:p>
          <a:p>
            <a:pPr eaLnBrk="1" hangingPunct="1"/>
            <a:endParaRPr lang="en-US" altLang="zh-CN" dirty="0"/>
          </a:p>
          <a:p>
            <a:pPr eaLnBrk="1" hangingPunct="1"/>
            <a:r>
              <a:rPr lang="zh-CN" altLang="en-US" dirty="0"/>
              <a:t>厄尔米特插值</a:t>
            </a:r>
          </a:p>
          <a:p>
            <a:pPr lvl="1" eaLnBrk="1" hangingPunct="1"/>
            <a:endParaRPr lang="en-US" altLang="zh-CN" dirty="0"/>
          </a:p>
        </p:txBody>
      </p:sp>
    </p:spTree>
    <p:extLst>
      <p:ext uri="{BB962C8B-B14F-4D97-AF65-F5344CB8AC3E}">
        <p14:creationId xmlns:p14="http://schemas.microsoft.com/office/powerpoint/2010/main" val="521595967"/>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内容占位符 2"/>
          <p:cNvSpPr>
            <a:spLocks noGrp="1" noChangeArrowheads="1"/>
          </p:cNvSpPr>
          <p:nvPr>
            <p:ph idx="4294967295"/>
          </p:nvPr>
        </p:nvSpPr>
        <p:spPr>
          <a:xfrm>
            <a:off x="428625" y="142875"/>
            <a:ext cx="8001000" cy="676275"/>
          </a:xfrm>
        </p:spPr>
        <p:txBody>
          <a:bodyPr/>
          <a:lstStyle/>
          <a:p>
            <a:pPr>
              <a:buFontTx/>
              <a:buNone/>
            </a:pPr>
            <a:r>
              <a:rPr lang="zh-CN" altLang="en-US"/>
              <a:t>两点直线公式</a:t>
            </a:r>
            <a:r>
              <a:rPr lang="en-GB" altLang="zh-CN"/>
              <a:t>((x</a:t>
            </a:r>
            <a:r>
              <a:rPr lang="en-GB" altLang="zh-CN" baseline="-25000"/>
              <a:t>k</a:t>
            </a:r>
            <a:r>
              <a:rPr lang="en-GB" altLang="zh-CN"/>
              <a:t>,y</a:t>
            </a:r>
            <a:r>
              <a:rPr lang="en-GB" altLang="zh-CN" baseline="-25000"/>
              <a:t>k</a:t>
            </a:r>
            <a:r>
              <a:rPr lang="en-GB" altLang="zh-CN"/>
              <a:t>)(x</a:t>
            </a:r>
            <a:r>
              <a:rPr lang="en-GB" altLang="zh-CN" baseline="-25000"/>
              <a:t>k+1</a:t>
            </a:r>
            <a:r>
              <a:rPr lang="en-GB" altLang="zh-CN"/>
              <a:t>,y</a:t>
            </a:r>
            <a:r>
              <a:rPr lang="en-GB" altLang="zh-CN" baseline="-25000"/>
              <a:t>k+1</a:t>
            </a:r>
            <a:r>
              <a:rPr lang="en-GB" altLang="zh-CN"/>
              <a:t>))</a:t>
            </a:r>
            <a:endParaRPr lang="en-GB" altLang="zh-CN" baseline="-25000"/>
          </a:p>
          <a:p>
            <a:pPr>
              <a:buFontTx/>
              <a:buNone/>
            </a:pPr>
            <a:endParaRPr lang="en-GB" altLang="zh-CN" baseline="-25000"/>
          </a:p>
          <a:p>
            <a:pPr>
              <a:buFontTx/>
              <a:buNone/>
            </a:pPr>
            <a:endParaRPr lang="en-GB" altLang="zh-CN" baseline="-25000"/>
          </a:p>
          <a:p>
            <a:pPr>
              <a:buFontTx/>
              <a:buNone/>
            </a:pPr>
            <a:endParaRPr lang="en-GB" altLang="zh-CN" baseline="-25000"/>
          </a:p>
          <a:p>
            <a:pPr>
              <a:buFontTx/>
              <a:buNone/>
            </a:pPr>
            <a:endParaRPr lang="en-GB" altLang="zh-CN" baseline="-25000"/>
          </a:p>
        </p:txBody>
      </p:sp>
      <p:graphicFrame>
        <p:nvGraphicFramePr>
          <p:cNvPr id="16418" name="Object 34"/>
          <p:cNvGraphicFramePr>
            <a:graphicFrameLocks noChangeAspect="1"/>
          </p:cNvGraphicFramePr>
          <p:nvPr/>
        </p:nvGraphicFramePr>
        <p:xfrm>
          <a:off x="2124075" y="692150"/>
          <a:ext cx="5967413" cy="1979613"/>
        </p:xfrm>
        <a:graphic>
          <a:graphicData uri="http://schemas.openxmlformats.org/presentationml/2006/ole">
            <mc:AlternateContent xmlns:mc="http://schemas.openxmlformats.org/markup-compatibility/2006">
              <mc:Choice xmlns:v="urn:schemas-microsoft-com:vml" Requires="v">
                <p:oleObj spid="_x0000_s35908" r:id="rId4" imgW="2679700" imgH="889000" progId="Equation.DSMT4">
                  <p:embed/>
                </p:oleObj>
              </mc:Choice>
              <mc:Fallback>
                <p:oleObj r:id="rId4" imgW="2679700" imgH="889000" progId="Equation.DSMT4">
                  <p:embed/>
                  <p:pic>
                    <p:nvPicPr>
                      <p:cNvPr id="0" name="Object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4075" y="692150"/>
                        <a:ext cx="5967413" cy="197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5" name="内容占位符 2"/>
          <p:cNvSpPr txBox="1">
            <a:spLocks noChangeArrowheads="1"/>
          </p:cNvSpPr>
          <p:nvPr/>
        </p:nvSpPr>
        <p:spPr bwMode="auto">
          <a:xfrm>
            <a:off x="827088" y="2781300"/>
            <a:ext cx="6715125"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69900" indent="-469900"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accent2"/>
              </a:buClr>
              <a:buFont typeface="Wingdings" panose="05000000000000000000" pitchFamily="2" charset="2"/>
              <a:buNone/>
            </a:pPr>
            <a:r>
              <a:rPr lang="zh-CN" altLang="en-US" sz="3000">
                <a:latin typeface="Times New Roman" panose="02020603050405020304" pitchFamily="18" charset="0"/>
              </a:rPr>
              <a:t>考虑点斜式，两点为</a:t>
            </a:r>
            <a:r>
              <a:rPr lang="en-GB" altLang="zh-CN" sz="3000">
                <a:latin typeface="Times New Roman" panose="02020603050405020304" pitchFamily="18" charset="0"/>
              </a:rPr>
              <a:t>((x</a:t>
            </a:r>
            <a:r>
              <a:rPr lang="en-US" altLang="zh-CN" sz="3000" baseline="-25000">
                <a:latin typeface="Times New Roman" panose="02020603050405020304" pitchFamily="18" charset="0"/>
              </a:rPr>
              <a:t>0</a:t>
            </a:r>
            <a:r>
              <a:rPr lang="en-GB" altLang="zh-CN" sz="3000">
                <a:latin typeface="Times New Roman" panose="02020603050405020304" pitchFamily="18" charset="0"/>
              </a:rPr>
              <a:t>,y</a:t>
            </a:r>
            <a:r>
              <a:rPr lang="en-US" altLang="zh-CN" sz="3000" baseline="-25000">
                <a:latin typeface="Times New Roman" panose="02020603050405020304" pitchFamily="18" charset="0"/>
              </a:rPr>
              <a:t>0</a:t>
            </a:r>
            <a:r>
              <a:rPr lang="en-GB" altLang="zh-CN" sz="3000">
                <a:latin typeface="Times New Roman" panose="02020603050405020304" pitchFamily="18" charset="0"/>
              </a:rPr>
              <a:t>)(x</a:t>
            </a:r>
            <a:r>
              <a:rPr lang="en-GB" altLang="zh-CN" sz="3000" baseline="-25000">
                <a:latin typeface="Times New Roman" panose="02020603050405020304" pitchFamily="18" charset="0"/>
              </a:rPr>
              <a:t>1</a:t>
            </a:r>
            <a:r>
              <a:rPr lang="en-GB" altLang="zh-CN" sz="3000">
                <a:latin typeface="Times New Roman" panose="02020603050405020304" pitchFamily="18" charset="0"/>
              </a:rPr>
              <a:t>,y</a:t>
            </a:r>
            <a:r>
              <a:rPr lang="en-GB" altLang="zh-CN" sz="3000" baseline="-25000">
                <a:latin typeface="Times New Roman" panose="02020603050405020304" pitchFamily="18" charset="0"/>
              </a:rPr>
              <a:t>1</a:t>
            </a:r>
            <a:r>
              <a:rPr lang="en-GB" altLang="zh-CN" sz="3000">
                <a:latin typeface="Times New Roman" panose="02020603050405020304" pitchFamily="18" charset="0"/>
              </a:rPr>
              <a:t>)):</a:t>
            </a:r>
            <a:endParaRPr lang="en-GB" altLang="zh-CN" sz="3000" baseline="-25000">
              <a:latin typeface="Times New Roman" panose="02020603050405020304" pitchFamily="18" charset="0"/>
            </a:endParaRPr>
          </a:p>
          <a:p>
            <a:pPr>
              <a:spcBef>
                <a:spcPct val="20000"/>
              </a:spcBef>
              <a:buClr>
                <a:schemeClr val="accent2"/>
              </a:buClr>
              <a:buFont typeface="Wingdings" panose="05000000000000000000" pitchFamily="2" charset="2"/>
              <a:buNone/>
            </a:pPr>
            <a:endParaRPr lang="en-GB" altLang="zh-CN" sz="3000" baseline="-25000">
              <a:latin typeface="Times New Roman" panose="02020603050405020304" pitchFamily="18" charset="0"/>
            </a:endParaRPr>
          </a:p>
          <a:p>
            <a:pPr>
              <a:spcBef>
                <a:spcPct val="20000"/>
              </a:spcBef>
              <a:buClr>
                <a:schemeClr val="accent2"/>
              </a:buClr>
              <a:buFont typeface="Wingdings" panose="05000000000000000000" pitchFamily="2" charset="2"/>
              <a:buNone/>
            </a:pPr>
            <a:endParaRPr lang="en-GB" altLang="zh-CN" sz="3000" baseline="-25000">
              <a:latin typeface="Times New Roman" panose="02020603050405020304" pitchFamily="18" charset="0"/>
            </a:endParaRPr>
          </a:p>
          <a:p>
            <a:pPr>
              <a:spcBef>
                <a:spcPct val="20000"/>
              </a:spcBef>
              <a:buClr>
                <a:schemeClr val="accent2"/>
              </a:buClr>
              <a:buFont typeface="Wingdings" panose="05000000000000000000" pitchFamily="2" charset="2"/>
              <a:buNone/>
            </a:pPr>
            <a:endParaRPr lang="en-GB" altLang="zh-CN" sz="3000" baseline="-25000">
              <a:latin typeface="Times New Roman" panose="02020603050405020304" pitchFamily="18" charset="0"/>
            </a:endParaRPr>
          </a:p>
          <a:p>
            <a:pPr>
              <a:spcBef>
                <a:spcPct val="20000"/>
              </a:spcBef>
              <a:buClr>
                <a:schemeClr val="accent2"/>
              </a:buClr>
              <a:buFont typeface="Wingdings" panose="05000000000000000000" pitchFamily="2" charset="2"/>
              <a:buNone/>
            </a:pPr>
            <a:endParaRPr lang="en-GB" altLang="zh-CN" sz="3000" baseline="-25000">
              <a:latin typeface="Times New Roman" panose="02020603050405020304" pitchFamily="18" charset="0"/>
            </a:endParaRPr>
          </a:p>
        </p:txBody>
      </p:sp>
      <p:graphicFrame>
        <p:nvGraphicFramePr>
          <p:cNvPr id="4" name="Object 3"/>
          <p:cNvGraphicFramePr>
            <a:graphicFrameLocks noChangeAspect="1"/>
          </p:cNvGraphicFramePr>
          <p:nvPr/>
        </p:nvGraphicFramePr>
        <p:xfrm>
          <a:off x="2268538" y="3500438"/>
          <a:ext cx="3981450" cy="968375"/>
        </p:xfrm>
        <a:graphic>
          <a:graphicData uri="http://schemas.openxmlformats.org/presentationml/2006/ole">
            <mc:AlternateContent xmlns:mc="http://schemas.openxmlformats.org/markup-compatibility/2006">
              <mc:Choice xmlns:v="urn:schemas-microsoft-com:vml" Requires="v">
                <p:oleObj spid="_x0000_s35909" r:id="rId6" imgW="1777365" imgH="431800" progId="Equation.DSMT4">
                  <p:embed/>
                </p:oleObj>
              </mc:Choice>
              <mc:Fallback>
                <p:oleObj r:id="rId6" imgW="1777365" imgH="431800" progId="Equation.DSMT4">
                  <p:embed/>
                  <p:pic>
                    <p:nvPicPr>
                      <p:cNvPr id="0" name="Object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68538" y="3500438"/>
                        <a:ext cx="3981450"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7" name="内容占位符 2"/>
          <p:cNvSpPr txBox="1">
            <a:spLocks noChangeArrowheads="1"/>
          </p:cNvSpPr>
          <p:nvPr/>
        </p:nvSpPr>
        <p:spPr bwMode="auto">
          <a:xfrm>
            <a:off x="395288" y="4508500"/>
            <a:ext cx="842962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pPr>
            <a:r>
              <a:rPr lang="zh-CN" altLang="en-US" sz="3000">
                <a:latin typeface="Verdana" panose="020B0604030504040204" pitchFamily="34" charset="0"/>
              </a:rPr>
              <a:t>在此基础上增加一个节点</a:t>
            </a:r>
            <a:r>
              <a:rPr lang="en-GB" altLang="zh-CN" sz="3000">
                <a:latin typeface="Verdana" panose="020B0604030504040204" pitchFamily="34" charset="0"/>
              </a:rPr>
              <a:t>(x</a:t>
            </a:r>
            <a:r>
              <a:rPr lang="en-US" altLang="zh-CN" sz="3000" baseline="-25000">
                <a:latin typeface="Verdana" panose="020B0604030504040204" pitchFamily="34" charset="0"/>
              </a:rPr>
              <a:t>2</a:t>
            </a:r>
            <a:r>
              <a:rPr lang="en-GB" altLang="zh-CN" sz="3000">
                <a:latin typeface="Verdana" panose="020B0604030504040204" pitchFamily="34" charset="0"/>
              </a:rPr>
              <a:t>,y</a:t>
            </a:r>
            <a:r>
              <a:rPr lang="en-US" altLang="zh-CN" sz="3000" baseline="-25000">
                <a:latin typeface="Verdana" panose="020B0604030504040204" pitchFamily="34" charset="0"/>
              </a:rPr>
              <a:t>2</a:t>
            </a:r>
            <a:r>
              <a:rPr lang="en-GB" altLang="zh-CN" sz="3000">
                <a:latin typeface="Verdana" panose="020B0604030504040204" pitchFamily="34" charset="0"/>
              </a:rPr>
              <a:t>)</a:t>
            </a:r>
            <a:r>
              <a:rPr lang="zh-CN" altLang="en-US" sz="3000">
                <a:latin typeface="Verdana" panose="020B0604030504040204" pitchFamily="34" charset="0"/>
              </a:rPr>
              <a:t>，则过这三个点的插值多项式</a:t>
            </a:r>
            <a:endParaRPr lang="en-GB" altLang="zh-CN" sz="3000" baseline="-25000">
              <a:latin typeface="Verdana" panose="020B0604030504040204" pitchFamily="34" charset="0"/>
            </a:endParaRPr>
          </a:p>
        </p:txBody>
      </p:sp>
      <p:graphicFrame>
        <p:nvGraphicFramePr>
          <p:cNvPr id="6" name="Object 4"/>
          <p:cNvGraphicFramePr>
            <a:graphicFrameLocks noChangeAspect="1"/>
          </p:cNvGraphicFramePr>
          <p:nvPr/>
        </p:nvGraphicFramePr>
        <p:xfrm>
          <a:off x="2700338" y="5589588"/>
          <a:ext cx="2843212" cy="512762"/>
        </p:xfrm>
        <a:graphic>
          <a:graphicData uri="http://schemas.openxmlformats.org/presentationml/2006/ole">
            <mc:AlternateContent xmlns:mc="http://schemas.openxmlformats.org/markup-compatibility/2006">
              <mc:Choice xmlns:v="urn:schemas-microsoft-com:vml" Requires="v">
                <p:oleObj spid="_x0000_s35910" r:id="rId8" imgW="1270000" imgH="228600" progId="Equation.DSMT4">
                  <p:embed/>
                </p:oleObj>
              </mc:Choice>
              <mc:Fallback>
                <p:oleObj r:id="rId8" imgW="1270000" imgH="228600" progId="Equation.DSMT4">
                  <p:embed/>
                  <p:pic>
                    <p:nvPicPr>
                      <p:cNvPr id="0"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00338" y="5589588"/>
                        <a:ext cx="2843212" cy="51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0" name="内容占位符 2"/>
          <p:cNvSpPr txBox="1">
            <a:spLocks noChangeArrowheads="1"/>
          </p:cNvSpPr>
          <p:nvPr/>
        </p:nvSpPr>
        <p:spPr bwMode="auto">
          <a:xfrm>
            <a:off x="1535113" y="4100513"/>
            <a:ext cx="5170487" cy="584200"/>
          </a:xfrm>
          <a:prstGeom prst="rect">
            <a:avLst/>
          </a:prstGeom>
          <a:solidFill>
            <a:srgbClr val="FFFF00"/>
          </a:solidFill>
          <a:ln w="38100">
            <a:solidFill>
              <a:srgbClr val="FF0000"/>
            </a:solidFill>
            <a:miter lim="800000"/>
          </a:ln>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3200"/>
              <a:t>C(x)</a:t>
            </a:r>
            <a:r>
              <a:rPr lang="zh-CN" altLang="en-US" sz="3200"/>
              <a:t>应是一个二次多项式。</a:t>
            </a:r>
            <a:endParaRPr lang="en-GB" altLang="zh-CN" sz="3200"/>
          </a:p>
        </p:txBody>
      </p:sp>
      <p:sp>
        <p:nvSpPr>
          <p:cNvPr id="2" name="文本框 1"/>
          <p:cNvSpPr txBox="1">
            <a:spLocks noChangeArrowheads="1"/>
          </p:cNvSpPr>
          <p:nvPr/>
        </p:nvSpPr>
        <p:spPr bwMode="auto">
          <a:xfrm>
            <a:off x="1525588" y="2457450"/>
            <a:ext cx="5180012" cy="1077913"/>
          </a:xfrm>
          <a:prstGeom prst="rect">
            <a:avLst/>
          </a:prstGeom>
          <a:solidFill>
            <a:srgbClr val="FFFF00"/>
          </a:solidFill>
          <a:ln w="38100">
            <a:solidFill>
              <a:srgbClr val="FF0000"/>
            </a:solidFill>
            <a:miter lim="800000"/>
          </a:ln>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3200"/>
              <a:t>那么问题来了，</a:t>
            </a:r>
            <a:r>
              <a:rPr lang="en-US" altLang="zh-CN" sz="3200"/>
              <a:t>C(X)</a:t>
            </a:r>
            <a:r>
              <a:rPr lang="zh-CN" altLang="en-US" sz="3200"/>
              <a:t>是一个什么样的东东？</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7282"/>
                                        </p:tgtEl>
                                        <p:attrNameLst>
                                          <p:attrName>style.visibility</p:attrName>
                                        </p:attrNameLst>
                                      </p:cBhvr>
                                      <p:to>
                                        <p:strVal val="visible"/>
                                      </p:to>
                                    </p:set>
                                    <p:animEffect transition="in" filter="wipe(left)">
                                      <p:cBhvr>
                                        <p:cTn id="7" dur="500"/>
                                        <p:tgtEl>
                                          <p:spTgt spid="972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6418"/>
                                        </p:tgtEl>
                                        <p:attrNameLst>
                                          <p:attrName>style.visibility</p:attrName>
                                        </p:attrNameLst>
                                      </p:cBhvr>
                                      <p:to>
                                        <p:strVal val="visible"/>
                                      </p:to>
                                    </p:set>
                                    <p:animEffect transition="in" filter="wipe(left)">
                                      <p:cBhvr>
                                        <p:cTn id="12" dur="500"/>
                                        <p:tgtEl>
                                          <p:spTgt spid="164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down)">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left)">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left)">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ppt_x</p:attrName>
                                        </p:attrNameLst>
                                      </p:cBhvr>
                                      <p:tavLst>
                                        <p:tav tm="0">
                                          <p:val>
                                            <p:strVal val="#ppt_x"/>
                                          </p:val>
                                        </p:tav>
                                        <p:tav tm="100000">
                                          <p:val>
                                            <p:strVal val="#ppt_x"/>
                                          </p:val>
                                        </p:tav>
                                      </p:tavLst>
                                    </p:anim>
                                    <p:anim calcmode="lin" valueType="num">
                                      <p:cBhvr>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left)">
                                      <p:cBhvr>
                                        <p:cTn id="4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2" grpId="0"/>
      <p:bldP spid="5" grpId="0"/>
      <p:bldP spid="7" grpId="0"/>
      <p:bldP spid="10" grpId="0" animBg="1"/>
      <p:bldP spid="2"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89" name="Object 2"/>
          <p:cNvGraphicFramePr>
            <a:graphicFrameLocks noChangeAspect="1"/>
          </p:cNvGraphicFramePr>
          <p:nvPr/>
        </p:nvGraphicFramePr>
        <p:xfrm>
          <a:off x="2071688" y="285750"/>
          <a:ext cx="2843212" cy="512763"/>
        </p:xfrm>
        <a:graphic>
          <a:graphicData uri="http://schemas.openxmlformats.org/presentationml/2006/ole">
            <mc:AlternateContent xmlns:mc="http://schemas.openxmlformats.org/markup-compatibility/2006">
              <mc:Choice xmlns:v="urn:schemas-microsoft-com:vml" Requires="v">
                <p:oleObj spid="_x0000_s37991" r:id="rId3" imgW="1270000" imgH="228600" progId="Equation.DSMT4">
                  <p:embed/>
                </p:oleObj>
              </mc:Choice>
              <mc:Fallback>
                <p:oleObj r:id="rId3" imgW="1270000" imgH="228600" progId="Equation.DSMT4">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71688" y="285750"/>
                        <a:ext cx="2843212"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7890" name="Object 6"/>
          <p:cNvGraphicFramePr>
            <a:graphicFrameLocks noChangeAspect="1"/>
          </p:cNvGraphicFramePr>
          <p:nvPr/>
        </p:nvGraphicFramePr>
        <p:xfrm>
          <a:off x="2082800" y="1757363"/>
          <a:ext cx="3111500" cy="1028700"/>
        </p:xfrm>
        <a:graphic>
          <a:graphicData uri="http://schemas.openxmlformats.org/presentationml/2006/ole">
            <mc:AlternateContent xmlns:mc="http://schemas.openxmlformats.org/markup-compatibility/2006">
              <mc:Choice xmlns:v="urn:schemas-microsoft-com:vml" Requires="v">
                <p:oleObj spid="_x0000_s37992" r:id="rId5" imgW="1371600" imgH="457200" progId="Equation.DSMT4">
                  <p:embed/>
                </p:oleObj>
              </mc:Choice>
              <mc:Fallback>
                <p:oleObj r:id="rId5" imgW="1371600" imgH="4572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82800" y="1757363"/>
                        <a:ext cx="3111500" cy="102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7891" name="TextBox 7"/>
          <p:cNvSpPr txBox="1">
            <a:spLocks noChangeArrowheads="1"/>
          </p:cNvSpPr>
          <p:nvPr/>
        </p:nvSpPr>
        <p:spPr bwMode="auto">
          <a:xfrm>
            <a:off x="714375" y="2786063"/>
            <a:ext cx="178593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a:latin typeface="Verdana" panose="020B0604030504040204" pitchFamily="34" charset="0"/>
              </a:rPr>
              <a:t>所以有</a:t>
            </a:r>
            <a:endParaRPr lang="en-GB" altLang="zh-CN" sz="3200">
              <a:latin typeface="Verdana" panose="020B0604030504040204" pitchFamily="34" charset="0"/>
            </a:endParaRPr>
          </a:p>
        </p:txBody>
      </p:sp>
      <p:graphicFrame>
        <p:nvGraphicFramePr>
          <p:cNvPr id="37892" name="Object 4"/>
          <p:cNvGraphicFramePr>
            <a:graphicFrameLocks noChangeAspect="1"/>
          </p:cNvGraphicFramePr>
          <p:nvPr/>
        </p:nvGraphicFramePr>
        <p:xfrm>
          <a:off x="2098675" y="3043238"/>
          <a:ext cx="3402013" cy="1028700"/>
        </p:xfrm>
        <a:graphic>
          <a:graphicData uri="http://schemas.openxmlformats.org/presentationml/2006/ole">
            <mc:AlternateContent xmlns:mc="http://schemas.openxmlformats.org/markup-compatibility/2006">
              <mc:Choice xmlns:v="urn:schemas-microsoft-com:vml" Requires="v">
                <p:oleObj spid="_x0000_s37993" r:id="rId7" imgW="1498600" imgH="457200" progId="Equation.DSMT4">
                  <p:embed/>
                </p:oleObj>
              </mc:Choice>
              <mc:Fallback>
                <p:oleObj r:id="rId7" imgW="1498600" imgH="457200" progId="Equation.DSMT4">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98675" y="3043238"/>
                        <a:ext cx="3402013" cy="102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7893" name="TextBox 9"/>
          <p:cNvSpPr txBox="1">
            <a:spLocks noChangeArrowheads="1"/>
          </p:cNvSpPr>
          <p:nvPr/>
        </p:nvSpPr>
        <p:spPr bwMode="auto">
          <a:xfrm>
            <a:off x="714375" y="928688"/>
            <a:ext cx="63579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accent2"/>
              </a:buClr>
            </a:pPr>
            <a:r>
              <a:rPr lang="en-US" altLang="zh-CN" sz="3600" baseline="-25000">
                <a:latin typeface="Verdana" panose="020B0604030504040204" pitchFamily="34" charset="0"/>
              </a:rPr>
              <a:t>C(x)</a:t>
            </a:r>
            <a:r>
              <a:rPr lang="zh-CN" altLang="en-US" sz="3600" baseline="-25000">
                <a:latin typeface="宋体" panose="02010600030101010101" pitchFamily="2" charset="-122"/>
              </a:rPr>
              <a:t>应是一个二次多项式。根据插值条件</a:t>
            </a:r>
            <a:endParaRPr lang="en-GB" altLang="zh-CN" sz="3600" baseline="-25000">
              <a:latin typeface="Verdana" panose="020B0604030504040204" pitchFamily="34" charset="0"/>
            </a:endParaRPr>
          </a:p>
        </p:txBody>
      </p:sp>
      <p:sp>
        <p:nvSpPr>
          <p:cNvPr id="37894" name="TextBox 10"/>
          <p:cNvSpPr txBox="1">
            <a:spLocks noChangeArrowheads="1"/>
          </p:cNvSpPr>
          <p:nvPr/>
        </p:nvSpPr>
        <p:spPr bwMode="auto">
          <a:xfrm>
            <a:off x="714375" y="4143375"/>
            <a:ext cx="2857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latin typeface="Verdana" panose="020B0604030504040204" pitchFamily="34" charset="0"/>
              </a:rPr>
              <a:t>根据插值条件：</a:t>
            </a:r>
            <a:endParaRPr lang="en-GB" altLang="zh-CN" sz="2800">
              <a:latin typeface="Verdana" panose="020B0604030504040204" pitchFamily="34" charset="0"/>
            </a:endParaRPr>
          </a:p>
        </p:txBody>
      </p:sp>
      <p:graphicFrame>
        <p:nvGraphicFramePr>
          <p:cNvPr id="37895" name="Object 5"/>
          <p:cNvGraphicFramePr>
            <a:graphicFrameLocks noChangeAspect="1"/>
          </p:cNvGraphicFramePr>
          <p:nvPr/>
        </p:nvGraphicFramePr>
        <p:xfrm>
          <a:off x="3243263" y="4143375"/>
          <a:ext cx="1900237" cy="514350"/>
        </p:xfrm>
        <a:graphic>
          <a:graphicData uri="http://schemas.openxmlformats.org/presentationml/2006/ole">
            <mc:AlternateContent xmlns:mc="http://schemas.openxmlformats.org/markup-compatibility/2006">
              <mc:Choice xmlns:v="urn:schemas-microsoft-com:vml" Requires="v">
                <p:oleObj spid="_x0000_s37994" r:id="rId9" imgW="838200" imgH="228600" progId="Equation.DSMT4">
                  <p:embed/>
                </p:oleObj>
              </mc:Choice>
              <mc:Fallback>
                <p:oleObj r:id="rId9" imgW="838200" imgH="228600" progId="Equation.DSMT4">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43263" y="4143375"/>
                        <a:ext cx="1900237"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7896" name="TextBox 12"/>
          <p:cNvSpPr txBox="1">
            <a:spLocks noChangeArrowheads="1"/>
          </p:cNvSpPr>
          <p:nvPr/>
        </p:nvSpPr>
        <p:spPr bwMode="auto">
          <a:xfrm>
            <a:off x="714375" y="4714875"/>
            <a:ext cx="18573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latin typeface="Verdana" panose="020B0604030504040204" pitchFamily="34" charset="0"/>
              </a:rPr>
              <a:t>可以求出：</a:t>
            </a:r>
            <a:endParaRPr lang="en-GB" altLang="zh-CN" sz="2800">
              <a:latin typeface="Verdana" panose="020B0604030504040204" pitchFamily="34" charset="0"/>
            </a:endParaRPr>
          </a:p>
        </p:txBody>
      </p:sp>
      <p:graphicFrame>
        <p:nvGraphicFramePr>
          <p:cNvPr id="37897" name="Object 6"/>
          <p:cNvGraphicFramePr>
            <a:graphicFrameLocks noChangeAspect="1"/>
          </p:cNvGraphicFramePr>
          <p:nvPr/>
        </p:nvGraphicFramePr>
        <p:xfrm>
          <a:off x="2555875" y="4724400"/>
          <a:ext cx="5930900" cy="971550"/>
        </p:xfrm>
        <a:graphic>
          <a:graphicData uri="http://schemas.openxmlformats.org/presentationml/2006/ole">
            <mc:AlternateContent xmlns:mc="http://schemas.openxmlformats.org/markup-compatibility/2006">
              <mc:Choice xmlns:v="urn:schemas-microsoft-com:vml" Requires="v">
                <p:oleObj spid="_x0000_s37995" r:id="rId11" imgW="2616200" imgH="431800" progId="Equation.DSMT4">
                  <p:embed/>
                </p:oleObj>
              </mc:Choice>
              <mc:Fallback>
                <p:oleObj r:id="rId11" imgW="2616200" imgH="431800" progId="Equation.DSMT4">
                  <p:embed/>
                  <p:pic>
                    <p:nvPicPr>
                      <p:cNvPr id="0"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55875" y="4724400"/>
                        <a:ext cx="5930900"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7898" name="TextBox 14"/>
          <p:cNvSpPr txBox="1">
            <a:spLocks noChangeArrowheads="1"/>
          </p:cNvSpPr>
          <p:nvPr/>
        </p:nvSpPr>
        <p:spPr bwMode="auto">
          <a:xfrm>
            <a:off x="785813" y="5619750"/>
            <a:ext cx="25003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a:latin typeface="Verdana" panose="020B0604030504040204" pitchFamily="34" charset="0"/>
              </a:rPr>
              <a:t>重新写</a:t>
            </a:r>
            <a:r>
              <a:rPr lang="en-US" altLang="zh-CN" sz="2800">
                <a:latin typeface="Verdana" panose="020B0604030504040204" pitchFamily="34" charset="0"/>
              </a:rPr>
              <a:t>p</a:t>
            </a:r>
            <a:r>
              <a:rPr lang="en-US" altLang="zh-CN" sz="2800" baseline="-25000">
                <a:latin typeface="Verdana" panose="020B0604030504040204" pitchFamily="34" charset="0"/>
              </a:rPr>
              <a:t>2</a:t>
            </a:r>
            <a:r>
              <a:rPr lang="en-US" altLang="zh-CN" sz="2800">
                <a:latin typeface="Verdana" panose="020B0604030504040204" pitchFamily="34" charset="0"/>
              </a:rPr>
              <a:t>(x)</a:t>
            </a:r>
            <a:r>
              <a:rPr lang="zh-CN" altLang="en-US" sz="2800">
                <a:latin typeface="Verdana" panose="020B0604030504040204" pitchFamily="34" charset="0"/>
              </a:rPr>
              <a:t>：</a:t>
            </a:r>
            <a:endParaRPr lang="en-GB" altLang="zh-CN" sz="2800">
              <a:latin typeface="Verdana" panose="020B0604030504040204" pitchFamily="34" charset="0"/>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913" name="Object 2"/>
          <p:cNvGraphicFramePr>
            <a:graphicFrameLocks noChangeAspect="1"/>
          </p:cNvGraphicFramePr>
          <p:nvPr/>
        </p:nvGraphicFramePr>
        <p:xfrm>
          <a:off x="596742" y="233363"/>
          <a:ext cx="8304530" cy="5584825"/>
        </p:xfrm>
        <a:graphic>
          <a:graphicData uri="http://schemas.openxmlformats.org/presentationml/2006/ole">
            <mc:AlternateContent xmlns:mc="http://schemas.openxmlformats.org/markup-compatibility/2006">
              <mc:Choice xmlns:v="urn:schemas-microsoft-com:vml" Requires="v">
                <p:oleObj spid="_x0000_s38934" r:id="rId3" imgW="3708400" imgH="2489200" progId="Equation.DSMT4">
                  <p:embed/>
                </p:oleObj>
              </mc:Choice>
              <mc:Fallback>
                <p:oleObj r:id="rId3" imgW="3708400" imgH="2489200" progId="Equation.DSMT4">
                  <p:embed/>
                  <p:pic>
                    <p:nvPicPr>
                      <p:cNvPr id="0" name="Object 2"/>
                      <p:cNvPicPr>
                        <a:picLocks noChangeAspect="1" noChangeArrowheads="1"/>
                      </p:cNvPicPr>
                      <p:nvPr/>
                    </p:nvPicPr>
                    <p:blipFill>
                      <a:blip r:embed="rId4"/>
                      <a:srcRect/>
                      <a:stretch>
                        <a:fillRect/>
                      </a:stretch>
                    </p:blipFill>
                    <p:spPr bwMode="auto">
                      <a:xfrm>
                        <a:off x="596742" y="233363"/>
                        <a:ext cx="8304530" cy="558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Rectangle 2"/>
          <p:cNvSpPr>
            <a:spLocks noChangeArrowheads="1"/>
          </p:cNvSpPr>
          <p:nvPr/>
        </p:nvSpPr>
        <p:spPr bwMode="auto">
          <a:xfrm>
            <a:off x="3001963" y="33147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88067" name="Object 3"/>
          <p:cNvGraphicFramePr>
            <a:graphicFrameLocks noChangeAspect="1"/>
          </p:cNvGraphicFramePr>
          <p:nvPr/>
        </p:nvGraphicFramePr>
        <p:xfrm>
          <a:off x="849313" y="3309938"/>
          <a:ext cx="7380287" cy="517525"/>
        </p:xfrm>
        <a:graphic>
          <a:graphicData uri="http://schemas.openxmlformats.org/presentationml/2006/ole">
            <mc:AlternateContent xmlns:mc="http://schemas.openxmlformats.org/markup-compatibility/2006">
              <mc:Choice xmlns:v="urn:schemas-microsoft-com:vml" Requires="v">
                <p:oleObj spid="_x0000_s40041" r:id="rId3" imgW="3276600" imgH="228600" progId="Equation.DSMT4">
                  <p:embed/>
                </p:oleObj>
              </mc:Choice>
              <mc:Fallback>
                <p:oleObj r:id="rId3" imgW="3276600" imgH="2286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9313" y="3309938"/>
                        <a:ext cx="73802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8068" name="Object 4"/>
          <p:cNvGraphicFramePr>
            <a:graphicFrameLocks noChangeAspect="1"/>
          </p:cNvGraphicFramePr>
          <p:nvPr/>
        </p:nvGraphicFramePr>
        <p:xfrm>
          <a:off x="158750" y="1798638"/>
          <a:ext cx="8828088" cy="628650"/>
        </p:xfrm>
        <a:graphic>
          <a:graphicData uri="http://schemas.openxmlformats.org/presentationml/2006/ole">
            <mc:AlternateContent xmlns:mc="http://schemas.openxmlformats.org/markup-compatibility/2006">
              <mc:Choice xmlns:v="urn:schemas-microsoft-com:vml" Requires="v">
                <p:oleObj spid="_x0000_s40042" r:id="rId5" imgW="4775200" imgH="228600" progId="Equation.DSMT4">
                  <p:embed/>
                </p:oleObj>
              </mc:Choice>
              <mc:Fallback>
                <p:oleObj r:id="rId5" imgW="4775200" imgH="2286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750" y="1798638"/>
                        <a:ext cx="8828088"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8069" name="Text Box 5"/>
          <p:cNvSpPr txBox="1">
            <a:spLocks noChangeArrowheads="1"/>
          </p:cNvSpPr>
          <p:nvPr/>
        </p:nvSpPr>
        <p:spPr bwMode="auto">
          <a:xfrm>
            <a:off x="119063" y="1077913"/>
            <a:ext cx="4524375"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lnSpc>
                <a:spcPct val="80000"/>
              </a:lnSpc>
              <a:spcBef>
                <a:spcPct val="50000"/>
              </a:spcBef>
              <a:buClr>
                <a:srgbClr val="27305F"/>
              </a:buClr>
              <a:buSzPct val="60000"/>
              <a:buFont typeface="Wingdings" panose="05000000000000000000" pitchFamily="2" charset="2"/>
              <a:buNone/>
            </a:pPr>
            <a:r>
              <a:rPr lang="en-US" altLang="zh-CN" sz="3200" b="1">
                <a:solidFill>
                  <a:srgbClr val="FF0000"/>
                </a:solidFill>
                <a:latin typeface="Times New Roman" panose="02020603050405020304" pitchFamily="18" charset="0"/>
              </a:rPr>
              <a:t>Newton</a:t>
            </a:r>
            <a:r>
              <a:rPr lang="zh-CN" altLang="en-US" sz="3200" b="1">
                <a:solidFill>
                  <a:srgbClr val="FF0000"/>
                </a:solidFill>
                <a:latin typeface="Times New Roman" panose="02020603050405020304" pitchFamily="18" charset="0"/>
              </a:rPr>
              <a:t>插值法的思想：</a:t>
            </a:r>
          </a:p>
        </p:txBody>
      </p:sp>
      <p:sp>
        <p:nvSpPr>
          <p:cNvPr id="88070" name="Text Box 6"/>
          <p:cNvSpPr txBox="1">
            <a:spLocks noChangeArrowheads="1"/>
          </p:cNvSpPr>
          <p:nvPr/>
        </p:nvSpPr>
        <p:spPr bwMode="auto">
          <a:xfrm>
            <a:off x="0" y="2662238"/>
            <a:ext cx="2193925"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其基函数为</a:t>
            </a:r>
          </a:p>
        </p:txBody>
      </p:sp>
      <p:graphicFrame>
        <p:nvGraphicFramePr>
          <p:cNvPr id="88071" name="Object 7"/>
          <p:cNvGraphicFramePr>
            <a:graphicFrameLocks noGrp="1" noChangeAspect="1"/>
          </p:cNvGraphicFramePr>
          <p:nvPr>
            <p:ph sz="half" idx="1"/>
          </p:nvPr>
        </p:nvGraphicFramePr>
        <p:xfrm>
          <a:off x="2711450" y="4030663"/>
          <a:ext cx="2517775" cy="577850"/>
        </p:xfrm>
        <a:graphic>
          <a:graphicData uri="http://schemas.openxmlformats.org/presentationml/2006/ole">
            <mc:AlternateContent xmlns:mc="http://schemas.openxmlformats.org/markup-compatibility/2006">
              <mc:Choice xmlns:v="urn:schemas-microsoft-com:vml" Requires="v">
                <p:oleObj spid="_x0000_s40043" r:id="rId7" imgW="1079500" imgH="228600" progId="Equation.DSMT4">
                  <p:embed/>
                </p:oleObj>
              </mc:Choice>
              <mc:Fallback>
                <p:oleObj r:id="rId7" imgW="1079500" imgH="228600" progId="Equation.DSMT4">
                  <p:embed/>
                  <p:pic>
                    <p:nvPicPr>
                      <p:cNvPr id="0" name="Object 7"/>
                      <p:cNvPicPr>
                        <a:picLocks noGrp="1"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11450" y="4030663"/>
                        <a:ext cx="2517775" cy="577850"/>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8072" name="Object 8"/>
          <p:cNvGraphicFramePr>
            <a:graphicFrameLocks noGrp="1" noChangeAspect="1"/>
          </p:cNvGraphicFramePr>
          <p:nvPr>
            <p:ph sz="quarter" idx="2"/>
          </p:nvPr>
        </p:nvGraphicFramePr>
        <p:xfrm>
          <a:off x="827088" y="5157788"/>
          <a:ext cx="8027987" cy="693737"/>
        </p:xfrm>
        <a:graphic>
          <a:graphicData uri="http://schemas.openxmlformats.org/presentationml/2006/ole">
            <mc:AlternateContent xmlns:mc="http://schemas.openxmlformats.org/markup-compatibility/2006">
              <mc:Choice xmlns:v="urn:schemas-microsoft-com:vml" Requires="v">
                <p:oleObj spid="_x0000_s40044" r:id="rId9" imgW="2870200" imgH="228600" progId="Equation.DSMT4">
                  <p:embed/>
                </p:oleObj>
              </mc:Choice>
              <mc:Fallback>
                <p:oleObj r:id="rId9" imgW="2870200" imgH="228600" progId="Equation.DSMT4">
                  <p:embed/>
                  <p:pic>
                    <p:nvPicPr>
                      <p:cNvPr id="0" name="Object 8"/>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27088" y="5157788"/>
                        <a:ext cx="8027987" cy="693737"/>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8073" name="Text Box 9"/>
          <p:cNvSpPr txBox="1">
            <a:spLocks noChangeArrowheads="1"/>
          </p:cNvSpPr>
          <p:nvPr/>
        </p:nvSpPr>
        <p:spPr bwMode="auto">
          <a:xfrm>
            <a:off x="0" y="4102100"/>
            <a:ext cx="279082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其中待定系数为</a:t>
            </a:r>
          </a:p>
        </p:txBody>
      </p:sp>
      <p:sp>
        <p:nvSpPr>
          <p:cNvPr id="88074" name="Text Box 10"/>
          <p:cNvSpPr txBox="1">
            <a:spLocks noChangeArrowheads="1"/>
          </p:cNvSpPr>
          <p:nvPr/>
        </p:nvSpPr>
        <p:spPr bwMode="auto">
          <a:xfrm>
            <a:off x="119063" y="5254625"/>
            <a:ext cx="1528762"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且</a:t>
            </a:r>
          </a:p>
        </p:txBody>
      </p:sp>
      <p:sp>
        <p:nvSpPr>
          <p:cNvPr id="88075" name="AutoShape 11"/>
          <p:cNvSpPr>
            <a:spLocks noChangeArrowheads="1"/>
          </p:cNvSpPr>
          <p:nvPr/>
        </p:nvSpPr>
        <p:spPr bwMode="auto">
          <a:xfrm>
            <a:off x="4932363" y="4149725"/>
            <a:ext cx="3390900" cy="647700"/>
          </a:xfrm>
          <a:prstGeom prst="wedgeRoundRectCallout">
            <a:avLst>
              <a:gd name="adj1" fmla="val -89324"/>
              <a:gd name="adj2" fmla="val 123282"/>
              <a:gd name="adj3" fmla="val 16667"/>
            </a:avLst>
          </a:prstGeom>
          <a:solidFill>
            <a:srgbClr val="339966"/>
          </a:solidFill>
          <a:ln w="9525">
            <a:solidFill>
              <a:srgbClr val="000000"/>
            </a:solidFill>
            <a:miter lim="800000"/>
          </a:ln>
        </p:spPr>
        <p:txBody>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lnSpc>
                <a:spcPct val="80000"/>
              </a:lnSpc>
              <a:spcBef>
                <a:spcPct val="35000"/>
              </a:spcBef>
              <a:buClr>
                <a:srgbClr val="27305F"/>
              </a:buClr>
              <a:buSzPct val="60000"/>
              <a:buFont typeface="Wingdings" panose="05000000000000000000" pitchFamily="2" charset="2"/>
              <a:buNone/>
            </a:pPr>
            <a:r>
              <a:rPr lang="zh-CN" altLang="en-US" sz="2800" b="1">
                <a:solidFill>
                  <a:srgbClr val="0000FF"/>
                </a:solidFill>
                <a:latin typeface="Times New Roman" panose="02020603050405020304" pitchFamily="18" charset="0"/>
              </a:rPr>
              <a:t>余项校正法</a:t>
            </a:r>
          </a:p>
        </p:txBody>
      </p:sp>
      <p:graphicFrame>
        <p:nvGraphicFramePr>
          <p:cNvPr id="88077" name="Object 13"/>
          <p:cNvGraphicFramePr>
            <a:graphicFrameLocks noGrp="1" noChangeAspect="1"/>
          </p:cNvGraphicFramePr>
          <p:nvPr>
            <p:ph sz="quarter" idx="3"/>
          </p:nvPr>
        </p:nvGraphicFramePr>
        <p:xfrm>
          <a:off x="2339975" y="260350"/>
          <a:ext cx="6132513" cy="544513"/>
        </p:xfrm>
        <a:graphic>
          <a:graphicData uri="http://schemas.openxmlformats.org/presentationml/2006/ole">
            <mc:AlternateContent xmlns:mc="http://schemas.openxmlformats.org/markup-compatibility/2006">
              <mc:Choice xmlns:v="urn:schemas-microsoft-com:vml" Requires="v">
                <p:oleObj spid="_x0000_s40045" r:id="rId11" imgW="2578100" imgH="228600" progId="Equation.DSMT4">
                  <p:embed/>
                </p:oleObj>
              </mc:Choice>
              <mc:Fallback>
                <p:oleObj r:id="rId11" imgW="2578100" imgH="228600" progId="Equation.DSMT4">
                  <p:embed/>
                  <p:pic>
                    <p:nvPicPr>
                      <p:cNvPr id="0" name="Object 13"/>
                      <p:cNvPicPr>
                        <a:picLocks noGrp="1"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39975" y="260350"/>
                        <a:ext cx="6132513" cy="544513"/>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8078" name="Rectangle 14"/>
          <p:cNvSpPr>
            <a:spLocks noChangeArrowheads="1"/>
          </p:cNvSpPr>
          <p:nvPr/>
        </p:nvSpPr>
        <p:spPr bwMode="auto">
          <a:xfrm>
            <a:off x="184150" y="285750"/>
            <a:ext cx="2300288"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35000"/>
              </a:spcBef>
              <a:buClr>
                <a:srgbClr val="27305F"/>
              </a:buClr>
              <a:buSzPct val="60000"/>
              <a:buFont typeface="Wingdings" panose="05000000000000000000" pitchFamily="2" charset="2"/>
              <a:buNone/>
            </a:pPr>
            <a:r>
              <a:rPr lang="zh-CN" altLang="en-US" sz="3200" b="1">
                <a:latin typeface="Times New Roman" panose="02020603050405020304" pitchFamily="18" charset="0"/>
              </a:rPr>
              <a:t>插值条件：</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8078"/>
                                        </p:tgtEl>
                                        <p:attrNameLst>
                                          <p:attrName>style.visibility</p:attrName>
                                        </p:attrNameLst>
                                      </p:cBhvr>
                                      <p:to>
                                        <p:strVal val="visible"/>
                                      </p:to>
                                    </p:set>
                                    <p:animEffect transition="in" filter="wipe(left)">
                                      <p:cBhvr>
                                        <p:cTn id="7" dur="500"/>
                                        <p:tgtEl>
                                          <p:spTgt spid="88078"/>
                                        </p:tgtEl>
                                      </p:cBhvr>
                                    </p:animEffect>
                                  </p:childTnLst>
                                </p:cTn>
                              </p:par>
                              <p:par>
                                <p:cTn id="8" presetID="22" presetClass="entr" presetSubtype="8" fill="hold" nodeType="withEffect">
                                  <p:stCondLst>
                                    <p:cond delay="0"/>
                                  </p:stCondLst>
                                  <p:childTnLst>
                                    <p:set>
                                      <p:cBhvr>
                                        <p:cTn id="9" dur="1" fill="hold">
                                          <p:stCondLst>
                                            <p:cond delay="0"/>
                                          </p:stCondLst>
                                        </p:cTn>
                                        <p:tgtEl>
                                          <p:spTgt spid="88077"/>
                                        </p:tgtEl>
                                        <p:attrNameLst>
                                          <p:attrName>style.visibility</p:attrName>
                                        </p:attrNameLst>
                                      </p:cBhvr>
                                      <p:to>
                                        <p:strVal val="visible"/>
                                      </p:to>
                                    </p:set>
                                    <p:animEffect transition="in" filter="wipe(left)">
                                      <p:cBhvr>
                                        <p:cTn id="10" dur="500"/>
                                        <p:tgtEl>
                                          <p:spTgt spid="88077"/>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88069"/>
                                        </p:tgtEl>
                                        <p:attrNameLst>
                                          <p:attrName>style.visibility</p:attrName>
                                        </p:attrNameLst>
                                      </p:cBhvr>
                                      <p:to>
                                        <p:strVal val="visible"/>
                                      </p:to>
                                    </p:set>
                                    <p:animEffect transition="in" filter="wipe(left)">
                                      <p:cBhvr>
                                        <p:cTn id="15" dur="500"/>
                                        <p:tgtEl>
                                          <p:spTgt spid="88069"/>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8" fill="hold" nodeType="clickEffect">
                                  <p:stCondLst>
                                    <p:cond delay="0"/>
                                  </p:stCondLst>
                                  <p:childTnLst>
                                    <p:set>
                                      <p:cBhvr>
                                        <p:cTn id="19" dur="1" fill="hold">
                                          <p:stCondLst>
                                            <p:cond delay="0"/>
                                          </p:stCondLst>
                                        </p:cTn>
                                        <p:tgtEl>
                                          <p:spTgt spid="88068"/>
                                        </p:tgtEl>
                                        <p:attrNameLst>
                                          <p:attrName>style.visibility</p:attrName>
                                        </p:attrNameLst>
                                      </p:cBhvr>
                                      <p:to>
                                        <p:strVal val="visible"/>
                                      </p:to>
                                    </p:set>
                                    <p:anim calcmode="lin" valueType="num">
                                      <p:cBhvr>
                                        <p:cTn id="20" dur="500" fill="hold"/>
                                        <p:tgtEl>
                                          <p:spTgt spid="88068"/>
                                        </p:tgtEl>
                                        <p:attrNameLst>
                                          <p:attrName>ppt_x</p:attrName>
                                        </p:attrNameLst>
                                      </p:cBhvr>
                                      <p:tavLst>
                                        <p:tav tm="0">
                                          <p:val>
                                            <p:strVal val="0-#ppt_w/2"/>
                                          </p:val>
                                        </p:tav>
                                        <p:tav tm="100000">
                                          <p:val>
                                            <p:strVal val="#ppt_x"/>
                                          </p:val>
                                        </p:tav>
                                      </p:tavLst>
                                    </p:anim>
                                    <p:anim calcmode="lin" valueType="num">
                                      <p:cBhvr>
                                        <p:cTn id="21" dur="500" fill="hold"/>
                                        <p:tgtEl>
                                          <p:spTgt spid="88068"/>
                                        </p:tgtEl>
                                        <p:attrNameLst>
                                          <p:attrName>ppt_y</p:attrName>
                                        </p:attrNameLst>
                                      </p:cBhvr>
                                      <p:tavLst>
                                        <p:tav tm="0">
                                          <p:val>
                                            <p:strVal val="#ppt_y"/>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88070"/>
                                        </p:tgtEl>
                                        <p:attrNameLst>
                                          <p:attrName>style.visibility</p:attrName>
                                        </p:attrNameLst>
                                      </p:cBhvr>
                                      <p:to>
                                        <p:strVal val="visible"/>
                                      </p:to>
                                    </p:set>
                                    <p:anim calcmode="lin" valueType="num">
                                      <p:cBhvr>
                                        <p:cTn id="26" dur="500" fill="hold"/>
                                        <p:tgtEl>
                                          <p:spTgt spid="88070"/>
                                        </p:tgtEl>
                                        <p:attrNameLst>
                                          <p:attrName>ppt_x</p:attrName>
                                        </p:attrNameLst>
                                      </p:cBhvr>
                                      <p:tavLst>
                                        <p:tav tm="0">
                                          <p:val>
                                            <p:strVal val="0-#ppt_w/2"/>
                                          </p:val>
                                        </p:tav>
                                        <p:tav tm="100000">
                                          <p:val>
                                            <p:strVal val="#ppt_x"/>
                                          </p:val>
                                        </p:tav>
                                      </p:tavLst>
                                    </p:anim>
                                    <p:anim calcmode="lin" valueType="num">
                                      <p:cBhvr>
                                        <p:cTn id="27" dur="500" fill="hold"/>
                                        <p:tgtEl>
                                          <p:spTgt spid="88070"/>
                                        </p:tgtEl>
                                        <p:attrNameLst>
                                          <p:attrName>ppt_y</p:attrName>
                                        </p:attrNameLst>
                                      </p:cBhvr>
                                      <p:tavLst>
                                        <p:tav tm="0">
                                          <p:val>
                                            <p:strVal val="#ppt_y"/>
                                          </p:val>
                                        </p:tav>
                                        <p:tav tm="100000">
                                          <p:val>
                                            <p:strVal val="#ppt_y"/>
                                          </p:val>
                                        </p:tav>
                                      </p:tavLst>
                                    </p:anim>
                                  </p:childTnLst>
                                </p:cTn>
                              </p:par>
                              <p:par>
                                <p:cTn id="28" presetID="2" presetClass="entr" presetSubtype="8" fill="hold" nodeType="withEffect">
                                  <p:stCondLst>
                                    <p:cond delay="0"/>
                                  </p:stCondLst>
                                  <p:childTnLst>
                                    <p:set>
                                      <p:cBhvr>
                                        <p:cTn id="29" dur="1" fill="hold">
                                          <p:stCondLst>
                                            <p:cond delay="0"/>
                                          </p:stCondLst>
                                        </p:cTn>
                                        <p:tgtEl>
                                          <p:spTgt spid="88067"/>
                                        </p:tgtEl>
                                        <p:attrNameLst>
                                          <p:attrName>style.visibility</p:attrName>
                                        </p:attrNameLst>
                                      </p:cBhvr>
                                      <p:to>
                                        <p:strVal val="visible"/>
                                      </p:to>
                                    </p:set>
                                    <p:anim calcmode="lin" valueType="num">
                                      <p:cBhvr>
                                        <p:cTn id="30" dur="500" fill="hold"/>
                                        <p:tgtEl>
                                          <p:spTgt spid="88067"/>
                                        </p:tgtEl>
                                        <p:attrNameLst>
                                          <p:attrName>ppt_x</p:attrName>
                                        </p:attrNameLst>
                                      </p:cBhvr>
                                      <p:tavLst>
                                        <p:tav tm="0">
                                          <p:val>
                                            <p:strVal val="0-#ppt_w/2"/>
                                          </p:val>
                                        </p:tav>
                                        <p:tav tm="100000">
                                          <p:val>
                                            <p:strVal val="#ppt_x"/>
                                          </p:val>
                                        </p:tav>
                                      </p:tavLst>
                                    </p:anim>
                                    <p:anim calcmode="lin" valueType="num">
                                      <p:cBhvr>
                                        <p:cTn id="31" dur="500" fill="hold"/>
                                        <p:tgtEl>
                                          <p:spTgt spid="88067"/>
                                        </p:tgtEl>
                                        <p:attrNameLst>
                                          <p:attrName>ppt_y</p:attrName>
                                        </p:attrNameLst>
                                      </p:cBhvr>
                                      <p:tavLst>
                                        <p:tav tm="0">
                                          <p:val>
                                            <p:strVal val="#ppt_y"/>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88073"/>
                                        </p:tgtEl>
                                        <p:attrNameLst>
                                          <p:attrName>style.visibility</p:attrName>
                                        </p:attrNameLst>
                                      </p:cBhvr>
                                      <p:to>
                                        <p:strVal val="visible"/>
                                      </p:to>
                                    </p:set>
                                    <p:anim calcmode="lin" valueType="num">
                                      <p:cBhvr>
                                        <p:cTn id="36" dur="500" fill="hold"/>
                                        <p:tgtEl>
                                          <p:spTgt spid="88073"/>
                                        </p:tgtEl>
                                        <p:attrNameLst>
                                          <p:attrName>ppt_x</p:attrName>
                                        </p:attrNameLst>
                                      </p:cBhvr>
                                      <p:tavLst>
                                        <p:tav tm="0">
                                          <p:val>
                                            <p:strVal val="0-#ppt_w/2"/>
                                          </p:val>
                                        </p:tav>
                                        <p:tav tm="100000">
                                          <p:val>
                                            <p:strVal val="#ppt_x"/>
                                          </p:val>
                                        </p:tav>
                                      </p:tavLst>
                                    </p:anim>
                                    <p:anim calcmode="lin" valueType="num">
                                      <p:cBhvr>
                                        <p:cTn id="37" dur="500" fill="hold"/>
                                        <p:tgtEl>
                                          <p:spTgt spid="88073"/>
                                        </p:tgtEl>
                                        <p:attrNameLst>
                                          <p:attrName>ppt_y</p:attrName>
                                        </p:attrNameLst>
                                      </p:cBhvr>
                                      <p:tavLst>
                                        <p:tav tm="0">
                                          <p:val>
                                            <p:strVal val="#ppt_y"/>
                                          </p:val>
                                        </p:tav>
                                        <p:tav tm="100000">
                                          <p:val>
                                            <p:strVal val="#ppt_y"/>
                                          </p:val>
                                        </p:tav>
                                      </p:tavLst>
                                    </p:anim>
                                  </p:childTnLst>
                                </p:cTn>
                              </p:par>
                              <p:par>
                                <p:cTn id="38" presetID="2" presetClass="entr" presetSubtype="8" fill="hold" nodeType="withEffect">
                                  <p:stCondLst>
                                    <p:cond delay="0"/>
                                  </p:stCondLst>
                                  <p:childTnLst>
                                    <p:set>
                                      <p:cBhvr>
                                        <p:cTn id="39" dur="1" fill="hold">
                                          <p:stCondLst>
                                            <p:cond delay="0"/>
                                          </p:stCondLst>
                                        </p:cTn>
                                        <p:tgtEl>
                                          <p:spTgt spid="88071"/>
                                        </p:tgtEl>
                                        <p:attrNameLst>
                                          <p:attrName>style.visibility</p:attrName>
                                        </p:attrNameLst>
                                      </p:cBhvr>
                                      <p:to>
                                        <p:strVal val="visible"/>
                                      </p:to>
                                    </p:set>
                                    <p:anim calcmode="lin" valueType="num">
                                      <p:cBhvr>
                                        <p:cTn id="40" dur="500" fill="hold"/>
                                        <p:tgtEl>
                                          <p:spTgt spid="88071"/>
                                        </p:tgtEl>
                                        <p:attrNameLst>
                                          <p:attrName>ppt_x</p:attrName>
                                        </p:attrNameLst>
                                      </p:cBhvr>
                                      <p:tavLst>
                                        <p:tav tm="0">
                                          <p:val>
                                            <p:strVal val="0-#ppt_w/2"/>
                                          </p:val>
                                        </p:tav>
                                        <p:tav tm="100000">
                                          <p:val>
                                            <p:strVal val="#ppt_x"/>
                                          </p:val>
                                        </p:tav>
                                      </p:tavLst>
                                    </p:anim>
                                    <p:anim calcmode="lin" valueType="num">
                                      <p:cBhvr>
                                        <p:cTn id="41" dur="500" fill="hold"/>
                                        <p:tgtEl>
                                          <p:spTgt spid="88071"/>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4" fill="hold" grpId="0" nodeType="clickEffect">
                                  <p:stCondLst>
                                    <p:cond delay="0"/>
                                  </p:stCondLst>
                                  <p:childTnLst>
                                    <p:set>
                                      <p:cBhvr>
                                        <p:cTn id="45" dur="1" fill="hold">
                                          <p:stCondLst>
                                            <p:cond delay="0"/>
                                          </p:stCondLst>
                                        </p:cTn>
                                        <p:tgtEl>
                                          <p:spTgt spid="88074"/>
                                        </p:tgtEl>
                                        <p:attrNameLst>
                                          <p:attrName>style.visibility</p:attrName>
                                        </p:attrNameLst>
                                      </p:cBhvr>
                                      <p:to>
                                        <p:strVal val="visible"/>
                                      </p:to>
                                    </p:set>
                                    <p:anim calcmode="lin" valueType="num">
                                      <p:cBhvr>
                                        <p:cTn id="46" dur="500" fill="hold"/>
                                        <p:tgtEl>
                                          <p:spTgt spid="88074"/>
                                        </p:tgtEl>
                                        <p:attrNameLst>
                                          <p:attrName>ppt_x</p:attrName>
                                        </p:attrNameLst>
                                      </p:cBhvr>
                                      <p:tavLst>
                                        <p:tav tm="0">
                                          <p:val>
                                            <p:strVal val="#ppt_x"/>
                                          </p:val>
                                        </p:tav>
                                        <p:tav tm="100000">
                                          <p:val>
                                            <p:strVal val="#ppt_x"/>
                                          </p:val>
                                        </p:tav>
                                      </p:tavLst>
                                    </p:anim>
                                    <p:anim calcmode="lin" valueType="num">
                                      <p:cBhvr>
                                        <p:cTn id="47" dur="500" fill="hold"/>
                                        <p:tgtEl>
                                          <p:spTgt spid="88074"/>
                                        </p:tgtEl>
                                        <p:attrNameLst>
                                          <p:attrName>ppt_y</p:attrName>
                                        </p:attrNameLst>
                                      </p:cBhvr>
                                      <p:tavLst>
                                        <p:tav tm="0">
                                          <p:val>
                                            <p:strVal val="1+#ppt_h/2"/>
                                          </p:val>
                                        </p:tav>
                                        <p:tav tm="100000">
                                          <p:val>
                                            <p:strVal val="#ppt_y"/>
                                          </p:val>
                                        </p:tav>
                                      </p:tavLst>
                                    </p:anim>
                                  </p:childTnLst>
                                </p:cTn>
                              </p:par>
                              <p:par>
                                <p:cTn id="48" presetID="2" presetClass="entr" presetSubtype="4" fill="hold" nodeType="withEffect">
                                  <p:stCondLst>
                                    <p:cond delay="0"/>
                                  </p:stCondLst>
                                  <p:childTnLst>
                                    <p:set>
                                      <p:cBhvr>
                                        <p:cTn id="49" dur="1" fill="hold">
                                          <p:stCondLst>
                                            <p:cond delay="0"/>
                                          </p:stCondLst>
                                        </p:cTn>
                                        <p:tgtEl>
                                          <p:spTgt spid="88072"/>
                                        </p:tgtEl>
                                        <p:attrNameLst>
                                          <p:attrName>style.visibility</p:attrName>
                                        </p:attrNameLst>
                                      </p:cBhvr>
                                      <p:to>
                                        <p:strVal val="visible"/>
                                      </p:to>
                                    </p:set>
                                    <p:anim calcmode="lin" valueType="num">
                                      <p:cBhvr>
                                        <p:cTn id="50" dur="500" fill="hold"/>
                                        <p:tgtEl>
                                          <p:spTgt spid="88072"/>
                                        </p:tgtEl>
                                        <p:attrNameLst>
                                          <p:attrName>ppt_x</p:attrName>
                                        </p:attrNameLst>
                                      </p:cBhvr>
                                      <p:tavLst>
                                        <p:tav tm="0">
                                          <p:val>
                                            <p:strVal val="#ppt_x"/>
                                          </p:val>
                                        </p:tav>
                                        <p:tav tm="100000">
                                          <p:val>
                                            <p:strVal val="#ppt_x"/>
                                          </p:val>
                                        </p:tav>
                                      </p:tavLst>
                                    </p:anim>
                                    <p:anim calcmode="lin" valueType="num">
                                      <p:cBhvr>
                                        <p:cTn id="51" dur="500" fill="hold"/>
                                        <p:tgtEl>
                                          <p:spTgt spid="88072"/>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88075"/>
                                        </p:tgtEl>
                                        <p:attrNameLst>
                                          <p:attrName>style.visibility</p:attrName>
                                        </p:attrNameLst>
                                      </p:cBhvr>
                                      <p:to>
                                        <p:strVal val="visible"/>
                                      </p:to>
                                    </p:set>
                                    <p:anim calcmode="lin" valueType="num">
                                      <p:cBhvr>
                                        <p:cTn id="56" dur="500" fill="hold"/>
                                        <p:tgtEl>
                                          <p:spTgt spid="88075"/>
                                        </p:tgtEl>
                                        <p:attrNameLst>
                                          <p:attrName>ppt_x</p:attrName>
                                        </p:attrNameLst>
                                      </p:cBhvr>
                                      <p:tavLst>
                                        <p:tav tm="0">
                                          <p:val>
                                            <p:strVal val="#ppt_x"/>
                                          </p:val>
                                        </p:tav>
                                        <p:tav tm="100000">
                                          <p:val>
                                            <p:strVal val="#ppt_x"/>
                                          </p:val>
                                        </p:tav>
                                      </p:tavLst>
                                    </p:anim>
                                    <p:anim calcmode="lin" valueType="num">
                                      <p:cBhvr>
                                        <p:cTn id="57" dur="500" fill="hold"/>
                                        <p:tgtEl>
                                          <p:spTgt spid="880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069" grpId="0"/>
      <p:bldP spid="88070" grpId="0"/>
      <p:bldP spid="88073" grpId="0"/>
      <p:bldP spid="88074" grpId="0"/>
      <p:bldP spid="88075" grpId="0" animBg="1"/>
      <p:bldP spid="8807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2"/>
          <p:cNvSpPr>
            <a:spLocks noChangeArrowheads="1"/>
          </p:cNvSpPr>
          <p:nvPr/>
        </p:nvSpPr>
        <p:spPr bwMode="auto">
          <a:xfrm>
            <a:off x="0" y="26146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89091" name="Object 3"/>
          <p:cNvGraphicFramePr>
            <a:graphicFrameLocks noChangeAspect="1"/>
          </p:cNvGraphicFramePr>
          <p:nvPr/>
        </p:nvGraphicFramePr>
        <p:xfrm>
          <a:off x="450850" y="1341438"/>
          <a:ext cx="4587875" cy="3078162"/>
        </p:xfrm>
        <a:graphic>
          <a:graphicData uri="http://schemas.openxmlformats.org/presentationml/2006/ole">
            <mc:AlternateContent xmlns:mc="http://schemas.openxmlformats.org/markup-compatibility/2006">
              <mc:Choice xmlns:v="urn:schemas-microsoft-com:vml" Requires="v">
                <p:oleObj spid="_x0000_s41100" r:id="rId3" imgW="2768600" imgH="2082800" progId="Equation.DSMT4">
                  <p:embed/>
                </p:oleObj>
              </mc:Choice>
              <mc:Fallback>
                <p:oleObj r:id="rId3" imgW="2768600" imgH="20828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0850" y="1341438"/>
                        <a:ext cx="4587875"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0963" name="Rectangle 4"/>
          <p:cNvSpPr>
            <a:spLocks noChangeArrowheads="1"/>
          </p:cNvSpPr>
          <p:nvPr/>
        </p:nvSpPr>
        <p:spPr bwMode="auto">
          <a:xfrm>
            <a:off x="0" y="27289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89093" name="Object 5"/>
          <p:cNvGraphicFramePr>
            <a:graphicFrameLocks noChangeAspect="1"/>
          </p:cNvGraphicFramePr>
          <p:nvPr/>
        </p:nvGraphicFramePr>
        <p:xfrm>
          <a:off x="749618" y="4292442"/>
          <a:ext cx="6127115" cy="2379980"/>
        </p:xfrm>
        <a:graphic>
          <a:graphicData uri="http://schemas.openxmlformats.org/presentationml/2006/ole">
            <mc:AlternateContent xmlns:mc="http://schemas.openxmlformats.org/markup-compatibility/2006">
              <mc:Choice xmlns:v="urn:schemas-microsoft-com:vml" Requires="v">
                <p:oleObj spid="_x0000_s41101" r:id="rId5" imgW="4622800" imgH="1397000" progId="Equation.DSMT4">
                  <p:embed/>
                </p:oleObj>
              </mc:Choice>
              <mc:Fallback>
                <p:oleObj r:id="rId5" imgW="4622800" imgH="1397000" progId="Equation.DSMT4">
                  <p:embed/>
                  <p:pic>
                    <p:nvPicPr>
                      <p:cNvPr id="0" name="Object 5"/>
                      <p:cNvPicPr>
                        <a:picLocks noChangeAspect="1" noChangeArrowheads="1"/>
                      </p:cNvPicPr>
                      <p:nvPr/>
                    </p:nvPicPr>
                    <p:blipFill>
                      <a:blip r:embed="rId6"/>
                      <a:srcRect/>
                      <a:stretch>
                        <a:fillRect/>
                      </a:stretch>
                    </p:blipFill>
                    <p:spPr bwMode="auto">
                      <a:xfrm>
                        <a:off x="749618" y="4292442"/>
                        <a:ext cx="6127115" cy="2379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0965" name="Rectangle 6"/>
          <p:cNvSpPr>
            <a:spLocks noChangeArrowheads="1"/>
          </p:cNvSpPr>
          <p:nvPr/>
        </p:nvSpPr>
        <p:spPr bwMode="auto">
          <a:xfrm>
            <a:off x="0" y="28813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89095" name="Object 7"/>
          <p:cNvGraphicFramePr>
            <a:graphicFrameLocks noChangeAspect="1"/>
          </p:cNvGraphicFramePr>
          <p:nvPr/>
        </p:nvGraphicFramePr>
        <p:xfrm>
          <a:off x="6367463" y="1484313"/>
          <a:ext cx="2314575" cy="1454150"/>
        </p:xfrm>
        <a:graphic>
          <a:graphicData uri="http://schemas.openxmlformats.org/presentationml/2006/ole">
            <mc:AlternateContent xmlns:mc="http://schemas.openxmlformats.org/markup-compatibility/2006">
              <mc:Choice xmlns:v="urn:schemas-microsoft-com:vml" Requires="v">
                <p:oleObj spid="_x0000_s41102" r:id="rId7" imgW="1143000" imgH="660400" progId="Equation.DSMT4">
                  <p:embed/>
                </p:oleObj>
              </mc:Choice>
              <mc:Fallback>
                <p:oleObj r:id="rId7" imgW="1143000" imgH="6604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67463" y="1484313"/>
                        <a:ext cx="2314575" cy="145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0967" name="Rectangle 8"/>
          <p:cNvSpPr>
            <a:spLocks noChangeArrowheads="1"/>
          </p:cNvSpPr>
          <p:nvPr/>
        </p:nvSpPr>
        <p:spPr bwMode="auto">
          <a:xfrm>
            <a:off x="0" y="310515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89097" name="Object 9"/>
          <p:cNvGraphicFramePr>
            <a:graphicFrameLocks noChangeAspect="1"/>
          </p:cNvGraphicFramePr>
          <p:nvPr/>
        </p:nvGraphicFramePr>
        <p:xfrm>
          <a:off x="3840163" y="5453063"/>
          <a:ext cx="4119562" cy="1404937"/>
        </p:xfrm>
        <a:graphic>
          <a:graphicData uri="http://schemas.openxmlformats.org/presentationml/2006/ole">
            <mc:AlternateContent xmlns:mc="http://schemas.openxmlformats.org/markup-compatibility/2006">
              <mc:Choice xmlns:v="urn:schemas-microsoft-com:vml" Requires="v">
                <p:oleObj spid="_x0000_s41103" r:id="rId9" imgW="2057400" imgH="647700" progId="Equation.DSMT4">
                  <p:embed/>
                </p:oleObj>
              </mc:Choice>
              <mc:Fallback>
                <p:oleObj r:id="rId9" imgW="2057400" imgH="6477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40163" y="5453063"/>
                        <a:ext cx="4119562"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9098" name="Object 10"/>
          <p:cNvGraphicFramePr>
            <a:graphicFrameLocks noGrp="1" noChangeAspect="1"/>
          </p:cNvGraphicFramePr>
          <p:nvPr>
            <p:ph/>
          </p:nvPr>
        </p:nvGraphicFramePr>
        <p:xfrm>
          <a:off x="1182688" y="4292600"/>
          <a:ext cx="6056312" cy="958850"/>
        </p:xfrm>
        <a:graphic>
          <a:graphicData uri="http://schemas.openxmlformats.org/presentationml/2006/ole">
            <mc:AlternateContent xmlns:mc="http://schemas.openxmlformats.org/markup-compatibility/2006">
              <mc:Choice xmlns:v="urn:schemas-microsoft-com:vml" Requires="v">
                <p:oleObj spid="_x0000_s41104" r:id="rId11" imgW="4432300" imgH="647700" progId="Equation.DSMT4">
                  <p:embed/>
                </p:oleObj>
              </mc:Choice>
              <mc:Fallback>
                <p:oleObj r:id="rId11" imgW="4432300" imgH="647700" progId="Equation.DSMT4">
                  <p:embed/>
                  <p:pic>
                    <p:nvPicPr>
                      <p:cNvPr id="0" name="Object 10"/>
                      <p:cNvPicPr>
                        <a:picLocks noGrp="1"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82688" y="4292600"/>
                        <a:ext cx="6056312" cy="958850"/>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0970" name="Object 11"/>
          <p:cNvGraphicFramePr>
            <a:graphicFrameLocks noChangeAspect="1"/>
          </p:cNvGraphicFramePr>
          <p:nvPr/>
        </p:nvGraphicFramePr>
        <p:xfrm>
          <a:off x="223838" y="692150"/>
          <a:ext cx="8829675" cy="628650"/>
        </p:xfrm>
        <a:graphic>
          <a:graphicData uri="http://schemas.openxmlformats.org/presentationml/2006/ole">
            <mc:AlternateContent xmlns:mc="http://schemas.openxmlformats.org/markup-compatibility/2006">
              <mc:Choice xmlns:v="urn:schemas-microsoft-com:vml" Requires="v">
                <p:oleObj spid="_x0000_s41105" r:id="rId13" imgW="4775200" imgH="228600" progId="Equation.DSMT4">
                  <p:embed/>
                </p:oleObj>
              </mc:Choice>
              <mc:Fallback>
                <p:oleObj r:id="rId13" imgW="4775200" imgH="228600" progId="Equation.DSMT4">
                  <p:embed/>
                  <p:pic>
                    <p:nvPicPr>
                      <p:cNvPr id="0" name="Object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838" y="692150"/>
                        <a:ext cx="8829675"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0971" name="Object 12"/>
          <p:cNvGraphicFramePr>
            <a:graphicFrameLocks noChangeAspect="1"/>
          </p:cNvGraphicFramePr>
          <p:nvPr/>
        </p:nvGraphicFramePr>
        <p:xfrm>
          <a:off x="635000" y="115888"/>
          <a:ext cx="6946900" cy="544512"/>
        </p:xfrm>
        <a:graphic>
          <a:graphicData uri="http://schemas.openxmlformats.org/presentationml/2006/ole">
            <mc:AlternateContent xmlns:mc="http://schemas.openxmlformats.org/markup-compatibility/2006">
              <mc:Choice xmlns:v="urn:schemas-microsoft-com:vml" Requires="v">
                <p:oleObj spid="_x0000_s41106" r:id="rId15" imgW="2921000" imgH="228600" progId="Equation.DSMT4">
                  <p:embed/>
                </p:oleObj>
              </mc:Choice>
              <mc:Fallback>
                <p:oleObj r:id="rId15" imgW="2921000" imgH="228600" progId="Equation.DSMT4">
                  <p:embed/>
                  <p:pic>
                    <p:nvPicPr>
                      <p:cNvPr id="0" name="Object 1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5000" y="115888"/>
                        <a:ext cx="6946900"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89091"/>
                                        </p:tgtEl>
                                        <p:attrNameLst>
                                          <p:attrName>style.visibility</p:attrName>
                                        </p:attrNameLst>
                                      </p:cBhvr>
                                      <p:to>
                                        <p:strVal val="visible"/>
                                      </p:to>
                                    </p:set>
                                    <p:animEffect transition="in" filter="wipe(up)">
                                      <p:cBhvr>
                                        <p:cTn id="7" dur="2000"/>
                                        <p:tgtEl>
                                          <p:spTgt spid="8909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89093"/>
                                        </p:tgtEl>
                                        <p:attrNameLst>
                                          <p:attrName>style.visibility</p:attrName>
                                        </p:attrNameLst>
                                      </p:cBhvr>
                                      <p:to>
                                        <p:strVal val="visible"/>
                                      </p:to>
                                    </p:set>
                                    <p:animEffect transition="in" filter="wipe(left)">
                                      <p:cBhvr>
                                        <p:cTn id="12" dur="5000"/>
                                        <p:tgtEl>
                                          <p:spTgt spid="8909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89095"/>
                                        </p:tgtEl>
                                        <p:attrNameLst>
                                          <p:attrName>style.visibility</p:attrName>
                                        </p:attrNameLst>
                                      </p:cBhvr>
                                      <p:to>
                                        <p:strVal val="visible"/>
                                      </p:to>
                                    </p:set>
                                    <p:animEffect transition="in" filter="wipe(up)">
                                      <p:cBhvr>
                                        <p:cTn id="17" dur="3000"/>
                                        <p:tgtEl>
                                          <p:spTgt spid="89095"/>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xit" presetSubtype="4" fill="hold" nodeType="clickEffect">
                                  <p:stCondLst>
                                    <p:cond delay="0"/>
                                  </p:stCondLst>
                                  <p:childTnLst>
                                    <p:anim calcmode="lin" valueType="num">
                                      <p:cBhvr>
                                        <p:cTn id="21" dur="500"/>
                                        <p:tgtEl>
                                          <p:spTgt spid="89093"/>
                                        </p:tgtEl>
                                        <p:attrNameLst>
                                          <p:attrName>ppt_x</p:attrName>
                                        </p:attrNameLst>
                                      </p:cBhvr>
                                      <p:tavLst>
                                        <p:tav tm="0">
                                          <p:val>
                                            <p:strVal val="ppt_x"/>
                                          </p:val>
                                        </p:tav>
                                        <p:tav tm="100000">
                                          <p:val>
                                            <p:strVal val="ppt_x"/>
                                          </p:val>
                                        </p:tav>
                                      </p:tavLst>
                                    </p:anim>
                                    <p:anim calcmode="lin" valueType="num">
                                      <p:cBhvr>
                                        <p:cTn id="22" dur="500"/>
                                        <p:tgtEl>
                                          <p:spTgt spid="89093"/>
                                        </p:tgtEl>
                                        <p:attrNameLst>
                                          <p:attrName>ppt_y</p:attrName>
                                        </p:attrNameLst>
                                      </p:cBhvr>
                                      <p:tavLst>
                                        <p:tav tm="0">
                                          <p:val>
                                            <p:strVal val="ppt_y"/>
                                          </p:val>
                                        </p:tav>
                                        <p:tav tm="100000">
                                          <p:val>
                                            <p:strVal val="1+ppt_h/2"/>
                                          </p:val>
                                        </p:tav>
                                      </p:tavLst>
                                    </p:anim>
                                    <p:set>
                                      <p:cBhvr>
                                        <p:cTn id="23" dur="1" fill="hold">
                                          <p:stCondLst>
                                            <p:cond delay="499"/>
                                          </p:stCondLst>
                                        </p:cTn>
                                        <p:tgtEl>
                                          <p:spTgt spid="89093"/>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89098"/>
                                        </p:tgtEl>
                                        <p:attrNameLst>
                                          <p:attrName>style.visibility</p:attrName>
                                        </p:attrNameLst>
                                      </p:cBhvr>
                                      <p:to>
                                        <p:strVal val="visible"/>
                                      </p:to>
                                    </p:set>
                                    <p:anim calcmode="lin" valueType="num">
                                      <p:cBhvr>
                                        <p:cTn id="28" dur="500" fill="hold"/>
                                        <p:tgtEl>
                                          <p:spTgt spid="89098"/>
                                        </p:tgtEl>
                                        <p:attrNameLst>
                                          <p:attrName>ppt_x</p:attrName>
                                        </p:attrNameLst>
                                      </p:cBhvr>
                                      <p:tavLst>
                                        <p:tav tm="0">
                                          <p:val>
                                            <p:strVal val="#ppt_x"/>
                                          </p:val>
                                        </p:tav>
                                        <p:tav tm="100000">
                                          <p:val>
                                            <p:strVal val="#ppt_x"/>
                                          </p:val>
                                        </p:tav>
                                      </p:tavLst>
                                    </p:anim>
                                    <p:anim calcmode="lin" valueType="num">
                                      <p:cBhvr>
                                        <p:cTn id="29" dur="500" fill="hold"/>
                                        <p:tgtEl>
                                          <p:spTgt spid="89098"/>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89097"/>
                                        </p:tgtEl>
                                        <p:attrNameLst>
                                          <p:attrName>style.visibility</p:attrName>
                                        </p:attrNameLst>
                                      </p:cBhvr>
                                      <p:to>
                                        <p:strVal val="visible"/>
                                      </p:to>
                                    </p:set>
                                    <p:anim calcmode="lin" valueType="num">
                                      <p:cBhvr>
                                        <p:cTn id="34" dur="500" fill="hold"/>
                                        <p:tgtEl>
                                          <p:spTgt spid="89097"/>
                                        </p:tgtEl>
                                        <p:attrNameLst>
                                          <p:attrName>ppt_x</p:attrName>
                                        </p:attrNameLst>
                                      </p:cBhvr>
                                      <p:tavLst>
                                        <p:tav tm="0">
                                          <p:val>
                                            <p:strVal val="#ppt_x"/>
                                          </p:val>
                                        </p:tav>
                                        <p:tav tm="100000">
                                          <p:val>
                                            <p:strVal val="#ppt_x"/>
                                          </p:val>
                                        </p:tav>
                                      </p:tavLst>
                                    </p:anim>
                                    <p:anim calcmode="lin" valueType="num">
                                      <p:cBhvr>
                                        <p:cTn id="35" dur="500" fill="hold"/>
                                        <p:tgtEl>
                                          <p:spTgt spid="890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85" name="Object 3"/>
          <p:cNvGraphicFramePr>
            <a:graphicFrameLocks noChangeAspect="1"/>
          </p:cNvGraphicFramePr>
          <p:nvPr/>
        </p:nvGraphicFramePr>
        <p:xfrm>
          <a:off x="2051050" y="692150"/>
          <a:ext cx="1793875" cy="450850"/>
        </p:xfrm>
        <a:graphic>
          <a:graphicData uri="http://schemas.openxmlformats.org/presentationml/2006/ole">
            <mc:AlternateContent xmlns:mc="http://schemas.openxmlformats.org/markup-compatibility/2006">
              <mc:Choice xmlns:v="urn:schemas-microsoft-com:vml" Requires="v">
                <p:oleObj spid="_x0000_s42210" r:id="rId3" imgW="838200" imgH="241300" progId="Equation.DSMT4">
                  <p:embed/>
                </p:oleObj>
              </mc:Choice>
              <mc:Fallback>
                <p:oleObj r:id="rId3" imgW="838200" imgH="2413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1050" y="692150"/>
                        <a:ext cx="1793875"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0116" name="Object 4"/>
          <p:cNvGraphicFramePr>
            <a:graphicFrameLocks noChangeAspect="1"/>
          </p:cNvGraphicFramePr>
          <p:nvPr/>
        </p:nvGraphicFramePr>
        <p:xfrm>
          <a:off x="900113" y="1341438"/>
          <a:ext cx="2990850" cy="788987"/>
        </p:xfrm>
        <a:graphic>
          <a:graphicData uri="http://schemas.openxmlformats.org/presentationml/2006/ole">
            <mc:AlternateContent xmlns:mc="http://schemas.openxmlformats.org/markup-compatibility/2006">
              <mc:Choice xmlns:v="urn:schemas-microsoft-com:vml" Requires="v">
                <p:oleObj spid="_x0000_s42211" r:id="rId5" imgW="1536700" imgH="469900" progId="Equation.DSMT4">
                  <p:embed/>
                </p:oleObj>
              </mc:Choice>
              <mc:Fallback>
                <p:oleObj r:id="rId5" imgW="1536700" imgH="469900" progId="Equation.DSMT4">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0113" y="1341438"/>
                        <a:ext cx="2990850" cy="78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0117" name="Object 5"/>
          <p:cNvGraphicFramePr>
            <a:graphicFrameLocks noChangeAspect="1"/>
          </p:cNvGraphicFramePr>
          <p:nvPr/>
        </p:nvGraphicFramePr>
        <p:xfrm>
          <a:off x="2914650" y="2565400"/>
          <a:ext cx="3114675" cy="904875"/>
        </p:xfrm>
        <a:graphic>
          <a:graphicData uri="http://schemas.openxmlformats.org/presentationml/2006/ole">
            <mc:AlternateContent xmlns:mc="http://schemas.openxmlformats.org/markup-compatibility/2006">
              <mc:Choice xmlns:v="urn:schemas-microsoft-com:vml" Requires="v">
                <p:oleObj spid="_x0000_s42212" r:id="rId7" imgW="1600200" imgH="431800" progId="Equation.DSMT4">
                  <p:embed/>
                </p:oleObj>
              </mc:Choice>
              <mc:Fallback>
                <p:oleObj r:id="rId7" imgW="1600200" imgH="431800" progId="Equation.DSMT4">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4650" y="2565400"/>
                        <a:ext cx="3114675"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0118" name="Rectangle 6"/>
          <p:cNvSpPr>
            <a:spLocks noChangeArrowheads="1"/>
          </p:cNvSpPr>
          <p:nvPr/>
        </p:nvSpPr>
        <p:spPr bwMode="auto">
          <a:xfrm>
            <a:off x="219075" y="42863"/>
            <a:ext cx="3516313"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b="1">
                <a:solidFill>
                  <a:srgbClr val="FF0000"/>
                </a:solidFill>
                <a:latin typeface="Times New Roman" panose="02020603050405020304" pitchFamily="18" charset="0"/>
              </a:rPr>
              <a:t>差商</a:t>
            </a:r>
            <a:endParaRPr lang="zh-CN" altLang="en-US" sz="2800">
              <a:solidFill>
                <a:srgbClr val="FF0000"/>
              </a:solidFill>
            </a:endParaRPr>
          </a:p>
        </p:txBody>
      </p:sp>
      <p:sp>
        <p:nvSpPr>
          <p:cNvPr id="41989" name="Rectangle 7"/>
          <p:cNvSpPr>
            <a:spLocks noChangeArrowheads="1"/>
          </p:cNvSpPr>
          <p:nvPr/>
        </p:nvSpPr>
        <p:spPr bwMode="auto">
          <a:xfrm>
            <a:off x="715963" y="700088"/>
            <a:ext cx="18589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b="1"/>
              <a:t> </a:t>
            </a:r>
            <a:r>
              <a:rPr lang="zh-CN" altLang="en-US" sz="2800" b="1">
                <a:latin typeface="Times New Roman" panose="02020603050405020304" pitchFamily="18" charset="0"/>
              </a:rPr>
              <a:t>定义：</a:t>
            </a:r>
            <a:r>
              <a:rPr lang="zh-CN" altLang="en-US" sz="1000" b="1">
                <a:latin typeface="Times New Roman" panose="02020603050405020304" pitchFamily="18" charset="0"/>
              </a:rPr>
              <a:t>	</a:t>
            </a:r>
            <a:endParaRPr lang="zh-CN" altLang="en-US" sz="2400"/>
          </a:p>
        </p:txBody>
      </p:sp>
      <p:sp>
        <p:nvSpPr>
          <p:cNvPr id="41990" name="Rectangle 8"/>
          <p:cNvSpPr>
            <a:spLocks noChangeArrowheads="1"/>
          </p:cNvSpPr>
          <p:nvPr/>
        </p:nvSpPr>
        <p:spPr bwMode="auto">
          <a:xfrm>
            <a:off x="3973513" y="639763"/>
            <a:ext cx="3987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800"/>
              <a:t>-------------------</a:t>
            </a:r>
            <a:r>
              <a:rPr lang="zh-CN" altLang="en-US" sz="2800">
                <a:latin typeface="Times New Roman" panose="02020603050405020304" pitchFamily="18" charset="0"/>
              </a:rPr>
              <a:t>零阶差商</a:t>
            </a:r>
            <a:endParaRPr lang="zh-CN" altLang="en-US" sz="2400"/>
          </a:p>
        </p:txBody>
      </p:sp>
      <p:sp>
        <p:nvSpPr>
          <p:cNvPr id="41991" name="Rectangle 9"/>
          <p:cNvSpPr>
            <a:spLocks noChangeArrowheads="1"/>
          </p:cNvSpPr>
          <p:nvPr/>
        </p:nvSpPr>
        <p:spPr bwMode="auto">
          <a:xfrm>
            <a:off x="2578100" y="4005263"/>
            <a:ext cx="35464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1000">
                <a:latin typeface="Times New Roman" panose="02020603050405020304" pitchFamily="18" charset="0"/>
              </a:rPr>
              <a:t>				</a:t>
            </a:r>
            <a:endParaRPr lang="zh-CN" altLang="en-US" sz="2400"/>
          </a:p>
        </p:txBody>
      </p:sp>
      <p:sp>
        <p:nvSpPr>
          <p:cNvPr id="90122" name="Rectangle 10"/>
          <p:cNvSpPr>
            <a:spLocks noChangeArrowheads="1"/>
          </p:cNvSpPr>
          <p:nvPr/>
        </p:nvSpPr>
        <p:spPr bwMode="auto">
          <a:xfrm>
            <a:off x="184150" y="1989138"/>
            <a:ext cx="8308975" cy="974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400">
                <a:solidFill>
                  <a:srgbClr val="0000FF"/>
                </a:solidFill>
                <a:latin typeface="Times New Roman" panose="02020603050405020304" pitchFamily="18" charset="0"/>
              </a:rPr>
              <a:t>（两个节点定义一阶差商：函数值之差除以相应的节点之差</a:t>
            </a:r>
          </a:p>
          <a:p>
            <a:r>
              <a:rPr lang="zh-CN" altLang="en-US" sz="2400">
                <a:solidFill>
                  <a:srgbClr val="0000FF"/>
                </a:solidFill>
                <a:latin typeface="Times New Roman" panose="02020603050405020304" pitchFamily="18" charset="0"/>
              </a:rPr>
              <a:t>或零阶差商的差商）</a:t>
            </a:r>
            <a:r>
              <a:rPr lang="zh-CN" altLang="en-US" sz="2400">
                <a:latin typeface="Times New Roman" panose="02020603050405020304" pitchFamily="18" charset="0"/>
              </a:rPr>
              <a:t>如：</a:t>
            </a:r>
          </a:p>
          <a:p>
            <a:r>
              <a:rPr lang="zh-CN" altLang="en-US" sz="1000"/>
              <a:t>				</a:t>
            </a:r>
          </a:p>
        </p:txBody>
      </p:sp>
      <p:sp>
        <p:nvSpPr>
          <p:cNvPr id="41993" name="Rectangle 11"/>
          <p:cNvSpPr>
            <a:spLocks noChangeArrowheads="1"/>
          </p:cNvSpPr>
          <p:nvPr/>
        </p:nvSpPr>
        <p:spPr bwMode="auto">
          <a:xfrm>
            <a:off x="2559050" y="5399088"/>
            <a:ext cx="1984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1000">
                <a:latin typeface="Times New Roman" panose="02020603050405020304" pitchFamily="18" charset="0"/>
              </a:rPr>
              <a:t> </a:t>
            </a:r>
            <a:endParaRPr lang="zh-CN" altLang="en-US" sz="2400"/>
          </a:p>
        </p:txBody>
      </p:sp>
      <p:graphicFrame>
        <p:nvGraphicFramePr>
          <p:cNvPr id="90124" name="Object 12"/>
          <p:cNvGraphicFramePr>
            <a:graphicFrameLocks noChangeAspect="1"/>
          </p:cNvGraphicFramePr>
          <p:nvPr/>
        </p:nvGraphicFramePr>
        <p:xfrm>
          <a:off x="6100763" y="2781300"/>
          <a:ext cx="1303337" cy="468313"/>
        </p:xfrm>
        <a:graphic>
          <a:graphicData uri="http://schemas.openxmlformats.org/presentationml/2006/ole">
            <mc:AlternateContent xmlns:mc="http://schemas.openxmlformats.org/markup-compatibility/2006">
              <mc:Choice xmlns:v="urn:schemas-microsoft-com:vml" Requires="v">
                <p:oleObj spid="_x0000_s42213" r:id="rId9" imgW="685800" imgH="228600" progId="Equation.DSMT4">
                  <p:embed/>
                </p:oleObj>
              </mc:Choice>
              <mc:Fallback>
                <p:oleObj r:id="rId9" imgW="685800" imgH="228600" progId="Equation.DSMT4">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00763" y="2781300"/>
                        <a:ext cx="1303337" cy="468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0125" name="Object 13"/>
          <p:cNvGraphicFramePr>
            <a:graphicFrameLocks noChangeAspect="1"/>
          </p:cNvGraphicFramePr>
          <p:nvPr/>
        </p:nvGraphicFramePr>
        <p:xfrm>
          <a:off x="611188" y="3789363"/>
          <a:ext cx="3854450" cy="947737"/>
        </p:xfrm>
        <a:graphic>
          <a:graphicData uri="http://schemas.openxmlformats.org/presentationml/2006/ole">
            <mc:AlternateContent xmlns:mc="http://schemas.openxmlformats.org/markup-compatibility/2006">
              <mc:Choice xmlns:v="urn:schemas-microsoft-com:vml" Requires="v">
                <p:oleObj spid="_x0000_s42214" r:id="rId11" imgW="2057400" imgH="469900" progId="Equation.DSMT4">
                  <p:embed/>
                </p:oleObj>
              </mc:Choice>
              <mc:Fallback>
                <p:oleObj r:id="rId11" imgW="2057400" imgH="469900" progId="Equation.DSMT4">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1188" y="3789363"/>
                        <a:ext cx="3854450" cy="94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0126" name="Object 14"/>
          <p:cNvGraphicFramePr>
            <a:graphicFrameLocks noChangeAspect="1"/>
          </p:cNvGraphicFramePr>
          <p:nvPr/>
        </p:nvGraphicFramePr>
        <p:xfrm>
          <a:off x="2446338" y="6092825"/>
          <a:ext cx="1925637" cy="512763"/>
        </p:xfrm>
        <a:graphic>
          <a:graphicData uri="http://schemas.openxmlformats.org/presentationml/2006/ole">
            <mc:AlternateContent xmlns:mc="http://schemas.openxmlformats.org/markup-compatibility/2006">
              <mc:Choice xmlns:v="urn:schemas-microsoft-com:vml" Requires="v">
                <p:oleObj spid="_x0000_s42215" r:id="rId13" imgW="862965" imgH="228600" progId="Equation.DSMT4">
                  <p:embed/>
                </p:oleObj>
              </mc:Choice>
              <mc:Fallback>
                <p:oleObj r:id="rId13" imgW="862965" imgH="228600" progId="Equation.DSMT4">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46338" y="6092825"/>
                        <a:ext cx="1925637"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1997" name="Rectangle 15"/>
          <p:cNvSpPr>
            <a:spLocks noChangeArrowheads="1"/>
          </p:cNvSpPr>
          <p:nvPr/>
        </p:nvSpPr>
        <p:spPr bwMode="auto">
          <a:xfrm>
            <a:off x="-969963" y="2921000"/>
            <a:ext cx="2701926"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1000">
                <a:latin typeface="Times New Roman" panose="02020603050405020304" pitchFamily="18" charset="0"/>
              </a:rPr>
              <a:t>			</a:t>
            </a:r>
            <a:endParaRPr lang="zh-CN" altLang="en-US" sz="2400"/>
          </a:p>
        </p:txBody>
      </p:sp>
      <p:sp>
        <p:nvSpPr>
          <p:cNvPr id="90128" name="Rectangle 16"/>
          <p:cNvSpPr>
            <a:spLocks noChangeArrowheads="1"/>
          </p:cNvSpPr>
          <p:nvPr/>
        </p:nvSpPr>
        <p:spPr bwMode="auto">
          <a:xfrm>
            <a:off x="582613" y="4876800"/>
            <a:ext cx="8043862"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000">
                <a:solidFill>
                  <a:srgbClr val="0000FF"/>
                </a:solidFill>
                <a:latin typeface="Times New Roman" panose="02020603050405020304" pitchFamily="18" charset="0"/>
              </a:rPr>
              <a:t>（一阶差商的差商：三个节点定义二阶差商；从这三个节点中</a:t>
            </a:r>
            <a:r>
              <a:rPr lang="zh-CN" altLang="en-US" sz="2000">
                <a:solidFill>
                  <a:srgbClr val="FF0066"/>
                </a:solidFill>
                <a:latin typeface="Times New Roman" panose="02020603050405020304" pitchFamily="18" charset="0"/>
              </a:rPr>
              <a:t>任取</a:t>
            </a:r>
            <a:r>
              <a:rPr lang="zh-CN" altLang="en-US" sz="2000">
                <a:solidFill>
                  <a:srgbClr val="0000FF"/>
                </a:solidFill>
                <a:latin typeface="Times New Roman" panose="02020603050405020304" pitchFamily="18" charset="0"/>
              </a:rPr>
              <a:t>两组两个节点组成两个一阶差商，则这两组节点中必有一个共同节点，而另一个节点不同，则这两个一阶差商的差除以相应的不同节点之差）</a:t>
            </a:r>
            <a:endParaRPr lang="zh-CN" altLang="en-US" sz="2000">
              <a:latin typeface="Times New Roman" panose="02020603050405020304" pitchFamily="18" charset="0"/>
            </a:endParaRPr>
          </a:p>
          <a:p>
            <a:r>
              <a:rPr lang="zh-CN" altLang="en-US" sz="2000"/>
              <a:t>          </a:t>
            </a:r>
            <a:r>
              <a:rPr lang="zh-CN" altLang="en-US" sz="2000">
                <a:latin typeface="Times New Roman" panose="02020603050405020304" pitchFamily="18" charset="0"/>
              </a:rPr>
              <a:t>如：</a:t>
            </a:r>
            <a:endParaRPr lang="zh-CN" altLang="en-US" sz="2000"/>
          </a:p>
        </p:txBody>
      </p:sp>
      <p:sp>
        <p:nvSpPr>
          <p:cNvPr id="90129" name="Text Box 17"/>
          <p:cNvSpPr txBox="1">
            <a:spLocks noChangeArrowheads="1"/>
          </p:cNvSpPr>
          <p:nvPr/>
        </p:nvSpPr>
        <p:spPr bwMode="auto">
          <a:xfrm>
            <a:off x="4638675" y="3933825"/>
            <a:ext cx="3987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800">
                <a:latin typeface="Times New Roman" panose="02020603050405020304" pitchFamily="18" charset="0"/>
              </a:rPr>
              <a:t>------------------ </a:t>
            </a:r>
            <a:r>
              <a:rPr lang="zh-CN" altLang="en-US" sz="2800">
                <a:latin typeface="Times New Roman" panose="02020603050405020304" pitchFamily="18" charset="0"/>
              </a:rPr>
              <a:t>二阶差商</a:t>
            </a:r>
            <a:endParaRPr lang="zh-CN" altLang="en-US" sz="2800" b="1">
              <a:latin typeface="Times New Roman" panose="02020603050405020304" pitchFamily="18" charset="0"/>
            </a:endParaRPr>
          </a:p>
        </p:txBody>
      </p:sp>
      <p:sp>
        <p:nvSpPr>
          <p:cNvPr id="90130" name="Text Box 18"/>
          <p:cNvSpPr txBox="1">
            <a:spLocks noChangeArrowheads="1"/>
          </p:cNvSpPr>
          <p:nvPr/>
        </p:nvSpPr>
        <p:spPr bwMode="auto">
          <a:xfrm>
            <a:off x="4105275" y="1412875"/>
            <a:ext cx="4056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en-US" altLang="zh-CN" sz="2800">
                <a:latin typeface="Times New Roman" panose="02020603050405020304" pitchFamily="18" charset="0"/>
              </a:rPr>
              <a:t>------------------</a:t>
            </a:r>
            <a:r>
              <a:rPr lang="zh-CN" altLang="en-US" sz="2800">
                <a:latin typeface="Times New Roman" panose="02020603050405020304" pitchFamily="18" charset="0"/>
              </a:rPr>
              <a:t>一阶差商</a:t>
            </a:r>
            <a:endParaRPr lang="zh-CN" altLang="en-US" sz="2800" b="1">
              <a:latin typeface="Times New Roman" panose="02020603050405020304" pitchFamily="18" charset="0"/>
            </a:endParaRPr>
          </a:p>
        </p:txBody>
      </p:sp>
      <p:graphicFrame>
        <p:nvGraphicFramePr>
          <p:cNvPr id="90133" name="Object 21"/>
          <p:cNvGraphicFramePr>
            <a:graphicFrameLocks noGrp="1" noChangeAspect="1"/>
          </p:cNvGraphicFramePr>
          <p:nvPr>
            <p:ph sz="quarter" idx="2"/>
          </p:nvPr>
        </p:nvGraphicFramePr>
        <p:xfrm>
          <a:off x="7362825" y="2603500"/>
          <a:ext cx="1662113" cy="860425"/>
        </p:xfrm>
        <a:graphic>
          <a:graphicData uri="http://schemas.openxmlformats.org/presentationml/2006/ole">
            <mc:AlternateContent xmlns:mc="http://schemas.openxmlformats.org/markup-compatibility/2006">
              <mc:Choice xmlns:v="urn:schemas-microsoft-com:vml" Requires="v">
                <p:oleObj spid="_x0000_s42216" r:id="rId15" imgW="901065" imgH="431800" progId="Equation.DSMT4">
                  <p:embed/>
                </p:oleObj>
              </mc:Choice>
              <mc:Fallback>
                <p:oleObj r:id="rId15" imgW="901065" imgH="431800" progId="Equation.DSMT4">
                  <p:embed/>
                  <p:pic>
                    <p:nvPicPr>
                      <p:cNvPr id="0" name="Object 21"/>
                      <p:cNvPicPr>
                        <a:picLocks noGrp="1"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362825" y="2603500"/>
                        <a:ext cx="1662113" cy="86042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0134" name="AutoShape 22"/>
          <p:cNvSpPr>
            <a:spLocks noChangeArrowheads="1"/>
          </p:cNvSpPr>
          <p:nvPr/>
        </p:nvSpPr>
        <p:spPr bwMode="auto">
          <a:xfrm>
            <a:off x="5208588" y="3716338"/>
            <a:ext cx="3935412" cy="1871662"/>
          </a:xfrm>
          <a:prstGeom prst="wedgeRoundRectCallout">
            <a:avLst>
              <a:gd name="adj1" fmla="val -37269"/>
              <a:gd name="adj2" fmla="val 71630"/>
              <a:gd name="adj3" fmla="val 16667"/>
            </a:avLst>
          </a:prstGeom>
          <a:solidFill>
            <a:srgbClr val="FFCC99"/>
          </a:solidFill>
          <a:ln w="9525">
            <a:solidFill>
              <a:srgbClr val="000000"/>
            </a:solidFill>
            <a:miter lim="800000"/>
          </a:ln>
        </p:spPr>
        <p:txBody>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lnSpc>
                <a:spcPct val="80000"/>
              </a:lnSpc>
              <a:spcBef>
                <a:spcPct val="35000"/>
              </a:spcBef>
              <a:buClr>
                <a:srgbClr val="27305F"/>
              </a:buClr>
              <a:buSzPct val="60000"/>
              <a:buFont typeface="Wingdings" panose="05000000000000000000" pitchFamily="2" charset="2"/>
              <a:buChar char="n"/>
            </a:pPr>
            <a:endParaRPr lang="zh-CN" altLang="en-US" sz="2800" b="1">
              <a:latin typeface="Times New Roman" panose="02020603050405020304" pitchFamily="18" charset="0"/>
            </a:endParaRPr>
          </a:p>
        </p:txBody>
      </p:sp>
      <p:graphicFrame>
        <p:nvGraphicFramePr>
          <p:cNvPr id="90135" name="Object 23"/>
          <p:cNvGraphicFramePr>
            <a:graphicFrameLocks noChangeAspect="1"/>
          </p:cNvGraphicFramePr>
          <p:nvPr/>
        </p:nvGraphicFramePr>
        <p:xfrm>
          <a:off x="5295900" y="3860800"/>
          <a:ext cx="3848100" cy="1398588"/>
        </p:xfrm>
        <a:graphic>
          <a:graphicData uri="http://schemas.openxmlformats.org/presentationml/2006/ole">
            <mc:AlternateContent xmlns:mc="http://schemas.openxmlformats.org/markup-compatibility/2006">
              <mc:Choice xmlns:v="urn:schemas-microsoft-com:vml" Requires="v">
                <p:oleObj spid="_x0000_s42217" r:id="rId17" imgW="1930400" imgH="647700" progId="Equation.DSMT4">
                  <p:embed/>
                </p:oleObj>
              </mc:Choice>
              <mc:Fallback>
                <p:oleObj r:id="rId17" imgW="1930400" imgH="647700" progId="Equation.DSMT4">
                  <p:embed/>
                  <p:pic>
                    <p:nvPicPr>
                      <p:cNvPr id="0" name="Object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95900" y="3860800"/>
                        <a:ext cx="38481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0136" name="AutoShape 24"/>
          <p:cNvSpPr>
            <a:spLocks noChangeArrowheads="1"/>
          </p:cNvSpPr>
          <p:nvPr/>
        </p:nvSpPr>
        <p:spPr bwMode="auto">
          <a:xfrm>
            <a:off x="2046288" y="4292600"/>
            <a:ext cx="731837" cy="720725"/>
          </a:xfrm>
          <a:prstGeom prst="wedgeRoundRectCallout">
            <a:avLst>
              <a:gd name="adj1" fmla="val 81801"/>
              <a:gd name="adj2" fmla="val 211454"/>
              <a:gd name="adj3" fmla="val 16667"/>
            </a:avLst>
          </a:prstGeom>
          <a:solidFill>
            <a:srgbClr val="FFCC99"/>
          </a:solidFill>
          <a:ln w="9525">
            <a:solidFill>
              <a:srgbClr val="000000"/>
            </a:solidFill>
            <a:miter lim="800000"/>
          </a:ln>
        </p:spPr>
        <p:txBody>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lnSpc>
                <a:spcPct val="80000"/>
              </a:lnSpc>
              <a:spcBef>
                <a:spcPct val="35000"/>
              </a:spcBef>
              <a:buClr>
                <a:srgbClr val="27305F"/>
              </a:buClr>
              <a:buSzPct val="60000"/>
              <a:buFont typeface="Wingdings" panose="05000000000000000000" pitchFamily="2" charset="2"/>
              <a:buChar char="n"/>
            </a:pPr>
            <a:endParaRPr lang="zh-CN" altLang="en-US" sz="2800" b="1">
              <a:latin typeface="Times New Roman" panose="02020603050405020304" pitchFamily="18" charset="0"/>
            </a:endParaRPr>
          </a:p>
        </p:txBody>
      </p:sp>
      <p:graphicFrame>
        <p:nvGraphicFramePr>
          <p:cNvPr id="90137" name="Object 25"/>
          <p:cNvGraphicFramePr>
            <a:graphicFrameLocks noChangeAspect="1"/>
          </p:cNvGraphicFramePr>
          <p:nvPr/>
        </p:nvGraphicFramePr>
        <p:xfrm>
          <a:off x="2179638" y="4365625"/>
          <a:ext cx="398462" cy="576263"/>
        </p:xfrm>
        <a:graphic>
          <a:graphicData uri="http://schemas.openxmlformats.org/presentationml/2006/ole">
            <mc:AlternateContent xmlns:mc="http://schemas.openxmlformats.org/markup-compatibility/2006">
              <mc:Choice xmlns:v="urn:schemas-microsoft-com:vml" Requires="v">
                <p:oleObj spid="_x0000_s42218" r:id="rId19" imgW="152400" imgH="228600" progId="Equation.DSMT4">
                  <p:embed/>
                </p:oleObj>
              </mc:Choice>
              <mc:Fallback>
                <p:oleObj r:id="rId19" imgW="152400" imgH="228600" progId="Equation.DSMT4">
                  <p:embed/>
                  <p:pic>
                    <p:nvPicPr>
                      <p:cNvPr id="0" name="Object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79638" y="4365625"/>
                        <a:ext cx="398462" cy="57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0138" name="Object 26"/>
          <p:cNvGraphicFramePr>
            <a:graphicFrameLocks noGrp="1" noChangeAspect="1"/>
          </p:cNvGraphicFramePr>
          <p:nvPr>
            <p:ph sz="quarter" idx="3"/>
          </p:nvPr>
        </p:nvGraphicFramePr>
        <p:xfrm>
          <a:off x="4371975" y="5924550"/>
          <a:ext cx="2459038" cy="933450"/>
        </p:xfrm>
        <a:graphic>
          <a:graphicData uri="http://schemas.openxmlformats.org/presentationml/2006/ole">
            <mc:AlternateContent xmlns:mc="http://schemas.openxmlformats.org/markup-compatibility/2006">
              <mc:Choice xmlns:v="urn:schemas-microsoft-com:vml" Requires="v">
                <p:oleObj spid="_x0000_s42219" r:id="rId21" imgW="1231265" imgH="431800" progId="Equation.DSMT4">
                  <p:embed/>
                </p:oleObj>
              </mc:Choice>
              <mc:Fallback>
                <p:oleObj r:id="rId21" imgW="1231265" imgH="431800" progId="Equation.DSMT4">
                  <p:embed/>
                  <p:pic>
                    <p:nvPicPr>
                      <p:cNvPr id="0" name="Object 26"/>
                      <p:cNvPicPr>
                        <a:picLocks noGrp="1"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371975" y="5924550"/>
                        <a:ext cx="2459038" cy="933450"/>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2007" name="Rectangle 37"/>
          <p:cNvSpPr>
            <a:spLocks noGrp="1" noChangeArrowheads="1"/>
          </p:cNvSpPr>
          <p:nvPr>
            <p:ph sz="half" idx="1"/>
          </p:nvPr>
        </p:nvSpPr>
        <p:spPr/>
        <p:txBody>
          <a:bodyPr/>
          <a:lstStyle/>
          <a:p>
            <a:endParaRPr lang="zh-CN" altLang="en-US" sz="2800"/>
          </a:p>
        </p:txBody>
      </p:sp>
      <p:sp>
        <p:nvSpPr>
          <p:cNvPr id="90150" name="AutoShape 38"/>
          <p:cNvSpPr>
            <a:spLocks noChangeArrowheads="1"/>
          </p:cNvSpPr>
          <p:nvPr/>
        </p:nvSpPr>
        <p:spPr bwMode="auto">
          <a:xfrm>
            <a:off x="4932363" y="1125538"/>
            <a:ext cx="731837" cy="720725"/>
          </a:xfrm>
          <a:prstGeom prst="wedgeRoundRectCallout">
            <a:avLst>
              <a:gd name="adj1" fmla="val -184926"/>
              <a:gd name="adj2" fmla="val 191630"/>
              <a:gd name="adj3" fmla="val 16667"/>
            </a:avLst>
          </a:prstGeom>
          <a:solidFill>
            <a:srgbClr val="FFCC99"/>
          </a:solidFill>
          <a:ln w="9525">
            <a:solidFill>
              <a:srgbClr val="000000"/>
            </a:solidFill>
            <a:miter lim="800000"/>
          </a:ln>
        </p:spPr>
        <p:txBody>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lnSpc>
                <a:spcPct val="80000"/>
              </a:lnSpc>
              <a:spcBef>
                <a:spcPct val="35000"/>
              </a:spcBef>
              <a:buClr>
                <a:srgbClr val="27305F"/>
              </a:buClr>
              <a:buSzPct val="60000"/>
              <a:buFont typeface="Wingdings" panose="05000000000000000000" pitchFamily="2" charset="2"/>
              <a:buChar char="n"/>
            </a:pPr>
            <a:endParaRPr lang="zh-CN" altLang="en-US" sz="2800" b="1">
              <a:latin typeface="Times New Roman" panose="02020603050405020304" pitchFamily="18" charset="0"/>
            </a:endParaRPr>
          </a:p>
        </p:txBody>
      </p:sp>
      <p:graphicFrame>
        <p:nvGraphicFramePr>
          <p:cNvPr id="90151" name="Object 39"/>
          <p:cNvGraphicFramePr>
            <a:graphicFrameLocks noChangeAspect="1"/>
          </p:cNvGraphicFramePr>
          <p:nvPr/>
        </p:nvGraphicFramePr>
        <p:xfrm>
          <a:off x="5076825" y="1125538"/>
          <a:ext cx="403225" cy="646112"/>
        </p:xfrm>
        <a:graphic>
          <a:graphicData uri="http://schemas.openxmlformats.org/presentationml/2006/ole">
            <mc:AlternateContent xmlns:mc="http://schemas.openxmlformats.org/markup-compatibility/2006">
              <mc:Choice xmlns:v="urn:schemas-microsoft-com:vml" Requires="v">
                <p:oleObj spid="_x0000_s42220" r:id="rId23" imgW="139700" imgH="228600" progId="Equation.DSMT4">
                  <p:embed/>
                </p:oleObj>
              </mc:Choice>
              <mc:Fallback>
                <p:oleObj r:id="rId23" imgW="139700" imgH="228600" progId="Equation.DSMT4">
                  <p:embed/>
                  <p:pic>
                    <p:nvPicPr>
                      <p:cNvPr id="0" name="Object 3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076825" y="1125538"/>
                        <a:ext cx="4032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0118"/>
                                        </p:tgtEl>
                                        <p:attrNameLst>
                                          <p:attrName>style.visibility</p:attrName>
                                        </p:attrNameLst>
                                      </p:cBhvr>
                                      <p:to>
                                        <p:strVal val="visible"/>
                                      </p:to>
                                    </p:set>
                                    <p:anim calcmode="lin" valueType="num">
                                      <p:cBhvr>
                                        <p:cTn id="7" dur="500" fill="hold"/>
                                        <p:tgtEl>
                                          <p:spTgt spid="90118"/>
                                        </p:tgtEl>
                                        <p:attrNameLst>
                                          <p:attrName>ppt_x</p:attrName>
                                        </p:attrNameLst>
                                      </p:cBhvr>
                                      <p:tavLst>
                                        <p:tav tm="0">
                                          <p:val>
                                            <p:strVal val="#ppt_x"/>
                                          </p:val>
                                        </p:tav>
                                        <p:tav tm="100000">
                                          <p:val>
                                            <p:strVal val="#ppt_x"/>
                                          </p:val>
                                        </p:tav>
                                      </p:tavLst>
                                    </p:anim>
                                    <p:anim calcmode="lin" valueType="num">
                                      <p:cBhvr>
                                        <p:cTn id="8" dur="500" fill="hold"/>
                                        <p:tgtEl>
                                          <p:spTgt spid="9011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1985"/>
                                        </p:tgtEl>
                                        <p:attrNameLst>
                                          <p:attrName>style.visibility</p:attrName>
                                        </p:attrNameLst>
                                      </p:cBhvr>
                                      <p:to>
                                        <p:strVal val="visible"/>
                                      </p:to>
                                    </p:set>
                                    <p:anim calcmode="lin" valueType="num">
                                      <p:cBhvr>
                                        <p:cTn id="13" dur="500" fill="hold"/>
                                        <p:tgtEl>
                                          <p:spTgt spid="41985"/>
                                        </p:tgtEl>
                                        <p:attrNameLst>
                                          <p:attrName>ppt_x</p:attrName>
                                        </p:attrNameLst>
                                      </p:cBhvr>
                                      <p:tavLst>
                                        <p:tav tm="0">
                                          <p:val>
                                            <p:strVal val="#ppt_x"/>
                                          </p:val>
                                        </p:tav>
                                        <p:tav tm="100000">
                                          <p:val>
                                            <p:strVal val="#ppt_x"/>
                                          </p:val>
                                        </p:tav>
                                      </p:tavLst>
                                    </p:anim>
                                    <p:anim calcmode="lin" valueType="num">
                                      <p:cBhvr>
                                        <p:cTn id="14" dur="500" fill="hold"/>
                                        <p:tgtEl>
                                          <p:spTgt spid="41985"/>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1989"/>
                                        </p:tgtEl>
                                        <p:attrNameLst>
                                          <p:attrName>style.visibility</p:attrName>
                                        </p:attrNameLst>
                                      </p:cBhvr>
                                      <p:to>
                                        <p:strVal val="visible"/>
                                      </p:to>
                                    </p:set>
                                    <p:anim calcmode="lin" valueType="num">
                                      <p:cBhvr>
                                        <p:cTn id="17" dur="500" fill="hold"/>
                                        <p:tgtEl>
                                          <p:spTgt spid="41989"/>
                                        </p:tgtEl>
                                        <p:attrNameLst>
                                          <p:attrName>ppt_x</p:attrName>
                                        </p:attrNameLst>
                                      </p:cBhvr>
                                      <p:tavLst>
                                        <p:tav tm="0">
                                          <p:val>
                                            <p:strVal val="#ppt_x"/>
                                          </p:val>
                                        </p:tav>
                                        <p:tav tm="100000">
                                          <p:val>
                                            <p:strVal val="#ppt_x"/>
                                          </p:val>
                                        </p:tav>
                                      </p:tavLst>
                                    </p:anim>
                                    <p:anim calcmode="lin" valueType="num">
                                      <p:cBhvr>
                                        <p:cTn id="18" dur="500" fill="hold"/>
                                        <p:tgtEl>
                                          <p:spTgt spid="41989"/>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41990"/>
                                        </p:tgtEl>
                                        <p:attrNameLst>
                                          <p:attrName>style.visibility</p:attrName>
                                        </p:attrNameLst>
                                      </p:cBhvr>
                                      <p:to>
                                        <p:strVal val="visible"/>
                                      </p:to>
                                    </p:set>
                                    <p:anim calcmode="lin" valueType="num">
                                      <p:cBhvr>
                                        <p:cTn id="21" dur="500" fill="hold"/>
                                        <p:tgtEl>
                                          <p:spTgt spid="41990"/>
                                        </p:tgtEl>
                                        <p:attrNameLst>
                                          <p:attrName>ppt_x</p:attrName>
                                        </p:attrNameLst>
                                      </p:cBhvr>
                                      <p:tavLst>
                                        <p:tav tm="0">
                                          <p:val>
                                            <p:strVal val="#ppt_x"/>
                                          </p:val>
                                        </p:tav>
                                        <p:tav tm="100000">
                                          <p:val>
                                            <p:strVal val="#ppt_x"/>
                                          </p:val>
                                        </p:tav>
                                      </p:tavLst>
                                    </p:anim>
                                    <p:anim calcmode="lin" valueType="num">
                                      <p:cBhvr>
                                        <p:cTn id="22" dur="500" fill="hold"/>
                                        <p:tgtEl>
                                          <p:spTgt spid="4199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90116"/>
                                        </p:tgtEl>
                                        <p:attrNameLst>
                                          <p:attrName>style.visibility</p:attrName>
                                        </p:attrNameLst>
                                      </p:cBhvr>
                                      <p:to>
                                        <p:strVal val="visible"/>
                                      </p:to>
                                    </p:set>
                                    <p:anim calcmode="lin" valueType="num">
                                      <p:cBhvr>
                                        <p:cTn id="27" dur="500" fill="hold"/>
                                        <p:tgtEl>
                                          <p:spTgt spid="90116"/>
                                        </p:tgtEl>
                                        <p:attrNameLst>
                                          <p:attrName>ppt_x</p:attrName>
                                        </p:attrNameLst>
                                      </p:cBhvr>
                                      <p:tavLst>
                                        <p:tav tm="0">
                                          <p:val>
                                            <p:strVal val="0-#ppt_w/2"/>
                                          </p:val>
                                        </p:tav>
                                        <p:tav tm="100000">
                                          <p:val>
                                            <p:strVal val="#ppt_x"/>
                                          </p:val>
                                        </p:tav>
                                      </p:tavLst>
                                    </p:anim>
                                    <p:anim calcmode="lin" valueType="num">
                                      <p:cBhvr>
                                        <p:cTn id="28" dur="500" fill="hold"/>
                                        <p:tgtEl>
                                          <p:spTgt spid="9011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90130"/>
                                        </p:tgtEl>
                                        <p:attrNameLst>
                                          <p:attrName>style.visibility</p:attrName>
                                        </p:attrNameLst>
                                      </p:cBhvr>
                                      <p:to>
                                        <p:strVal val="visible"/>
                                      </p:to>
                                    </p:set>
                                    <p:anim calcmode="lin" valueType="num">
                                      <p:cBhvr>
                                        <p:cTn id="33" dur="500" fill="hold"/>
                                        <p:tgtEl>
                                          <p:spTgt spid="90130"/>
                                        </p:tgtEl>
                                        <p:attrNameLst>
                                          <p:attrName>ppt_x</p:attrName>
                                        </p:attrNameLst>
                                      </p:cBhvr>
                                      <p:tavLst>
                                        <p:tav tm="0">
                                          <p:val>
                                            <p:strVal val="1+#ppt_w/2"/>
                                          </p:val>
                                        </p:tav>
                                        <p:tav tm="100000">
                                          <p:val>
                                            <p:strVal val="#ppt_x"/>
                                          </p:val>
                                        </p:tav>
                                      </p:tavLst>
                                    </p:anim>
                                    <p:anim calcmode="lin" valueType="num">
                                      <p:cBhvr>
                                        <p:cTn id="34" dur="500" fill="hold"/>
                                        <p:tgtEl>
                                          <p:spTgt spid="9013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grpId="0" nodeType="clickEffect">
                                  <p:stCondLst>
                                    <p:cond delay="0"/>
                                  </p:stCondLst>
                                  <p:childTnLst>
                                    <p:set>
                                      <p:cBhvr>
                                        <p:cTn id="38" dur="1" fill="hold">
                                          <p:stCondLst>
                                            <p:cond delay="0"/>
                                          </p:stCondLst>
                                        </p:cTn>
                                        <p:tgtEl>
                                          <p:spTgt spid="90122"/>
                                        </p:tgtEl>
                                        <p:attrNameLst>
                                          <p:attrName>style.visibility</p:attrName>
                                        </p:attrNameLst>
                                      </p:cBhvr>
                                      <p:to>
                                        <p:strVal val="visible"/>
                                      </p:to>
                                    </p:set>
                                    <p:animEffect transition="in" filter="checkerboard(across)">
                                      <p:cBhvr>
                                        <p:cTn id="39" dur="500"/>
                                        <p:tgtEl>
                                          <p:spTgt spid="90122"/>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90117"/>
                                        </p:tgtEl>
                                        <p:attrNameLst>
                                          <p:attrName>style.visibility</p:attrName>
                                        </p:attrNameLst>
                                      </p:cBhvr>
                                      <p:to>
                                        <p:strVal val="visible"/>
                                      </p:to>
                                    </p:set>
                                    <p:animEffect transition="in" filter="wipe(left)">
                                      <p:cBhvr>
                                        <p:cTn id="44" dur="2000"/>
                                        <p:tgtEl>
                                          <p:spTgt spid="90117"/>
                                        </p:tgtEl>
                                      </p:cBhvr>
                                    </p:animEffect>
                                  </p:childTnLst>
                                </p:cTn>
                              </p:par>
                            </p:childTnLst>
                          </p:cTn>
                        </p:par>
                      </p:childTnLst>
                    </p:cTn>
                  </p:par>
                  <p:par>
                    <p:cTn id="45" fill="hold">
                      <p:stCondLst>
                        <p:cond delay="indefinite"/>
                      </p:stCondLst>
                      <p:childTnLst>
                        <p:par>
                          <p:cTn id="46" fill="hold">
                            <p:stCondLst>
                              <p:cond delay="0"/>
                            </p:stCondLst>
                            <p:childTnLst>
                              <p:par>
                                <p:cTn id="47" presetID="4" presetClass="entr" presetSubtype="16" fill="hold" nodeType="clickEffect">
                                  <p:stCondLst>
                                    <p:cond delay="0"/>
                                  </p:stCondLst>
                                  <p:childTnLst>
                                    <p:set>
                                      <p:cBhvr>
                                        <p:cTn id="48" dur="1" fill="hold">
                                          <p:stCondLst>
                                            <p:cond delay="0"/>
                                          </p:stCondLst>
                                        </p:cTn>
                                        <p:tgtEl>
                                          <p:spTgt spid="90124"/>
                                        </p:tgtEl>
                                        <p:attrNameLst>
                                          <p:attrName>style.visibility</p:attrName>
                                        </p:attrNameLst>
                                      </p:cBhvr>
                                      <p:to>
                                        <p:strVal val="visible"/>
                                      </p:to>
                                    </p:set>
                                    <p:animEffect transition="in" filter="box(in)">
                                      <p:cBhvr>
                                        <p:cTn id="49" dur="500"/>
                                        <p:tgtEl>
                                          <p:spTgt spid="90124"/>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90151"/>
                                        </p:tgtEl>
                                        <p:attrNameLst>
                                          <p:attrName>style.visibility</p:attrName>
                                        </p:attrNameLst>
                                      </p:cBhvr>
                                      <p:to>
                                        <p:strVal val="visible"/>
                                      </p:to>
                                    </p:set>
                                    <p:anim calcmode="lin" valueType="num">
                                      <p:cBhvr>
                                        <p:cTn id="54" dur="500" fill="hold"/>
                                        <p:tgtEl>
                                          <p:spTgt spid="90151"/>
                                        </p:tgtEl>
                                        <p:attrNameLst>
                                          <p:attrName>ppt_x</p:attrName>
                                        </p:attrNameLst>
                                      </p:cBhvr>
                                      <p:tavLst>
                                        <p:tav tm="0">
                                          <p:val>
                                            <p:strVal val="#ppt_x"/>
                                          </p:val>
                                        </p:tav>
                                        <p:tav tm="100000">
                                          <p:val>
                                            <p:strVal val="#ppt_x"/>
                                          </p:val>
                                        </p:tav>
                                      </p:tavLst>
                                    </p:anim>
                                    <p:anim calcmode="lin" valueType="num">
                                      <p:cBhvr>
                                        <p:cTn id="55" dur="500" fill="hold"/>
                                        <p:tgtEl>
                                          <p:spTgt spid="90151"/>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90150"/>
                                        </p:tgtEl>
                                        <p:attrNameLst>
                                          <p:attrName>style.visibility</p:attrName>
                                        </p:attrNameLst>
                                      </p:cBhvr>
                                      <p:to>
                                        <p:strVal val="visible"/>
                                      </p:to>
                                    </p:set>
                                    <p:anim calcmode="lin" valueType="num">
                                      <p:cBhvr>
                                        <p:cTn id="58" dur="500" fill="hold"/>
                                        <p:tgtEl>
                                          <p:spTgt spid="90150"/>
                                        </p:tgtEl>
                                        <p:attrNameLst>
                                          <p:attrName>ppt_x</p:attrName>
                                        </p:attrNameLst>
                                      </p:cBhvr>
                                      <p:tavLst>
                                        <p:tav tm="0">
                                          <p:val>
                                            <p:strVal val="#ppt_x"/>
                                          </p:val>
                                        </p:tav>
                                        <p:tav tm="100000">
                                          <p:val>
                                            <p:strVal val="#ppt_x"/>
                                          </p:val>
                                        </p:tav>
                                      </p:tavLst>
                                    </p:anim>
                                    <p:anim calcmode="lin" valueType="num">
                                      <p:cBhvr>
                                        <p:cTn id="59" dur="500" fill="hold"/>
                                        <p:tgtEl>
                                          <p:spTgt spid="90150"/>
                                        </p:tgtEl>
                                        <p:attrNameLst>
                                          <p:attrName>ppt_y</p:attrName>
                                        </p:attrNameLst>
                                      </p:cBhvr>
                                      <p:tavLst>
                                        <p:tav tm="0">
                                          <p:val>
                                            <p:strVal val="1+#ppt_h/2"/>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2" fill="hold" nodeType="clickEffect">
                                  <p:stCondLst>
                                    <p:cond delay="0"/>
                                  </p:stCondLst>
                                  <p:childTnLst>
                                    <p:set>
                                      <p:cBhvr>
                                        <p:cTn id="63" dur="1" fill="hold">
                                          <p:stCondLst>
                                            <p:cond delay="0"/>
                                          </p:stCondLst>
                                        </p:cTn>
                                        <p:tgtEl>
                                          <p:spTgt spid="90133"/>
                                        </p:tgtEl>
                                        <p:attrNameLst>
                                          <p:attrName>style.visibility</p:attrName>
                                        </p:attrNameLst>
                                      </p:cBhvr>
                                      <p:to>
                                        <p:strVal val="visible"/>
                                      </p:to>
                                    </p:set>
                                    <p:anim calcmode="lin" valueType="num">
                                      <p:cBhvr>
                                        <p:cTn id="64" dur="500" fill="hold"/>
                                        <p:tgtEl>
                                          <p:spTgt spid="90133"/>
                                        </p:tgtEl>
                                        <p:attrNameLst>
                                          <p:attrName>ppt_x</p:attrName>
                                        </p:attrNameLst>
                                      </p:cBhvr>
                                      <p:tavLst>
                                        <p:tav tm="0">
                                          <p:val>
                                            <p:strVal val="1+#ppt_w/2"/>
                                          </p:val>
                                        </p:tav>
                                        <p:tav tm="100000">
                                          <p:val>
                                            <p:strVal val="#ppt_x"/>
                                          </p:val>
                                        </p:tav>
                                      </p:tavLst>
                                    </p:anim>
                                    <p:anim calcmode="lin" valueType="num">
                                      <p:cBhvr>
                                        <p:cTn id="65" dur="500" fill="hold"/>
                                        <p:tgtEl>
                                          <p:spTgt spid="90133"/>
                                        </p:tgtEl>
                                        <p:attrNameLst>
                                          <p:attrName>ppt_y</p:attrName>
                                        </p:attrNameLst>
                                      </p:cBhvr>
                                      <p:tavLst>
                                        <p:tav tm="0">
                                          <p:val>
                                            <p:strVal val="#ppt_y"/>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90125"/>
                                        </p:tgtEl>
                                        <p:attrNameLst>
                                          <p:attrName>style.visibility</p:attrName>
                                        </p:attrNameLst>
                                      </p:cBhvr>
                                      <p:to>
                                        <p:strVal val="visible"/>
                                      </p:to>
                                    </p:set>
                                    <p:animEffect transition="in" filter="wipe(left)">
                                      <p:cBhvr>
                                        <p:cTn id="70" dur="5000"/>
                                        <p:tgtEl>
                                          <p:spTgt spid="90125"/>
                                        </p:tgtEl>
                                      </p:cBhvr>
                                    </p:animEffect>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0" nodeType="clickEffect">
                                  <p:stCondLst>
                                    <p:cond delay="0"/>
                                  </p:stCondLst>
                                  <p:childTnLst>
                                    <p:set>
                                      <p:cBhvr>
                                        <p:cTn id="74" dur="1" fill="hold">
                                          <p:stCondLst>
                                            <p:cond delay="0"/>
                                          </p:stCondLst>
                                        </p:cTn>
                                        <p:tgtEl>
                                          <p:spTgt spid="90129"/>
                                        </p:tgtEl>
                                        <p:attrNameLst>
                                          <p:attrName>style.visibility</p:attrName>
                                        </p:attrNameLst>
                                      </p:cBhvr>
                                      <p:to>
                                        <p:strVal val="visible"/>
                                      </p:to>
                                    </p:set>
                                    <p:anim calcmode="lin" valueType="num">
                                      <p:cBhvr>
                                        <p:cTn id="75" dur="500" fill="hold"/>
                                        <p:tgtEl>
                                          <p:spTgt spid="90129"/>
                                        </p:tgtEl>
                                        <p:attrNameLst>
                                          <p:attrName>ppt_x</p:attrName>
                                        </p:attrNameLst>
                                      </p:cBhvr>
                                      <p:tavLst>
                                        <p:tav tm="0">
                                          <p:val>
                                            <p:strVal val="1+#ppt_w/2"/>
                                          </p:val>
                                        </p:tav>
                                        <p:tav tm="100000">
                                          <p:val>
                                            <p:strVal val="#ppt_x"/>
                                          </p:val>
                                        </p:tav>
                                      </p:tavLst>
                                    </p:anim>
                                    <p:anim calcmode="lin" valueType="num">
                                      <p:cBhvr>
                                        <p:cTn id="76" dur="500" fill="hold"/>
                                        <p:tgtEl>
                                          <p:spTgt spid="90129"/>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iterate type="lt">
                                    <p:tmPct val="10000"/>
                                  </p:iterate>
                                  <p:childTnLst>
                                    <p:set>
                                      <p:cBhvr>
                                        <p:cTn id="80" dur="1" fill="hold">
                                          <p:stCondLst>
                                            <p:cond delay="0"/>
                                          </p:stCondLst>
                                        </p:cTn>
                                        <p:tgtEl>
                                          <p:spTgt spid="90128"/>
                                        </p:tgtEl>
                                        <p:attrNameLst>
                                          <p:attrName>style.visibility</p:attrName>
                                        </p:attrNameLst>
                                      </p:cBhvr>
                                      <p:to>
                                        <p:strVal val="visible"/>
                                      </p:to>
                                    </p:set>
                                    <p:animEffect transition="in" filter="wipe(left)">
                                      <p:cBhvr>
                                        <p:cTn id="81" dur="500"/>
                                        <p:tgtEl>
                                          <p:spTgt spid="90128"/>
                                        </p:tgtEl>
                                      </p:cBhvr>
                                    </p:animEffect>
                                  </p:childTnLst>
                                </p:cTn>
                              </p:par>
                            </p:childTnLst>
                          </p:cTn>
                        </p:par>
                      </p:childTnLst>
                    </p:cTn>
                  </p:par>
                  <p:par>
                    <p:cTn id="82" fill="hold">
                      <p:stCondLst>
                        <p:cond delay="indefinite"/>
                      </p:stCondLst>
                      <p:childTnLst>
                        <p:par>
                          <p:cTn id="83" fill="hold">
                            <p:stCondLst>
                              <p:cond delay="0"/>
                            </p:stCondLst>
                            <p:childTnLst>
                              <p:par>
                                <p:cTn id="84" presetID="2" presetClass="entr" presetSubtype="4" fill="hold" nodeType="clickEffect">
                                  <p:stCondLst>
                                    <p:cond delay="0"/>
                                  </p:stCondLst>
                                  <p:childTnLst>
                                    <p:set>
                                      <p:cBhvr>
                                        <p:cTn id="85" dur="1" fill="hold">
                                          <p:stCondLst>
                                            <p:cond delay="0"/>
                                          </p:stCondLst>
                                        </p:cTn>
                                        <p:tgtEl>
                                          <p:spTgt spid="90126"/>
                                        </p:tgtEl>
                                        <p:attrNameLst>
                                          <p:attrName>style.visibility</p:attrName>
                                        </p:attrNameLst>
                                      </p:cBhvr>
                                      <p:to>
                                        <p:strVal val="visible"/>
                                      </p:to>
                                    </p:set>
                                    <p:anim calcmode="lin" valueType="num">
                                      <p:cBhvr>
                                        <p:cTn id="86" dur="500" fill="hold"/>
                                        <p:tgtEl>
                                          <p:spTgt spid="90126"/>
                                        </p:tgtEl>
                                        <p:attrNameLst>
                                          <p:attrName>ppt_x</p:attrName>
                                        </p:attrNameLst>
                                      </p:cBhvr>
                                      <p:tavLst>
                                        <p:tav tm="0">
                                          <p:val>
                                            <p:strVal val="#ppt_x"/>
                                          </p:val>
                                        </p:tav>
                                        <p:tav tm="100000">
                                          <p:val>
                                            <p:strVal val="#ppt_x"/>
                                          </p:val>
                                        </p:tav>
                                      </p:tavLst>
                                    </p:anim>
                                    <p:anim calcmode="lin" valueType="num">
                                      <p:cBhvr>
                                        <p:cTn id="87" dur="500" fill="hold"/>
                                        <p:tgtEl>
                                          <p:spTgt spid="90126"/>
                                        </p:tgtEl>
                                        <p:attrNameLst>
                                          <p:attrName>ppt_y</p:attrName>
                                        </p:attrNameLst>
                                      </p:cBhvr>
                                      <p:tavLst>
                                        <p:tav tm="0">
                                          <p:val>
                                            <p:strVal val="1+#ppt_h/2"/>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4" fill="hold" nodeType="clickEffect">
                                  <p:stCondLst>
                                    <p:cond delay="0"/>
                                  </p:stCondLst>
                                  <p:childTnLst>
                                    <p:set>
                                      <p:cBhvr>
                                        <p:cTn id="91" dur="1" fill="hold">
                                          <p:stCondLst>
                                            <p:cond delay="0"/>
                                          </p:stCondLst>
                                        </p:cTn>
                                        <p:tgtEl>
                                          <p:spTgt spid="90138"/>
                                        </p:tgtEl>
                                        <p:attrNameLst>
                                          <p:attrName>style.visibility</p:attrName>
                                        </p:attrNameLst>
                                      </p:cBhvr>
                                      <p:to>
                                        <p:strVal val="visible"/>
                                      </p:to>
                                    </p:set>
                                    <p:anim calcmode="lin" valueType="num">
                                      <p:cBhvr>
                                        <p:cTn id="92" dur="500" fill="hold"/>
                                        <p:tgtEl>
                                          <p:spTgt spid="90138"/>
                                        </p:tgtEl>
                                        <p:attrNameLst>
                                          <p:attrName>ppt_x</p:attrName>
                                        </p:attrNameLst>
                                      </p:cBhvr>
                                      <p:tavLst>
                                        <p:tav tm="0">
                                          <p:val>
                                            <p:strVal val="#ppt_x"/>
                                          </p:val>
                                        </p:tav>
                                        <p:tav tm="100000">
                                          <p:val>
                                            <p:strVal val="#ppt_x"/>
                                          </p:val>
                                        </p:tav>
                                      </p:tavLst>
                                    </p:anim>
                                    <p:anim calcmode="lin" valueType="num">
                                      <p:cBhvr>
                                        <p:cTn id="93" dur="500" fill="hold"/>
                                        <p:tgtEl>
                                          <p:spTgt spid="90138"/>
                                        </p:tgtEl>
                                        <p:attrNameLst>
                                          <p:attrName>ppt_y</p:attrName>
                                        </p:attrNameLst>
                                      </p:cBhvr>
                                      <p:tavLst>
                                        <p:tav tm="0">
                                          <p:val>
                                            <p:strVal val="1+#ppt_h/2"/>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2" presetClass="entr" presetSubtype="4" fill="hold" nodeType="clickEffect">
                                  <p:stCondLst>
                                    <p:cond delay="0"/>
                                  </p:stCondLst>
                                  <p:childTnLst>
                                    <p:set>
                                      <p:cBhvr>
                                        <p:cTn id="97" dur="1" fill="hold">
                                          <p:stCondLst>
                                            <p:cond delay="0"/>
                                          </p:stCondLst>
                                        </p:cTn>
                                        <p:tgtEl>
                                          <p:spTgt spid="90135"/>
                                        </p:tgtEl>
                                        <p:attrNameLst>
                                          <p:attrName>style.visibility</p:attrName>
                                        </p:attrNameLst>
                                      </p:cBhvr>
                                      <p:to>
                                        <p:strVal val="visible"/>
                                      </p:to>
                                    </p:set>
                                    <p:anim calcmode="lin" valueType="num">
                                      <p:cBhvr>
                                        <p:cTn id="98" dur="500" fill="hold"/>
                                        <p:tgtEl>
                                          <p:spTgt spid="90135"/>
                                        </p:tgtEl>
                                        <p:attrNameLst>
                                          <p:attrName>ppt_x</p:attrName>
                                        </p:attrNameLst>
                                      </p:cBhvr>
                                      <p:tavLst>
                                        <p:tav tm="0">
                                          <p:val>
                                            <p:strVal val="#ppt_x"/>
                                          </p:val>
                                        </p:tav>
                                        <p:tav tm="100000">
                                          <p:val>
                                            <p:strVal val="#ppt_x"/>
                                          </p:val>
                                        </p:tav>
                                      </p:tavLst>
                                    </p:anim>
                                    <p:anim calcmode="lin" valueType="num">
                                      <p:cBhvr>
                                        <p:cTn id="99" dur="500" fill="hold"/>
                                        <p:tgtEl>
                                          <p:spTgt spid="9013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90134"/>
                                        </p:tgtEl>
                                        <p:attrNameLst>
                                          <p:attrName>style.visibility</p:attrName>
                                        </p:attrNameLst>
                                      </p:cBhvr>
                                      <p:to>
                                        <p:strVal val="visible"/>
                                      </p:to>
                                    </p:set>
                                    <p:anim calcmode="lin" valueType="num">
                                      <p:cBhvr>
                                        <p:cTn id="102" dur="500" fill="hold"/>
                                        <p:tgtEl>
                                          <p:spTgt spid="90134"/>
                                        </p:tgtEl>
                                        <p:attrNameLst>
                                          <p:attrName>ppt_x</p:attrName>
                                        </p:attrNameLst>
                                      </p:cBhvr>
                                      <p:tavLst>
                                        <p:tav tm="0">
                                          <p:val>
                                            <p:strVal val="#ppt_x"/>
                                          </p:val>
                                        </p:tav>
                                        <p:tav tm="100000">
                                          <p:val>
                                            <p:strVal val="#ppt_x"/>
                                          </p:val>
                                        </p:tav>
                                      </p:tavLst>
                                    </p:anim>
                                    <p:anim calcmode="lin" valueType="num">
                                      <p:cBhvr>
                                        <p:cTn id="103" dur="500" fill="hold"/>
                                        <p:tgtEl>
                                          <p:spTgt spid="90134"/>
                                        </p:tgtEl>
                                        <p:attrNameLst>
                                          <p:attrName>ppt_y</p:attrName>
                                        </p:attrNameLst>
                                      </p:cBhvr>
                                      <p:tavLst>
                                        <p:tav tm="0">
                                          <p:val>
                                            <p:strVal val="1+#ppt_h/2"/>
                                          </p:val>
                                        </p:tav>
                                        <p:tav tm="100000">
                                          <p:val>
                                            <p:strVal val="#ppt_y"/>
                                          </p:val>
                                        </p:tav>
                                      </p:tavLst>
                                    </p:anim>
                                  </p:childTnLst>
                                </p:cTn>
                              </p:par>
                            </p:childTnLst>
                          </p:cTn>
                        </p:par>
                      </p:childTnLst>
                    </p:cTn>
                  </p:par>
                  <p:par>
                    <p:cTn id="104" fill="hold">
                      <p:stCondLst>
                        <p:cond delay="indefinite"/>
                      </p:stCondLst>
                      <p:childTnLst>
                        <p:par>
                          <p:cTn id="105" fill="hold">
                            <p:stCondLst>
                              <p:cond delay="0"/>
                            </p:stCondLst>
                            <p:childTnLst>
                              <p:par>
                                <p:cTn id="106" presetID="2" presetClass="entr" presetSubtype="4" fill="hold" nodeType="clickEffect">
                                  <p:stCondLst>
                                    <p:cond delay="0"/>
                                  </p:stCondLst>
                                  <p:childTnLst>
                                    <p:set>
                                      <p:cBhvr>
                                        <p:cTn id="107" dur="1" fill="hold">
                                          <p:stCondLst>
                                            <p:cond delay="0"/>
                                          </p:stCondLst>
                                        </p:cTn>
                                        <p:tgtEl>
                                          <p:spTgt spid="90137"/>
                                        </p:tgtEl>
                                        <p:attrNameLst>
                                          <p:attrName>style.visibility</p:attrName>
                                        </p:attrNameLst>
                                      </p:cBhvr>
                                      <p:to>
                                        <p:strVal val="visible"/>
                                      </p:to>
                                    </p:set>
                                    <p:anim calcmode="lin" valueType="num">
                                      <p:cBhvr>
                                        <p:cTn id="108" dur="500" fill="hold"/>
                                        <p:tgtEl>
                                          <p:spTgt spid="90137"/>
                                        </p:tgtEl>
                                        <p:attrNameLst>
                                          <p:attrName>ppt_x</p:attrName>
                                        </p:attrNameLst>
                                      </p:cBhvr>
                                      <p:tavLst>
                                        <p:tav tm="0">
                                          <p:val>
                                            <p:strVal val="#ppt_x"/>
                                          </p:val>
                                        </p:tav>
                                        <p:tav tm="100000">
                                          <p:val>
                                            <p:strVal val="#ppt_x"/>
                                          </p:val>
                                        </p:tav>
                                      </p:tavLst>
                                    </p:anim>
                                    <p:anim calcmode="lin" valueType="num">
                                      <p:cBhvr>
                                        <p:cTn id="109" dur="500" fill="hold"/>
                                        <p:tgtEl>
                                          <p:spTgt spid="90137"/>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0"/>
                                  </p:stCondLst>
                                  <p:childTnLst>
                                    <p:set>
                                      <p:cBhvr>
                                        <p:cTn id="111" dur="1" fill="hold">
                                          <p:stCondLst>
                                            <p:cond delay="0"/>
                                          </p:stCondLst>
                                        </p:cTn>
                                        <p:tgtEl>
                                          <p:spTgt spid="90136"/>
                                        </p:tgtEl>
                                        <p:attrNameLst>
                                          <p:attrName>style.visibility</p:attrName>
                                        </p:attrNameLst>
                                      </p:cBhvr>
                                      <p:to>
                                        <p:strVal val="visible"/>
                                      </p:to>
                                    </p:set>
                                    <p:anim calcmode="lin" valueType="num">
                                      <p:cBhvr>
                                        <p:cTn id="112" dur="500" fill="hold"/>
                                        <p:tgtEl>
                                          <p:spTgt spid="90136"/>
                                        </p:tgtEl>
                                        <p:attrNameLst>
                                          <p:attrName>ppt_x</p:attrName>
                                        </p:attrNameLst>
                                      </p:cBhvr>
                                      <p:tavLst>
                                        <p:tav tm="0">
                                          <p:val>
                                            <p:strVal val="#ppt_x"/>
                                          </p:val>
                                        </p:tav>
                                        <p:tav tm="100000">
                                          <p:val>
                                            <p:strVal val="#ppt_x"/>
                                          </p:val>
                                        </p:tav>
                                      </p:tavLst>
                                    </p:anim>
                                    <p:anim calcmode="lin" valueType="num">
                                      <p:cBhvr>
                                        <p:cTn id="113" dur="500" fill="hold"/>
                                        <p:tgtEl>
                                          <p:spTgt spid="901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8" grpId="0"/>
      <p:bldP spid="41989" grpId="0"/>
      <p:bldP spid="41990" grpId="0"/>
      <p:bldP spid="90122" grpId="0"/>
      <p:bldP spid="90128" grpId="0"/>
      <p:bldP spid="90129" grpId="0"/>
      <p:bldP spid="90130" grpId="0"/>
      <p:bldP spid="90134" grpId="0" animBg="1"/>
      <p:bldP spid="90136" grpId="0" animBg="1"/>
      <p:bldP spid="9015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2"/>
          <p:cNvSpPr>
            <a:spLocks noChangeArrowheads="1"/>
          </p:cNvSpPr>
          <p:nvPr/>
        </p:nvSpPr>
        <p:spPr bwMode="auto">
          <a:xfrm>
            <a:off x="119063" y="1916113"/>
            <a:ext cx="8840787"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a:solidFill>
                  <a:srgbClr val="0000FF"/>
                </a:solidFill>
                <a:latin typeface="Times New Roman" panose="02020603050405020304" pitchFamily="18" charset="0"/>
              </a:rPr>
              <a:t>      </a:t>
            </a:r>
            <a:r>
              <a:rPr lang="en-US" altLang="zh-CN" sz="2800">
                <a:solidFill>
                  <a:srgbClr val="0000FF"/>
                </a:solidFill>
                <a:latin typeface="Times New Roman" panose="02020603050405020304" pitchFamily="18" charset="0"/>
              </a:rPr>
              <a:t>k-1</a:t>
            </a:r>
            <a:r>
              <a:rPr lang="zh-CN" altLang="en-US" sz="2800">
                <a:solidFill>
                  <a:srgbClr val="0000FF"/>
                </a:solidFill>
                <a:latin typeface="Times New Roman" panose="02020603050405020304" pitchFamily="18" charset="0"/>
              </a:rPr>
              <a:t>阶差商的差商</a:t>
            </a:r>
            <a:r>
              <a:rPr lang="en-US" altLang="zh-CN" sz="2800">
                <a:solidFill>
                  <a:srgbClr val="0000FF"/>
                </a:solidFill>
                <a:latin typeface="Times New Roman" panose="02020603050405020304" pitchFamily="18" charset="0"/>
              </a:rPr>
              <a:t>: k+1</a:t>
            </a:r>
            <a:r>
              <a:rPr lang="zh-CN" altLang="en-US" sz="2800">
                <a:solidFill>
                  <a:srgbClr val="0000FF"/>
                </a:solidFill>
                <a:latin typeface="Times New Roman" panose="02020603050405020304" pitchFamily="18" charset="0"/>
              </a:rPr>
              <a:t>个节点定义 </a:t>
            </a:r>
            <a:r>
              <a:rPr lang="en-US" altLang="zh-CN" sz="2800">
                <a:solidFill>
                  <a:srgbClr val="0000FF"/>
                </a:solidFill>
                <a:latin typeface="Times New Roman" panose="02020603050405020304" pitchFamily="18" charset="0"/>
              </a:rPr>
              <a:t>k </a:t>
            </a:r>
            <a:r>
              <a:rPr lang="zh-CN" altLang="en-US" sz="2800">
                <a:solidFill>
                  <a:srgbClr val="0000FF"/>
                </a:solidFill>
                <a:latin typeface="Times New Roman" panose="02020603050405020304" pitchFamily="18" charset="0"/>
              </a:rPr>
              <a:t>阶差商．从</a:t>
            </a:r>
            <a:r>
              <a:rPr lang="en-US" altLang="zh-CN" sz="2800">
                <a:solidFill>
                  <a:srgbClr val="0000FF"/>
                </a:solidFill>
                <a:latin typeface="Times New Roman" panose="02020603050405020304" pitchFamily="18" charset="0"/>
              </a:rPr>
              <a:t>k+1 </a:t>
            </a:r>
            <a:r>
              <a:rPr lang="zh-CN" altLang="en-US" sz="2800">
                <a:solidFill>
                  <a:srgbClr val="0000FF"/>
                </a:solidFill>
                <a:latin typeface="Times New Roman" panose="02020603050405020304" pitchFamily="18" charset="0"/>
              </a:rPr>
              <a:t>个节点中任取两组</a:t>
            </a:r>
            <a:r>
              <a:rPr lang="en-US" altLang="zh-CN" sz="2800">
                <a:solidFill>
                  <a:srgbClr val="0000FF"/>
                </a:solidFill>
                <a:latin typeface="Times New Roman" panose="02020603050405020304" pitchFamily="18" charset="0"/>
              </a:rPr>
              <a:t>k</a:t>
            </a:r>
            <a:r>
              <a:rPr lang="zh-CN" altLang="en-US" sz="2800">
                <a:solidFill>
                  <a:srgbClr val="0000FF"/>
                </a:solidFill>
                <a:latin typeface="Times New Roman" panose="02020603050405020304" pitchFamily="18" charset="0"/>
              </a:rPr>
              <a:t>个节点构成两个不同的</a:t>
            </a:r>
            <a:r>
              <a:rPr lang="en-US" altLang="zh-CN" sz="2800">
                <a:solidFill>
                  <a:srgbClr val="0000FF"/>
                </a:solidFill>
                <a:latin typeface="Times New Roman" panose="02020603050405020304" pitchFamily="18" charset="0"/>
              </a:rPr>
              <a:t>k-1</a:t>
            </a:r>
            <a:r>
              <a:rPr lang="zh-CN" altLang="en-US" sz="2800">
                <a:solidFill>
                  <a:srgbClr val="0000FF"/>
                </a:solidFill>
                <a:latin typeface="Times New Roman" panose="02020603050405020304" pitchFamily="18" charset="0"/>
              </a:rPr>
              <a:t>阶差商，其中有 </a:t>
            </a:r>
            <a:r>
              <a:rPr lang="en-US" altLang="zh-CN" sz="2800">
                <a:solidFill>
                  <a:srgbClr val="0000FF"/>
                </a:solidFill>
                <a:latin typeface="Times New Roman" panose="02020603050405020304" pitchFamily="18" charset="0"/>
              </a:rPr>
              <a:t>k-1</a:t>
            </a:r>
            <a:r>
              <a:rPr lang="zh-CN" altLang="en-US" sz="2800">
                <a:solidFill>
                  <a:srgbClr val="0000FF"/>
                </a:solidFill>
                <a:latin typeface="Times New Roman" panose="02020603050405020304" pitchFamily="18" charset="0"/>
              </a:rPr>
              <a:t>个节点相同，而</a:t>
            </a:r>
            <a:r>
              <a:rPr lang="en-US" altLang="zh-CN" sz="2800">
                <a:solidFill>
                  <a:srgbClr val="0000FF"/>
                </a:solidFill>
                <a:latin typeface="Times New Roman" panose="02020603050405020304" pitchFamily="18" charset="0"/>
              </a:rPr>
              <a:t>1</a:t>
            </a:r>
            <a:r>
              <a:rPr lang="zh-CN" altLang="en-US" sz="2800">
                <a:solidFill>
                  <a:srgbClr val="0000FF"/>
                </a:solidFill>
                <a:latin typeface="Times New Roman" panose="02020603050405020304" pitchFamily="18" charset="0"/>
              </a:rPr>
              <a:t>个节点不同，这两个</a:t>
            </a:r>
            <a:r>
              <a:rPr lang="en-US" altLang="zh-CN" sz="2800">
                <a:solidFill>
                  <a:srgbClr val="0000FF"/>
                </a:solidFill>
                <a:latin typeface="Times New Roman" panose="02020603050405020304" pitchFamily="18" charset="0"/>
              </a:rPr>
              <a:t>k-1</a:t>
            </a:r>
          </a:p>
          <a:p>
            <a:r>
              <a:rPr lang="zh-CN" altLang="en-US" sz="2800">
                <a:solidFill>
                  <a:srgbClr val="0000FF"/>
                </a:solidFill>
                <a:latin typeface="Times New Roman" panose="02020603050405020304" pitchFamily="18" charset="0"/>
              </a:rPr>
              <a:t>阶差商的差除以相应的不同节点之差．</a:t>
            </a:r>
            <a:r>
              <a:rPr lang="zh-CN" altLang="en-US" sz="2800">
                <a:latin typeface="Times New Roman" panose="02020603050405020304" pitchFamily="18" charset="0"/>
              </a:rPr>
              <a:t>如：</a:t>
            </a:r>
          </a:p>
        </p:txBody>
      </p:sp>
      <p:graphicFrame>
        <p:nvGraphicFramePr>
          <p:cNvPr id="43010" name="Object 3"/>
          <p:cNvGraphicFramePr>
            <a:graphicFrameLocks noChangeAspect="1"/>
          </p:cNvGraphicFramePr>
          <p:nvPr/>
        </p:nvGraphicFramePr>
        <p:xfrm>
          <a:off x="0" y="260350"/>
          <a:ext cx="4254500" cy="722313"/>
        </p:xfrm>
        <a:graphic>
          <a:graphicData uri="http://schemas.openxmlformats.org/presentationml/2006/ole">
            <mc:AlternateContent xmlns:mc="http://schemas.openxmlformats.org/markup-compatibility/2006">
              <mc:Choice xmlns:v="urn:schemas-microsoft-com:vml" Requires="v">
                <p:oleObj spid="_x0000_s43146" r:id="rId3" imgW="1524000" imgH="241300" progId="Equation.DSMT4">
                  <p:embed/>
                </p:oleObj>
              </mc:Choice>
              <mc:Fallback>
                <p:oleObj r:id="rId3" imgW="1524000" imgH="2413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60350"/>
                        <a:ext cx="4254500" cy="722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3011" name="Rectangle 4"/>
          <p:cNvSpPr>
            <a:spLocks noChangeArrowheads="1"/>
          </p:cNvSpPr>
          <p:nvPr/>
        </p:nvSpPr>
        <p:spPr bwMode="auto">
          <a:xfrm>
            <a:off x="4837113" y="1125538"/>
            <a:ext cx="41275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a:t>－－－－－－     </a:t>
            </a:r>
            <a:r>
              <a:rPr lang="zh-CN" altLang="en-US" sz="2800">
                <a:latin typeface="Times New Roman" panose="02020603050405020304" pitchFamily="18" charset="0"/>
              </a:rPr>
              <a:t>阶差商</a:t>
            </a:r>
            <a:r>
              <a:rPr lang="zh-CN" altLang="en-US" sz="2800" b="1">
                <a:latin typeface="Times New Roman" panose="02020603050405020304" pitchFamily="18" charset="0"/>
              </a:rPr>
              <a:t> </a:t>
            </a:r>
          </a:p>
        </p:txBody>
      </p:sp>
      <p:graphicFrame>
        <p:nvGraphicFramePr>
          <p:cNvPr id="43012" name="Object 5"/>
          <p:cNvGraphicFramePr>
            <a:graphicFrameLocks noChangeAspect="1"/>
          </p:cNvGraphicFramePr>
          <p:nvPr/>
        </p:nvGraphicFramePr>
        <p:xfrm>
          <a:off x="7235825" y="1125538"/>
          <a:ext cx="317500" cy="503237"/>
        </p:xfrm>
        <a:graphic>
          <a:graphicData uri="http://schemas.openxmlformats.org/presentationml/2006/ole">
            <mc:AlternateContent xmlns:mc="http://schemas.openxmlformats.org/markup-compatibility/2006">
              <mc:Choice xmlns:v="urn:schemas-microsoft-com:vml" Requires="v">
                <p:oleObj spid="_x0000_s43147" r:id="rId5" imgW="127000" imgH="177165" progId="Equation.DSMT4">
                  <p:embed/>
                </p:oleObj>
              </mc:Choice>
              <mc:Fallback>
                <p:oleObj r:id="rId5" imgW="127000" imgH="177165"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5825" y="1125538"/>
                        <a:ext cx="317500"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3013" name="Object 15"/>
          <p:cNvGraphicFramePr>
            <a:graphicFrameLocks noChangeAspect="1"/>
          </p:cNvGraphicFramePr>
          <p:nvPr/>
        </p:nvGraphicFramePr>
        <p:xfrm>
          <a:off x="684213" y="4076700"/>
          <a:ext cx="2725737" cy="658813"/>
        </p:xfrm>
        <a:graphic>
          <a:graphicData uri="http://schemas.openxmlformats.org/presentationml/2006/ole">
            <mc:AlternateContent xmlns:mc="http://schemas.openxmlformats.org/markup-compatibility/2006">
              <mc:Choice xmlns:v="urn:schemas-microsoft-com:vml" Requires="v">
                <p:oleObj spid="_x0000_s43148" r:id="rId7" imgW="1016000" imgH="228600" progId="Equation.DSMT4">
                  <p:embed/>
                </p:oleObj>
              </mc:Choice>
              <mc:Fallback>
                <p:oleObj r:id="rId7" imgW="1016000" imgH="228600" progId="Equation.DSMT4">
                  <p:embed/>
                  <p:pic>
                    <p:nvPicPr>
                      <p:cNvPr id="0" name="Object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4213" y="4076700"/>
                        <a:ext cx="2725737" cy="65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3014" name="Object 16"/>
          <p:cNvGraphicFramePr>
            <a:graphicFrameLocks noGrp="1" noChangeAspect="1"/>
          </p:cNvGraphicFramePr>
          <p:nvPr>
            <p:ph sz="quarter" idx="1"/>
          </p:nvPr>
        </p:nvGraphicFramePr>
        <p:xfrm>
          <a:off x="3441700" y="3933825"/>
          <a:ext cx="4908550" cy="987425"/>
        </p:xfrm>
        <a:graphic>
          <a:graphicData uri="http://schemas.openxmlformats.org/presentationml/2006/ole">
            <mc:AlternateContent xmlns:mc="http://schemas.openxmlformats.org/markup-compatibility/2006">
              <mc:Choice xmlns:v="urn:schemas-microsoft-com:vml" Requires="v">
                <p:oleObj spid="_x0000_s43149" r:id="rId9" imgW="2324100" imgH="431800" progId="Equation.DSMT4">
                  <p:embed/>
                </p:oleObj>
              </mc:Choice>
              <mc:Fallback>
                <p:oleObj r:id="rId9" imgW="2324100" imgH="431800" progId="Equation.DSMT4">
                  <p:embed/>
                  <p:pic>
                    <p:nvPicPr>
                      <p:cNvPr id="0" name="Object 16"/>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41700" y="3933825"/>
                        <a:ext cx="4908550" cy="98742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3015" name="Object 17"/>
          <p:cNvGraphicFramePr>
            <a:graphicFrameLocks noGrp="1" noChangeAspect="1"/>
          </p:cNvGraphicFramePr>
          <p:nvPr>
            <p:ph sz="quarter" idx="2"/>
          </p:nvPr>
        </p:nvGraphicFramePr>
        <p:xfrm>
          <a:off x="4238625" y="260350"/>
          <a:ext cx="4905375" cy="877888"/>
        </p:xfrm>
        <a:graphic>
          <a:graphicData uri="http://schemas.openxmlformats.org/presentationml/2006/ole">
            <mc:AlternateContent xmlns:mc="http://schemas.openxmlformats.org/markup-compatibility/2006">
              <mc:Choice xmlns:v="urn:schemas-microsoft-com:vml" Requires="v">
                <p:oleObj spid="_x0000_s43150" r:id="rId11" imgW="2616200" imgH="431800" progId="Equation.DSMT4">
                  <p:embed/>
                </p:oleObj>
              </mc:Choice>
              <mc:Fallback>
                <p:oleObj r:id="rId11" imgW="2616200" imgH="431800" progId="Equation.DSMT4">
                  <p:embed/>
                  <p:pic>
                    <p:nvPicPr>
                      <p:cNvPr id="0" name="Object 17"/>
                      <p:cNvPicPr>
                        <a:picLocks noGrp="1"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38625" y="260350"/>
                        <a:ext cx="4905375" cy="877888"/>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1160" name="Object 24"/>
          <p:cNvGraphicFramePr>
            <a:graphicFrameLocks noChangeAspect="1"/>
          </p:cNvGraphicFramePr>
          <p:nvPr/>
        </p:nvGraphicFramePr>
        <p:xfrm>
          <a:off x="461963" y="5818188"/>
          <a:ext cx="8574087" cy="687387"/>
        </p:xfrm>
        <a:graphic>
          <a:graphicData uri="http://schemas.openxmlformats.org/presentationml/2006/ole">
            <mc:AlternateContent xmlns:mc="http://schemas.openxmlformats.org/markup-compatibility/2006">
              <mc:Choice xmlns:v="urn:schemas-microsoft-com:vml" Requires="v">
                <p:oleObj spid="_x0000_s43151" r:id="rId13" imgW="6172200" imgH="457200" progId="Equation.DSMT4">
                  <p:embed/>
                </p:oleObj>
              </mc:Choice>
              <mc:Fallback>
                <p:oleObj r:id="rId13" imgW="6172200" imgH="457200" progId="Equation.DSMT4">
                  <p:embed/>
                  <p:pic>
                    <p:nvPicPr>
                      <p:cNvPr id="0" name="Object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1963" y="5818188"/>
                        <a:ext cx="8574087" cy="68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1161" name="Object 25"/>
          <p:cNvGraphicFramePr>
            <a:graphicFrameLocks noChangeAspect="1"/>
          </p:cNvGraphicFramePr>
          <p:nvPr/>
        </p:nvGraphicFramePr>
        <p:xfrm>
          <a:off x="3203575" y="5013325"/>
          <a:ext cx="3452813" cy="617538"/>
        </p:xfrm>
        <a:graphic>
          <a:graphicData uri="http://schemas.openxmlformats.org/presentationml/2006/ole">
            <mc:AlternateContent xmlns:mc="http://schemas.openxmlformats.org/markup-compatibility/2006">
              <mc:Choice xmlns:v="urn:schemas-microsoft-com:vml" Requires="v">
                <p:oleObj spid="_x0000_s43152" r:id="rId15" imgW="1384300" imgH="228600" progId="Equation.DSMT4">
                  <p:embed/>
                </p:oleObj>
              </mc:Choice>
              <mc:Fallback>
                <p:oleObj r:id="rId15" imgW="1384300" imgH="228600" progId="Equation.DSMT4">
                  <p:embed/>
                  <p:pic>
                    <p:nvPicPr>
                      <p:cNvPr id="0" name="Object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03575" y="5013325"/>
                        <a:ext cx="3452813"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1161"/>
                                        </p:tgtEl>
                                        <p:attrNameLst>
                                          <p:attrName>style.visibility</p:attrName>
                                        </p:attrNameLst>
                                      </p:cBhvr>
                                      <p:to>
                                        <p:strVal val="visible"/>
                                      </p:to>
                                    </p:set>
                                    <p:anim calcmode="lin" valueType="num">
                                      <p:cBhvr>
                                        <p:cTn id="7" dur="500" fill="hold"/>
                                        <p:tgtEl>
                                          <p:spTgt spid="91161"/>
                                        </p:tgtEl>
                                        <p:attrNameLst>
                                          <p:attrName>ppt_x</p:attrName>
                                        </p:attrNameLst>
                                      </p:cBhvr>
                                      <p:tavLst>
                                        <p:tav tm="0">
                                          <p:val>
                                            <p:strVal val="#ppt_x"/>
                                          </p:val>
                                        </p:tav>
                                        <p:tav tm="100000">
                                          <p:val>
                                            <p:strVal val="#ppt_x"/>
                                          </p:val>
                                        </p:tav>
                                      </p:tavLst>
                                    </p:anim>
                                    <p:anim calcmode="lin" valueType="num">
                                      <p:cBhvr>
                                        <p:cTn id="8" dur="500" fill="hold"/>
                                        <p:tgtEl>
                                          <p:spTgt spid="9116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91160"/>
                                        </p:tgtEl>
                                        <p:attrNameLst>
                                          <p:attrName>style.visibility</p:attrName>
                                        </p:attrNameLst>
                                      </p:cBhvr>
                                      <p:to>
                                        <p:strVal val="visible"/>
                                      </p:to>
                                    </p:set>
                                    <p:anim calcmode="lin" valueType="num">
                                      <p:cBhvr>
                                        <p:cTn id="11" dur="500" fill="hold"/>
                                        <p:tgtEl>
                                          <p:spTgt spid="91160"/>
                                        </p:tgtEl>
                                        <p:attrNameLst>
                                          <p:attrName>ppt_x</p:attrName>
                                        </p:attrNameLst>
                                      </p:cBhvr>
                                      <p:tavLst>
                                        <p:tav tm="0">
                                          <p:val>
                                            <p:strVal val="#ppt_x"/>
                                          </p:val>
                                        </p:tav>
                                        <p:tav tm="100000">
                                          <p:val>
                                            <p:strVal val="#ppt_x"/>
                                          </p:val>
                                        </p:tav>
                                      </p:tavLst>
                                    </p:anim>
                                    <p:anim calcmode="lin" valueType="num">
                                      <p:cBhvr>
                                        <p:cTn id="12" dur="500" fill="hold"/>
                                        <p:tgtEl>
                                          <p:spTgt spid="911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33" name="Object 2"/>
          <p:cNvGraphicFramePr>
            <a:graphicFrameLocks noChangeAspect="1"/>
          </p:cNvGraphicFramePr>
          <p:nvPr/>
        </p:nvGraphicFramePr>
        <p:xfrm>
          <a:off x="119063" y="188913"/>
          <a:ext cx="390525" cy="503237"/>
        </p:xfrm>
        <a:graphic>
          <a:graphicData uri="http://schemas.openxmlformats.org/presentationml/2006/ole">
            <mc:AlternateContent xmlns:mc="http://schemas.openxmlformats.org/markup-compatibility/2006">
              <mc:Choice xmlns:v="urn:schemas-microsoft-com:vml" Requires="v">
                <p:oleObj spid="_x0000_s44176" r:id="rId3" imgW="152400" imgH="177800" progId="Equation.DSMT4">
                  <p:embed/>
                </p:oleObj>
              </mc:Choice>
              <mc:Fallback>
                <p:oleObj r:id="rId3" imgW="152400" imgH="177800" progId="Equation.DSMT4">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063" y="188913"/>
                        <a:ext cx="390525"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4034" name="Object 3"/>
          <p:cNvGraphicFramePr>
            <a:graphicFrameLocks noChangeAspect="1"/>
          </p:cNvGraphicFramePr>
          <p:nvPr/>
        </p:nvGraphicFramePr>
        <p:xfrm>
          <a:off x="581025" y="260350"/>
          <a:ext cx="1068388" cy="395288"/>
        </p:xfrm>
        <a:graphic>
          <a:graphicData uri="http://schemas.openxmlformats.org/presentationml/2006/ole">
            <mc:AlternateContent xmlns:mc="http://schemas.openxmlformats.org/markup-compatibility/2006">
              <mc:Choice xmlns:v="urn:schemas-microsoft-com:vml" Requires="v">
                <p:oleObj spid="_x0000_s44177" r:id="rId5" imgW="520065" imgH="177800" progId="Equation.DSMT4">
                  <p:embed/>
                </p:oleObj>
              </mc:Choice>
              <mc:Fallback>
                <p:oleObj r:id="rId5" imgW="520065" imgH="177800" progId="Equation.DSMT4">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025" y="260350"/>
                        <a:ext cx="106838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4035" name="Rectangle 4"/>
          <p:cNvSpPr>
            <a:spLocks noChangeArrowheads="1"/>
          </p:cNvSpPr>
          <p:nvPr/>
        </p:nvSpPr>
        <p:spPr bwMode="auto">
          <a:xfrm>
            <a:off x="0" y="30495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44036" name="Rectangle 5"/>
          <p:cNvSpPr>
            <a:spLocks noChangeArrowheads="1"/>
          </p:cNvSpPr>
          <p:nvPr/>
        </p:nvSpPr>
        <p:spPr bwMode="auto">
          <a:xfrm>
            <a:off x="1314450" y="188913"/>
            <a:ext cx="304165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r>
              <a:rPr lang="zh-CN" altLang="en-US" sz="2800" b="1">
                <a:latin typeface="Times New Roman" panose="02020603050405020304" pitchFamily="18" charset="0"/>
              </a:rPr>
              <a:t>   公式的导出</a:t>
            </a:r>
            <a:endParaRPr lang="zh-CN" altLang="en-US" sz="2800"/>
          </a:p>
        </p:txBody>
      </p:sp>
      <p:sp>
        <p:nvSpPr>
          <p:cNvPr id="44037" name="Rectangle 6"/>
          <p:cNvSpPr>
            <a:spLocks noChangeArrowheads="1"/>
          </p:cNvSpPr>
          <p:nvPr/>
        </p:nvSpPr>
        <p:spPr bwMode="auto">
          <a:xfrm>
            <a:off x="0" y="322897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2167" name="Object 7"/>
          <p:cNvGraphicFramePr>
            <a:graphicFrameLocks noChangeAspect="1"/>
          </p:cNvGraphicFramePr>
          <p:nvPr/>
        </p:nvGraphicFramePr>
        <p:xfrm>
          <a:off x="184150" y="908050"/>
          <a:ext cx="8442325" cy="792163"/>
        </p:xfrm>
        <a:graphic>
          <a:graphicData uri="http://schemas.openxmlformats.org/presentationml/2006/ole">
            <mc:AlternateContent xmlns:mc="http://schemas.openxmlformats.org/markup-compatibility/2006">
              <mc:Choice xmlns:v="urn:schemas-microsoft-com:vml" Requires="v">
                <p:oleObj spid="_x0000_s44178" r:id="rId7" imgW="5854700" imgH="457200" progId="Equation.DSMT4">
                  <p:embed/>
                </p:oleObj>
              </mc:Choice>
              <mc:Fallback>
                <p:oleObj r:id="rId7" imgW="5854700" imgH="4572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150" y="908050"/>
                        <a:ext cx="84423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4039" name="Rectangle 8"/>
          <p:cNvSpPr>
            <a:spLocks noChangeArrowheads="1"/>
          </p:cNvSpPr>
          <p:nvPr/>
        </p:nvSpPr>
        <p:spPr bwMode="auto">
          <a:xfrm>
            <a:off x="0" y="32146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2169" name="Object 9"/>
          <p:cNvGraphicFramePr>
            <a:graphicFrameLocks noChangeAspect="1"/>
          </p:cNvGraphicFramePr>
          <p:nvPr/>
        </p:nvGraphicFramePr>
        <p:xfrm>
          <a:off x="1914525" y="1773238"/>
          <a:ext cx="4452938" cy="1079500"/>
        </p:xfrm>
        <a:graphic>
          <a:graphicData uri="http://schemas.openxmlformats.org/presentationml/2006/ole">
            <mc:AlternateContent xmlns:mc="http://schemas.openxmlformats.org/markup-compatibility/2006">
              <mc:Choice xmlns:v="urn:schemas-microsoft-com:vml" Requires="v">
                <p:oleObj spid="_x0000_s44179" r:id="rId9" imgW="1917700" imgH="431800" progId="Equation.DSMT4">
                  <p:embed/>
                </p:oleObj>
              </mc:Choice>
              <mc:Fallback>
                <p:oleObj r:id="rId9" imgW="1917700" imgH="4318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14525" y="1773238"/>
                        <a:ext cx="4452938" cy="1079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4041" name="Rectangle 10"/>
          <p:cNvSpPr>
            <a:spLocks noChangeArrowheads="1"/>
          </p:cNvSpPr>
          <p:nvPr/>
        </p:nvSpPr>
        <p:spPr bwMode="auto">
          <a:xfrm>
            <a:off x="0" y="33147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2171" name="Object 11"/>
          <p:cNvGraphicFramePr>
            <a:graphicFrameLocks noChangeAspect="1"/>
          </p:cNvGraphicFramePr>
          <p:nvPr/>
        </p:nvGraphicFramePr>
        <p:xfrm>
          <a:off x="120650" y="3284538"/>
          <a:ext cx="6045200" cy="627062"/>
        </p:xfrm>
        <a:graphic>
          <a:graphicData uri="http://schemas.openxmlformats.org/presentationml/2006/ole">
            <mc:AlternateContent xmlns:mc="http://schemas.openxmlformats.org/markup-compatibility/2006">
              <mc:Choice xmlns:v="urn:schemas-microsoft-com:vml" Requires="v">
                <p:oleObj spid="_x0000_s44180" r:id="rId11" imgW="2387600" imgH="228600" progId="Equation.DSMT4">
                  <p:embed/>
                </p:oleObj>
              </mc:Choice>
              <mc:Fallback>
                <p:oleObj r:id="rId11" imgW="2387600" imgH="228600" progId="Equation.DSMT4">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0650" y="3284538"/>
                        <a:ext cx="6045200"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2172" name="Object 12"/>
          <p:cNvGraphicFramePr>
            <a:graphicFrameLocks noChangeAspect="1"/>
          </p:cNvGraphicFramePr>
          <p:nvPr/>
        </p:nvGraphicFramePr>
        <p:xfrm>
          <a:off x="6167438" y="3284538"/>
          <a:ext cx="2828925" cy="654050"/>
        </p:xfrm>
        <a:graphic>
          <a:graphicData uri="http://schemas.openxmlformats.org/presentationml/2006/ole">
            <mc:AlternateContent xmlns:mc="http://schemas.openxmlformats.org/markup-compatibility/2006">
              <mc:Choice xmlns:v="urn:schemas-microsoft-com:vml" Requires="v">
                <p:oleObj spid="_x0000_s44181" r:id="rId13" imgW="1066800" imgH="228600" progId="Equation.DSMT4">
                  <p:embed/>
                </p:oleObj>
              </mc:Choice>
              <mc:Fallback>
                <p:oleObj r:id="rId13" imgW="1066800" imgH="228600" progId="Equation.DSMT4">
                  <p:embed/>
                  <p:pic>
                    <p:nvPicPr>
                      <p:cNvPr id="0"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167438" y="3284538"/>
                        <a:ext cx="2828925" cy="65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2173" name="Object 13"/>
          <p:cNvGraphicFramePr>
            <a:graphicFrameLocks noChangeAspect="1"/>
          </p:cNvGraphicFramePr>
          <p:nvPr/>
        </p:nvGraphicFramePr>
        <p:xfrm>
          <a:off x="784225" y="4581525"/>
          <a:ext cx="6578600" cy="1709738"/>
        </p:xfrm>
        <a:graphic>
          <a:graphicData uri="http://schemas.openxmlformats.org/presentationml/2006/ole">
            <mc:AlternateContent xmlns:mc="http://schemas.openxmlformats.org/markup-compatibility/2006">
              <mc:Choice xmlns:v="urn:schemas-microsoft-com:vml" Requires="v">
                <p:oleObj spid="_x0000_s44182" r:id="rId15" imgW="2578100" imgH="622300" progId="Equation.DSMT4">
                  <p:embed/>
                </p:oleObj>
              </mc:Choice>
              <mc:Fallback>
                <p:oleObj r:id="rId15" imgW="2578100" imgH="622300" progId="Equation.DSMT4">
                  <p:embed/>
                  <p:pic>
                    <p:nvPicPr>
                      <p:cNvPr id="0" name="Object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84225" y="4581525"/>
                        <a:ext cx="6578600" cy="170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2174" name="Text Box 14"/>
          <p:cNvSpPr txBox="1">
            <a:spLocks noChangeArrowheads="1"/>
          </p:cNvSpPr>
          <p:nvPr/>
        </p:nvSpPr>
        <p:spPr bwMode="auto">
          <a:xfrm>
            <a:off x="119063" y="620713"/>
            <a:ext cx="981075"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设</a:t>
            </a:r>
          </a:p>
        </p:txBody>
      </p:sp>
      <p:sp>
        <p:nvSpPr>
          <p:cNvPr id="92175" name="Text Box 15"/>
          <p:cNvSpPr txBox="1">
            <a:spLocks noChangeArrowheads="1"/>
          </p:cNvSpPr>
          <p:nvPr/>
        </p:nvSpPr>
        <p:spPr bwMode="auto">
          <a:xfrm>
            <a:off x="119063" y="1557338"/>
            <a:ext cx="981075"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则由</a:t>
            </a:r>
          </a:p>
        </p:txBody>
      </p:sp>
      <p:sp>
        <p:nvSpPr>
          <p:cNvPr id="92176" name="Text Box 16"/>
          <p:cNvSpPr txBox="1">
            <a:spLocks noChangeArrowheads="1"/>
          </p:cNvSpPr>
          <p:nvPr/>
        </p:nvSpPr>
        <p:spPr bwMode="auto">
          <a:xfrm>
            <a:off x="119063" y="2708275"/>
            <a:ext cx="9810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59080" indent="-259080" defTabSz="814070" eaLnBrk="0" hangingPunct="0">
              <a:defRPr>
                <a:solidFill>
                  <a:schemeClr val="tx1"/>
                </a:solidFill>
                <a:latin typeface="Arial" panose="020B0604020202020204" pitchFamily="34" charset="0"/>
                <a:ea typeface="宋体" panose="02010600030101010101" pitchFamily="2" charset="-122"/>
              </a:defRPr>
            </a:lvl1pPr>
            <a:lvl2pPr defTabSz="814070" eaLnBrk="0" hangingPunct="0">
              <a:defRPr>
                <a:solidFill>
                  <a:schemeClr val="tx1"/>
                </a:solidFill>
                <a:latin typeface="Arial" panose="020B0604020202020204" pitchFamily="34" charset="0"/>
                <a:ea typeface="宋体" panose="02010600030101010101" pitchFamily="2" charset="-122"/>
              </a:defRPr>
            </a:lvl2pPr>
            <a:lvl3pPr defTabSz="814070" eaLnBrk="0" hangingPunct="0">
              <a:defRPr>
                <a:solidFill>
                  <a:schemeClr val="tx1"/>
                </a:solidFill>
                <a:latin typeface="Arial" panose="020B0604020202020204" pitchFamily="34" charset="0"/>
                <a:ea typeface="宋体" panose="02010600030101010101" pitchFamily="2" charset="-122"/>
              </a:defRPr>
            </a:lvl3pPr>
            <a:lvl4pPr defTabSz="814070" eaLnBrk="0" hangingPunct="0">
              <a:defRPr>
                <a:solidFill>
                  <a:schemeClr val="tx1"/>
                </a:solidFill>
                <a:latin typeface="Arial" panose="020B0604020202020204" pitchFamily="34" charset="0"/>
                <a:ea typeface="宋体" panose="02010600030101010101" pitchFamily="2" charset="-122"/>
              </a:defRPr>
            </a:lvl4pPr>
            <a:lvl5pPr defTabSz="814070" eaLnBrk="0" hangingPunct="0">
              <a:defRPr>
                <a:solidFill>
                  <a:schemeClr val="tx1"/>
                </a:solidFill>
                <a:latin typeface="Arial" panose="020B0604020202020204" pitchFamily="34" charset="0"/>
                <a:ea typeface="宋体" panose="02010600030101010101" pitchFamily="2" charset="-122"/>
              </a:defRPr>
            </a:lvl5pPr>
            <a:lvl6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defTabSz="81407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80000"/>
              </a:lnSpc>
              <a:spcBef>
                <a:spcPct val="50000"/>
              </a:spcBef>
              <a:buClr>
                <a:srgbClr val="27305F"/>
              </a:buClr>
              <a:buSzPct val="60000"/>
              <a:buFont typeface="Wingdings" panose="05000000000000000000" pitchFamily="2" charset="2"/>
              <a:buNone/>
            </a:pPr>
            <a:r>
              <a:rPr lang="zh-CN" altLang="en-US" sz="2800" b="1">
                <a:latin typeface="Times New Roman" panose="02020603050405020304" pitchFamily="18" charset="0"/>
              </a:rPr>
              <a:t>及</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2174"/>
                                        </p:tgtEl>
                                        <p:attrNameLst>
                                          <p:attrName>style.visibility</p:attrName>
                                        </p:attrNameLst>
                                      </p:cBhvr>
                                      <p:to>
                                        <p:strVal val="visible"/>
                                      </p:to>
                                    </p:set>
                                  </p:childTnLst>
                                </p:cTn>
                              </p:par>
                              <p:par>
                                <p:cTn id="7" presetID="2" presetClass="entr" presetSubtype="8" fill="hold" nodeType="withEffect">
                                  <p:stCondLst>
                                    <p:cond delay="0"/>
                                  </p:stCondLst>
                                  <p:childTnLst>
                                    <p:set>
                                      <p:cBhvr>
                                        <p:cTn id="8" dur="1" fill="hold">
                                          <p:stCondLst>
                                            <p:cond delay="0"/>
                                          </p:stCondLst>
                                        </p:cTn>
                                        <p:tgtEl>
                                          <p:spTgt spid="92167"/>
                                        </p:tgtEl>
                                        <p:attrNameLst>
                                          <p:attrName>style.visibility</p:attrName>
                                        </p:attrNameLst>
                                      </p:cBhvr>
                                      <p:to>
                                        <p:strVal val="visible"/>
                                      </p:to>
                                    </p:set>
                                    <p:anim calcmode="lin" valueType="num">
                                      <p:cBhvr>
                                        <p:cTn id="9" dur="500" fill="hold"/>
                                        <p:tgtEl>
                                          <p:spTgt spid="92167"/>
                                        </p:tgtEl>
                                        <p:attrNameLst>
                                          <p:attrName>ppt_x</p:attrName>
                                        </p:attrNameLst>
                                      </p:cBhvr>
                                      <p:tavLst>
                                        <p:tav tm="0">
                                          <p:val>
                                            <p:strVal val="0-#ppt_w/2"/>
                                          </p:val>
                                        </p:tav>
                                        <p:tav tm="100000">
                                          <p:val>
                                            <p:strVal val="#ppt_x"/>
                                          </p:val>
                                        </p:tav>
                                      </p:tavLst>
                                    </p:anim>
                                    <p:anim calcmode="lin" valueType="num">
                                      <p:cBhvr>
                                        <p:cTn id="10" dur="500" fill="hold"/>
                                        <p:tgtEl>
                                          <p:spTgt spid="92167"/>
                                        </p:tgtEl>
                                        <p:attrNameLst>
                                          <p:attrName>ppt_y</p:attrName>
                                        </p:attrNameLst>
                                      </p:cBhvr>
                                      <p:tavLst>
                                        <p:tav tm="0">
                                          <p:val>
                                            <p:strVal val="#ppt_y"/>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92175"/>
                                        </p:tgtEl>
                                        <p:attrNameLst>
                                          <p:attrName>style.visibility</p:attrName>
                                        </p:attrNameLst>
                                      </p:cBhvr>
                                      <p:to>
                                        <p:strVal val="visible"/>
                                      </p:to>
                                    </p:set>
                                    <p:anim calcmode="lin" valueType="num">
                                      <p:cBhvr>
                                        <p:cTn id="15" dur="500" fill="hold"/>
                                        <p:tgtEl>
                                          <p:spTgt spid="92175"/>
                                        </p:tgtEl>
                                        <p:attrNameLst>
                                          <p:attrName>ppt_x</p:attrName>
                                        </p:attrNameLst>
                                      </p:cBhvr>
                                      <p:tavLst>
                                        <p:tav tm="0">
                                          <p:val>
                                            <p:strVal val="0-#ppt_w/2"/>
                                          </p:val>
                                        </p:tav>
                                        <p:tav tm="100000">
                                          <p:val>
                                            <p:strVal val="#ppt_x"/>
                                          </p:val>
                                        </p:tav>
                                      </p:tavLst>
                                    </p:anim>
                                    <p:anim calcmode="lin" valueType="num">
                                      <p:cBhvr>
                                        <p:cTn id="16" dur="500" fill="hold"/>
                                        <p:tgtEl>
                                          <p:spTgt spid="92175"/>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2169"/>
                                        </p:tgtEl>
                                        <p:attrNameLst>
                                          <p:attrName>style.visibility</p:attrName>
                                        </p:attrNameLst>
                                      </p:cBhvr>
                                      <p:to>
                                        <p:strVal val="visible"/>
                                      </p:to>
                                    </p:set>
                                    <p:anim calcmode="lin" valueType="num">
                                      <p:cBhvr>
                                        <p:cTn id="21" dur="500" fill="hold"/>
                                        <p:tgtEl>
                                          <p:spTgt spid="92169"/>
                                        </p:tgtEl>
                                        <p:attrNameLst>
                                          <p:attrName>ppt_x</p:attrName>
                                        </p:attrNameLst>
                                      </p:cBhvr>
                                      <p:tavLst>
                                        <p:tav tm="0">
                                          <p:val>
                                            <p:strVal val="0-#ppt_w/2"/>
                                          </p:val>
                                        </p:tav>
                                        <p:tav tm="100000">
                                          <p:val>
                                            <p:strVal val="#ppt_x"/>
                                          </p:val>
                                        </p:tav>
                                      </p:tavLst>
                                    </p:anim>
                                    <p:anim calcmode="lin" valueType="num">
                                      <p:cBhvr>
                                        <p:cTn id="22" dur="500" fill="hold"/>
                                        <p:tgtEl>
                                          <p:spTgt spid="9216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217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2171"/>
                                        </p:tgtEl>
                                        <p:attrNameLst>
                                          <p:attrName>style.visibility</p:attrName>
                                        </p:attrNameLst>
                                      </p:cBhvr>
                                      <p:to>
                                        <p:strVal val="visible"/>
                                      </p:to>
                                    </p:set>
                                    <p:anim calcmode="lin" valueType="num">
                                      <p:cBhvr>
                                        <p:cTn id="31" dur="500" fill="hold"/>
                                        <p:tgtEl>
                                          <p:spTgt spid="92171"/>
                                        </p:tgtEl>
                                        <p:attrNameLst>
                                          <p:attrName>ppt_x</p:attrName>
                                        </p:attrNameLst>
                                      </p:cBhvr>
                                      <p:tavLst>
                                        <p:tav tm="0">
                                          <p:val>
                                            <p:strVal val="0-#ppt_w/2"/>
                                          </p:val>
                                        </p:tav>
                                        <p:tav tm="100000">
                                          <p:val>
                                            <p:strVal val="#ppt_x"/>
                                          </p:val>
                                        </p:tav>
                                      </p:tavLst>
                                    </p:anim>
                                    <p:anim calcmode="lin" valueType="num">
                                      <p:cBhvr>
                                        <p:cTn id="32" dur="500" fill="hold"/>
                                        <p:tgtEl>
                                          <p:spTgt spid="9217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92172"/>
                                        </p:tgtEl>
                                        <p:attrNameLst>
                                          <p:attrName>style.visibility</p:attrName>
                                        </p:attrNameLst>
                                      </p:cBhvr>
                                      <p:to>
                                        <p:strVal val="visible"/>
                                      </p:to>
                                    </p:set>
                                    <p:anim calcmode="lin" valueType="num">
                                      <p:cBhvr>
                                        <p:cTn id="37" dur="500" fill="hold"/>
                                        <p:tgtEl>
                                          <p:spTgt spid="92172"/>
                                        </p:tgtEl>
                                        <p:attrNameLst>
                                          <p:attrName>ppt_x</p:attrName>
                                        </p:attrNameLst>
                                      </p:cBhvr>
                                      <p:tavLst>
                                        <p:tav tm="0">
                                          <p:val>
                                            <p:strVal val="1+#ppt_w/2"/>
                                          </p:val>
                                        </p:tav>
                                        <p:tav tm="100000">
                                          <p:val>
                                            <p:strVal val="#ppt_x"/>
                                          </p:val>
                                        </p:tav>
                                      </p:tavLst>
                                    </p:anim>
                                    <p:anim calcmode="lin" valueType="num">
                                      <p:cBhvr>
                                        <p:cTn id="38" dur="500" fill="hold"/>
                                        <p:tgtEl>
                                          <p:spTgt spid="9217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92173"/>
                                        </p:tgtEl>
                                        <p:attrNameLst>
                                          <p:attrName>style.visibility</p:attrName>
                                        </p:attrNameLst>
                                      </p:cBhvr>
                                      <p:to>
                                        <p:strVal val="visible"/>
                                      </p:to>
                                    </p:set>
                                    <p:anim calcmode="lin" valueType="num">
                                      <p:cBhvr>
                                        <p:cTn id="43" dur="500" fill="hold"/>
                                        <p:tgtEl>
                                          <p:spTgt spid="92173"/>
                                        </p:tgtEl>
                                        <p:attrNameLst>
                                          <p:attrName>ppt_x</p:attrName>
                                        </p:attrNameLst>
                                      </p:cBhvr>
                                      <p:tavLst>
                                        <p:tav tm="0">
                                          <p:val>
                                            <p:strVal val="#ppt_x"/>
                                          </p:val>
                                        </p:tav>
                                        <p:tav tm="100000">
                                          <p:val>
                                            <p:strVal val="#ppt_x"/>
                                          </p:val>
                                        </p:tav>
                                      </p:tavLst>
                                    </p:anim>
                                    <p:anim calcmode="lin" valueType="num">
                                      <p:cBhvr>
                                        <p:cTn id="44" dur="500" fill="hold"/>
                                        <p:tgtEl>
                                          <p:spTgt spid="9217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74" grpId="0"/>
      <p:bldP spid="92175" grpId="0"/>
      <p:bldP spid="92176"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2"/>
          <p:cNvSpPr>
            <a:spLocks noChangeArrowheads="1"/>
          </p:cNvSpPr>
          <p:nvPr/>
        </p:nvSpPr>
        <p:spPr bwMode="auto">
          <a:xfrm>
            <a:off x="0" y="29956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45058" name="Object 3"/>
          <p:cNvGraphicFramePr>
            <a:graphicFrameLocks noChangeAspect="1"/>
          </p:cNvGraphicFramePr>
          <p:nvPr/>
        </p:nvGraphicFramePr>
        <p:xfrm>
          <a:off x="582613" y="115888"/>
          <a:ext cx="7113587" cy="1370012"/>
        </p:xfrm>
        <a:graphic>
          <a:graphicData uri="http://schemas.openxmlformats.org/presentationml/2006/ole">
            <mc:AlternateContent xmlns:mc="http://schemas.openxmlformats.org/markup-compatibility/2006">
              <mc:Choice xmlns:v="urn:schemas-microsoft-com:vml" Requires="v">
                <p:oleObj spid="_x0000_s45198" r:id="rId3" imgW="4419600" imgH="863600" progId="Equation.DSMT4">
                  <p:embed/>
                </p:oleObj>
              </mc:Choice>
              <mc:Fallback>
                <p:oleObj r:id="rId3" imgW="4419600" imgH="8636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2613" y="115888"/>
                        <a:ext cx="7113587" cy="13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059" name="Rectangle 4"/>
          <p:cNvSpPr>
            <a:spLocks noChangeArrowheads="1"/>
          </p:cNvSpPr>
          <p:nvPr/>
        </p:nvSpPr>
        <p:spPr bwMode="auto">
          <a:xfrm>
            <a:off x="0" y="29956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3189" name="Object 5"/>
          <p:cNvGraphicFramePr>
            <a:graphicFrameLocks noChangeAspect="1"/>
          </p:cNvGraphicFramePr>
          <p:nvPr/>
        </p:nvGraphicFramePr>
        <p:xfrm>
          <a:off x="715963" y="1484313"/>
          <a:ext cx="6913562" cy="1331912"/>
        </p:xfrm>
        <a:graphic>
          <a:graphicData uri="http://schemas.openxmlformats.org/presentationml/2006/ole">
            <mc:AlternateContent xmlns:mc="http://schemas.openxmlformats.org/markup-compatibility/2006">
              <mc:Choice xmlns:v="urn:schemas-microsoft-com:vml" Requires="v">
                <p:oleObj spid="_x0000_s45199" r:id="rId5" imgW="3771900" imgH="863600" progId="Equation.DSMT4">
                  <p:embed/>
                </p:oleObj>
              </mc:Choice>
              <mc:Fallback>
                <p:oleObj r:id="rId5" imgW="3771900" imgH="863600" progId="Equation.DSMT4">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5963" y="1484313"/>
                        <a:ext cx="6913562" cy="1331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061" name="Rectangle 6"/>
          <p:cNvSpPr>
            <a:spLocks noChangeArrowheads="1"/>
          </p:cNvSpPr>
          <p:nvPr/>
        </p:nvSpPr>
        <p:spPr bwMode="auto">
          <a:xfrm>
            <a:off x="0" y="29956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3191" name="Object 7"/>
          <p:cNvGraphicFramePr>
            <a:graphicFrameLocks noChangeAspect="1"/>
          </p:cNvGraphicFramePr>
          <p:nvPr/>
        </p:nvGraphicFramePr>
        <p:xfrm>
          <a:off x="650875" y="2924175"/>
          <a:ext cx="6778625" cy="1441450"/>
        </p:xfrm>
        <a:graphic>
          <a:graphicData uri="http://schemas.openxmlformats.org/presentationml/2006/ole">
            <mc:AlternateContent xmlns:mc="http://schemas.openxmlformats.org/markup-compatibility/2006">
              <mc:Choice xmlns:v="urn:schemas-microsoft-com:vml" Requires="v">
                <p:oleObj spid="_x0000_s45200" r:id="rId7" imgW="4762500" imgH="863600" progId="Equation.DSMT4">
                  <p:embed/>
                </p:oleObj>
              </mc:Choice>
              <mc:Fallback>
                <p:oleObj r:id="rId7" imgW="4762500" imgH="8636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0875" y="2924175"/>
                        <a:ext cx="677862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063" name="Rectangle 8"/>
          <p:cNvSpPr>
            <a:spLocks noChangeArrowheads="1"/>
          </p:cNvSpPr>
          <p:nvPr/>
        </p:nvSpPr>
        <p:spPr bwMode="auto">
          <a:xfrm>
            <a:off x="0" y="299561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3193" name="Object 9"/>
          <p:cNvGraphicFramePr>
            <a:graphicFrameLocks noChangeAspect="1"/>
          </p:cNvGraphicFramePr>
          <p:nvPr/>
        </p:nvGraphicFramePr>
        <p:xfrm>
          <a:off x="650875" y="4437063"/>
          <a:ext cx="7045325" cy="1379537"/>
        </p:xfrm>
        <a:graphic>
          <a:graphicData uri="http://schemas.openxmlformats.org/presentationml/2006/ole">
            <mc:AlternateContent xmlns:mc="http://schemas.openxmlformats.org/markup-compatibility/2006">
              <mc:Choice xmlns:v="urn:schemas-microsoft-com:vml" Requires="v">
                <p:oleObj spid="_x0000_s45201" r:id="rId9" imgW="4292600" imgH="863600" progId="Equation.DSMT4">
                  <p:embed/>
                </p:oleObj>
              </mc:Choice>
              <mc:Fallback>
                <p:oleObj r:id="rId9" imgW="4292600" imgH="8636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0875" y="4437063"/>
                        <a:ext cx="7045325" cy="137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93194" name="Object 10"/>
          <p:cNvGraphicFramePr>
            <a:graphicFrameLocks noChangeAspect="1"/>
          </p:cNvGraphicFramePr>
          <p:nvPr/>
        </p:nvGraphicFramePr>
        <p:xfrm>
          <a:off x="581025" y="5300663"/>
          <a:ext cx="285750" cy="720725"/>
        </p:xfrm>
        <a:graphic>
          <a:graphicData uri="http://schemas.openxmlformats.org/presentationml/2006/ole">
            <mc:AlternateContent xmlns:mc="http://schemas.openxmlformats.org/markup-compatibility/2006">
              <mc:Choice xmlns:v="urn:schemas-microsoft-com:vml" Requires="v">
                <p:oleObj spid="_x0000_s45202" r:id="rId11" imgW="76200" imgH="177165" progId="Equation.DSMT4">
                  <p:embed/>
                </p:oleObj>
              </mc:Choice>
              <mc:Fallback>
                <p:oleObj r:id="rId11" imgW="76200" imgH="177165" progId="Equation.DSMT4">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1025" y="5300663"/>
                        <a:ext cx="285750"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066" name="Rectangle 11"/>
          <p:cNvSpPr>
            <a:spLocks noChangeArrowheads="1"/>
          </p:cNvSpPr>
          <p:nvPr/>
        </p:nvSpPr>
        <p:spPr bwMode="auto">
          <a:xfrm>
            <a:off x="0" y="32146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3196" name="Object 12"/>
          <p:cNvGraphicFramePr>
            <a:graphicFrameLocks noChangeAspect="1"/>
          </p:cNvGraphicFramePr>
          <p:nvPr/>
        </p:nvGraphicFramePr>
        <p:xfrm>
          <a:off x="582613" y="5949950"/>
          <a:ext cx="4387850" cy="757238"/>
        </p:xfrm>
        <a:graphic>
          <a:graphicData uri="http://schemas.openxmlformats.org/presentationml/2006/ole">
            <mc:AlternateContent xmlns:mc="http://schemas.openxmlformats.org/markup-compatibility/2006">
              <mc:Choice xmlns:v="urn:schemas-microsoft-com:vml" Requires="v">
                <p:oleObj spid="_x0000_s45203" r:id="rId13" imgW="2489200" imgH="431800" progId="Equation.DSMT4">
                  <p:embed/>
                </p:oleObj>
              </mc:Choice>
              <mc:Fallback>
                <p:oleObj r:id="rId13" imgW="2489200" imgH="431800" progId="Equation.DSMT4">
                  <p:embed/>
                  <p:pic>
                    <p:nvPicPr>
                      <p:cNvPr id="0"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2613" y="5949950"/>
                        <a:ext cx="4387850" cy="757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068" name="Rectangle 13"/>
          <p:cNvSpPr>
            <a:spLocks noChangeArrowheads="1"/>
          </p:cNvSpPr>
          <p:nvPr/>
        </p:nvSpPr>
        <p:spPr bwMode="auto">
          <a:xfrm>
            <a:off x="0" y="331470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aphicFrame>
        <p:nvGraphicFramePr>
          <p:cNvPr id="93198" name="Object 14"/>
          <p:cNvGraphicFramePr>
            <a:graphicFrameLocks noChangeAspect="1"/>
          </p:cNvGraphicFramePr>
          <p:nvPr/>
        </p:nvGraphicFramePr>
        <p:xfrm>
          <a:off x="5040313" y="6021388"/>
          <a:ext cx="2257425" cy="523875"/>
        </p:xfrm>
        <a:graphic>
          <a:graphicData uri="http://schemas.openxmlformats.org/presentationml/2006/ole">
            <mc:AlternateContent xmlns:mc="http://schemas.openxmlformats.org/markup-compatibility/2006">
              <mc:Choice xmlns:v="urn:schemas-microsoft-com:vml" Requires="v">
                <p:oleObj spid="_x0000_s45204" r:id="rId15" imgW="1066800" imgH="228600" progId="Equation.DSMT4">
                  <p:embed/>
                </p:oleObj>
              </mc:Choice>
              <mc:Fallback>
                <p:oleObj r:id="rId15" imgW="1066800" imgH="228600" progId="Equation.DSMT4">
                  <p:embed/>
                  <p:pic>
                    <p:nvPicPr>
                      <p:cNvPr id="0" name="Object 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040313" y="6021388"/>
                        <a:ext cx="22574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3189"/>
                                        </p:tgtEl>
                                        <p:attrNameLst>
                                          <p:attrName>style.visibility</p:attrName>
                                        </p:attrNameLst>
                                      </p:cBhvr>
                                      <p:to>
                                        <p:strVal val="visible"/>
                                      </p:to>
                                    </p:set>
                                    <p:animEffect transition="in" filter="wipe(left)">
                                      <p:cBhvr>
                                        <p:cTn id="7" dur="2000"/>
                                        <p:tgtEl>
                                          <p:spTgt spid="9318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3191"/>
                                        </p:tgtEl>
                                        <p:attrNameLst>
                                          <p:attrName>style.visibility</p:attrName>
                                        </p:attrNameLst>
                                      </p:cBhvr>
                                      <p:to>
                                        <p:strVal val="visible"/>
                                      </p:to>
                                    </p:set>
                                    <p:animEffect transition="in" filter="wipe(left)">
                                      <p:cBhvr>
                                        <p:cTn id="12" dur="2000"/>
                                        <p:tgtEl>
                                          <p:spTgt spid="93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3193"/>
                                        </p:tgtEl>
                                        <p:attrNameLst>
                                          <p:attrName>style.visibility</p:attrName>
                                        </p:attrNameLst>
                                      </p:cBhvr>
                                      <p:to>
                                        <p:strVal val="visible"/>
                                      </p:to>
                                    </p:set>
                                    <p:animEffect transition="in" filter="wipe(left)">
                                      <p:cBhvr>
                                        <p:cTn id="17" dur="2000"/>
                                        <p:tgtEl>
                                          <p:spTgt spid="9319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93194"/>
                                        </p:tgtEl>
                                        <p:attrNameLst>
                                          <p:attrName>style.visibility</p:attrName>
                                        </p:attrNameLst>
                                      </p:cBhvr>
                                      <p:to>
                                        <p:strVal val="visible"/>
                                      </p:to>
                                    </p:set>
                                    <p:anim calcmode="lin" valueType="num">
                                      <p:cBhvr>
                                        <p:cTn id="22" dur="500" fill="hold"/>
                                        <p:tgtEl>
                                          <p:spTgt spid="93194"/>
                                        </p:tgtEl>
                                        <p:attrNameLst>
                                          <p:attrName>ppt_x</p:attrName>
                                        </p:attrNameLst>
                                      </p:cBhvr>
                                      <p:tavLst>
                                        <p:tav tm="0">
                                          <p:val>
                                            <p:strVal val="#ppt_x"/>
                                          </p:val>
                                        </p:tav>
                                        <p:tav tm="100000">
                                          <p:val>
                                            <p:strVal val="#ppt_x"/>
                                          </p:val>
                                        </p:tav>
                                      </p:tavLst>
                                    </p:anim>
                                    <p:anim calcmode="lin" valueType="num">
                                      <p:cBhvr>
                                        <p:cTn id="23" dur="500" fill="hold"/>
                                        <p:tgtEl>
                                          <p:spTgt spid="93194"/>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93196"/>
                                        </p:tgtEl>
                                        <p:attrNameLst>
                                          <p:attrName>style.visibility</p:attrName>
                                        </p:attrNameLst>
                                      </p:cBhvr>
                                      <p:to>
                                        <p:strVal val="visible"/>
                                      </p:to>
                                    </p:set>
                                    <p:anim calcmode="lin" valueType="num">
                                      <p:cBhvr>
                                        <p:cTn id="28" dur="500" fill="hold"/>
                                        <p:tgtEl>
                                          <p:spTgt spid="93196"/>
                                        </p:tgtEl>
                                        <p:attrNameLst>
                                          <p:attrName>ppt_x</p:attrName>
                                        </p:attrNameLst>
                                      </p:cBhvr>
                                      <p:tavLst>
                                        <p:tav tm="0">
                                          <p:val>
                                            <p:strVal val="#ppt_x"/>
                                          </p:val>
                                        </p:tav>
                                        <p:tav tm="100000">
                                          <p:val>
                                            <p:strVal val="#ppt_x"/>
                                          </p:val>
                                        </p:tav>
                                      </p:tavLst>
                                    </p:anim>
                                    <p:anim calcmode="lin" valueType="num">
                                      <p:cBhvr>
                                        <p:cTn id="29" dur="500" fill="hold"/>
                                        <p:tgtEl>
                                          <p:spTgt spid="93196"/>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nodeType="clickEffect">
                                  <p:stCondLst>
                                    <p:cond delay="0"/>
                                  </p:stCondLst>
                                  <p:childTnLst>
                                    <p:set>
                                      <p:cBhvr>
                                        <p:cTn id="33" dur="1" fill="hold">
                                          <p:stCondLst>
                                            <p:cond delay="0"/>
                                          </p:stCondLst>
                                        </p:cTn>
                                        <p:tgtEl>
                                          <p:spTgt spid="93198"/>
                                        </p:tgtEl>
                                        <p:attrNameLst>
                                          <p:attrName>style.visibility</p:attrName>
                                        </p:attrNameLst>
                                      </p:cBhvr>
                                      <p:to>
                                        <p:strVal val="visible"/>
                                      </p:to>
                                    </p:set>
                                    <p:anim calcmode="lin" valueType="num">
                                      <p:cBhvr>
                                        <p:cTn id="34" dur="500" fill="hold"/>
                                        <p:tgtEl>
                                          <p:spTgt spid="93198"/>
                                        </p:tgtEl>
                                        <p:attrNameLst>
                                          <p:attrName>ppt_x</p:attrName>
                                        </p:attrNameLst>
                                      </p:cBhvr>
                                      <p:tavLst>
                                        <p:tav tm="0">
                                          <p:val>
                                            <p:strVal val="#ppt_x"/>
                                          </p:val>
                                        </p:tav>
                                        <p:tav tm="100000">
                                          <p:val>
                                            <p:strVal val="#ppt_x"/>
                                          </p:val>
                                        </p:tav>
                                      </p:tavLst>
                                    </p:anim>
                                    <p:anim calcmode="lin" valueType="num">
                                      <p:cBhvr>
                                        <p:cTn id="35" dur="500" fill="hold"/>
                                        <p:tgtEl>
                                          <p:spTgt spid="931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81" name="Object 3"/>
          <p:cNvGraphicFramePr>
            <a:graphicFrameLocks noChangeAspect="1"/>
          </p:cNvGraphicFramePr>
          <p:nvPr/>
        </p:nvGraphicFramePr>
        <p:xfrm>
          <a:off x="250825" y="1484313"/>
          <a:ext cx="8575675" cy="798512"/>
        </p:xfrm>
        <a:graphic>
          <a:graphicData uri="http://schemas.openxmlformats.org/presentationml/2006/ole">
            <mc:AlternateContent xmlns:mc="http://schemas.openxmlformats.org/markup-compatibility/2006">
              <mc:Choice xmlns:v="urn:schemas-microsoft-com:vml" Requires="v">
                <p:oleObj spid="_x0000_s46122" r:id="rId3" imgW="5956300" imgH="457200" progId="Equation.DSMT4">
                  <p:embed/>
                </p:oleObj>
              </mc:Choice>
              <mc:Fallback>
                <p:oleObj r:id="rId3" imgW="5956300" imgH="4572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825" y="1484313"/>
                        <a:ext cx="8575675" cy="798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6082" name="Text Box 32"/>
          <p:cNvSpPr txBox="1">
            <a:spLocks noChangeArrowheads="1"/>
          </p:cNvSpPr>
          <p:nvPr/>
        </p:nvSpPr>
        <p:spPr bwMode="auto">
          <a:xfrm>
            <a:off x="1116013" y="3429000"/>
            <a:ext cx="42497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3600">
                <a:solidFill>
                  <a:srgbClr val="FF3300"/>
                </a:solidFill>
              </a:rPr>
              <a:t>牛顿插值公式！</a:t>
            </a:r>
          </a:p>
        </p:txBody>
      </p:sp>
      <p:graphicFrame>
        <p:nvGraphicFramePr>
          <p:cNvPr id="27663" name="Object 15"/>
          <p:cNvGraphicFramePr>
            <a:graphicFrameLocks noGrp="1" noChangeAspect="1"/>
          </p:cNvGraphicFramePr>
          <p:nvPr>
            <p:ph/>
          </p:nvPr>
        </p:nvGraphicFramePr>
        <p:xfrm>
          <a:off x="900113" y="2205038"/>
          <a:ext cx="4103687" cy="930275"/>
        </p:xfrm>
        <a:graphic>
          <a:graphicData uri="http://schemas.openxmlformats.org/presentationml/2006/ole">
            <mc:AlternateContent xmlns:mc="http://schemas.openxmlformats.org/markup-compatibility/2006">
              <mc:Choice xmlns:v="urn:schemas-microsoft-com:vml" Requires="v">
                <p:oleObj spid="_x0000_s46123" r:id="rId5" imgW="1905000" imgH="431800" progId="Equation.3">
                  <p:embed/>
                </p:oleObj>
              </mc:Choice>
              <mc:Fallback>
                <p:oleObj r:id="rId5" imgW="1905000" imgH="431800" progId="Equation.3">
                  <p:embed/>
                  <p:pic>
                    <p:nvPicPr>
                      <p:cNvPr id="0" name="Object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0113" y="2205038"/>
                        <a:ext cx="4103687" cy="93027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7663"/>
                                        </p:tgtEl>
                                        <p:attrNameLst>
                                          <p:attrName>style.visibility</p:attrName>
                                        </p:attrNameLst>
                                      </p:cBhvr>
                                      <p:to>
                                        <p:strVal val="visible"/>
                                      </p:to>
                                    </p:set>
                                    <p:animEffect transition="in" filter="wipe(left)">
                                      <p:cBhvr>
                                        <p:cTn id="7" dur="500"/>
                                        <p:tgtEl>
                                          <p:spTgt spid="276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p:nvPr/>
        </p:nvGrpSpPr>
        <p:grpSpPr bwMode="auto">
          <a:xfrm>
            <a:off x="152400" y="990600"/>
            <a:ext cx="8839200" cy="5029200"/>
            <a:chOff x="144" y="816"/>
            <a:chExt cx="5568" cy="3168"/>
          </a:xfrm>
        </p:grpSpPr>
        <p:graphicFrame>
          <p:nvGraphicFramePr>
            <p:cNvPr id="47106" name="Object 5"/>
            <p:cNvGraphicFramePr>
              <a:graphicFrameLocks noChangeAspect="1"/>
            </p:cNvGraphicFramePr>
            <p:nvPr/>
          </p:nvGraphicFramePr>
          <p:xfrm>
            <a:off x="231" y="864"/>
            <a:ext cx="5363" cy="3103"/>
          </p:xfrm>
          <a:graphic>
            <a:graphicData uri="http://schemas.openxmlformats.org/presentationml/2006/ole">
              <mc:AlternateContent xmlns:mc="http://schemas.openxmlformats.org/markup-compatibility/2006">
                <mc:Choice xmlns:v="urn:schemas-microsoft-com:vml" Requires="v">
                  <p:oleObj spid="_x0000_s47356" r:id="rId3" imgW="3962400" imgH="2311400" progId="Equation.3">
                    <p:embed/>
                  </p:oleObj>
                </mc:Choice>
                <mc:Fallback>
                  <p:oleObj r:id="rId3" imgW="3962400" imgH="23114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1" y="864"/>
                          <a:ext cx="5363" cy="3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7107" name="Line 6"/>
            <p:cNvSpPr>
              <a:spLocks noChangeShapeType="1"/>
            </p:cNvSpPr>
            <p:nvPr/>
          </p:nvSpPr>
          <p:spPr bwMode="auto">
            <a:xfrm>
              <a:off x="144" y="816"/>
              <a:ext cx="55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7108" name="Line 7"/>
            <p:cNvSpPr>
              <a:spLocks noChangeShapeType="1"/>
            </p:cNvSpPr>
            <p:nvPr/>
          </p:nvSpPr>
          <p:spPr bwMode="auto">
            <a:xfrm>
              <a:off x="144" y="1200"/>
              <a:ext cx="556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7109" name="Line 8"/>
            <p:cNvSpPr>
              <a:spLocks noChangeShapeType="1"/>
            </p:cNvSpPr>
            <p:nvPr/>
          </p:nvSpPr>
          <p:spPr bwMode="auto">
            <a:xfrm>
              <a:off x="144" y="3984"/>
              <a:ext cx="55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7110" name="Line 9"/>
            <p:cNvSpPr>
              <a:spLocks noChangeShapeType="1"/>
            </p:cNvSpPr>
            <p:nvPr/>
          </p:nvSpPr>
          <p:spPr bwMode="auto">
            <a:xfrm>
              <a:off x="480" y="816"/>
              <a:ext cx="0" cy="316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7111" name="Line 10"/>
            <p:cNvSpPr>
              <a:spLocks noChangeShapeType="1"/>
            </p:cNvSpPr>
            <p:nvPr/>
          </p:nvSpPr>
          <p:spPr bwMode="auto">
            <a:xfrm>
              <a:off x="1104" y="816"/>
              <a:ext cx="0" cy="316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2299" name="Text Box 11"/>
          <p:cNvSpPr txBox="1">
            <a:spLocks noChangeArrowheads="1"/>
          </p:cNvSpPr>
          <p:nvPr/>
        </p:nvSpPr>
        <p:spPr bwMode="auto">
          <a:xfrm>
            <a:off x="533400" y="257175"/>
            <a:ext cx="4291013" cy="519113"/>
          </a:xfrm>
          <a:prstGeom prst="rect">
            <a:avLst/>
          </a:prstGeom>
          <a:solidFill>
            <a:srgbClr val="FFFFCC"/>
          </a:solidFill>
          <a:ln>
            <a:noFill/>
          </a:ln>
          <a:scene3d>
            <a:camera prst="legacyObliqueFront"/>
            <a:lightRig rig="legacyFlat3" dir="b"/>
          </a:scene3d>
          <a:sp3d extrusionH="430200" prstMaterial="legacyMatte">
            <a:bevelT w="13500" h="13500" prst="angle"/>
            <a:bevelB w="13500" h="13500" prst="angle"/>
            <a:extrusionClr>
              <a:srgbClr val="FFFFCC"/>
            </a:extrusionClr>
            <a:contourClr>
              <a:srgbClr val="FFFFCC"/>
            </a:contourClr>
          </a:sp3d>
          <a:extLst>
            <a:ext uri="{91240B29-F687-4F45-9708-019B960494DF}">
              <a14:hiddenLine xmlns:a14="http://schemas.microsoft.com/office/drawing/2010/main" w="9525">
                <a:noFill/>
                <a:miter lim="800000"/>
                <a:headEnd/>
                <a:tailEnd/>
              </a14:hiddenLine>
            </a:ext>
          </a:extLst>
        </p:spPr>
        <p:txBody>
          <a:bodyPr wrap="none" lIns="90000" tIns="46800" rIns="90000" bIns="46800">
            <a:spAutoFit/>
            <a:flatTx/>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latin typeface="楷体_GB2312" pitchFamily="49" charset="-122"/>
                <a:ea typeface="楷体_GB2312" pitchFamily="49" charset="-122"/>
              </a:rPr>
              <a:t>差商的计算方法</a:t>
            </a:r>
            <a:r>
              <a:rPr lang="en-US" altLang="zh-CN" sz="2800" b="1">
                <a:latin typeface="楷体_GB2312" pitchFamily="49" charset="-122"/>
                <a:ea typeface="楷体_GB2312" pitchFamily="49" charset="-122"/>
              </a:rPr>
              <a:t>(</a:t>
            </a:r>
            <a:r>
              <a:rPr lang="zh-CN" altLang="en-US" sz="2800" b="1">
                <a:latin typeface="楷体_GB2312" pitchFamily="49" charset="-122"/>
                <a:ea typeface="楷体_GB2312" pitchFamily="49" charset="-122"/>
              </a:rPr>
              <a:t>表格法</a:t>
            </a:r>
            <a:r>
              <a:rPr lang="en-US" altLang="zh-CN" sz="2800" b="1">
                <a:latin typeface="楷体_GB2312" pitchFamily="49" charset="-122"/>
                <a:ea typeface="楷体_GB2312" pitchFamily="49" charset="-122"/>
              </a:rPr>
              <a:t>):</a:t>
            </a:r>
          </a:p>
        </p:txBody>
      </p:sp>
      <p:graphicFrame>
        <p:nvGraphicFramePr>
          <p:cNvPr id="12300" name="Object 12"/>
          <p:cNvGraphicFramePr>
            <a:graphicFrameLocks noChangeAspect="1"/>
          </p:cNvGraphicFramePr>
          <p:nvPr/>
        </p:nvGraphicFramePr>
        <p:xfrm>
          <a:off x="1828800" y="2139950"/>
          <a:ext cx="1023938" cy="382588"/>
        </p:xfrm>
        <a:graphic>
          <a:graphicData uri="http://schemas.openxmlformats.org/presentationml/2006/ole">
            <mc:AlternateContent xmlns:mc="http://schemas.openxmlformats.org/markup-compatibility/2006">
              <mc:Choice xmlns:v="urn:schemas-microsoft-com:vml" Requires="v">
                <p:oleObj spid="_x0000_s47357" r:id="rId5" imgW="571500" imgH="215900" progId="Equation.3">
                  <p:embed/>
                </p:oleObj>
              </mc:Choice>
              <mc:Fallback>
                <p:oleObj r:id="rId5" imgW="571500" imgH="215900" progId="Equation.3">
                  <p:embed/>
                  <p:pic>
                    <p:nvPicPr>
                      <p:cNvPr id="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2139950"/>
                        <a:ext cx="1023938" cy="38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1" name="Object 13"/>
          <p:cNvGraphicFramePr>
            <a:graphicFrameLocks noChangeAspect="1"/>
          </p:cNvGraphicFramePr>
          <p:nvPr/>
        </p:nvGraphicFramePr>
        <p:xfrm>
          <a:off x="1828800" y="3054350"/>
          <a:ext cx="1023938" cy="361950"/>
        </p:xfrm>
        <a:graphic>
          <a:graphicData uri="http://schemas.openxmlformats.org/presentationml/2006/ole">
            <mc:AlternateContent xmlns:mc="http://schemas.openxmlformats.org/markup-compatibility/2006">
              <mc:Choice xmlns:v="urn:schemas-microsoft-com:vml" Requires="v">
                <p:oleObj spid="_x0000_s47358" r:id="rId7" imgW="571500" imgH="203200" progId="Equation.3">
                  <p:embed/>
                </p:oleObj>
              </mc:Choice>
              <mc:Fallback>
                <p:oleObj r:id="rId7" imgW="571500" imgH="20320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28800" y="3054350"/>
                        <a:ext cx="1023938"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2" name="Object 14"/>
          <p:cNvGraphicFramePr>
            <a:graphicFrameLocks noChangeAspect="1"/>
          </p:cNvGraphicFramePr>
          <p:nvPr/>
        </p:nvGraphicFramePr>
        <p:xfrm>
          <a:off x="1828800" y="4106863"/>
          <a:ext cx="1023938" cy="382587"/>
        </p:xfrm>
        <a:graphic>
          <a:graphicData uri="http://schemas.openxmlformats.org/presentationml/2006/ole">
            <mc:AlternateContent xmlns:mc="http://schemas.openxmlformats.org/markup-compatibility/2006">
              <mc:Choice xmlns:v="urn:schemas-microsoft-com:vml" Requires="v">
                <p:oleObj spid="_x0000_s47359" r:id="rId9" imgW="571500" imgH="215900" progId="Equation.3">
                  <p:embed/>
                </p:oleObj>
              </mc:Choice>
              <mc:Fallback>
                <p:oleObj r:id="rId9" imgW="571500" imgH="21590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0" y="4106863"/>
                        <a:ext cx="1023938"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3" name="Object 15"/>
          <p:cNvGraphicFramePr>
            <a:graphicFrameLocks noChangeAspect="1"/>
          </p:cNvGraphicFramePr>
          <p:nvPr/>
        </p:nvGraphicFramePr>
        <p:xfrm>
          <a:off x="1828800" y="5103813"/>
          <a:ext cx="1023938" cy="382587"/>
        </p:xfrm>
        <a:graphic>
          <a:graphicData uri="http://schemas.openxmlformats.org/presentationml/2006/ole">
            <mc:AlternateContent xmlns:mc="http://schemas.openxmlformats.org/markup-compatibility/2006">
              <mc:Choice xmlns:v="urn:schemas-microsoft-com:vml" Requires="v">
                <p:oleObj spid="_x0000_s47360" r:id="rId11" imgW="571500" imgH="215900" progId="Equation.3">
                  <p:embed/>
                </p:oleObj>
              </mc:Choice>
              <mc:Fallback>
                <p:oleObj r:id="rId11" imgW="571500" imgH="215900" progId="Equation.3">
                  <p:embed/>
                  <p:pic>
                    <p:nvPicPr>
                      <p:cNvPr id="0" name="Object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8800" y="5103813"/>
                        <a:ext cx="1023938"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4" name="Object 16"/>
          <p:cNvGraphicFramePr>
            <a:graphicFrameLocks noChangeAspect="1"/>
          </p:cNvGraphicFramePr>
          <p:nvPr/>
        </p:nvGraphicFramePr>
        <p:xfrm>
          <a:off x="3429000" y="2589213"/>
          <a:ext cx="1365250" cy="382587"/>
        </p:xfrm>
        <a:graphic>
          <a:graphicData uri="http://schemas.openxmlformats.org/presentationml/2006/ole">
            <mc:AlternateContent xmlns:mc="http://schemas.openxmlformats.org/markup-compatibility/2006">
              <mc:Choice xmlns:v="urn:schemas-microsoft-com:vml" Requires="v">
                <p:oleObj spid="_x0000_s47361" r:id="rId13" imgW="761365" imgH="215900" progId="Equation.3">
                  <p:embed/>
                </p:oleObj>
              </mc:Choice>
              <mc:Fallback>
                <p:oleObj r:id="rId13" imgW="761365" imgH="215900" progId="Equation.3">
                  <p:embed/>
                  <p:pic>
                    <p:nvPicPr>
                      <p:cNvPr id="0" name="Object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29000" y="2589213"/>
                        <a:ext cx="1365250"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5" name="Object 17"/>
          <p:cNvGraphicFramePr>
            <a:graphicFrameLocks noChangeAspect="1"/>
          </p:cNvGraphicFramePr>
          <p:nvPr/>
        </p:nvGraphicFramePr>
        <p:xfrm>
          <a:off x="3429000" y="3656013"/>
          <a:ext cx="1365250" cy="382587"/>
        </p:xfrm>
        <a:graphic>
          <a:graphicData uri="http://schemas.openxmlformats.org/presentationml/2006/ole">
            <mc:AlternateContent xmlns:mc="http://schemas.openxmlformats.org/markup-compatibility/2006">
              <mc:Choice xmlns:v="urn:schemas-microsoft-com:vml" Requires="v">
                <p:oleObj spid="_x0000_s47362" r:id="rId15" imgW="761365" imgH="215900" progId="Equation.3">
                  <p:embed/>
                </p:oleObj>
              </mc:Choice>
              <mc:Fallback>
                <p:oleObj r:id="rId15" imgW="761365" imgH="215900" progId="Equation.3">
                  <p:embed/>
                  <p:pic>
                    <p:nvPicPr>
                      <p:cNvPr id="0" name="Object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29000" y="3656013"/>
                        <a:ext cx="1365250"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6" name="Object 18"/>
          <p:cNvGraphicFramePr>
            <a:graphicFrameLocks noChangeAspect="1"/>
          </p:cNvGraphicFramePr>
          <p:nvPr/>
        </p:nvGraphicFramePr>
        <p:xfrm>
          <a:off x="3429000" y="4646613"/>
          <a:ext cx="1385888" cy="382587"/>
        </p:xfrm>
        <a:graphic>
          <a:graphicData uri="http://schemas.openxmlformats.org/presentationml/2006/ole">
            <mc:AlternateContent xmlns:mc="http://schemas.openxmlformats.org/markup-compatibility/2006">
              <mc:Choice xmlns:v="urn:schemas-microsoft-com:vml" Requires="v">
                <p:oleObj spid="_x0000_s47363" r:id="rId17" imgW="774065" imgH="215900" progId="Equation.3">
                  <p:embed/>
                </p:oleObj>
              </mc:Choice>
              <mc:Fallback>
                <p:oleObj r:id="rId17" imgW="774065" imgH="215900" progId="Equation.3">
                  <p:embed/>
                  <p:pic>
                    <p:nvPicPr>
                      <p:cNvPr id="0" name="Object 1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0" y="4646613"/>
                        <a:ext cx="1385888"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7" name="Object 19"/>
          <p:cNvGraphicFramePr>
            <a:graphicFrameLocks noChangeAspect="1"/>
          </p:cNvGraphicFramePr>
          <p:nvPr/>
        </p:nvGraphicFramePr>
        <p:xfrm>
          <a:off x="5280025" y="2970213"/>
          <a:ext cx="1730375" cy="382587"/>
        </p:xfrm>
        <a:graphic>
          <a:graphicData uri="http://schemas.openxmlformats.org/presentationml/2006/ole">
            <mc:AlternateContent xmlns:mc="http://schemas.openxmlformats.org/markup-compatibility/2006">
              <mc:Choice xmlns:v="urn:schemas-microsoft-com:vml" Requires="v">
                <p:oleObj spid="_x0000_s47364" r:id="rId19" imgW="964565" imgH="215900" progId="Equation.3">
                  <p:embed/>
                </p:oleObj>
              </mc:Choice>
              <mc:Fallback>
                <p:oleObj r:id="rId19" imgW="964565" imgH="215900" progId="Equation.3">
                  <p:embed/>
                  <p:pic>
                    <p:nvPicPr>
                      <p:cNvPr id="0" name="Object 1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280025" y="2970213"/>
                        <a:ext cx="1730375"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8" name="Object 20"/>
          <p:cNvGraphicFramePr>
            <a:graphicFrameLocks noChangeAspect="1"/>
          </p:cNvGraphicFramePr>
          <p:nvPr/>
        </p:nvGraphicFramePr>
        <p:xfrm>
          <a:off x="5356225" y="4259263"/>
          <a:ext cx="1730375" cy="382587"/>
        </p:xfrm>
        <a:graphic>
          <a:graphicData uri="http://schemas.openxmlformats.org/presentationml/2006/ole">
            <mc:AlternateContent xmlns:mc="http://schemas.openxmlformats.org/markup-compatibility/2006">
              <mc:Choice xmlns:v="urn:schemas-microsoft-com:vml" Requires="v">
                <p:oleObj spid="_x0000_s47365" r:id="rId21" imgW="964565" imgH="215900" progId="Equation.3">
                  <p:embed/>
                </p:oleObj>
              </mc:Choice>
              <mc:Fallback>
                <p:oleObj r:id="rId21" imgW="964565" imgH="215900" progId="Equation.3">
                  <p:embed/>
                  <p:pic>
                    <p:nvPicPr>
                      <p:cNvPr id="0" name="Object 2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356225" y="4259263"/>
                        <a:ext cx="1730375"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309" name="Object 21"/>
          <p:cNvGraphicFramePr>
            <a:graphicFrameLocks noChangeAspect="1"/>
          </p:cNvGraphicFramePr>
          <p:nvPr/>
        </p:nvGraphicFramePr>
        <p:xfrm>
          <a:off x="7337425" y="3581400"/>
          <a:ext cx="1730375" cy="382588"/>
        </p:xfrm>
        <a:graphic>
          <a:graphicData uri="http://schemas.openxmlformats.org/presentationml/2006/ole">
            <mc:AlternateContent xmlns:mc="http://schemas.openxmlformats.org/markup-compatibility/2006">
              <mc:Choice xmlns:v="urn:schemas-microsoft-com:vml" Requires="v">
                <p:oleObj spid="_x0000_s47366" r:id="rId23" imgW="964565" imgH="215900" progId="Equation.3">
                  <p:embed/>
                </p:oleObj>
              </mc:Choice>
              <mc:Fallback>
                <p:oleObj r:id="rId23" imgW="964565" imgH="215900" progId="Equation.3">
                  <p:embed/>
                  <p:pic>
                    <p:nvPicPr>
                      <p:cNvPr id="0" name="Object 2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337425" y="3581400"/>
                        <a:ext cx="1730375" cy="38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3" name="Group 22"/>
          <p:cNvGrpSpPr/>
          <p:nvPr/>
        </p:nvGrpSpPr>
        <p:grpSpPr bwMode="auto">
          <a:xfrm>
            <a:off x="1600200" y="1905000"/>
            <a:ext cx="304800" cy="838200"/>
            <a:chOff x="1008" y="1200"/>
            <a:chExt cx="192" cy="528"/>
          </a:xfrm>
        </p:grpSpPr>
        <p:sp>
          <p:nvSpPr>
            <p:cNvPr id="47124" name="Line 23"/>
            <p:cNvSpPr>
              <a:spLocks noChangeShapeType="1"/>
            </p:cNvSpPr>
            <p:nvPr/>
          </p:nvSpPr>
          <p:spPr bwMode="auto">
            <a:xfrm>
              <a:off x="1008" y="1200"/>
              <a:ext cx="192"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25" name="Line 24"/>
            <p:cNvSpPr>
              <a:spLocks noChangeShapeType="1"/>
            </p:cNvSpPr>
            <p:nvPr/>
          </p:nvSpPr>
          <p:spPr bwMode="auto">
            <a:xfrm flipV="1">
              <a:off x="1008" y="1488"/>
              <a:ext cx="192"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 name="Group 25"/>
          <p:cNvGrpSpPr/>
          <p:nvPr/>
        </p:nvGrpSpPr>
        <p:grpSpPr bwMode="auto">
          <a:xfrm>
            <a:off x="1600200" y="2895600"/>
            <a:ext cx="304800" cy="762000"/>
            <a:chOff x="1008" y="1824"/>
            <a:chExt cx="192" cy="480"/>
          </a:xfrm>
        </p:grpSpPr>
        <p:sp>
          <p:nvSpPr>
            <p:cNvPr id="47127" name="Line 26"/>
            <p:cNvSpPr>
              <a:spLocks noChangeShapeType="1"/>
            </p:cNvSpPr>
            <p:nvPr/>
          </p:nvSpPr>
          <p:spPr bwMode="auto">
            <a:xfrm>
              <a:off x="1008" y="1824"/>
              <a:ext cx="192"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28" name="Line 27"/>
            <p:cNvSpPr>
              <a:spLocks noChangeShapeType="1"/>
            </p:cNvSpPr>
            <p:nvPr/>
          </p:nvSpPr>
          <p:spPr bwMode="auto">
            <a:xfrm flipV="1">
              <a:off x="1008" y="2064"/>
              <a:ext cx="192"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5" name="Group 28"/>
          <p:cNvGrpSpPr/>
          <p:nvPr/>
        </p:nvGrpSpPr>
        <p:grpSpPr bwMode="auto">
          <a:xfrm>
            <a:off x="1600200" y="3886200"/>
            <a:ext cx="304800" cy="914400"/>
            <a:chOff x="1008" y="2448"/>
            <a:chExt cx="192" cy="576"/>
          </a:xfrm>
        </p:grpSpPr>
        <p:sp>
          <p:nvSpPr>
            <p:cNvPr id="47130" name="Line 29"/>
            <p:cNvSpPr>
              <a:spLocks noChangeShapeType="1"/>
            </p:cNvSpPr>
            <p:nvPr/>
          </p:nvSpPr>
          <p:spPr bwMode="auto">
            <a:xfrm>
              <a:off x="1008" y="2448"/>
              <a:ext cx="192"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31" name="Line 30"/>
            <p:cNvSpPr>
              <a:spLocks noChangeShapeType="1"/>
            </p:cNvSpPr>
            <p:nvPr/>
          </p:nvSpPr>
          <p:spPr bwMode="auto">
            <a:xfrm flipV="1">
              <a:off x="1008" y="2784"/>
              <a:ext cx="192"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6" name="Group 31"/>
          <p:cNvGrpSpPr/>
          <p:nvPr/>
        </p:nvGrpSpPr>
        <p:grpSpPr bwMode="auto">
          <a:xfrm>
            <a:off x="2895600" y="2438400"/>
            <a:ext cx="533400" cy="838200"/>
            <a:chOff x="1824" y="1536"/>
            <a:chExt cx="336" cy="528"/>
          </a:xfrm>
        </p:grpSpPr>
        <p:sp>
          <p:nvSpPr>
            <p:cNvPr id="47133" name="Line 32"/>
            <p:cNvSpPr>
              <a:spLocks noChangeShapeType="1"/>
            </p:cNvSpPr>
            <p:nvPr/>
          </p:nvSpPr>
          <p:spPr bwMode="auto">
            <a:xfrm>
              <a:off x="1872" y="1536"/>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34" name="Line 33"/>
            <p:cNvSpPr>
              <a:spLocks noChangeShapeType="1"/>
            </p:cNvSpPr>
            <p:nvPr/>
          </p:nvSpPr>
          <p:spPr bwMode="auto">
            <a:xfrm flipV="1">
              <a:off x="1824" y="1776"/>
              <a:ext cx="336"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7" name="Group 34"/>
          <p:cNvGrpSpPr/>
          <p:nvPr/>
        </p:nvGrpSpPr>
        <p:grpSpPr bwMode="auto">
          <a:xfrm>
            <a:off x="2895600" y="3429000"/>
            <a:ext cx="533400" cy="838200"/>
            <a:chOff x="1824" y="2160"/>
            <a:chExt cx="336" cy="528"/>
          </a:xfrm>
        </p:grpSpPr>
        <p:sp>
          <p:nvSpPr>
            <p:cNvPr id="47136" name="Line 35"/>
            <p:cNvSpPr>
              <a:spLocks noChangeShapeType="1"/>
            </p:cNvSpPr>
            <p:nvPr/>
          </p:nvSpPr>
          <p:spPr bwMode="auto">
            <a:xfrm>
              <a:off x="1872" y="2160"/>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37" name="Line 36"/>
            <p:cNvSpPr>
              <a:spLocks noChangeShapeType="1"/>
            </p:cNvSpPr>
            <p:nvPr/>
          </p:nvSpPr>
          <p:spPr bwMode="auto">
            <a:xfrm flipV="1">
              <a:off x="1824" y="2400"/>
              <a:ext cx="336"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8" name="Group 37"/>
          <p:cNvGrpSpPr/>
          <p:nvPr/>
        </p:nvGrpSpPr>
        <p:grpSpPr bwMode="auto">
          <a:xfrm>
            <a:off x="4800600" y="2819400"/>
            <a:ext cx="533400" cy="914400"/>
            <a:chOff x="3024" y="1776"/>
            <a:chExt cx="336" cy="576"/>
          </a:xfrm>
        </p:grpSpPr>
        <p:sp>
          <p:nvSpPr>
            <p:cNvPr id="47139" name="Line 38"/>
            <p:cNvSpPr>
              <a:spLocks noChangeShapeType="1"/>
            </p:cNvSpPr>
            <p:nvPr/>
          </p:nvSpPr>
          <p:spPr bwMode="auto">
            <a:xfrm>
              <a:off x="3072" y="1776"/>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40" name="Line 39"/>
            <p:cNvSpPr>
              <a:spLocks noChangeShapeType="1"/>
            </p:cNvSpPr>
            <p:nvPr/>
          </p:nvSpPr>
          <p:spPr bwMode="auto">
            <a:xfrm flipV="1">
              <a:off x="3024" y="2064"/>
              <a:ext cx="336"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9" name="Group 40"/>
          <p:cNvGrpSpPr/>
          <p:nvPr/>
        </p:nvGrpSpPr>
        <p:grpSpPr bwMode="auto">
          <a:xfrm>
            <a:off x="4876800" y="3962400"/>
            <a:ext cx="533400" cy="838200"/>
            <a:chOff x="3072" y="2496"/>
            <a:chExt cx="336" cy="528"/>
          </a:xfrm>
        </p:grpSpPr>
        <p:sp>
          <p:nvSpPr>
            <p:cNvPr id="47142" name="Line 41"/>
            <p:cNvSpPr>
              <a:spLocks noChangeShapeType="1"/>
            </p:cNvSpPr>
            <p:nvPr/>
          </p:nvSpPr>
          <p:spPr bwMode="auto">
            <a:xfrm>
              <a:off x="3072" y="2496"/>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43" name="Line 42"/>
            <p:cNvSpPr>
              <a:spLocks noChangeShapeType="1"/>
            </p:cNvSpPr>
            <p:nvPr/>
          </p:nvSpPr>
          <p:spPr bwMode="auto">
            <a:xfrm flipV="1">
              <a:off x="3072" y="2736"/>
              <a:ext cx="336"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 name="Group 43"/>
          <p:cNvGrpSpPr/>
          <p:nvPr/>
        </p:nvGrpSpPr>
        <p:grpSpPr bwMode="auto">
          <a:xfrm>
            <a:off x="7010400" y="3276600"/>
            <a:ext cx="381000" cy="1143000"/>
            <a:chOff x="4416" y="2064"/>
            <a:chExt cx="240" cy="720"/>
          </a:xfrm>
        </p:grpSpPr>
        <p:sp>
          <p:nvSpPr>
            <p:cNvPr id="47145" name="Line 44"/>
            <p:cNvSpPr>
              <a:spLocks noChangeShapeType="1"/>
            </p:cNvSpPr>
            <p:nvPr/>
          </p:nvSpPr>
          <p:spPr bwMode="auto">
            <a:xfrm>
              <a:off x="4416" y="2064"/>
              <a:ext cx="192"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46" name="Line 45"/>
            <p:cNvSpPr>
              <a:spLocks noChangeShapeType="1"/>
            </p:cNvSpPr>
            <p:nvPr/>
          </p:nvSpPr>
          <p:spPr bwMode="auto">
            <a:xfrm flipV="1">
              <a:off x="4464" y="2400"/>
              <a:ext cx="192" cy="384"/>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sp>
        <p:nvSpPr>
          <p:cNvPr id="12334" name="Text Box 46"/>
          <p:cNvSpPr txBox="1">
            <a:spLocks noChangeArrowheads="1"/>
          </p:cNvSpPr>
          <p:nvPr/>
        </p:nvSpPr>
        <p:spPr bwMode="auto">
          <a:xfrm>
            <a:off x="2514600" y="6146800"/>
            <a:ext cx="3752850" cy="519113"/>
          </a:xfrm>
          <a:prstGeom prst="rect">
            <a:avLst/>
          </a:prstGeom>
          <a:solidFill>
            <a:srgbClr val="FFCC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latin typeface="Times New Roman" panose="02020603050405020304" pitchFamily="18" charset="0"/>
                <a:ea typeface="楷体_GB2312" pitchFamily="49" charset="-122"/>
              </a:rPr>
              <a:t>规定函数值为</a:t>
            </a:r>
            <a:r>
              <a:rPr lang="zh-CN" altLang="en-US" sz="2800" b="1">
                <a:solidFill>
                  <a:srgbClr val="FF0000"/>
                </a:solidFill>
                <a:latin typeface="Times New Roman" panose="02020603050405020304" pitchFamily="18" charset="0"/>
                <a:ea typeface="楷体_GB2312" pitchFamily="49" charset="-122"/>
              </a:rPr>
              <a:t>零阶差商</a:t>
            </a:r>
          </a:p>
        </p:txBody>
      </p:sp>
      <p:sp>
        <p:nvSpPr>
          <p:cNvPr id="12335" name="Line 47"/>
          <p:cNvSpPr>
            <a:spLocks noChangeShapeType="1"/>
          </p:cNvSpPr>
          <p:nvPr/>
        </p:nvSpPr>
        <p:spPr bwMode="auto">
          <a:xfrm>
            <a:off x="1295400" y="6019800"/>
            <a:ext cx="1219200" cy="457200"/>
          </a:xfrm>
          <a:prstGeom prst="line">
            <a:avLst/>
          </a:prstGeom>
          <a:noFill/>
          <a:ln w="6350">
            <a:solidFill>
              <a:srgbClr val="FF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12336" name="Text Box 48"/>
          <p:cNvSpPr txBox="1">
            <a:spLocks noChangeArrowheads="1"/>
          </p:cNvSpPr>
          <p:nvPr/>
        </p:nvSpPr>
        <p:spPr bwMode="auto">
          <a:xfrm>
            <a:off x="5091113" y="323850"/>
            <a:ext cx="1252537" cy="519113"/>
          </a:xfrm>
          <a:prstGeom prst="rect">
            <a:avLst/>
          </a:prstGeom>
          <a:solidFill>
            <a:srgbClr val="00FFCC"/>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latin typeface="Times New Roman" panose="02020603050405020304" pitchFamily="18" charset="0"/>
                <a:ea typeface="楷体_GB2312" pitchFamily="49" charset="-122"/>
              </a:rPr>
              <a:t>差商表</a:t>
            </a:r>
          </a:p>
        </p:txBody>
      </p:sp>
      <p:grpSp>
        <p:nvGrpSpPr>
          <p:cNvPr id="11" name="Group 49"/>
          <p:cNvGrpSpPr/>
          <p:nvPr/>
        </p:nvGrpSpPr>
        <p:grpSpPr bwMode="auto">
          <a:xfrm>
            <a:off x="1600200" y="4800600"/>
            <a:ext cx="304800" cy="838200"/>
            <a:chOff x="1008" y="3024"/>
            <a:chExt cx="192" cy="528"/>
          </a:xfrm>
        </p:grpSpPr>
        <p:sp>
          <p:nvSpPr>
            <p:cNvPr id="47151" name="Line 50"/>
            <p:cNvSpPr>
              <a:spLocks noChangeShapeType="1"/>
            </p:cNvSpPr>
            <p:nvPr/>
          </p:nvSpPr>
          <p:spPr bwMode="auto">
            <a:xfrm>
              <a:off x="1008" y="3024"/>
              <a:ext cx="192"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52" name="Line 51"/>
            <p:cNvSpPr>
              <a:spLocks noChangeShapeType="1"/>
            </p:cNvSpPr>
            <p:nvPr/>
          </p:nvSpPr>
          <p:spPr bwMode="auto">
            <a:xfrm flipV="1">
              <a:off x="1008" y="3264"/>
              <a:ext cx="192"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2" name="Group 52"/>
          <p:cNvGrpSpPr/>
          <p:nvPr/>
        </p:nvGrpSpPr>
        <p:grpSpPr bwMode="auto">
          <a:xfrm>
            <a:off x="2819400" y="4419600"/>
            <a:ext cx="609600" cy="762000"/>
            <a:chOff x="1776" y="2784"/>
            <a:chExt cx="384" cy="480"/>
          </a:xfrm>
        </p:grpSpPr>
        <p:sp>
          <p:nvSpPr>
            <p:cNvPr id="47154" name="Line 53"/>
            <p:cNvSpPr>
              <a:spLocks noChangeShapeType="1"/>
            </p:cNvSpPr>
            <p:nvPr/>
          </p:nvSpPr>
          <p:spPr bwMode="auto">
            <a:xfrm>
              <a:off x="1872" y="2784"/>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47155" name="Line 54"/>
            <p:cNvSpPr>
              <a:spLocks noChangeShapeType="1"/>
            </p:cNvSpPr>
            <p:nvPr/>
          </p:nvSpPr>
          <p:spPr bwMode="auto">
            <a:xfrm flipV="1">
              <a:off x="1776" y="3024"/>
              <a:ext cx="38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2299"/>
                                        </p:tgtEl>
                                        <p:attrNameLst>
                                          <p:attrName>style.visibility</p:attrName>
                                        </p:attrNameLst>
                                      </p:cBhvr>
                                      <p:to>
                                        <p:strVal val="visible"/>
                                      </p:to>
                                    </p:set>
                                    <p:animEffect transition="in" filter="wipe(up)">
                                      <p:cBhvr>
                                        <p:cTn id="7" dur="500"/>
                                        <p:tgtEl>
                                          <p:spTgt spid="1229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2336"/>
                                        </p:tgtEl>
                                        <p:attrNameLst>
                                          <p:attrName>style.visibility</p:attrName>
                                        </p:attrNameLst>
                                      </p:cBhvr>
                                      <p:to>
                                        <p:strVal val="visible"/>
                                      </p:to>
                                    </p:set>
                                    <p:animEffect transition="in" filter="wipe(up)">
                                      <p:cBhvr>
                                        <p:cTn id="12" dur="500"/>
                                        <p:tgtEl>
                                          <p:spTgt spid="1233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2300"/>
                                        </p:tgtEl>
                                        <p:attrNameLst>
                                          <p:attrName>style.visibility</p:attrName>
                                        </p:attrNameLst>
                                      </p:cBhvr>
                                      <p:to>
                                        <p:strVal val="visible"/>
                                      </p:to>
                                    </p:set>
                                    <p:animEffect transition="in" filter="wipe(up)">
                                      <p:cBhvr>
                                        <p:cTn id="27" dur="500"/>
                                        <p:tgtEl>
                                          <p:spTgt spid="1230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wipe(up)">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12301"/>
                                        </p:tgtEl>
                                        <p:attrNameLst>
                                          <p:attrName>style.visibility</p:attrName>
                                        </p:attrNameLst>
                                      </p:cBhvr>
                                      <p:to>
                                        <p:strVal val="visible"/>
                                      </p:to>
                                    </p:set>
                                    <p:animEffect transition="in" filter="wipe(up)">
                                      <p:cBhvr>
                                        <p:cTn id="37" dur="500"/>
                                        <p:tgtEl>
                                          <p:spTgt spid="12301"/>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wipe(up)">
                                      <p:cBhvr>
                                        <p:cTn id="42" dur="500"/>
                                        <p:tgtEl>
                                          <p:spTgt spid="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2302"/>
                                        </p:tgtEl>
                                        <p:attrNameLst>
                                          <p:attrName>style.visibility</p:attrName>
                                        </p:attrNameLst>
                                      </p:cBhvr>
                                      <p:to>
                                        <p:strVal val="visible"/>
                                      </p:to>
                                    </p:set>
                                    <p:animEffect transition="in" filter="wipe(up)">
                                      <p:cBhvr>
                                        <p:cTn id="47" dur="500"/>
                                        <p:tgtEl>
                                          <p:spTgt spid="1230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wipe(up)">
                                      <p:cBhvr>
                                        <p:cTn id="52" dur="500"/>
                                        <p:tgtEl>
                                          <p:spTgt spid="11"/>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12303"/>
                                        </p:tgtEl>
                                        <p:attrNameLst>
                                          <p:attrName>style.visibility</p:attrName>
                                        </p:attrNameLst>
                                      </p:cBhvr>
                                      <p:to>
                                        <p:strVal val="visible"/>
                                      </p:to>
                                    </p:set>
                                    <p:animEffect transition="in" filter="wipe(up)">
                                      <p:cBhvr>
                                        <p:cTn id="57" dur="500"/>
                                        <p:tgtEl>
                                          <p:spTgt spid="1230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1" fill="hold"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ipe(up)">
                                      <p:cBhvr>
                                        <p:cTn id="62" dur="500"/>
                                        <p:tgtEl>
                                          <p:spTgt spid="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1" fill="hold" nodeType="clickEffect">
                                  <p:stCondLst>
                                    <p:cond delay="0"/>
                                  </p:stCondLst>
                                  <p:childTnLst>
                                    <p:set>
                                      <p:cBhvr>
                                        <p:cTn id="66" dur="1" fill="hold">
                                          <p:stCondLst>
                                            <p:cond delay="0"/>
                                          </p:stCondLst>
                                        </p:cTn>
                                        <p:tgtEl>
                                          <p:spTgt spid="12304"/>
                                        </p:tgtEl>
                                        <p:attrNameLst>
                                          <p:attrName>style.visibility</p:attrName>
                                        </p:attrNameLst>
                                      </p:cBhvr>
                                      <p:to>
                                        <p:strVal val="visible"/>
                                      </p:to>
                                    </p:set>
                                    <p:animEffect transition="in" filter="wipe(up)">
                                      <p:cBhvr>
                                        <p:cTn id="67" dur="500"/>
                                        <p:tgtEl>
                                          <p:spTgt spid="1230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nodeType="clickEffect">
                                  <p:stCondLst>
                                    <p:cond delay="0"/>
                                  </p:stCondLst>
                                  <p:childTnLst>
                                    <p:set>
                                      <p:cBhvr>
                                        <p:cTn id="71" dur="1" fill="hold">
                                          <p:stCondLst>
                                            <p:cond delay="0"/>
                                          </p:stCondLst>
                                        </p:cTn>
                                        <p:tgtEl>
                                          <p:spTgt spid="7"/>
                                        </p:tgtEl>
                                        <p:attrNameLst>
                                          <p:attrName>style.visibility</p:attrName>
                                        </p:attrNameLst>
                                      </p:cBhvr>
                                      <p:to>
                                        <p:strVal val="visible"/>
                                      </p:to>
                                    </p:set>
                                    <p:animEffect transition="in" filter="wipe(up)">
                                      <p:cBhvr>
                                        <p:cTn id="72" dur="500"/>
                                        <p:tgtEl>
                                          <p:spTgt spid="7"/>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nodeType="clickEffect">
                                  <p:stCondLst>
                                    <p:cond delay="0"/>
                                  </p:stCondLst>
                                  <p:childTnLst>
                                    <p:set>
                                      <p:cBhvr>
                                        <p:cTn id="76" dur="1" fill="hold">
                                          <p:stCondLst>
                                            <p:cond delay="0"/>
                                          </p:stCondLst>
                                        </p:cTn>
                                        <p:tgtEl>
                                          <p:spTgt spid="12305"/>
                                        </p:tgtEl>
                                        <p:attrNameLst>
                                          <p:attrName>style.visibility</p:attrName>
                                        </p:attrNameLst>
                                      </p:cBhvr>
                                      <p:to>
                                        <p:strVal val="visible"/>
                                      </p:to>
                                    </p:set>
                                    <p:animEffect transition="in" filter="wipe(up)">
                                      <p:cBhvr>
                                        <p:cTn id="77" dur="500"/>
                                        <p:tgtEl>
                                          <p:spTgt spid="12305"/>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wipe(up)">
                                      <p:cBhvr>
                                        <p:cTn id="82" dur="500"/>
                                        <p:tgtEl>
                                          <p:spTgt spid="1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1" fill="hold" nodeType="clickEffect">
                                  <p:stCondLst>
                                    <p:cond delay="0"/>
                                  </p:stCondLst>
                                  <p:childTnLst>
                                    <p:set>
                                      <p:cBhvr>
                                        <p:cTn id="86" dur="1" fill="hold">
                                          <p:stCondLst>
                                            <p:cond delay="0"/>
                                          </p:stCondLst>
                                        </p:cTn>
                                        <p:tgtEl>
                                          <p:spTgt spid="12306"/>
                                        </p:tgtEl>
                                        <p:attrNameLst>
                                          <p:attrName>style.visibility</p:attrName>
                                        </p:attrNameLst>
                                      </p:cBhvr>
                                      <p:to>
                                        <p:strVal val="visible"/>
                                      </p:to>
                                    </p:set>
                                    <p:animEffect transition="in" filter="wipe(up)">
                                      <p:cBhvr>
                                        <p:cTn id="87" dur="500"/>
                                        <p:tgtEl>
                                          <p:spTgt spid="12306"/>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1" fill="hold" nodeType="clickEffect">
                                  <p:stCondLst>
                                    <p:cond delay="0"/>
                                  </p:stCondLst>
                                  <p:childTnLst>
                                    <p:set>
                                      <p:cBhvr>
                                        <p:cTn id="91" dur="1" fill="hold">
                                          <p:stCondLst>
                                            <p:cond delay="0"/>
                                          </p:stCondLst>
                                        </p:cTn>
                                        <p:tgtEl>
                                          <p:spTgt spid="8"/>
                                        </p:tgtEl>
                                        <p:attrNameLst>
                                          <p:attrName>style.visibility</p:attrName>
                                        </p:attrNameLst>
                                      </p:cBhvr>
                                      <p:to>
                                        <p:strVal val="visible"/>
                                      </p:to>
                                    </p:set>
                                    <p:animEffect transition="in" filter="wipe(up)">
                                      <p:cBhvr>
                                        <p:cTn id="92" dur="500"/>
                                        <p:tgtEl>
                                          <p:spTgt spid="8"/>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1" fill="hold" nodeType="clickEffect">
                                  <p:stCondLst>
                                    <p:cond delay="0"/>
                                  </p:stCondLst>
                                  <p:childTnLst>
                                    <p:set>
                                      <p:cBhvr>
                                        <p:cTn id="96" dur="1" fill="hold">
                                          <p:stCondLst>
                                            <p:cond delay="0"/>
                                          </p:stCondLst>
                                        </p:cTn>
                                        <p:tgtEl>
                                          <p:spTgt spid="12307"/>
                                        </p:tgtEl>
                                        <p:attrNameLst>
                                          <p:attrName>style.visibility</p:attrName>
                                        </p:attrNameLst>
                                      </p:cBhvr>
                                      <p:to>
                                        <p:strVal val="visible"/>
                                      </p:to>
                                    </p:set>
                                    <p:animEffect transition="in" filter="wipe(up)">
                                      <p:cBhvr>
                                        <p:cTn id="97" dur="500"/>
                                        <p:tgtEl>
                                          <p:spTgt spid="12307"/>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9"/>
                                        </p:tgtEl>
                                        <p:attrNameLst>
                                          <p:attrName>style.visibility</p:attrName>
                                        </p:attrNameLst>
                                      </p:cBhvr>
                                      <p:to>
                                        <p:strVal val="visible"/>
                                      </p:to>
                                    </p:set>
                                    <p:animEffect transition="in" filter="wipe(up)">
                                      <p:cBhvr>
                                        <p:cTn id="102" dur="500"/>
                                        <p:tgtEl>
                                          <p:spTgt spid="9"/>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1" fill="hold" nodeType="clickEffect">
                                  <p:stCondLst>
                                    <p:cond delay="0"/>
                                  </p:stCondLst>
                                  <p:childTnLst>
                                    <p:set>
                                      <p:cBhvr>
                                        <p:cTn id="106" dur="1" fill="hold">
                                          <p:stCondLst>
                                            <p:cond delay="0"/>
                                          </p:stCondLst>
                                        </p:cTn>
                                        <p:tgtEl>
                                          <p:spTgt spid="12308"/>
                                        </p:tgtEl>
                                        <p:attrNameLst>
                                          <p:attrName>style.visibility</p:attrName>
                                        </p:attrNameLst>
                                      </p:cBhvr>
                                      <p:to>
                                        <p:strVal val="visible"/>
                                      </p:to>
                                    </p:set>
                                    <p:animEffect transition="in" filter="wipe(up)">
                                      <p:cBhvr>
                                        <p:cTn id="107" dur="500"/>
                                        <p:tgtEl>
                                          <p:spTgt spid="12308"/>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1" fill="hold" nodeType="clickEffect">
                                  <p:stCondLst>
                                    <p:cond delay="0"/>
                                  </p:stCondLst>
                                  <p:childTnLst>
                                    <p:set>
                                      <p:cBhvr>
                                        <p:cTn id="111" dur="1" fill="hold">
                                          <p:stCondLst>
                                            <p:cond delay="0"/>
                                          </p:stCondLst>
                                        </p:cTn>
                                        <p:tgtEl>
                                          <p:spTgt spid="10"/>
                                        </p:tgtEl>
                                        <p:attrNameLst>
                                          <p:attrName>style.visibility</p:attrName>
                                        </p:attrNameLst>
                                      </p:cBhvr>
                                      <p:to>
                                        <p:strVal val="visible"/>
                                      </p:to>
                                    </p:set>
                                    <p:animEffect transition="in" filter="wipe(up)">
                                      <p:cBhvr>
                                        <p:cTn id="112" dur="500"/>
                                        <p:tgtEl>
                                          <p:spTgt spid="10"/>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1" fill="hold" nodeType="clickEffect">
                                  <p:stCondLst>
                                    <p:cond delay="0"/>
                                  </p:stCondLst>
                                  <p:childTnLst>
                                    <p:set>
                                      <p:cBhvr>
                                        <p:cTn id="116" dur="1" fill="hold">
                                          <p:stCondLst>
                                            <p:cond delay="0"/>
                                          </p:stCondLst>
                                        </p:cTn>
                                        <p:tgtEl>
                                          <p:spTgt spid="12309"/>
                                        </p:tgtEl>
                                        <p:attrNameLst>
                                          <p:attrName>style.visibility</p:attrName>
                                        </p:attrNameLst>
                                      </p:cBhvr>
                                      <p:to>
                                        <p:strVal val="visible"/>
                                      </p:to>
                                    </p:set>
                                    <p:animEffect transition="in" filter="wipe(up)">
                                      <p:cBhvr>
                                        <p:cTn id="117" dur="500"/>
                                        <p:tgtEl>
                                          <p:spTgt spid="12309"/>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1" fill="hold" nodeType="clickEffect">
                                  <p:stCondLst>
                                    <p:cond delay="0"/>
                                  </p:stCondLst>
                                  <p:childTnLst>
                                    <p:set>
                                      <p:cBhvr>
                                        <p:cTn id="121" dur="1" fill="hold">
                                          <p:stCondLst>
                                            <p:cond delay="0"/>
                                          </p:stCondLst>
                                        </p:cTn>
                                        <p:tgtEl>
                                          <p:spTgt spid="12335"/>
                                        </p:tgtEl>
                                        <p:attrNameLst>
                                          <p:attrName>style.visibility</p:attrName>
                                        </p:attrNameLst>
                                      </p:cBhvr>
                                      <p:to>
                                        <p:strVal val="visible"/>
                                      </p:to>
                                    </p:set>
                                    <p:animEffect transition="in" filter="wipe(up)">
                                      <p:cBhvr>
                                        <p:cTn id="122" dur="500"/>
                                        <p:tgtEl>
                                          <p:spTgt spid="12335"/>
                                        </p:tgtEl>
                                      </p:cBhvr>
                                    </p:animEffect>
                                  </p:childTnLst>
                                </p:cTn>
                              </p:par>
                            </p:childTnLst>
                          </p:cTn>
                        </p:par>
                      </p:childTnLst>
                    </p:cTn>
                  </p:par>
                  <p:par>
                    <p:cTn id="123" fill="hold">
                      <p:stCondLst>
                        <p:cond delay="indefinite"/>
                      </p:stCondLst>
                      <p:childTnLst>
                        <p:par>
                          <p:cTn id="124" fill="hold">
                            <p:stCondLst>
                              <p:cond delay="0"/>
                            </p:stCondLst>
                            <p:childTnLst>
                              <p:par>
                                <p:cTn id="125" presetID="22" presetClass="entr" presetSubtype="1" fill="hold" grpId="0" nodeType="clickEffect">
                                  <p:stCondLst>
                                    <p:cond delay="0"/>
                                  </p:stCondLst>
                                  <p:childTnLst>
                                    <p:set>
                                      <p:cBhvr>
                                        <p:cTn id="126" dur="1" fill="hold">
                                          <p:stCondLst>
                                            <p:cond delay="0"/>
                                          </p:stCondLst>
                                        </p:cTn>
                                        <p:tgtEl>
                                          <p:spTgt spid="12334"/>
                                        </p:tgtEl>
                                        <p:attrNameLst>
                                          <p:attrName>style.visibility</p:attrName>
                                        </p:attrNameLst>
                                      </p:cBhvr>
                                      <p:to>
                                        <p:strVal val="visible"/>
                                      </p:to>
                                    </p:set>
                                    <p:animEffect transition="in" filter="wipe(up)">
                                      <p:cBhvr>
                                        <p:cTn id="127" dur="500"/>
                                        <p:tgtEl>
                                          <p:spTgt spid="12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9" grpId="0" animBg="1"/>
      <p:bldP spid="12334" grpId="0" animBg="1"/>
      <p:bldP spid="12336"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p:nvPr/>
        </p:nvGrpSpPr>
        <p:grpSpPr bwMode="auto">
          <a:xfrm>
            <a:off x="34925" y="368300"/>
            <a:ext cx="9039225" cy="2009775"/>
            <a:chOff x="18" y="96"/>
            <a:chExt cx="5694" cy="1266"/>
          </a:xfrm>
        </p:grpSpPr>
        <p:pic>
          <p:nvPicPr>
            <p:cNvPr id="48130"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 y="96"/>
              <a:ext cx="5694" cy="1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1" name="Rectangle 6"/>
            <p:cNvSpPr>
              <a:spLocks noChangeArrowheads="1"/>
            </p:cNvSpPr>
            <p:nvPr/>
          </p:nvSpPr>
          <p:spPr bwMode="auto">
            <a:xfrm>
              <a:off x="276" y="192"/>
              <a:ext cx="192" cy="192"/>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pic>
        <p:nvPicPr>
          <p:cNvPr id="1331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2959100"/>
            <a:ext cx="8382000" cy="320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319"/>
                                        </p:tgtEl>
                                        <p:attrNameLst>
                                          <p:attrName>style.visibility</p:attrName>
                                        </p:attrNameLst>
                                      </p:cBhvr>
                                      <p:to>
                                        <p:strVal val="visible"/>
                                      </p:to>
                                    </p:set>
                                    <p:animEffect transition="in" filter="wipe(left)">
                                      <p:cBhvr>
                                        <p:cTn id="12" dur="500"/>
                                        <p:tgtEl>
                                          <p:spTgt spid="133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p:nvPr/>
        </p:nvGrpSpPr>
        <p:grpSpPr bwMode="auto">
          <a:xfrm>
            <a:off x="341313" y="1717675"/>
            <a:ext cx="8229600" cy="4724400"/>
            <a:chOff x="288" y="1056"/>
            <a:chExt cx="5184" cy="2976"/>
          </a:xfrm>
        </p:grpSpPr>
        <p:sp>
          <p:nvSpPr>
            <p:cNvPr id="49154" name="Rectangle 5"/>
            <p:cNvSpPr>
              <a:spLocks noChangeArrowheads="1"/>
            </p:cNvSpPr>
            <p:nvPr/>
          </p:nvSpPr>
          <p:spPr bwMode="auto">
            <a:xfrm>
              <a:off x="2400" y="1623"/>
              <a:ext cx="1392" cy="2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55" name="Rectangle 6"/>
            <p:cNvSpPr>
              <a:spLocks noChangeArrowheads="1"/>
            </p:cNvSpPr>
            <p:nvPr/>
          </p:nvSpPr>
          <p:spPr bwMode="auto">
            <a:xfrm>
              <a:off x="2400" y="1056"/>
              <a:ext cx="1392" cy="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56" name="Rectangle 7"/>
            <p:cNvSpPr>
              <a:spLocks noChangeArrowheads="1"/>
            </p:cNvSpPr>
            <p:nvPr/>
          </p:nvSpPr>
          <p:spPr bwMode="auto">
            <a:xfrm>
              <a:off x="3792" y="1623"/>
              <a:ext cx="1680" cy="2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57" name="Rectangle 8"/>
            <p:cNvSpPr>
              <a:spLocks noChangeArrowheads="1"/>
            </p:cNvSpPr>
            <p:nvPr/>
          </p:nvSpPr>
          <p:spPr bwMode="auto">
            <a:xfrm>
              <a:off x="1344" y="1623"/>
              <a:ext cx="1056" cy="2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58" name="Rectangle 9"/>
            <p:cNvSpPr>
              <a:spLocks noChangeArrowheads="1"/>
            </p:cNvSpPr>
            <p:nvPr/>
          </p:nvSpPr>
          <p:spPr bwMode="auto">
            <a:xfrm>
              <a:off x="672" y="1623"/>
              <a:ext cx="672" cy="2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59" name="Rectangle 10"/>
            <p:cNvSpPr>
              <a:spLocks noChangeArrowheads="1"/>
            </p:cNvSpPr>
            <p:nvPr/>
          </p:nvSpPr>
          <p:spPr bwMode="auto">
            <a:xfrm>
              <a:off x="288" y="1623"/>
              <a:ext cx="384" cy="2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60" name="Rectangle 11"/>
            <p:cNvSpPr>
              <a:spLocks noChangeArrowheads="1"/>
            </p:cNvSpPr>
            <p:nvPr/>
          </p:nvSpPr>
          <p:spPr bwMode="auto">
            <a:xfrm>
              <a:off x="3792" y="1056"/>
              <a:ext cx="1680" cy="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61" name="Rectangle 12"/>
            <p:cNvSpPr>
              <a:spLocks noChangeArrowheads="1"/>
            </p:cNvSpPr>
            <p:nvPr/>
          </p:nvSpPr>
          <p:spPr bwMode="auto">
            <a:xfrm>
              <a:off x="1344" y="1056"/>
              <a:ext cx="1056" cy="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62" name="Rectangle 13"/>
            <p:cNvSpPr>
              <a:spLocks noChangeArrowheads="1"/>
            </p:cNvSpPr>
            <p:nvPr/>
          </p:nvSpPr>
          <p:spPr bwMode="auto">
            <a:xfrm>
              <a:off x="672" y="1056"/>
              <a:ext cx="672" cy="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63" name="Rectangle 14"/>
            <p:cNvSpPr>
              <a:spLocks noChangeArrowheads="1"/>
            </p:cNvSpPr>
            <p:nvPr/>
          </p:nvSpPr>
          <p:spPr bwMode="auto">
            <a:xfrm>
              <a:off x="288" y="1056"/>
              <a:ext cx="384" cy="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accent2"/>
                </a:buClr>
                <a:buFont typeface="Wingdings" panose="05000000000000000000" pitchFamily="2" charset="2"/>
                <a:buNone/>
              </a:pPr>
              <a:endParaRPr lang="zh-CN" altLang="zh-CN" sz="2600">
                <a:latin typeface="Verdana" panose="020B0604030504040204" pitchFamily="34" charset="0"/>
              </a:endParaRPr>
            </a:p>
          </p:txBody>
        </p:sp>
        <p:sp>
          <p:nvSpPr>
            <p:cNvPr id="49164" name="Line 15"/>
            <p:cNvSpPr>
              <a:spLocks noChangeShapeType="1"/>
            </p:cNvSpPr>
            <p:nvPr/>
          </p:nvSpPr>
          <p:spPr bwMode="auto">
            <a:xfrm>
              <a:off x="288" y="1056"/>
              <a:ext cx="5184"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65" name="Line 16"/>
            <p:cNvSpPr>
              <a:spLocks noChangeShapeType="1"/>
            </p:cNvSpPr>
            <p:nvPr/>
          </p:nvSpPr>
          <p:spPr bwMode="auto">
            <a:xfrm>
              <a:off x="288" y="1623"/>
              <a:ext cx="5184" cy="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66" name="Line 17"/>
            <p:cNvSpPr>
              <a:spLocks noChangeShapeType="1"/>
            </p:cNvSpPr>
            <p:nvPr/>
          </p:nvSpPr>
          <p:spPr bwMode="auto">
            <a:xfrm>
              <a:off x="288" y="4032"/>
              <a:ext cx="5184" cy="0"/>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67" name="Line 18"/>
            <p:cNvSpPr>
              <a:spLocks noChangeShapeType="1"/>
            </p:cNvSpPr>
            <p:nvPr/>
          </p:nvSpPr>
          <p:spPr bwMode="auto">
            <a:xfrm>
              <a:off x="288" y="1056"/>
              <a:ext cx="0" cy="2976"/>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68" name="Line 19"/>
            <p:cNvSpPr>
              <a:spLocks noChangeShapeType="1"/>
            </p:cNvSpPr>
            <p:nvPr/>
          </p:nvSpPr>
          <p:spPr bwMode="auto">
            <a:xfrm>
              <a:off x="672" y="1056"/>
              <a:ext cx="0" cy="297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69" name="Line 20"/>
            <p:cNvSpPr>
              <a:spLocks noChangeShapeType="1"/>
            </p:cNvSpPr>
            <p:nvPr/>
          </p:nvSpPr>
          <p:spPr bwMode="auto">
            <a:xfrm>
              <a:off x="1344" y="1056"/>
              <a:ext cx="0" cy="297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70" name="Line 21"/>
            <p:cNvSpPr>
              <a:spLocks noChangeShapeType="1"/>
            </p:cNvSpPr>
            <p:nvPr/>
          </p:nvSpPr>
          <p:spPr bwMode="auto">
            <a:xfrm>
              <a:off x="2400" y="1056"/>
              <a:ext cx="0" cy="297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71" name="Line 22"/>
            <p:cNvSpPr>
              <a:spLocks noChangeShapeType="1"/>
            </p:cNvSpPr>
            <p:nvPr/>
          </p:nvSpPr>
          <p:spPr bwMode="auto">
            <a:xfrm>
              <a:off x="5472" y="1056"/>
              <a:ext cx="0" cy="2976"/>
            </a:xfrm>
            <a:prstGeom prst="line">
              <a:avLst/>
            </a:prstGeom>
            <a:noFill/>
            <a:ln w="28575" cap="sq">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49172" name="Line 23"/>
            <p:cNvSpPr>
              <a:spLocks noChangeShapeType="1"/>
            </p:cNvSpPr>
            <p:nvPr/>
          </p:nvSpPr>
          <p:spPr bwMode="auto">
            <a:xfrm>
              <a:off x="3792" y="1056"/>
              <a:ext cx="0" cy="2976"/>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49173" name="Object 24"/>
            <p:cNvGraphicFramePr>
              <a:graphicFrameLocks noChangeAspect="1"/>
            </p:cNvGraphicFramePr>
            <p:nvPr/>
          </p:nvGraphicFramePr>
          <p:xfrm>
            <a:off x="346" y="1152"/>
            <a:ext cx="263" cy="365"/>
          </p:xfrm>
          <a:graphic>
            <a:graphicData uri="http://schemas.openxmlformats.org/presentationml/2006/ole">
              <mc:AlternateContent xmlns:mc="http://schemas.openxmlformats.org/markup-compatibility/2006">
                <mc:Choice xmlns:v="urn:schemas-microsoft-com:vml" Requires="v">
                  <p:oleObj spid="_x0000_s49655" r:id="rId3" imgW="165100" imgH="228600" progId="Equation.DSMT4">
                    <p:embed/>
                  </p:oleObj>
                </mc:Choice>
                <mc:Fallback>
                  <p:oleObj r:id="rId3" imgW="165100" imgH="228600" progId="Equation.DSMT4">
                    <p:embed/>
                    <p:pic>
                      <p:nvPicPr>
                        <p:cNvPr id="0" name="Object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 y="1152"/>
                          <a:ext cx="26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4" name="Object 25"/>
            <p:cNvGraphicFramePr>
              <a:graphicFrameLocks noChangeAspect="1"/>
            </p:cNvGraphicFramePr>
            <p:nvPr/>
          </p:nvGraphicFramePr>
          <p:xfrm>
            <a:off x="336" y="1747"/>
            <a:ext cx="283" cy="365"/>
          </p:xfrm>
          <a:graphic>
            <a:graphicData uri="http://schemas.openxmlformats.org/presentationml/2006/ole">
              <mc:AlternateContent xmlns:mc="http://schemas.openxmlformats.org/markup-compatibility/2006">
                <mc:Choice xmlns:v="urn:schemas-microsoft-com:vml" Requires="v">
                  <p:oleObj spid="_x0000_s49656" r:id="rId5" imgW="177800" imgH="228600" progId="Equation.DSMT4">
                    <p:embed/>
                  </p:oleObj>
                </mc:Choice>
                <mc:Fallback>
                  <p:oleObj r:id="rId5" imgW="177800" imgH="228600" progId="Equation.DSMT4">
                    <p:embed/>
                    <p:pic>
                      <p:nvPicPr>
                        <p:cNvPr id="0" name="Object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 y="1747"/>
                          <a:ext cx="28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5" name="Object 26"/>
            <p:cNvGraphicFramePr>
              <a:graphicFrameLocks noChangeAspect="1"/>
            </p:cNvGraphicFramePr>
            <p:nvPr/>
          </p:nvGraphicFramePr>
          <p:xfrm>
            <a:off x="346" y="2179"/>
            <a:ext cx="263" cy="365"/>
          </p:xfrm>
          <a:graphic>
            <a:graphicData uri="http://schemas.openxmlformats.org/presentationml/2006/ole">
              <mc:AlternateContent xmlns:mc="http://schemas.openxmlformats.org/markup-compatibility/2006">
                <mc:Choice xmlns:v="urn:schemas-microsoft-com:vml" Requires="v">
                  <p:oleObj spid="_x0000_s49657" r:id="rId7" imgW="165100" imgH="228600" progId="Equation.DSMT4">
                    <p:embed/>
                  </p:oleObj>
                </mc:Choice>
                <mc:Fallback>
                  <p:oleObj r:id="rId7" imgW="165100" imgH="228600" progId="Equation.DSMT4">
                    <p:embed/>
                    <p:pic>
                      <p:nvPicPr>
                        <p:cNvPr id="0" name="Object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6" y="2179"/>
                          <a:ext cx="26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6" name="Object 27"/>
            <p:cNvGraphicFramePr>
              <a:graphicFrameLocks noChangeAspect="1"/>
            </p:cNvGraphicFramePr>
            <p:nvPr/>
          </p:nvGraphicFramePr>
          <p:xfrm>
            <a:off x="351" y="2611"/>
            <a:ext cx="304" cy="365"/>
          </p:xfrm>
          <a:graphic>
            <a:graphicData uri="http://schemas.openxmlformats.org/presentationml/2006/ole">
              <mc:AlternateContent xmlns:mc="http://schemas.openxmlformats.org/markup-compatibility/2006">
                <mc:Choice xmlns:v="urn:schemas-microsoft-com:vml" Requires="v">
                  <p:oleObj spid="_x0000_s49658" r:id="rId9" imgW="190500" imgH="228600" progId="Equation.DSMT4">
                    <p:embed/>
                  </p:oleObj>
                </mc:Choice>
                <mc:Fallback>
                  <p:oleObj r:id="rId9" imgW="190500" imgH="228600" progId="Equation.DSMT4">
                    <p:embed/>
                    <p:pic>
                      <p:nvPicPr>
                        <p:cNvPr id="0" name="Object 2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1" y="2611"/>
                          <a:ext cx="30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7" name="Object 28"/>
            <p:cNvGraphicFramePr>
              <a:graphicFrameLocks noChangeAspect="1"/>
            </p:cNvGraphicFramePr>
            <p:nvPr/>
          </p:nvGraphicFramePr>
          <p:xfrm>
            <a:off x="346" y="3091"/>
            <a:ext cx="284" cy="365"/>
          </p:xfrm>
          <a:graphic>
            <a:graphicData uri="http://schemas.openxmlformats.org/presentationml/2006/ole">
              <mc:AlternateContent xmlns:mc="http://schemas.openxmlformats.org/markup-compatibility/2006">
                <mc:Choice xmlns:v="urn:schemas-microsoft-com:vml" Requires="v">
                  <p:oleObj spid="_x0000_s49659" r:id="rId11" imgW="177800" imgH="228600" progId="Equation.DSMT4">
                    <p:embed/>
                  </p:oleObj>
                </mc:Choice>
                <mc:Fallback>
                  <p:oleObj r:id="rId11" imgW="177800" imgH="228600" progId="Equation.DSMT4">
                    <p:embed/>
                    <p:pic>
                      <p:nvPicPr>
                        <p:cNvPr id="0" name="Object 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6" y="3091"/>
                          <a:ext cx="28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8" name="Object 29"/>
            <p:cNvGraphicFramePr>
              <a:graphicFrameLocks noChangeAspect="1"/>
            </p:cNvGraphicFramePr>
            <p:nvPr/>
          </p:nvGraphicFramePr>
          <p:xfrm>
            <a:off x="350" y="3648"/>
            <a:ext cx="284" cy="162"/>
          </p:xfrm>
          <a:graphic>
            <a:graphicData uri="http://schemas.openxmlformats.org/presentationml/2006/ole">
              <mc:AlternateContent xmlns:mc="http://schemas.openxmlformats.org/markup-compatibility/2006">
                <mc:Choice xmlns:v="urn:schemas-microsoft-com:vml" Requires="v">
                  <p:oleObj spid="_x0000_s49660" r:id="rId13" imgW="177800" imgH="101600" progId="Equation.DSMT4">
                    <p:embed/>
                  </p:oleObj>
                </mc:Choice>
                <mc:Fallback>
                  <p:oleObj r:id="rId13" imgW="177800" imgH="101600" progId="Equation.DSMT4">
                    <p:embed/>
                    <p:pic>
                      <p:nvPicPr>
                        <p:cNvPr id="0" name="Object 2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0" y="3648"/>
                          <a:ext cx="284"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79" name="Object 30"/>
            <p:cNvGraphicFramePr>
              <a:graphicFrameLocks noChangeAspect="1"/>
            </p:cNvGraphicFramePr>
            <p:nvPr/>
          </p:nvGraphicFramePr>
          <p:xfrm>
            <a:off x="672" y="1152"/>
            <a:ext cx="613" cy="356"/>
          </p:xfrm>
          <a:graphic>
            <a:graphicData uri="http://schemas.openxmlformats.org/presentationml/2006/ole">
              <mc:AlternateContent xmlns:mc="http://schemas.openxmlformats.org/markup-compatibility/2006">
                <mc:Choice xmlns:v="urn:schemas-microsoft-com:vml" Requires="v">
                  <p:oleObj spid="_x0000_s49661" r:id="rId15" imgW="393700" imgH="228600" progId="Equation.DSMT4">
                    <p:embed/>
                  </p:oleObj>
                </mc:Choice>
                <mc:Fallback>
                  <p:oleObj r:id="rId15" imgW="393700" imgH="228600" progId="Equation.DSMT4">
                    <p:embed/>
                    <p:pic>
                      <p:nvPicPr>
                        <p:cNvPr id="0" name="Object 3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72" y="1152"/>
                          <a:ext cx="61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0" name="Object 31"/>
            <p:cNvGraphicFramePr>
              <a:graphicFrameLocks noChangeAspect="1"/>
            </p:cNvGraphicFramePr>
            <p:nvPr/>
          </p:nvGraphicFramePr>
          <p:xfrm>
            <a:off x="641" y="1777"/>
            <a:ext cx="667" cy="365"/>
          </p:xfrm>
          <a:graphic>
            <a:graphicData uri="http://schemas.openxmlformats.org/presentationml/2006/ole">
              <mc:AlternateContent xmlns:mc="http://schemas.openxmlformats.org/markup-compatibility/2006">
                <mc:Choice xmlns:v="urn:schemas-microsoft-com:vml" Requires="v">
                  <p:oleObj spid="_x0000_s49662" r:id="rId17" imgW="419100" imgH="228600" progId="Equation.DSMT4">
                    <p:embed/>
                  </p:oleObj>
                </mc:Choice>
                <mc:Fallback>
                  <p:oleObj r:id="rId17" imgW="419100" imgH="228600" progId="Equation.DSMT4">
                    <p:embed/>
                    <p:pic>
                      <p:nvPicPr>
                        <p:cNvPr id="0" name="Object 3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1" y="1777"/>
                          <a:ext cx="66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1" name="Object 32"/>
            <p:cNvGraphicFramePr>
              <a:graphicFrameLocks noChangeAspect="1"/>
            </p:cNvGraphicFramePr>
            <p:nvPr/>
          </p:nvGraphicFramePr>
          <p:xfrm>
            <a:off x="651" y="2209"/>
            <a:ext cx="648" cy="365"/>
          </p:xfrm>
          <a:graphic>
            <a:graphicData uri="http://schemas.openxmlformats.org/presentationml/2006/ole">
              <mc:AlternateContent xmlns:mc="http://schemas.openxmlformats.org/markup-compatibility/2006">
                <mc:Choice xmlns:v="urn:schemas-microsoft-com:vml" Requires="v">
                  <p:oleObj spid="_x0000_s49663" r:id="rId19" imgW="406400" imgH="228600" progId="Equation.DSMT4">
                    <p:embed/>
                  </p:oleObj>
                </mc:Choice>
                <mc:Fallback>
                  <p:oleObj r:id="rId19" imgW="406400" imgH="228600" progId="Equation.DSMT4">
                    <p:embed/>
                    <p:pic>
                      <p:nvPicPr>
                        <p:cNvPr id="0" name="Object 3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51" y="2209"/>
                          <a:ext cx="648"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2" name="Object 33"/>
            <p:cNvGraphicFramePr>
              <a:graphicFrameLocks noChangeAspect="1"/>
            </p:cNvGraphicFramePr>
            <p:nvPr/>
          </p:nvGraphicFramePr>
          <p:xfrm>
            <a:off x="624" y="2641"/>
            <a:ext cx="668" cy="365"/>
          </p:xfrm>
          <a:graphic>
            <a:graphicData uri="http://schemas.openxmlformats.org/presentationml/2006/ole">
              <mc:AlternateContent xmlns:mc="http://schemas.openxmlformats.org/markup-compatibility/2006">
                <mc:Choice xmlns:v="urn:schemas-microsoft-com:vml" Requires="v">
                  <p:oleObj spid="_x0000_s49664" r:id="rId21" imgW="419100" imgH="228600" progId="Equation.DSMT4">
                    <p:embed/>
                  </p:oleObj>
                </mc:Choice>
                <mc:Fallback>
                  <p:oleObj r:id="rId21" imgW="419100" imgH="228600" progId="Equation.DSMT4">
                    <p:embed/>
                    <p:pic>
                      <p:nvPicPr>
                        <p:cNvPr id="0" name="Object 3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24" y="2641"/>
                          <a:ext cx="668"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3" name="Object 34"/>
            <p:cNvGraphicFramePr>
              <a:graphicFrameLocks noChangeAspect="1"/>
            </p:cNvGraphicFramePr>
            <p:nvPr/>
          </p:nvGraphicFramePr>
          <p:xfrm>
            <a:off x="624" y="3121"/>
            <a:ext cx="670" cy="365"/>
          </p:xfrm>
          <a:graphic>
            <a:graphicData uri="http://schemas.openxmlformats.org/presentationml/2006/ole">
              <mc:AlternateContent xmlns:mc="http://schemas.openxmlformats.org/markup-compatibility/2006">
                <mc:Choice xmlns:v="urn:schemas-microsoft-com:vml" Requires="v">
                  <p:oleObj spid="_x0000_s49665" r:id="rId23" imgW="419100" imgH="228600" progId="Equation.DSMT4">
                    <p:embed/>
                  </p:oleObj>
                </mc:Choice>
                <mc:Fallback>
                  <p:oleObj r:id="rId23" imgW="419100" imgH="228600" progId="Equation.DSMT4">
                    <p:embed/>
                    <p:pic>
                      <p:nvPicPr>
                        <p:cNvPr id="0" name="Object 34"/>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24" y="3121"/>
                          <a:ext cx="670"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4" name="Object 35"/>
            <p:cNvGraphicFramePr>
              <a:graphicFrameLocks noChangeAspect="1"/>
            </p:cNvGraphicFramePr>
            <p:nvPr/>
          </p:nvGraphicFramePr>
          <p:xfrm>
            <a:off x="847" y="3678"/>
            <a:ext cx="284" cy="162"/>
          </p:xfrm>
          <a:graphic>
            <a:graphicData uri="http://schemas.openxmlformats.org/presentationml/2006/ole">
              <mc:AlternateContent xmlns:mc="http://schemas.openxmlformats.org/markup-compatibility/2006">
                <mc:Choice xmlns:v="urn:schemas-microsoft-com:vml" Requires="v">
                  <p:oleObj spid="_x0000_s49666" r:id="rId25" imgW="177800" imgH="101600" progId="Equation.DSMT4">
                    <p:embed/>
                  </p:oleObj>
                </mc:Choice>
                <mc:Fallback>
                  <p:oleObj r:id="rId25" imgW="177800" imgH="101600" progId="Equation.DSMT4">
                    <p:embed/>
                    <p:pic>
                      <p:nvPicPr>
                        <p:cNvPr id="0" name="Object 3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7" y="3678"/>
                          <a:ext cx="284"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5" name="Object 36"/>
            <p:cNvGraphicFramePr>
              <a:graphicFrameLocks noChangeAspect="1"/>
            </p:cNvGraphicFramePr>
            <p:nvPr/>
          </p:nvGraphicFramePr>
          <p:xfrm>
            <a:off x="1344" y="1152"/>
            <a:ext cx="1049" cy="356"/>
          </p:xfrm>
          <a:graphic>
            <a:graphicData uri="http://schemas.openxmlformats.org/presentationml/2006/ole">
              <mc:AlternateContent xmlns:mc="http://schemas.openxmlformats.org/markup-compatibility/2006">
                <mc:Choice xmlns:v="urn:schemas-microsoft-com:vml" Requires="v">
                  <p:oleObj spid="_x0000_s49667" r:id="rId26" imgW="673100" imgH="228600" progId="Equation.DSMT4">
                    <p:embed/>
                  </p:oleObj>
                </mc:Choice>
                <mc:Fallback>
                  <p:oleObj r:id="rId26" imgW="673100" imgH="228600" progId="Equation.DSMT4">
                    <p:embed/>
                    <p:pic>
                      <p:nvPicPr>
                        <p:cNvPr id="0" name="Object 36"/>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344" y="1152"/>
                          <a:ext cx="1049"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6" name="Object 37"/>
            <p:cNvGraphicFramePr>
              <a:graphicFrameLocks noChangeAspect="1"/>
            </p:cNvGraphicFramePr>
            <p:nvPr/>
          </p:nvGraphicFramePr>
          <p:xfrm>
            <a:off x="1406" y="1996"/>
            <a:ext cx="930" cy="356"/>
          </p:xfrm>
          <a:graphic>
            <a:graphicData uri="http://schemas.openxmlformats.org/presentationml/2006/ole">
              <mc:AlternateContent xmlns:mc="http://schemas.openxmlformats.org/markup-compatibility/2006">
                <mc:Choice xmlns:v="urn:schemas-microsoft-com:vml" Requires="v">
                  <p:oleObj spid="_x0000_s49668" r:id="rId28" imgW="596900" imgH="228600" progId="Equation.DSMT4">
                    <p:embed/>
                  </p:oleObj>
                </mc:Choice>
                <mc:Fallback>
                  <p:oleObj r:id="rId28" imgW="596900" imgH="228600" progId="Equation.DSMT4">
                    <p:embed/>
                    <p:pic>
                      <p:nvPicPr>
                        <p:cNvPr id="0" name="Object 3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406" y="1996"/>
                          <a:ext cx="93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7" name="Object 38"/>
            <p:cNvGraphicFramePr>
              <a:graphicFrameLocks noChangeAspect="1"/>
            </p:cNvGraphicFramePr>
            <p:nvPr/>
          </p:nvGraphicFramePr>
          <p:xfrm>
            <a:off x="1388" y="2476"/>
            <a:ext cx="930" cy="356"/>
          </p:xfrm>
          <a:graphic>
            <a:graphicData uri="http://schemas.openxmlformats.org/presentationml/2006/ole">
              <mc:AlternateContent xmlns:mc="http://schemas.openxmlformats.org/markup-compatibility/2006">
                <mc:Choice xmlns:v="urn:schemas-microsoft-com:vml" Requires="v">
                  <p:oleObj spid="_x0000_s49669" r:id="rId30" imgW="596900" imgH="228600" progId="Equation.DSMT4">
                    <p:embed/>
                  </p:oleObj>
                </mc:Choice>
                <mc:Fallback>
                  <p:oleObj r:id="rId30" imgW="596900" imgH="228600" progId="Equation.DSMT4">
                    <p:embed/>
                    <p:pic>
                      <p:nvPicPr>
                        <p:cNvPr id="0" name="Object 3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388" y="2476"/>
                          <a:ext cx="93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8" name="Object 39"/>
            <p:cNvGraphicFramePr>
              <a:graphicFrameLocks noChangeAspect="1"/>
            </p:cNvGraphicFramePr>
            <p:nvPr/>
          </p:nvGraphicFramePr>
          <p:xfrm>
            <a:off x="1379" y="2956"/>
            <a:ext cx="949" cy="356"/>
          </p:xfrm>
          <a:graphic>
            <a:graphicData uri="http://schemas.openxmlformats.org/presentationml/2006/ole">
              <mc:AlternateContent xmlns:mc="http://schemas.openxmlformats.org/markup-compatibility/2006">
                <mc:Choice xmlns:v="urn:schemas-microsoft-com:vml" Requires="v">
                  <p:oleObj spid="_x0000_s49670" r:id="rId32" imgW="609600" imgH="228600" progId="Equation.DSMT4">
                    <p:embed/>
                  </p:oleObj>
                </mc:Choice>
                <mc:Fallback>
                  <p:oleObj r:id="rId32" imgW="609600" imgH="228600" progId="Equation.DSMT4">
                    <p:embed/>
                    <p:pic>
                      <p:nvPicPr>
                        <p:cNvPr id="0" name="Object 39"/>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1379" y="2956"/>
                          <a:ext cx="949"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89" name="Object 40"/>
            <p:cNvGraphicFramePr>
              <a:graphicFrameLocks noChangeAspect="1"/>
            </p:cNvGraphicFramePr>
            <p:nvPr/>
          </p:nvGraphicFramePr>
          <p:xfrm>
            <a:off x="1780" y="3504"/>
            <a:ext cx="284" cy="162"/>
          </p:xfrm>
          <a:graphic>
            <a:graphicData uri="http://schemas.openxmlformats.org/presentationml/2006/ole">
              <mc:AlternateContent xmlns:mc="http://schemas.openxmlformats.org/markup-compatibility/2006">
                <mc:Choice xmlns:v="urn:schemas-microsoft-com:vml" Requires="v">
                  <p:oleObj spid="_x0000_s49671" r:id="rId34" imgW="177800" imgH="101600" progId="Equation.DSMT4">
                    <p:embed/>
                  </p:oleObj>
                </mc:Choice>
                <mc:Fallback>
                  <p:oleObj r:id="rId34" imgW="177800" imgH="101600" progId="Equation.DSMT4">
                    <p:embed/>
                    <p:pic>
                      <p:nvPicPr>
                        <p:cNvPr id="0" name="Object 4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80" y="3504"/>
                          <a:ext cx="284"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0" name="Object 41"/>
            <p:cNvGraphicFramePr>
              <a:graphicFrameLocks noChangeAspect="1"/>
            </p:cNvGraphicFramePr>
            <p:nvPr/>
          </p:nvGraphicFramePr>
          <p:xfrm>
            <a:off x="2400" y="1179"/>
            <a:ext cx="1392" cy="357"/>
          </p:xfrm>
          <a:graphic>
            <a:graphicData uri="http://schemas.openxmlformats.org/presentationml/2006/ole">
              <mc:AlternateContent xmlns:mc="http://schemas.openxmlformats.org/markup-compatibility/2006">
                <mc:Choice xmlns:v="urn:schemas-microsoft-com:vml" Requires="v">
                  <p:oleObj spid="_x0000_s49672" r:id="rId35" imgW="977900" imgH="228600" progId="Equation.DSMT4">
                    <p:embed/>
                  </p:oleObj>
                </mc:Choice>
                <mc:Fallback>
                  <p:oleObj r:id="rId35" imgW="977900" imgH="228600" progId="Equation.DSMT4">
                    <p:embed/>
                    <p:pic>
                      <p:nvPicPr>
                        <p:cNvPr id="0" name="Object 41"/>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2400" y="1179"/>
                          <a:ext cx="1392"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1" name="Object 42"/>
            <p:cNvGraphicFramePr>
              <a:graphicFrameLocks noChangeAspect="1"/>
            </p:cNvGraphicFramePr>
            <p:nvPr/>
          </p:nvGraphicFramePr>
          <p:xfrm>
            <a:off x="2448" y="2256"/>
            <a:ext cx="1247" cy="356"/>
          </p:xfrm>
          <a:graphic>
            <a:graphicData uri="http://schemas.openxmlformats.org/presentationml/2006/ole">
              <mc:AlternateContent xmlns:mc="http://schemas.openxmlformats.org/markup-compatibility/2006">
                <mc:Choice xmlns:v="urn:schemas-microsoft-com:vml" Requires="v">
                  <p:oleObj spid="_x0000_s49673" r:id="rId37" imgW="800100" imgH="228600" progId="Equation.DSMT4">
                    <p:embed/>
                  </p:oleObj>
                </mc:Choice>
                <mc:Fallback>
                  <p:oleObj r:id="rId37" imgW="800100" imgH="228600" progId="Equation.DSMT4">
                    <p:embed/>
                    <p:pic>
                      <p:nvPicPr>
                        <p:cNvPr id="0" name="Object 42"/>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2448" y="2256"/>
                          <a:ext cx="1247"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2" name="Object 43"/>
            <p:cNvGraphicFramePr>
              <a:graphicFrameLocks noChangeAspect="1"/>
            </p:cNvGraphicFramePr>
            <p:nvPr/>
          </p:nvGraphicFramePr>
          <p:xfrm>
            <a:off x="2448" y="2736"/>
            <a:ext cx="1247" cy="356"/>
          </p:xfrm>
          <a:graphic>
            <a:graphicData uri="http://schemas.openxmlformats.org/presentationml/2006/ole">
              <mc:AlternateContent xmlns:mc="http://schemas.openxmlformats.org/markup-compatibility/2006">
                <mc:Choice xmlns:v="urn:schemas-microsoft-com:vml" Requires="v">
                  <p:oleObj spid="_x0000_s49674" r:id="rId39" imgW="800100" imgH="228600" progId="Equation.DSMT4">
                    <p:embed/>
                  </p:oleObj>
                </mc:Choice>
                <mc:Fallback>
                  <p:oleObj r:id="rId39" imgW="800100" imgH="228600" progId="Equation.DSMT4">
                    <p:embed/>
                    <p:pic>
                      <p:nvPicPr>
                        <p:cNvPr id="0" name="Object 43"/>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2448" y="2736"/>
                          <a:ext cx="1247"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3" name="Object 44"/>
            <p:cNvGraphicFramePr>
              <a:graphicFrameLocks noChangeAspect="1"/>
            </p:cNvGraphicFramePr>
            <p:nvPr/>
          </p:nvGraphicFramePr>
          <p:xfrm>
            <a:off x="2935" y="3294"/>
            <a:ext cx="284" cy="162"/>
          </p:xfrm>
          <a:graphic>
            <a:graphicData uri="http://schemas.openxmlformats.org/presentationml/2006/ole">
              <mc:AlternateContent xmlns:mc="http://schemas.openxmlformats.org/markup-compatibility/2006">
                <mc:Choice xmlns:v="urn:schemas-microsoft-com:vml" Requires="v">
                  <p:oleObj spid="_x0000_s49675" r:id="rId41" imgW="177800" imgH="101600" progId="Equation.DSMT4">
                    <p:embed/>
                  </p:oleObj>
                </mc:Choice>
                <mc:Fallback>
                  <p:oleObj r:id="rId41" imgW="177800" imgH="101600" progId="Equation.DSMT4">
                    <p:embed/>
                    <p:pic>
                      <p:nvPicPr>
                        <p:cNvPr id="0" name="Object 4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35" y="3294"/>
                          <a:ext cx="284"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4" name="Object 45"/>
            <p:cNvGraphicFramePr>
              <a:graphicFrameLocks noChangeAspect="1"/>
            </p:cNvGraphicFramePr>
            <p:nvPr/>
          </p:nvGraphicFramePr>
          <p:xfrm>
            <a:off x="3792" y="1200"/>
            <a:ext cx="1642" cy="357"/>
          </p:xfrm>
          <a:graphic>
            <a:graphicData uri="http://schemas.openxmlformats.org/presentationml/2006/ole">
              <mc:AlternateContent xmlns:mc="http://schemas.openxmlformats.org/markup-compatibility/2006">
                <mc:Choice xmlns:v="urn:schemas-microsoft-com:vml" Requires="v">
                  <p:oleObj spid="_x0000_s49676" r:id="rId42" imgW="1270000" imgH="228600" progId="Equation.DSMT4">
                    <p:embed/>
                  </p:oleObj>
                </mc:Choice>
                <mc:Fallback>
                  <p:oleObj r:id="rId42" imgW="1270000" imgH="228600" progId="Equation.DSMT4">
                    <p:embed/>
                    <p:pic>
                      <p:nvPicPr>
                        <p:cNvPr id="0" name="Object 45"/>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3792" y="1200"/>
                          <a:ext cx="1642"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5" name="Object 46"/>
            <p:cNvGraphicFramePr>
              <a:graphicFrameLocks noChangeAspect="1"/>
            </p:cNvGraphicFramePr>
            <p:nvPr/>
          </p:nvGraphicFramePr>
          <p:xfrm>
            <a:off x="3826" y="2544"/>
            <a:ext cx="1563" cy="356"/>
          </p:xfrm>
          <a:graphic>
            <a:graphicData uri="http://schemas.openxmlformats.org/presentationml/2006/ole">
              <mc:AlternateContent xmlns:mc="http://schemas.openxmlformats.org/markup-compatibility/2006">
                <mc:Choice xmlns:v="urn:schemas-microsoft-com:vml" Requires="v">
                  <p:oleObj spid="_x0000_s49677" r:id="rId44" imgW="1002665" imgH="228600" progId="Equation.DSMT4">
                    <p:embed/>
                  </p:oleObj>
                </mc:Choice>
                <mc:Fallback>
                  <p:oleObj r:id="rId44" imgW="1002665" imgH="228600" progId="Equation.DSMT4">
                    <p:embed/>
                    <p:pic>
                      <p:nvPicPr>
                        <p:cNvPr id="0" name="Object 46"/>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3826" y="2544"/>
                          <a:ext cx="156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49196" name="Object 47"/>
            <p:cNvGraphicFramePr>
              <a:graphicFrameLocks noChangeAspect="1"/>
            </p:cNvGraphicFramePr>
            <p:nvPr/>
          </p:nvGraphicFramePr>
          <p:xfrm>
            <a:off x="4464" y="3150"/>
            <a:ext cx="284" cy="162"/>
          </p:xfrm>
          <a:graphic>
            <a:graphicData uri="http://schemas.openxmlformats.org/presentationml/2006/ole">
              <mc:AlternateContent xmlns:mc="http://schemas.openxmlformats.org/markup-compatibility/2006">
                <mc:Choice xmlns:v="urn:schemas-microsoft-com:vml" Requires="v">
                  <p:oleObj spid="_x0000_s49678" r:id="rId46" imgW="177800" imgH="101600" progId="Equation.DSMT4">
                    <p:embed/>
                  </p:oleObj>
                </mc:Choice>
                <mc:Fallback>
                  <p:oleObj r:id="rId46" imgW="177800" imgH="101600" progId="Equation.DSMT4">
                    <p:embed/>
                    <p:pic>
                      <p:nvPicPr>
                        <p:cNvPr id="0" name="Object 4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64" y="3150"/>
                          <a:ext cx="284"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49197" name="Object 48"/>
          <p:cNvGraphicFramePr>
            <a:graphicFrameLocks noChangeAspect="1"/>
          </p:cNvGraphicFramePr>
          <p:nvPr/>
        </p:nvGraphicFramePr>
        <p:xfrm>
          <a:off x="-55563" y="549275"/>
          <a:ext cx="8953501" cy="1016000"/>
        </p:xfrm>
        <a:graphic>
          <a:graphicData uri="http://schemas.openxmlformats.org/presentationml/2006/ole">
            <mc:AlternateContent xmlns:mc="http://schemas.openxmlformats.org/markup-compatibility/2006">
              <mc:Choice xmlns:v="urn:schemas-microsoft-com:vml" Requires="v">
                <p:oleObj spid="_x0000_s49679" r:id="rId47" imgW="4025900" imgH="457200" progId="Equation.DSMT4">
                  <p:embed/>
                </p:oleObj>
              </mc:Choice>
              <mc:Fallback>
                <p:oleObj r:id="rId47" imgW="4025900" imgH="457200" progId="Equation.DSMT4">
                  <p:embed/>
                  <p:pic>
                    <p:nvPicPr>
                      <p:cNvPr id="0" name="Object 48"/>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55563" y="549275"/>
                        <a:ext cx="8953501"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2817" name="AutoShape 49"/>
          <p:cNvSpPr>
            <a:spLocks noChangeArrowheads="1"/>
          </p:cNvSpPr>
          <p:nvPr/>
        </p:nvSpPr>
        <p:spPr bwMode="auto">
          <a:xfrm rot="673275">
            <a:off x="969963" y="3336925"/>
            <a:ext cx="8054975" cy="1143000"/>
          </a:xfrm>
          <a:prstGeom prst="rightArrow">
            <a:avLst>
              <a:gd name="adj1" fmla="val 50000"/>
              <a:gd name="adj2" fmla="val 176115"/>
            </a:avLst>
          </a:prstGeom>
          <a:noFill/>
          <a:ln w="28575">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32818" name="Rectangle 50"/>
          <p:cNvSpPr>
            <a:spLocks noChangeArrowheads="1"/>
          </p:cNvSpPr>
          <p:nvPr/>
        </p:nvSpPr>
        <p:spPr bwMode="auto">
          <a:xfrm>
            <a:off x="1179513" y="574675"/>
            <a:ext cx="914400" cy="457200"/>
          </a:xfrm>
          <a:prstGeom prst="rect">
            <a:avLst/>
          </a:prstGeom>
          <a:noFill/>
          <a:ln w="12700">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32819" name="Rectangle 51"/>
          <p:cNvSpPr>
            <a:spLocks noChangeArrowheads="1"/>
          </p:cNvSpPr>
          <p:nvPr/>
        </p:nvSpPr>
        <p:spPr bwMode="auto">
          <a:xfrm>
            <a:off x="3465513" y="574675"/>
            <a:ext cx="1219200" cy="457200"/>
          </a:xfrm>
          <a:prstGeom prst="rect">
            <a:avLst/>
          </a:prstGeom>
          <a:noFill/>
          <a:ln w="12700">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32820" name="Rectangle 52"/>
          <p:cNvSpPr>
            <a:spLocks noChangeArrowheads="1"/>
          </p:cNvSpPr>
          <p:nvPr/>
        </p:nvSpPr>
        <p:spPr bwMode="auto">
          <a:xfrm>
            <a:off x="7123113" y="574675"/>
            <a:ext cx="1752600" cy="457200"/>
          </a:xfrm>
          <a:prstGeom prst="rect">
            <a:avLst/>
          </a:prstGeom>
          <a:noFill/>
          <a:ln w="12700">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32821" name="Rectangle 53"/>
          <p:cNvSpPr>
            <a:spLocks noChangeArrowheads="1"/>
          </p:cNvSpPr>
          <p:nvPr/>
        </p:nvSpPr>
        <p:spPr bwMode="auto">
          <a:xfrm>
            <a:off x="5903913" y="1108075"/>
            <a:ext cx="2209800" cy="457200"/>
          </a:xfrm>
          <a:prstGeom prst="rect">
            <a:avLst/>
          </a:prstGeom>
          <a:noFill/>
          <a:ln w="12700">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818"/>
                                        </p:tgtEl>
                                        <p:attrNameLst>
                                          <p:attrName>style.visibility</p:attrName>
                                        </p:attrNameLst>
                                      </p:cBhvr>
                                      <p:to>
                                        <p:strVal val="visible"/>
                                      </p:to>
                                    </p:set>
                                    <p:animEffect transition="in" filter="wipe(left)">
                                      <p:cBhvr>
                                        <p:cTn id="7" dur="500"/>
                                        <p:tgtEl>
                                          <p:spTgt spid="3281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819"/>
                                        </p:tgtEl>
                                        <p:attrNameLst>
                                          <p:attrName>style.visibility</p:attrName>
                                        </p:attrNameLst>
                                      </p:cBhvr>
                                      <p:to>
                                        <p:strVal val="visible"/>
                                      </p:to>
                                    </p:set>
                                    <p:animEffect transition="in" filter="wipe(left)">
                                      <p:cBhvr>
                                        <p:cTn id="11" dur="500"/>
                                        <p:tgtEl>
                                          <p:spTgt spid="3281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2820"/>
                                        </p:tgtEl>
                                        <p:attrNameLst>
                                          <p:attrName>style.visibility</p:attrName>
                                        </p:attrNameLst>
                                      </p:cBhvr>
                                      <p:to>
                                        <p:strVal val="visible"/>
                                      </p:to>
                                    </p:set>
                                    <p:animEffect transition="in" filter="wipe(left)">
                                      <p:cBhvr>
                                        <p:cTn id="15" dur="500"/>
                                        <p:tgtEl>
                                          <p:spTgt spid="3282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2821"/>
                                        </p:tgtEl>
                                        <p:attrNameLst>
                                          <p:attrName>style.visibility</p:attrName>
                                        </p:attrNameLst>
                                      </p:cBhvr>
                                      <p:to>
                                        <p:strVal val="visible"/>
                                      </p:to>
                                    </p:set>
                                    <p:animEffect transition="in" filter="wipe(left)">
                                      <p:cBhvr>
                                        <p:cTn id="19" dur="500"/>
                                        <p:tgtEl>
                                          <p:spTgt spid="328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left)">
                                      <p:cBhvr>
                                        <p:cTn id="24" dur="500"/>
                                        <p:tgtEl>
                                          <p:spTgt spid="2"/>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32817"/>
                                        </p:tgtEl>
                                        <p:attrNameLst>
                                          <p:attrName>style.visibility</p:attrName>
                                        </p:attrNameLst>
                                      </p:cBhvr>
                                      <p:to>
                                        <p:strVal val="visible"/>
                                      </p:to>
                                    </p:set>
                                    <p:animEffect transition="in" filter="wipe(left)">
                                      <p:cBhvr>
                                        <p:cTn id="29" dur="500"/>
                                        <p:tgtEl>
                                          <p:spTgt spid="32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17" grpId="0" animBg="1"/>
      <p:bldP spid="32818" grpId="0" animBg="1"/>
      <p:bldP spid="32819" grpId="0" animBg="1"/>
      <p:bldP spid="32820" grpId="0" animBg="1"/>
      <p:bldP spid="32821"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ext Box 4"/>
          <p:cNvSpPr txBox="1">
            <a:spLocks noChangeArrowheads="1"/>
          </p:cNvSpPr>
          <p:nvPr/>
        </p:nvSpPr>
        <p:spPr bwMode="auto">
          <a:xfrm>
            <a:off x="76200" y="609600"/>
            <a:ext cx="8610600" cy="94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80000"/>
              </a:lnSpc>
              <a:spcBef>
                <a:spcPct val="50000"/>
              </a:spcBef>
            </a:pPr>
            <a:r>
              <a:rPr lang="zh-CN" altLang="en-US" sz="2800" b="1">
                <a:solidFill>
                  <a:srgbClr val="009900"/>
                </a:solidFill>
                <a:ea typeface="黑体" panose="02010609060101010101" pitchFamily="49" charset="-122"/>
              </a:rPr>
              <a:t>例：  </a:t>
            </a:r>
            <a:r>
              <a:rPr lang="zh-CN" altLang="en-US" sz="2600" b="1"/>
              <a:t>已知</a:t>
            </a:r>
            <a:r>
              <a:rPr lang="en-US" altLang="zh-CN" sz="2600" b="1"/>
              <a:t>x=1,4,9</a:t>
            </a:r>
            <a:r>
              <a:rPr lang="zh-CN" altLang="en-US" sz="2600" b="1"/>
              <a:t>的平方根为</a:t>
            </a:r>
            <a:r>
              <a:rPr lang="en-US" altLang="zh-CN" sz="2600" b="1"/>
              <a:t>1,2,3</a:t>
            </a:r>
            <a:r>
              <a:rPr lang="zh-CN" altLang="en-US" sz="2600" b="1"/>
              <a:t>，利用牛顿基本差商</a:t>
            </a:r>
          </a:p>
          <a:p>
            <a:pPr eaLnBrk="1" hangingPunct="1">
              <a:lnSpc>
                <a:spcPct val="80000"/>
              </a:lnSpc>
              <a:spcBef>
                <a:spcPct val="50000"/>
              </a:spcBef>
            </a:pPr>
            <a:r>
              <a:rPr lang="zh-CN" altLang="en-US" sz="2600" b="1"/>
              <a:t>           公式求      的近似值。</a:t>
            </a:r>
            <a:endParaRPr lang="zh-CN" altLang="en-US" sz="2600" b="1">
              <a:ea typeface="黑体" panose="02010609060101010101" pitchFamily="49" charset="-122"/>
            </a:endParaRPr>
          </a:p>
        </p:txBody>
      </p:sp>
      <p:graphicFrame>
        <p:nvGraphicFramePr>
          <p:cNvPr id="33797" name="Group 5"/>
          <p:cNvGraphicFramePr>
            <a:graphicFrameLocks noGrp="1"/>
          </p:cNvGraphicFramePr>
          <p:nvPr/>
        </p:nvGraphicFramePr>
        <p:xfrm>
          <a:off x="835025" y="1828800"/>
          <a:ext cx="7851775" cy="2971800"/>
        </p:xfrm>
        <a:graphic>
          <a:graphicData uri="http://schemas.openxmlformats.org/drawingml/2006/table">
            <a:tbl>
              <a:tblPr/>
              <a:tblGrid>
                <a:gridCol w="755650">
                  <a:extLst>
                    <a:ext uri="{9D8B030D-6E8A-4147-A177-3AD203B41FA5}">
                      <a16:colId xmlns:a16="http://schemas.microsoft.com/office/drawing/2014/main" val="20000"/>
                    </a:ext>
                  </a:extLst>
                </a:gridCol>
                <a:gridCol w="771525">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gridCol w="3733800">
                  <a:extLst>
                    <a:ext uri="{9D8B030D-6E8A-4147-A177-3AD203B41FA5}">
                      <a16:colId xmlns:a16="http://schemas.microsoft.com/office/drawing/2014/main" val="20003"/>
                    </a:ext>
                  </a:extLst>
                </a:gridCol>
              </a:tblGrid>
              <a:tr h="668338">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303462">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ea typeface="宋体" panose="02010600030101010101" pitchFamily="2" charset="-122"/>
                        </a:defRPr>
                      </a:lvl1pPr>
                      <a:lvl2pPr marL="742950" indent="-285750">
                        <a:spcBef>
                          <a:spcPct val="20000"/>
                        </a:spcBef>
                        <a:defRPr sz="2400">
                          <a:solidFill>
                            <a:schemeClr val="tx1"/>
                          </a:solidFill>
                          <a:latin typeface="Arial" panose="020B0604020202020204" pitchFamily="34" charset="0"/>
                          <a:ea typeface="宋体" panose="02010600030101010101" pitchFamily="2" charset="-122"/>
                        </a:defRPr>
                      </a:lvl2pPr>
                      <a:lvl3pPr marL="1143000" indent="-228600">
                        <a:spcBef>
                          <a:spcPct val="20000"/>
                        </a:spcBef>
                        <a:defRPr sz="2000">
                          <a:solidFill>
                            <a:schemeClr val="tx1"/>
                          </a:solidFill>
                          <a:latin typeface="Arial" panose="020B0604020202020204" pitchFamily="34" charset="0"/>
                          <a:ea typeface="宋体" panose="02010600030101010101" pitchFamily="2" charset="-122"/>
                        </a:defRPr>
                      </a:lvl3pPr>
                      <a:lvl4pPr marL="1600200" indent="-228600">
                        <a:spcBef>
                          <a:spcPct val="20000"/>
                        </a:spcBef>
                        <a:defRPr>
                          <a:solidFill>
                            <a:schemeClr val="tx1"/>
                          </a:solidFill>
                          <a:latin typeface="Arial" panose="020B0604020202020204" pitchFamily="34" charset="0"/>
                          <a:ea typeface="宋体" panose="02010600030101010101" pitchFamily="2" charset="-122"/>
                        </a:defRPr>
                      </a:lvl4pPr>
                      <a:lvl5pPr marL="2057400" indent="-228600">
                        <a:spcBef>
                          <a:spcPct val="20000"/>
                        </a:spcBef>
                        <a:defRPr>
                          <a:solidFill>
                            <a:schemeClr val="tx1"/>
                          </a:solidFill>
                          <a:latin typeface="Arial" panose="020B0604020202020204" pitchFamily="34" charset="0"/>
                          <a:ea typeface="宋体" panose="02010600030101010101" pitchFamily="2" charset="-122"/>
                        </a:defRPr>
                      </a:lvl5pPr>
                      <a:lvl6pPr marL="25146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l" defTabSz="914400" rtl="0" eaLnBrk="1" fontAlgn="base" latinLnBrk="0" hangingPunct="1">
                        <a:lnSpc>
                          <a:spcPct val="100000"/>
                        </a:lnSpc>
                        <a:spcBef>
                          <a:spcPct val="20000"/>
                        </a:spcBef>
                        <a:spcAft>
                          <a:spcPct val="0"/>
                        </a:spcAft>
                        <a:buClrTx/>
                        <a:buSzTx/>
                        <a:buFontTx/>
                        <a:buNone/>
                      </a:pPr>
                      <a:endParaRPr kumimoji="0" lang="zh-CN" altLang="zh-CN" sz="28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33814" name="Object 22"/>
          <p:cNvGraphicFramePr>
            <a:graphicFrameLocks noChangeAspect="1"/>
          </p:cNvGraphicFramePr>
          <p:nvPr/>
        </p:nvGraphicFramePr>
        <p:xfrm>
          <a:off x="987425" y="1858963"/>
          <a:ext cx="417513" cy="579437"/>
        </p:xfrm>
        <a:graphic>
          <a:graphicData uri="http://schemas.openxmlformats.org/presentationml/2006/ole">
            <mc:AlternateContent xmlns:mc="http://schemas.openxmlformats.org/markup-compatibility/2006">
              <mc:Choice xmlns:v="urn:schemas-microsoft-com:vml" Requires="v">
                <p:oleObj spid="_x0000_s50525" r:id="rId3" imgW="165100" imgH="228600" progId="Equation.DSMT4">
                  <p:embed/>
                </p:oleObj>
              </mc:Choice>
              <mc:Fallback>
                <p:oleObj r:id="rId3" imgW="165100" imgH="228600" progId="Equation.DSMT4">
                  <p:embed/>
                  <p:pic>
                    <p:nvPicPr>
                      <p:cNvPr id="0" name="Object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7425" y="1858963"/>
                        <a:ext cx="41751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15" name="Object 23"/>
          <p:cNvGraphicFramePr>
            <a:graphicFrameLocks noChangeAspect="1"/>
          </p:cNvGraphicFramePr>
          <p:nvPr/>
        </p:nvGraphicFramePr>
        <p:xfrm>
          <a:off x="1087438" y="2797175"/>
          <a:ext cx="214312" cy="401638"/>
        </p:xfrm>
        <a:graphic>
          <a:graphicData uri="http://schemas.openxmlformats.org/presentationml/2006/ole">
            <mc:AlternateContent xmlns:mc="http://schemas.openxmlformats.org/markup-compatibility/2006">
              <mc:Choice xmlns:v="urn:schemas-microsoft-com:vml" Requires="v">
                <p:oleObj spid="_x0000_s50526" r:id="rId5" imgW="88900" imgH="164465" progId="Equation.DSMT4">
                  <p:embed/>
                </p:oleObj>
              </mc:Choice>
              <mc:Fallback>
                <p:oleObj r:id="rId5" imgW="88900" imgH="164465" progId="Equation.DSMT4">
                  <p:embed/>
                  <p:pic>
                    <p:nvPicPr>
                      <p:cNvPr id="0" name="Object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7438" y="2797175"/>
                        <a:ext cx="214312"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16" name="Object 24"/>
          <p:cNvGraphicFramePr>
            <a:graphicFrameLocks noChangeAspect="1"/>
          </p:cNvGraphicFramePr>
          <p:nvPr/>
        </p:nvGraphicFramePr>
        <p:xfrm>
          <a:off x="1006475" y="3505200"/>
          <a:ext cx="311150" cy="401638"/>
        </p:xfrm>
        <a:graphic>
          <a:graphicData uri="http://schemas.openxmlformats.org/presentationml/2006/ole">
            <mc:AlternateContent xmlns:mc="http://schemas.openxmlformats.org/markup-compatibility/2006">
              <mc:Choice xmlns:v="urn:schemas-microsoft-com:vml" Requires="v">
                <p:oleObj spid="_x0000_s50527" r:id="rId7" imgW="127000" imgH="165100" progId="Equation.DSMT4">
                  <p:embed/>
                </p:oleObj>
              </mc:Choice>
              <mc:Fallback>
                <p:oleObj r:id="rId7" imgW="127000" imgH="165100" progId="Equation.DSMT4">
                  <p:embed/>
                  <p:pic>
                    <p:nvPicPr>
                      <p:cNvPr id="0" name="Object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6475" y="3505200"/>
                        <a:ext cx="3111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17" name="Object 25"/>
          <p:cNvGraphicFramePr>
            <a:graphicFrameLocks noChangeAspect="1"/>
          </p:cNvGraphicFramePr>
          <p:nvPr/>
        </p:nvGraphicFramePr>
        <p:xfrm>
          <a:off x="1063625" y="4114800"/>
          <a:ext cx="279400" cy="434975"/>
        </p:xfrm>
        <a:graphic>
          <a:graphicData uri="http://schemas.openxmlformats.org/presentationml/2006/ole">
            <mc:AlternateContent xmlns:mc="http://schemas.openxmlformats.org/markup-compatibility/2006">
              <mc:Choice xmlns:v="urn:schemas-microsoft-com:vml" Requires="v">
                <p:oleObj spid="_x0000_s50528" r:id="rId9" imgW="114300" imgH="177800" progId="Equation.DSMT4">
                  <p:embed/>
                </p:oleObj>
              </mc:Choice>
              <mc:Fallback>
                <p:oleObj r:id="rId9" imgW="114300" imgH="177800" progId="Equation.DSMT4">
                  <p:embed/>
                  <p:pic>
                    <p:nvPicPr>
                      <p:cNvPr id="0" name="Object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3625" y="4114800"/>
                        <a:ext cx="2794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18" name="Object 26"/>
          <p:cNvGraphicFramePr>
            <a:graphicFrameLocks noChangeAspect="1"/>
          </p:cNvGraphicFramePr>
          <p:nvPr/>
        </p:nvGraphicFramePr>
        <p:xfrm>
          <a:off x="1604963" y="1855788"/>
          <a:ext cx="754062" cy="658812"/>
        </p:xfrm>
        <a:graphic>
          <a:graphicData uri="http://schemas.openxmlformats.org/presentationml/2006/ole">
            <mc:AlternateContent xmlns:mc="http://schemas.openxmlformats.org/markup-compatibility/2006">
              <mc:Choice xmlns:v="urn:schemas-microsoft-com:vml" Requires="v">
                <p:oleObj spid="_x0000_s50529" r:id="rId11" imgW="304800" imgH="266700" progId="Equation.DSMT4">
                  <p:embed/>
                </p:oleObj>
              </mc:Choice>
              <mc:Fallback>
                <p:oleObj r:id="rId11" imgW="304800" imgH="266700" progId="Equation.DSMT4">
                  <p:embed/>
                  <p:pic>
                    <p:nvPicPr>
                      <p:cNvPr id="0" name="Object 2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04963" y="1855788"/>
                        <a:ext cx="754062" cy="65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19" name="Object 27"/>
          <p:cNvGraphicFramePr>
            <a:graphicFrameLocks noChangeAspect="1"/>
          </p:cNvGraphicFramePr>
          <p:nvPr/>
        </p:nvGraphicFramePr>
        <p:xfrm>
          <a:off x="1920875" y="2797175"/>
          <a:ext cx="215900" cy="403225"/>
        </p:xfrm>
        <a:graphic>
          <a:graphicData uri="http://schemas.openxmlformats.org/presentationml/2006/ole">
            <mc:AlternateContent xmlns:mc="http://schemas.openxmlformats.org/markup-compatibility/2006">
              <mc:Choice xmlns:v="urn:schemas-microsoft-com:vml" Requires="v">
                <p:oleObj spid="_x0000_s50530" r:id="rId13" imgW="88900" imgH="164465" progId="Equation.DSMT4">
                  <p:embed/>
                </p:oleObj>
              </mc:Choice>
              <mc:Fallback>
                <p:oleObj r:id="rId13" imgW="88900" imgH="164465" progId="Equation.DSMT4">
                  <p:embed/>
                  <p:pic>
                    <p:nvPicPr>
                      <p:cNvPr id="0" name="Object 2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20875" y="2797175"/>
                        <a:ext cx="215900" cy="40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0" name="Object 28"/>
          <p:cNvGraphicFramePr>
            <a:graphicFrameLocks noChangeAspect="1"/>
          </p:cNvGraphicFramePr>
          <p:nvPr/>
        </p:nvGraphicFramePr>
        <p:xfrm>
          <a:off x="1874838" y="3505200"/>
          <a:ext cx="311150" cy="401638"/>
        </p:xfrm>
        <a:graphic>
          <a:graphicData uri="http://schemas.openxmlformats.org/presentationml/2006/ole">
            <mc:AlternateContent xmlns:mc="http://schemas.openxmlformats.org/markup-compatibility/2006">
              <mc:Choice xmlns:v="urn:schemas-microsoft-com:vml" Requires="v">
                <p:oleObj spid="_x0000_s50531" r:id="rId15" imgW="127000" imgH="165100" progId="Equation.DSMT4">
                  <p:embed/>
                </p:oleObj>
              </mc:Choice>
              <mc:Fallback>
                <p:oleObj r:id="rId15" imgW="127000" imgH="165100" progId="Equation.DSMT4">
                  <p:embed/>
                  <p:pic>
                    <p:nvPicPr>
                      <p:cNvPr id="0" name="Object 2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74838" y="3505200"/>
                        <a:ext cx="3111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1" name="Object 29"/>
          <p:cNvGraphicFramePr>
            <a:graphicFrameLocks noChangeAspect="1"/>
          </p:cNvGraphicFramePr>
          <p:nvPr/>
        </p:nvGraphicFramePr>
        <p:xfrm>
          <a:off x="1895475" y="4143375"/>
          <a:ext cx="277813" cy="430213"/>
        </p:xfrm>
        <a:graphic>
          <a:graphicData uri="http://schemas.openxmlformats.org/presentationml/2006/ole">
            <mc:AlternateContent xmlns:mc="http://schemas.openxmlformats.org/markup-compatibility/2006">
              <mc:Choice xmlns:v="urn:schemas-microsoft-com:vml" Requires="v">
                <p:oleObj spid="_x0000_s50532" r:id="rId17" imgW="114300" imgH="177800" progId="Equation.DSMT4">
                  <p:embed/>
                </p:oleObj>
              </mc:Choice>
              <mc:Fallback>
                <p:oleObj r:id="rId17" imgW="114300" imgH="177800" progId="Equation.DSMT4">
                  <p:embed/>
                  <p:pic>
                    <p:nvPicPr>
                      <p:cNvPr id="0" name="Object 2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95475" y="4143375"/>
                        <a:ext cx="277813"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2" name="Object 30"/>
          <p:cNvGraphicFramePr>
            <a:graphicFrameLocks noChangeAspect="1"/>
          </p:cNvGraphicFramePr>
          <p:nvPr/>
        </p:nvGraphicFramePr>
        <p:xfrm>
          <a:off x="2895600" y="1905000"/>
          <a:ext cx="1665288" cy="565150"/>
        </p:xfrm>
        <a:graphic>
          <a:graphicData uri="http://schemas.openxmlformats.org/presentationml/2006/ole">
            <mc:AlternateContent xmlns:mc="http://schemas.openxmlformats.org/markup-compatibility/2006">
              <mc:Choice xmlns:v="urn:schemas-microsoft-com:vml" Requires="v">
                <p:oleObj spid="_x0000_s50533" r:id="rId19" imgW="673100" imgH="228600" progId="Equation.DSMT4">
                  <p:embed/>
                </p:oleObj>
              </mc:Choice>
              <mc:Fallback>
                <p:oleObj r:id="rId19" imgW="673100" imgH="228600" progId="Equation.DSMT4">
                  <p:embed/>
                  <p:pic>
                    <p:nvPicPr>
                      <p:cNvPr id="0" name="Object 3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95600" y="1905000"/>
                        <a:ext cx="1665288"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3" name="Object 31"/>
          <p:cNvGraphicFramePr>
            <a:graphicFrameLocks noChangeAspect="1"/>
          </p:cNvGraphicFramePr>
          <p:nvPr/>
        </p:nvGraphicFramePr>
        <p:xfrm>
          <a:off x="2574925" y="2743200"/>
          <a:ext cx="2225675" cy="925513"/>
        </p:xfrm>
        <a:graphic>
          <a:graphicData uri="http://schemas.openxmlformats.org/presentationml/2006/ole">
            <mc:AlternateContent xmlns:mc="http://schemas.openxmlformats.org/markup-compatibility/2006">
              <mc:Choice xmlns:v="urn:schemas-microsoft-com:vml" Requires="v">
                <p:oleObj spid="_x0000_s50534" r:id="rId21" imgW="977265" imgH="406400" progId="Equation.DSMT4">
                  <p:embed/>
                </p:oleObj>
              </mc:Choice>
              <mc:Fallback>
                <p:oleObj r:id="rId21" imgW="977265" imgH="406400" progId="Equation.DSMT4">
                  <p:embed/>
                  <p:pic>
                    <p:nvPicPr>
                      <p:cNvPr id="0" name="Object 3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574925" y="2743200"/>
                        <a:ext cx="2225675" cy="92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4" name="Object 32"/>
          <p:cNvGraphicFramePr>
            <a:graphicFrameLocks noChangeAspect="1"/>
          </p:cNvGraphicFramePr>
          <p:nvPr/>
        </p:nvGraphicFramePr>
        <p:xfrm>
          <a:off x="2803525" y="3581400"/>
          <a:ext cx="1600200" cy="928688"/>
        </p:xfrm>
        <a:graphic>
          <a:graphicData uri="http://schemas.openxmlformats.org/presentationml/2006/ole">
            <mc:AlternateContent xmlns:mc="http://schemas.openxmlformats.org/markup-compatibility/2006">
              <mc:Choice xmlns:v="urn:schemas-microsoft-com:vml" Requires="v">
                <p:oleObj spid="_x0000_s50535" r:id="rId23" imgW="698500" imgH="406400" progId="Equation.DSMT4">
                  <p:embed/>
                </p:oleObj>
              </mc:Choice>
              <mc:Fallback>
                <p:oleObj r:id="rId23" imgW="698500" imgH="406400" progId="Equation.DSMT4">
                  <p:embed/>
                  <p:pic>
                    <p:nvPicPr>
                      <p:cNvPr id="0" name="Object 3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03525" y="3581400"/>
                        <a:ext cx="1600200" cy="928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5" name="Object 33"/>
          <p:cNvGraphicFramePr>
            <a:graphicFrameLocks noChangeAspect="1"/>
          </p:cNvGraphicFramePr>
          <p:nvPr/>
        </p:nvGraphicFramePr>
        <p:xfrm>
          <a:off x="5791200" y="1905000"/>
          <a:ext cx="2133600" cy="566738"/>
        </p:xfrm>
        <a:graphic>
          <a:graphicData uri="http://schemas.openxmlformats.org/presentationml/2006/ole">
            <mc:AlternateContent xmlns:mc="http://schemas.openxmlformats.org/markup-compatibility/2006">
              <mc:Choice xmlns:v="urn:schemas-microsoft-com:vml" Requires="v">
                <p:oleObj spid="_x0000_s50536" r:id="rId25" imgW="977900" imgH="228600" progId="Equation.DSMT4">
                  <p:embed/>
                </p:oleObj>
              </mc:Choice>
              <mc:Fallback>
                <p:oleObj r:id="rId25" imgW="977900" imgH="228600" progId="Equation.DSMT4">
                  <p:embed/>
                  <p:pic>
                    <p:nvPicPr>
                      <p:cNvPr id="0" name="Object 3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791200" y="1905000"/>
                        <a:ext cx="21336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26" name="Object 34"/>
          <p:cNvGraphicFramePr>
            <a:graphicFrameLocks noChangeAspect="1"/>
          </p:cNvGraphicFramePr>
          <p:nvPr/>
        </p:nvGraphicFramePr>
        <p:xfrm>
          <a:off x="5029200" y="3124200"/>
          <a:ext cx="3614738" cy="903288"/>
        </p:xfrm>
        <a:graphic>
          <a:graphicData uri="http://schemas.openxmlformats.org/presentationml/2006/ole">
            <mc:AlternateContent xmlns:mc="http://schemas.openxmlformats.org/markup-compatibility/2006">
              <mc:Choice xmlns:v="urn:schemas-microsoft-com:vml" Requires="v">
                <p:oleObj spid="_x0000_s50537" r:id="rId27" imgW="1624965" imgH="406400" progId="Equation.DSMT4">
                  <p:embed/>
                </p:oleObj>
              </mc:Choice>
              <mc:Fallback>
                <p:oleObj r:id="rId27" imgW="1624965" imgH="406400" progId="Equation.DSMT4">
                  <p:embed/>
                  <p:pic>
                    <p:nvPicPr>
                      <p:cNvPr id="0" name="Object 3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029200" y="3124200"/>
                        <a:ext cx="3614738" cy="903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50208" name="Object 35"/>
          <p:cNvGraphicFramePr>
            <a:graphicFrameLocks noChangeAspect="1"/>
          </p:cNvGraphicFramePr>
          <p:nvPr/>
        </p:nvGraphicFramePr>
        <p:xfrm>
          <a:off x="2133600" y="1095375"/>
          <a:ext cx="533400" cy="504825"/>
        </p:xfrm>
        <a:graphic>
          <a:graphicData uri="http://schemas.openxmlformats.org/presentationml/2006/ole">
            <mc:AlternateContent xmlns:mc="http://schemas.openxmlformats.org/markup-compatibility/2006">
              <mc:Choice xmlns:v="urn:schemas-microsoft-com:vml" Requires="v">
                <p:oleObj spid="_x0000_s50538" r:id="rId29" imgW="241300" imgH="228600" progId="Equation.DSMT4">
                  <p:embed/>
                </p:oleObj>
              </mc:Choice>
              <mc:Fallback>
                <p:oleObj r:id="rId29" imgW="241300" imgH="228600" progId="Equation.DSMT4">
                  <p:embed/>
                  <p:pic>
                    <p:nvPicPr>
                      <p:cNvPr id="0" name="Object 35"/>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133600" y="1095375"/>
                        <a:ext cx="53340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3828" name="Text Box 36"/>
          <p:cNvSpPr txBox="1">
            <a:spLocks noChangeArrowheads="1"/>
          </p:cNvSpPr>
          <p:nvPr/>
        </p:nvSpPr>
        <p:spPr bwMode="auto">
          <a:xfrm>
            <a:off x="152400" y="1720850"/>
            <a:ext cx="10668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600" b="1">
                <a:solidFill>
                  <a:srgbClr val="CC0099"/>
                </a:solidFill>
              </a:rPr>
              <a:t>解：</a:t>
            </a:r>
            <a:endParaRPr lang="zh-CN" altLang="en-US" sz="2600" b="1"/>
          </a:p>
        </p:txBody>
      </p:sp>
      <p:sp>
        <p:nvSpPr>
          <p:cNvPr id="33829" name="Text Box 37"/>
          <p:cNvSpPr txBox="1">
            <a:spLocks noChangeArrowheads="1"/>
          </p:cNvSpPr>
          <p:nvPr/>
        </p:nvSpPr>
        <p:spPr bwMode="auto">
          <a:xfrm>
            <a:off x="682625" y="4921250"/>
            <a:ext cx="63246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600" b="1"/>
              <a:t>从而得二阶牛顿基本差商公式为</a:t>
            </a:r>
          </a:p>
        </p:txBody>
      </p:sp>
      <p:graphicFrame>
        <p:nvGraphicFramePr>
          <p:cNvPr id="33830" name="Object 38"/>
          <p:cNvGraphicFramePr>
            <a:graphicFrameLocks noChangeAspect="1"/>
          </p:cNvGraphicFramePr>
          <p:nvPr/>
        </p:nvGraphicFramePr>
        <p:xfrm>
          <a:off x="836613" y="5445125"/>
          <a:ext cx="7827962" cy="573088"/>
        </p:xfrm>
        <a:graphic>
          <a:graphicData uri="http://schemas.openxmlformats.org/presentationml/2006/ole">
            <mc:AlternateContent xmlns:mc="http://schemas.openxmlformats.org/markup-compatibility/2006">
              <mc:Choice xmlns:v="urn:schemas-microsoft-com:vml" Requires="v">
                <p:oleObj spid="_x0000_s50539" r:id="rId31" imgW="3111500" imgH="228600" progId="Equation.DSMT4">
                  <p:embed/>
                </p:oleObj>
              </mc:Choice>
              <mc:Fallback>
                <p:oleObj r:id="rId31" imgW="3111500" imgH="228600" progId="Equation.DSMT4">
                  <p:embed/>
                  <p:pic>
                    <p:nvPicPr>
                      <p:cNvPr id="0" name="Object 38"/>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836613" y="5445125"/>
                        <a:ext cx="7827962" cy="57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3831" name="Object 39"/>
          <p:cNvGraphicFramePr>
            <a:graphicFrameLocks noChangeAspect="1"/>
          </p:cNvGraphicFramePr>
          <p:nvPr/>
        </p:nvGraphicFramePr>
        <p:xfrm>
          <a:off x="4652963" y="6021388"/>
          <a:ext cx="2811462" cy="573087"/>
        </p:xfrm>
        <a:graphic>
          <a:graphicData uri="http://schemas.openxmlformats.org/presentationml/2006/ole">
            <mc:AlternateContent xmlns:mc="http://schemas.openxmlformats.org/markup-compatibility/2006">
              <mc:Choice xmlns:v="urn:schemas-microsoft-com:vml" Requires="v">
                <p:oleObj spid="_x0000_s50540" r:id="rId33" imgW="1117600" imgH="228600" progId="Equation.DSMT4">
                  <p:embed/>
                </p:oleObj>
              </mc:Choice>
              <mc:Fallback>
                <p:oleObj r:id="rId33" imgW="1117600" imgH="228600" progId="Equation.DSMT4">
                  <p:embed/>
                  <p:pic>
                    <p:nvPicPr>
                      <p:cNvPr id="0" name="Object 3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652963" y="6021388"/>
                        <a:ext cx="2811462"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3832" name="AutoShape 40"/>
          <p:cNvSpPr>
            <a:spLocks noChangeArrowheads="1"/>
          </p:cNvSpPr>
          <p:nvPr/>
        </p:nvSpPr>
        <p:spPr bwMode="auto">
          <a:xfrm rot="331811">
            <a:off x="1663700" y="2828925"/>
            <a:ext cx="7478713" cy="990600"/>
          </a:xfrm>
          <a:prstGeom prst="rightArrow">
            <a:avLst>
              <a:gd name="adj1" fmla="val 50000"/>
              <a:gd name="adj2" fmla="val 188672"/>
            </a:avLst>
          </a:prstGeom>
          <a:noFill/>
          <a:ln w="28575">
            <a:solidFill>
              <a:srgbClr val="0000FF"/>
            </a:solidFill>
            <a:miter lim="800000"/>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nvGrpSpPr>
          <p:cNvPr id="2" name="Group 41"/>
          <p:cNvGrpSpPr/>
          <p:nvPr/>
        </p:nvGrpSpPr>
        <p:grpSpPr bwMode="auto">
          <a:xfrm>
            <a:off x="685800" y="6019800"/>
            <a:ext cx="4419600" cy="504825"/>
            <a:chOff x="432" y="3792"/>
            <a:chExt cx="2784" cy="318"/>
          </a:xfrm>
        </p:grpSpPr>
        <p:sp>
          <p:nvSpPr>
            <p:cNvPr id="50215" name="Text Box 42"/>
            <p:cNvSpPr txBox="1">
              <a:spLocks noChangeArrowheads="1"/>
            </p:cNvSpPr>
            <p:nvPr/>
          </p:nvSpPr>
          <p:spPr bwMode="auto">
            <a:xfrm>
              <a:off x="432" y="3792"/>
              <a:ext cx="278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600" b="1"/>
                <a:t>因此计算得      的近似值为</a:t>
              </a:r>
            </a:p>
          </p:txBody>
        </p:sp>
        <p:graphicFrame>
          <p:nvGraphicFramePr>
            <p:cNvPr id="50216" name="Object 43"/>
            <p:cNvGraphicFramePr>
              <a:graphicFrameLocks noChangeAspect="1"/>
            </p:cNvGraphicFramePr>
            <p:nvPr/>
          </p:nvGraphicFramePr>
          <p:xfrm>
            <a:off x="1536" y="3792"/>
            <a:ext cx="336" cy="318"/>
          </p:xfrm>
          <a:graphic>
            <a:graphicData uri="http://schemas.openxmlformats.org/presentationml/2006/ole">
              <mc:AlternateContent xmlns:mc="http://schemas.openxmlformats.org/markup-compatibility/2006">
                <mc:Choice xmlns:v="urn:schemas-microsoft-com:vml" Requires="v">
                  <p:oleObj spid="_x0000_s50541" r:id="rId35" imgW="241300" imgH="228600" progId="Equation.DSMT4">
                    <p:embed/>
                  </p:oleObj>
                </mc:Choice>
                <mc:Fallback>
                  <p:oleObj r:id="rId35" imgW="241300" imgH="228600" progId="Equation.DSMT4">
                    <p:embed/>
                    <p:pic>
                      <p:nvPicPr>
                        <p:cNvPr id="0" name="Object 4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536" y="3792"/>
                          <a:ext cx="336"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828"/>
                                        </p:tgtEl>
                                        <p:attrNameLst>
                                          <p:attrName>style.visibility</p:attrName>
                                        </p:attrNameLst>
                                      </p:cBhvr>
                                      <p:to>
                                        <p:strVal val="visible"/>
                                      </p:to>
                                    </p:set>
                                    <p:animEffect transition="in" filter="wipe(left)">
                                      <p:cBhvr>
                                        <p:cTn id="7" dur="500"/>
                                        <p:tgtEl>
                                          <p:spTgt spid="3382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3797"/>
                                        </p:tgtEl>
                                        <p:attrNameLst>
                                          <p:attrName>style.visibility</p:attrName>
                                        </p:attrNameLst>
                                      </p:cBhvr>
                                      <p:to>
                                        <p:strVal val="visible"/>
                                      </p:to>
                                    </p:set>
                                    <p:animEffect transition="in" filter="wipe(left)">
                                      <p:cBhvr>
                                        <p:cTn id="12" dur="500"/>
                                        <p:tgtEl>
                                          <p:spTgt spid="3379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814"/>
                                        </p:tgtEl>
                                        <p:attrNameLst>
                                          <p:attrName>style.visibility</p:attrName>
                                        </p:attrNameLst>
                                      </p:cBhvr>
                                      <p:to>
                                        <p:strVal val="visible"/>
                                      </p:to>
                                    </p:set>
                                    <p:animEffect transition="in" filter="wipe(left)">
                                      <p:cBhvr>
                                        <p:cTn id="17" dur="500"/>
                                        <p:tgtEl>
                                          <p:spTgt spid="3381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815"/>
                                        </p:tgtEl>
                                        <p:attrNameLst>
                                          <p:attrName>style.visibility</p:attrName>
                                        </p:attrNameLst>
                                      </p:cBhvr>
                                      <p:to>
                                        <p:strVal val="visible"/>
                                      </p:to>
                                    </p:set>
                                    <p:animEffect transition="in" filter="wipe(left)">
                                      <p:cBhvr>
                                        <p:cTn id="22" dur="500"/>
                                        <p:tgtEl>
                                          <p:spTgt spid="338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816"/>
                                        </p:tgtEl>
                                        <p:attrNameLst>
                                          <p:attrName>style.visibility</p:attrName>
                                        </p:attrNameLst>
                                      </p:cBhvr>
                                      <p:to>
                                        <p:strVal val="visible"/>
                                      </p:to>
                                    </p:set>
                                    <p:animEffect transition="in" filter="wipe(left)">
                                      <p:cBhvr>
                                        <p:cTn id="27" dur="500"/>
                                        <p:tgtEl>
                                          <p:spTgt spid="338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3817"/>
                                        </p:tgtEl>
                                        <p:attrNameLst>
                                          <p:attrName>style.visibility</p:attrName>
                                        </p:attrNameLst>
                                      </p:cBhvr>
                                      <p:to>
                                        <p:strVal val="visible"/>
                                      </p:to>
                                    </p:set>
                                    <p:animEffect transition="in" filter="wipe(left)">
                                      <p:cBhvr>
                                        <p:cTn id="32" dur="500"/>
                                        <p:tgtEl>
                                          <p:spTgt spid="338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3818"/>
                                        </p:tgtEl>
                                        <p:attrNameLst>
                                          <p:attrName>style.visibility</p:attrName>
                                        </p:attrNameLst>
                                      </p:cBhvr>
                                      <p:to>
                                        <p:strVal val="visible"/>
                                      </p:to>
                                    </p:set>
                                    <p:animEffect transition="in" filter="wipe(left)">
                                      <p:cBhvr>
                                        <p:cTn id="37" dur="500"/>
                                        <p:tgtEl>
                                          <p:spTgt spid="33818"/>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3819"/>
                                        </p:tgtEl>
                                        <p:attrNameLst>
                                          <p:attrName>style.visibility</p:attrName>
                                        </p:attrNameLst>
                                      </p:cBhvr>
                                      <p:to>
                                        <p:strVal val="visible"/>
                                      </p:to>
                                    </p:set>
                                    <p:animEffect transition="in" filter="wipe(left)">
                                      <p:cBhvr>
                                        <p:cTn id="42" dur="500"/>
                                        <p:tgtEl>
                                          <p:spTgt spid="33819"/>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33820"/>
                                        </p:tgtEl>
                                        <p:attrNameLst>
                                          <p:attrName>style.visibility</p:attrName>
                                        </p:attrNameLst>
                                      </p:cBhvr>
                                      <p:to>
                                        <p:strVal val="visible"/>
                                      </p:to>
                                    </p:set>
                                    <p:animEffect transition="in" filter="wipe(left)">
                                      <p:cBhvr>
                                        <p:cTn id="47" dur="500"/>
                                        <p:tgtEl>
                                          <p:spTgt spid="3382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33821"/>
                                        </p:tgtEl>
                                        <p:attrNameLst>
                                          <p:attrName>style.visibility</p:attrName>
                                        </p:attrNameLst>
                                      </p:cBhvr>
                                      <p:to>
                                        <p:strVal val="visible"/>
                                      </p:to>
                                    </p:set>
                                    <p:animEffect transition="in" filter="wipe(left)">
                                      <p:cBhvr>
                                        <p:cTn id="52" dur="500"/>
                                        <p:tgtEl>
                                          <p:spTgt spid="33821"/>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3822"/>
                                        </p:tgtEl>
                                        <p:attrNameLst>
                                          <p:attrName>style.visibility</p:attrName>
                                        </p:attrNameLst>
                                      </p:cBhvr>
                                      <p:to>
                                        <p:strVal val="visible"/>
                                      </p:to>
                                    </p:set>
                                    <p:animEffect transition="in" filter="wipe(left)">
                                      <p:cBhvr>
                                        <p:cTn id="57" dur="500"/>
                                        <p:tgtEl>
                                          <p:spTgt spid="33822"/>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33823"/>
                                        </p:tgtEl>
                                        <p:attrNameLst>
                                          <p:attrName>style.visibility</p:attrName>
                                        </p:attrNameLst>
                                      </p:cBhvr>
                                      <p:to>
                                        <p:strVal val="visible"/>
                                      </p:to>
                                    </p:set>
                                    <p:animEffect transition="in" filter="wipe(left)">
                                      <p:cBhvr>
                                        <p:cTn id="62" dur="500"/>
                                        <p:tgtEl>
                                          <p:spTgt spid="33823"/>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33824"/>
                                        </p:tgtEl>
                                        <p:attrNameLst>
                                          <p:attrName>style.visibility</p:attrName>
                                        </p:attrNameLst>
                                      </p:cBhvr>
                                      <p:to>
                                        <p:strVal val="visible"/>
                                      </p:to>
                                    </p:set>
                                    <p:animEffect transition="in" filter="wipe(left)">
                                      <p:cBhvr>
                                        <p:cTn id="67" dur="500"/>
                                        <p:tgtEl>
                                          <p:spTgt spid="3382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3825"/>
                                        </p:tgtEl>
                                        <p:attrNameLst>
                                          <p:attrName>style.visibility</p:attrName>
                                        </p:attrNameLst>
                                      </p:cBhvr>
                                      <p:to>
                                        <p:strVal val="visible"/>
                                      </p:to>
                                    </p:set>
                                    <p:animEffect transition="in" filter="wipe(left)">
                                      <p:cBhvr>
                                        <p:cTn id="72" dur="500"/>
                                        <p:tgtEl>
                                          <p:spTgt spid="33825"/>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33826"/>
                                        </p:tgtEl>
                                        <p:attrNameLst>
                                          <p:attrName>style.visibility</p:attrName>
                                        </p:attrNameLst>
                                      </p:cBhvr>
                                      <p:to>
                                        <p:strVal val="visible"/>
                                      </p:to>
                                    </p:set>
                                    <p:animEffect transition="in" filter="wipe(left)">
                                      <p:cBhvr>
                                        <p:cTn id="77" dur="500"/>
                                        <p:tgtEl>
                                          <p:spTgt spid="3382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33832"/>
                                        </p:tgtEl>
                                        <p:attrNameLst>
                                          <p:attrName>style.visibility</p:attrName>
                                        </p:attrNameLst>
                                      </p:cBhvr>
                                      <p:to>
                                        <p:strVal val="visible"/>
                                      </p:to>
                                    </p:set>
                                    <p:animEffect transition="in" filter="wipe(left)">
                                      <p:cBhvr>
                                        <p:cTn id="82" dur="500"/>
                                        <p:tgtEl>
                                          <p:spTgt spid="3383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33829"/>
                                        </p:tgtEl>
                                        <p:attrNameLst>
                                          <p:attrName>style.visibility</p:attrName>
                                        </p:attrNameLst>
                                      </p:cBhvr>
                                      <p:to>
                                        <p:strVal val="visible"/>
                                      </p:to>
                                    </p:set>
                                    <p:animEffect transition="in" filter="wipe(left)">
                                      <p:cBhvr>
                                        <p:cTn id="87" dur="500"/>
                                        <p:tgtEl>
                                          <p:spTgt spid="33829"/>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33830"/>
                                        </p:tgtEl>
                                        <p:attrNameLst>
                                          <p:attrName>style.visibility</p:attrName>
                                        </p:attrNameLst>
                                      </p:cBhvr>
                                      <p:to>
                                        <p:strVal val="visible"/>
                                      </p:to>
                                    </p:set>
                                    <p:animEffect transition="in" filter="wipe(left)">
                                      <p:cBhvr>
                                        <p:cTn id="92" dur="500"/>
                                        <p:tgtEl>
                                          <p:spTgt spid="33830"/>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2"/>
                                        </p:tgtEl>
                                        <p:attrNameLst>
                                          <p:attrName>style.visibility</p:attrName>
                                        </p:attrNameLst>
                                      </p:cBhvr>
                                      <p:to>
                                        <p:strVal val="visible"/>
                                      </p:to>
                                    </p:set>
                                    <p:animEffect transition="in" filter="wipe(left)">
                                      <p:cBhvr>
                                        <p:cTn id="97" dur="500"/>
                                        <p:tgtEl>
                                          <p:spTgt spid="2"/>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33831"/>
                                        </p:tgtEl>
                                        <p:attrNameLst>
                                          <p:attrName>style.visibility</p:attrName>
                                        </p:attrNameLst>
                                      </p:cBhvr>
                                      <p:to>
                                        <p:strVal val="visible"/>
                                      </p:to>
                                    </p:set>
                                    <p:animEffect transition="in" filter="wipe(left)">
                                      <p:cBhvr>
                                        <p:cTn id="102" dur="500"/>
                                        <p:tgtEl>
                                          <p:spTgt spid="338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28" grpId="0"/>
      <p:bldP spid="33829" grpId="0"/>
      <p:bldP spid="3383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1143000"/>
            <a:ext cx="8353425" cy="496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2" name="Rectangle 6"/>
          <p:cNvSpPr>
            <a:spLocks noChangeArrowheads="1"/>
          </p:cNvSpPr>
          <p:nvPr/>
        </p:nvSpPr>
        <p:spPr bwMode="auto">
          <a:xfrm>
            <a:off x="457200" y="381000"/>
            <a:ext cx="5543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3600" b="1">
                <a:solidFill>
                  <a:srgbClr val="800000"/>
                </a:solidFill>
                <a:latin typeface="楷体_GB2312" pitchFamily="49" charset="-122"/>
                <a:ea typeface="楷体_GB2312" pitchFamily="49" charset="-122"/>
              </a:rPr>
              <a:t>Newton</a:t>
            </a:r>
            <a:r>
              <a:rPr lang="zh-CN" altLang="en-US" sz="3600" b="1">
                <a:solidFill>
                  <a:srgbClr val="800000"/>
                </a:solidFill>
                <a:latin typeface="楷体_GB2312" pitchFamily="49" charset="-122"/>
                <a:ea typeface="楷体_GB2312" pitchFamily="49" charset="-122"/>
              </a:rPr>
              <a:t>插值公式余项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388"/>
                                        </p:tgtEl>
                                        <p:attrNameLst>
                                          <p:attrName>style.visibility</p:attrName>
                                        </p:attrNameLst>
                                      </p:cBhvr>
                                      <p:to>
                                        <p:strVal val="visible"/>
                                      </p:to>
                                    </p:set>
                                    <p:animEffect transition="in" filter="wipe(left)">
                                      <p:cBhvr>
                                        <p:cTn id="7" dur="500"/>
                                        <p:tgtEl>
                                          <p:spTgt spid="16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412" name="Object 4"/>
          <p:cNvGraphicFramePr>
            <a:graphicFrameLocks noChangeAspect="1"/>
          </p:cNvGraphicFramePr>
          <p:nvPr/>
        </p:nvGraphicFramePr>
        <p:xfrm>
          <a:off x="914400" y="1676400"/>
          <a:ext cx="3657600" cy="452438"/>
        </p:xfrm>
        <a:graphic>
          <a:graphicData uri="http://schemas.openxmlformats.org/presentationml/2006/ole">
            <mc:AlternateContent xmlns:mc="http://schemas.openxmlformats.org/markup-compatibility/2006">
              <mc:Choice xmlns:v="urn:schemas-microsoft-com:vml" Requires="v">
                <p:oleObj spid="_x0000_s52362" r:id="rId8" imgW="2032000" imgH="228600" progId="Equation.3">
                  <p:embed/>
                </p:oleObj>
              </mc:Choice>
              <mc:Fallback>
                <p:oleObj r:id="rId8" imgW="2032000" imgH="228600" progId="Equation.3">
                  <p:embed/>
                  <p:pic>
                    <p:nvPicPr>
                      <p:cNvPr id="0" name="Object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4400" y="1676400"/>
                        <a:ext cx="3657600"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7413" name="Object 5"/>
          <p:cNvGraphicFramePr>
            <a:graphicFrameLocks noChangeAspect="1"/>
          </p:cNvGraphicFramePr>
          <p:nvPr/>
        </p:nvGraphicFramePr>
        <p:xfrm>
          <a:off x="914400" y="2133600"/>
          <a:ext cx="4865688" cy="446088"/>
        </p:xfrm>
        <a:graphic>
          <a:graphicData uri="http://schemas.openxmlformats.org/presentationml/2006/ole">
            <mc:AlternateContent xmlns:mc="http://schemas.openxmlformats.org/markup-compatibility/2006">
              <mc:Choice xmlns:v="urn:schemas-microsoft-com:vml" Requires="v">
                <p:oleObj spid="_x0000_s52363" r:id="rId10" imgW="2616200" imgH="228600" progId="Equation.3">
                  <p:embed/>
                </p:oleObj>
              </mc:Choice>
              <mc:Fallback>
                <p:oleObj r:id="rId10" imgW="2616200" imgH="228600" progId="Equation.3">
                  <p:embed/>
                  <p:pic>
                    <p:nvPicPr>
                      <p:cNvPr id="0" name="Object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4400" y="2133600"/>
                        <a:ext cx="4865688" cy="44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7414" name="Object 6"/>
          <p:cNvGraphicFramePr>
            <a:graphicFrameLocks noChangeAspect="1"/>
          </p:cNvGraphicFramePr>
          <p:nvPr/>
        </p:nvGraphicFramePr>
        <p:xfrm>
          <a:off x="914400" y="3048000"/>
          <a:ext cx="6684963" cy="457200"/>
        </p:xfrm>
        <a:graphic>
          <a:graphicData uri="http://schemas.openxmlformats.org/presentationml/2006/ole">
            <mc:AlternateContent xmlns:mc="http://schemas.openxmlformats.org/markup-compatibility/2006">
              <mc:Choice xmlns:v="urn:schemas-microsoft-com:vml" Requires="v">
                <p:oleObj spid="_x0000_s52364" r:id="rId12" imgW="3606800" imgH="228600" progId="Equation.3">
                  <p:embed/>
                </p:oleObj>
              </mc:Choice>
              <mc:Fallback>
                <p:oleObj r:id="rId12" imgW="3606800" imgH="228600" progId="Equation.3">
                  <p:embed/>
                  <p:pic>
                    <p:nvPicPr>
                      <p:cNvPr id="0" name="Object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14400" y="3048000"/>
                        <a:ext cx="66849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7415" name="AutoShape 7"/>
          <p:cNvSpPr/>
          <p:nvPr/>
        </p:nvSpPr>
        <p:spPr bwMode="auto">
          <a:xfrm>
            <a:off x="685800" y="1828800"/>
            <a:ext cx="152400" cy="1524000"/>
          </a:xfrm>
          <a:prstGeom prst="leftBrace">
            <a:avLst>
              <a:gd name="adj1" fmla="val 83241"/>
              <a:gd name="adj2" fmla="val 50000"/>
            </a:avLst>
          </a:prstGeom>
          <a:noFill/>
          <a:ln w="1905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nvGrpSpPr>
          <p:cNvPr id="2" name="Group 8"/>
          <p:cNvGrpSpPr/>
          <p:nvPr/>
        </p:nvGrpSpPr>
        <p:grpSpPr bwMode="auto">
          <a:xfrm>
            <a:off x="4800600" y="1752600"/>
            <a:ext cx="3733800" cy="304800"/>
            <a:chOff x="3072" y="1104"/>
            <a:chExt cx="1920" cy="192"/>
          </a:xfrm>
        </p:grpSpPr>
        <p:sp>
          <p:nvSpPr>
            <p:cNvPr id="52230" name="Line 9"/>
            <p:cNvSpPr>
              <a:spLocks noChangeShapeType="1"/>
            </p:cNvSpPr>
            <p:nvPr/>
          </p:nvSpPr>
          <p:spPr bwMode="auto">
            <a:xfrm>
              <a:off x="3072" y="1200"/>
              <a:ext cx="1680" cy="0"/>
            </a:xfrm>
            <a:prstGeom prst="line">
              <a:avLst/>
            </a:prstGeom>
            <a:noFill/>
            <a:ln w="3810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52231" name="Oval 10"/>
            <p:cNvSpPr>
              <a:spLocks noChangeArrowheads="1"/>
            </p:cNvSpPr>
            <p:nvPr/>
          </p:nvSpPr>
          <p:spPr bwMode="auto">
            <a:xfrm>
              <a:off x="4800" y="1104"/>
              <a:ext cx="192" cy="192"/>
            </a:xfrm>
            <a:prstGeom prst="ellipse">
              <a:avLst/>
            </a:prstGeom>
            <a:noFill/>
            <a:ln w="254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a:latin typeface="Times New Roman" panose="02020603050405020304" pitchFamily="18" charset="0"/>
                  <a:ea typeface="楷体_GB2312" pitchFamily="49" charset="-122"/>
                </a:rPr>
                <a:t>1</a:t>
              </a:r>
            </a:p>
          </p:txBody>
        </p:sp>
      </p:grpSp>
      <p:grpSp>
        <p:nvGrpSpPr>
          <p:cNvPr id="3" name="Group 11"/>
          <p:cNvGrpSpPr/>
          <p:nvPr/>
        </p:nvGrpSpPr>
        <p:grpSpPr bwMode="auto">
          <a:xfrm>
            <a:off x="6172200" y="2209800"/>
            <a:ext cx="2362200" cy="304800"/>
            <a:chOff x="3840" y="1488"/>
            <a:chExt cx="1152" cy="192"/>
          </a:xfrm>
        </p:grpSpPr>
        <p:sp>
          <p:nvSpPr>
            <p:cNvPr id="52233" name="Line 12"/>
            <p:cNvSpPr>
              <a:spLocks noChangeShapeType="1"/>
            </p:cNvSpPr>
            <p:nvPr/>
          </p:nvSpPr>
          <p:spPr bwMode="auto">
            <a:xfrm>
              <a:off x="3840" y="1584"/>
              <a:ext cx="912" cy="0"/>
            </a:xfrm>
            <a:prstGeom prst="line">
              <a:avLst/>
            </a:prstGeom>
            <a:noFill/>
            <a:ln w="3810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52234" name="Oval 13"/>
            <p:cNvSpPr>
              <a:spLocks noChangeArrowheads="1"/>
            </p:cNvSpPr>
            <p:nvPr/>
          </p:nvSpPr>
          <p:spPr bwMode="auto">
            <a:xfrm>
              <a:off x="4800" y="1488"/>
              <a:ext cx="192" cy="192"/>
            </a:xfrm>
            <a:prstGeom prst="ellipse">
              <a:avLst/>
            </a:prstGeom>
            <a:noFill/>
            <a:ln w="254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a:latin typeface="Times New Roman" panose="02020603050405020304" pitchFamily="18" charset="0"/>
                  <a:ea typeface="楷体_GB2312" pitchFamily="49" charset="-122"/>
                </a:rPr>
                <a:t>2</a:t>
              </a:r>
            </a:p>
          </p:txBody>
        </p:sp>
      </p:grpSp>
      <p:sp>
        <p:nvSpPr>
          <p:cNvPr id="17422" name="Text Box 14"/>
          <p:cNvSpPr txBox="1">
            <a:spLocks noChangeArrowheads="1"/>
          </p:cNvSpPr>
          <p:nvPr/>
        </p:nvSpPr>
        <p:spPr bwMode="auto">
          <a:xfrm>
            <a:off x="1447800" y="2514600"/>
            <a:ext cx="2209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800" b="1">
                <a:latin typeface="Times New Roman" panose="02020603050405020304" pitchFamily="18" charset="0"/>
                <a:ea typeface="楷体_GB2312" pitchFamily="49" charset="-122"/>
              </a:rPr>
              <a:t>… … … …</a:t>
            </a:r>
          </a:p>
        </p:txBody>
      </p:sp>
      <p:grpSp>
        <p:nvGrpSpPr>
          <p:cNvPr id="4" name="Group 15"/>
          <p:cNvGrpSpPr/>
          <p:nvPr/>
        </p:nvGrpSpPr>
        <p:grpSpPr bwMode="auto">
          <a:xfrm>
            <a:off x="7696200" y="3124200"/>
            <a:ext cx="990600" cy="304800"/>
            <a:chOff x="4896" y="1968"/>
            <a:chExt cx="624" cy="192"/>
          </a:xfrm>
        </p:grpSpPr>
        <p:sp>
          <p:nvSpPr>
            <p:cNvPr id="52237" name="Line 16"/>
            <p:cNvSpPr>
              <a:spLocks noChangeShapeType="1"/>
            </p:cNvSpPr>
            <p:nvPr/>
          </p:nvSpPr>
          <p:spPr bwMode="auto">
            <a:xfrm>
              <a:off x="4896" y="2064"/>
              <a:ext cx="192" cy="0"/>
            </a:xfrm>
            <a:prstGeom prst="line">
              <a:avLst/>
            </a:prstGeom>
            <a:noFill/>
            <a:ln w="3810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52238" name="Oval 17"/>
            <p:cNvSpPr>
              <a:spLocks noChangeArrowheads="1"/>
            </p:cNvSpPr>
            <p:nvPr/>
          </p:nvSpPr>
          <p:spPr bwMode="auto">
            <a:xfrm>
              <a:off x="5136" y="1968"/>
              <a:ext cx="384" cy="192"/>
            </a:xfrm>
            <a:prstGeom prst="ellipse">
              <a:avLst/>
            </a:prstGeom>
            <a:noFill/>
            <a:ln w="254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b="1" i="1">
                  <a:latin typeface="Times New Roman" panose="02020603050405020304" pitchFamily="18" charset="0"/>
                  <a:ea typeface="楷体_GB2312" pitchFamily="49" charset="-122"/>
                </a:rPr>
                <a:t>n</a:t>
              </a:r>
              <a:r>
                <a:rPr lang="en-US" altLang="zh-CN" b="1">
                  <a:latin typeface="Times New Roman" panose="02020603050405020304" pitchFamily="18" charset="0"/>
                  <a:ea typeface="楷体_GB2312" pitchFamily="49" charset="-122"/>
                  <a:sym typeface="Symbol" panose="05050102010706020507" pitchFamily="18" charset="2"/>
                </a:rPr>
                <a:t>+</a:t>
              </a:r>
              <a:r>
                <a:rPr lang="en-US" altLang="zh-CN" b="1">
                  <a:latin typeface="Times New Roman" panose="02020603050405020304" pitchFamily="18" charset="0"/>
                  <a:ea typeface="楷体_GB2312" pitchFamily="49" charset="-122"/>
                </a:rPr>
                <a:t>1</a:t>
              </a:r>
            </a:p>
          </p:txBody>
        </p:sp>
      </p:grpSp>
      <p:grpSp>
        <p:nvGrpSpPr>
          <p:cNvPr id="7" name="Group 25"/>
          <p:cNvGrpSpPr/>
          <p:nvPr/>
        </p:nvGrpSpPr>
        <p:grpSpPr bwMode="auto">
          <a:xfrm>
            <a:off x="762000" y="4114800"/>
            <a:ext cx="7935913" cy="1335088"/>
            <a:chOff x="480" y="2592"/>
            <a:chExt cx="4999" cy="841"/>
          </a:xfrm>
        </p:grpSpPr>
        <p:graphicFrame>
          <p:nvGraphicFramePr>
            <p:cNvPr id="52240" name="Object 26"/>
            <p:cNvGraphicFramePr>
              <a:graphicFrameLocks noChangeAspect="1"/>
            </p:cNvGraphicFramePr>
            <p:nvPr/>
          </p:nvGraphicFramePr>
          <p:xfrm>
            <a:off x="768" y="2592"/>
            <a:ext cx="4711" cy="260"/>
          </p:xfrm>
          <a:graphic>
            <a:graphicData uri="http://schemas.openxmlformats.org/presentationml/2006/ole">
              <mc:AlternateContent xmlns:mc="http://schemas.openxmlformats.org/markup-compatibility/2006">
                <mc:Choice xmlns:v="urn:schemas-microsoft-com:vml" Requires="v">
                  <p:oleObj spid="_x0000_s52365" r:id="rId14" imgW="4241800" imgH="228600" progId="Equation.3">
                    <p:embed/>
                  </p:oleObj>
                </mc:Choice>
                <mc:Fallback>
                  <p:oleObj r:id="rId14" imgW="4241800" imgH="228600" progId="Equation.3">
                    <p:embed/>
                    <p:pic>
                      <p:nvPicPr>
                        <p:cNvPr id="0" name="Object 2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68" y="2592"/>
                          <a:ext cx="471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52241" name="Object 27"/>
            <p:cNvGraphicFramePr>
              <a:graphicFrameLocks noChangeAspect="1"/>
            </p:cNvGraphicFramePr>
            <p:nvPr/>
          </p:nvGraphicFramePr>
          <p:xfrm>
            <a:off x="1296" y="2880"/>
            <a:ext cx="2543" cy="258"/>
          </p:xfrm>
          <a:graphic>
            <a:graphicData uri="http://schemas.openxmlformats.org/presentationml/2006/ole">
              <mc:AlternateContent xmlns:mc="http://schemas.openxmlformats.org/markup-compatibility/2006">
                <mc:Choice xmlns:v="urn:schemas-microsoft-com:vml" Requires="v">
                  <p:oleObj spid="_x0000_s52366" r:id="rId16" imgW="2159000" imgH="228600" progId="Equation.3">
                    <p:embed/>
                  </p:oleObj>
                </mc:Choice>
                <mc:Fallback>
                  <p:oleObj r:id="rId16" imgW="2159000" imgH="228600" progId="Equation.3">
                    <p:embed/>
                    <p:pic>
                      <p:nvPicPr>
                        <p:cNvPr id="0" name="Object 2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96" y="2880"/>
                          <a:ext cx="2543"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52242" name="Object 28"/>
            <p:cNvGraphicFramePr>
              <a:graphicFrameLocks noChangeAspect="1"/>
            </p:cNvGraphicFramePr>
            <p:nvPr/>
          </p:nvGraphicFramePr>
          <p:xfrm>
            <a:off x="1296" y="3168"/>
            <a:ext cx="3229" cy="265"/>
          </p:xfrm>
          <a:graphic>
            <a:graphicData uri="http://schemas.openxmlformats.org/presentationml/2006/ole">
              <mc:AlternateContent xmlns:mc="http://schemas.openxmlformats.org/markup-compatibility/2006">
                <mc:Choice xmlns:v="urn:schemas-microsoft-com:vml" Requires="v">
                  <p:oleObj spid="_x0000_s52367" r:id="rId18" imgW="2819400" imgH="228600" progId="Equation.3">
                    <p:embed/>
                  </p:oleObj>
                </mc:Choice>
                <mc:Fallback>
                  <p:oleObj r:id="rId18" imgW="2819400" imgH="228600" progId="Equation.3">
                    <p:embed/>
                    <p:pic>
                      <p:nvPicPr>
                        <p:cNvPr id="0" name="Object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296" y="3168"/>
                          <a:ext cx="3229"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52243" name="AutoShape 29"/>
            <p:cNvSpPr>
              <a:spLocks noChangeArrowheads="1"/>
            </p:cNvSpPr>
            <p:nvPr/>
          </p:nvSpPr>
          <p:spPr bwMode="auto">
            <a:xfrm>
              <a:off x="480" y="2640"/>
              <a:ext cx="240" cy="96"/>
            </a:xfrm>
            <a:prstGeom prst="rightArrow">
              <a:avLst>
                <a:gd name="adj1" fmla="val 50000"/>
                <a:gd name="adj2" fmla="val 62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sp>
        <p:nvSpPr>
          <p:cNvPr id="17438" name="AutoShape 30"/>
          <p:cNvSpPr>
            <a:spLocks noChangeArrowheads="1"/>
          </p:cNvSpPr>
          <p:nvPr/>
        </p:nvSpPr>
        <p:spPr bwMode="auto">
          <a:xfrm>
            <a:off x="2057400" y="4114800"/>
            <a:ext cx="6629400" cy="838200"/>
          </a:xfrm>
          <a:prstGeom prst="roundRect">
            <a:avLst>
              <a:gd name="adj" fmla="val 16667"/>
            </a:avLst>
          </a:prstGeom>
          <a:noFill/>
          <a:ln w="19050">
            <a:solidFill>
              <a:srgbClr val="FF3300"/>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17439" name="AutoShape 31"/>
          <p:cNvSpPr>
            <a:spLocks noChangeArrowheads="1"/>
          </p:cNvSpPr>
          <p:nvPr/>
        </p:nvSpPr>
        <p:spPr bwMode="auto">
          <a:xfrm>
            <a:off x="533400" y="5562600"/>
            <a:ext cx="1371600" cy="685800"/>
          </a:xfrm>
          <a:prstGeom prst="wedgeEllipseCallout">
            <a:avLst>
              <a:gd name="adj1" fmla="val 69213"/>
              <a:gd name="adj2" fmla="val -196759"/>
            </a:avLst>
          </a:prstGeom>
          <a:gradFill rotWithShape="0">
            <a:gsLst>
              <a:gs pos="0">
                <a:schemeClr val="bg1"/>
              </a:gs>
              <a:gs pos="100000">
                <a:srgbClr val="C0C0C0"/>
              </a:gs>
            </a:gsLst>
            <a:lin ang="189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chemeClr val="accent2"/>
                </a:solidFill>
                <a:latin typeface="Times New Roman" panose="02020603050405020304" pitchFamily="18" charset="0"/>
                <a:ea typeface="楷体_GB2312" pitchFamily="49" charset="-122"/>
              </a:rPr>
              <a:t>N</a:t>
            </a:r>
            <a:r>
              <a:rPr lang="en-US" altLang="zh-CN" sz="2400" b="1" i="1" baseline="-25000">
                <a:solidFill>
                  <a:schemeClr val="accent2"/>
                </a:solidFill>
                <a:latin typeface="Times New Roman" panose="02020603050405020304" pitchFamily="18" charset="0"/>
                <a:ea typeface="楷体_GB2312" pitchFamily="49" charset="-122"/>
              </a:rPr>
              <a:t>n</a:t>
            </a:r>
            <a:r>
              <a:rPr lang="en-US" altLang="zh-CN" sz="2400" b="1">
                <a:solidFill>
                  <a:schemeClr val="accent2"/>
                </a:solidFill>
                <a:latin typeface="Times New Roman" panose="02020603050405020304" pitchFamily="18" charset="0"/>
                <a:ea typeface="楷体_GB2312" pitchFamily="49" charset="-122"/>
              </a:rPr>
              <a:t>(</a:t>
            </a:r>
            <a:r>
              <a:rPr lang="en-US" altLang="zh-CN" sz="2400" b="1" i="1">
                <a:solidFill>
                  <a:schemeClr val="accent2"/>
                </a:solidFill>
                <a:latin typeface="Times New Roman" panose="02020603050405020304" pitchFamily="18" charset="0"/>
                <a:ea typeface="楷体_GB2312" pitchFamily="49" charset="-122"/>
              </a:rPr>
              <a:t>x</a:t>
            </a:r>
            <a:r>
              <a:rPr lang="en-US" altLang="zh-CN" sz="2400" b="1">
                <a:solidFill>
                  <a:schemeClr val="accent2"/>
                </a:solidFill>
                <a:latin typeface="Times New Roman" panose="02020603050405020304" pitchFamily="18" charset="0"/>
                <a:ea typeface="楷体_GB2312" pitchFamily="49" charset="-122"/>
              </a:rPr>
              <a:t>)</a:t>
            </a:r>
            <a:endParaRPr lang="en-US" altLang="zh-CN" sz="2400" b="1" i="1">
              <a:solidFill>
                <a:schemeClr val="accent2"/>
              </a:solidFill>
              <a:latin typeface="Times New Roman" panose="02020603050405020304" pitchFamily="18" charset="0"/>
              <a:ea typeface="楷体_GB2312" pitchFamily="49" charset="-122"/>
            </a:endParaRPr>
          </a:p>
        </p:txBody>
      </p:sp>
      <p:sp>
        <p:nvSpPr>
          <p:cNvPr id="17440" name="AutoShape 32"/>
          <p:cNvSpPr>
            <a:spLocks noChangeArrowheads="1"/>
          </p:cNvSpPr>
          <p:nvPr/>
        </p:nvSpPr>
        <p:spPr bwMode="auto">
          <a:xfrm>
            <a:off x="2057400" y="4987925"/>
            <a:ext cx="5105400" cy="533400"/>
          </a:xfrm>
          <a:prstGeom prst="roundRect">
            <a:avLst>
              <a:gd name="adj" fmla="val 16667"/>
            </a:avLst>
          </a:prstGeom>
          <a:noFill/>
          <a:ln w="19050">
            <a:solidFill>
              <a:srgbClr val="008000"/>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17441" name="AutoShape 33"/>
          <p:cNvSpPr>
            <a:spLocks noChangeArrowheads="1"/>
          </p:cNvSpPr>
          <p:nvPr/>
        </p:nvSpPr>
        <p:spPr bwMode="auto">
          <a:xfrm>
            <a:off x="7239000" y="5791200"/>
            <a:ext cx="1447800" cy="609600"/>
          </a:xfrm>
          <a:prstGeom prst="wedgeEllipseCallout">
            <a:avLst>
              <a:gd name="adj1" fmla="val -81468"/>
              <a:gd name="adj2" fmla="val -109898"/>
            </a:avLst>
          </a:prstGeom>
          <a:gradFill rotWithShape="0">
            <a:gsLst>
              <a:gs pos="0">
                <a:srgbClr val="C0C0C0"/>
              </a:gs>
              <a:gs pos="100000">
                <a:schemeClr val="bg1"/>
              </a:gs>
            </a:gsLst>
            <a:lin ang="27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chemeClr val="accent2"/>
                </a:solidFill>
                <a:latin typeface="Times New Roman" panose="02020603050405020304" pitchFamily="18" charset="0"/>
                <a:ea typeface="楷体_GB2312" pitchFamily="49" charset="-122"/>
              </a:rPr>
              <a:t>R</a:t>
            </a:r>
            <a:r>
              <a:rPr lang="en-US" altLang="zh-CN" sz="2400" b="1" i="1" baseline="-25000">
                <a:solidFill>
                  <a:schemeClr val="accent2"/>
                </a:solidFill>
                <a:latin typeface="Times New Roman" panose="02020603050405020304" pitchFamily="18" charset="0"/>
                <a:ea typeface="楷体_GB2312" pitchFamily="49" charset="-122"/>
              </a:rPr>
              <a:t>n</a:t>
            </a:r>
            <a:r>
              <a:rPr lang="en-US" altLang="zh-CN" sz="2400" b="1">
                <a:solidFill>
                  <a:schemeClr val="accent2"/>
                </a:solidFill>
                <a:latin typeface="Times New Roman" panose="02020603050405020304" pitchFamily="18" charset="0"/>
                <a:ea typeface="楷体_GB2312" pitchFamily="49" charset="-122"/>
              </a:rPr>
              <a:t>(</a:t>
            </a:r>
            <a:r>
              <a:rPr lang="en-US" altLang="zh-CN" sz="2400" b="1" i="1">
                <a:solidFill>
                  <a:schemeClr val="accent2"/>
                </a:solidFill>
                <a:latin typeface="Times New Roman" panose="02020603050405020304" pitchFamily="18" charset="0"/>
                <a:ea typeface="楷体_GB2312" pitchFamily="49" charset="-122"/>
              </a:rPr>
              <a:t>x</a:t>
            </a:r>
            <a:r>
              <a:rPr lang="en-US" altLang="zh-CN" sz="2400" b="1">
                <a:solidFill>
                  <a:schemeClr val="accent2"/>
                </a:solidFill>
                <a:latin typeface="Times New Roman" panose="02020603050405020304" pitchFamily="18" charset="0"/>
                <a:ea typeface="楷体_GB2312" pitchFamily="49" charset="-122"/>
              </a:rPr>
              <a:t>)</a:t>
            </a:r>
          </a:p>
        </p:txBody>
      </p:sp>
      <p:sp>
        <p:nvSpPr>
          <p:cNvPr id="17442" name="Text Box 34"/>
          <p:cNvSpPr txBox="1">
            <a:spLocks noChangeArrowheads="1"/>
          </p:cNvSpPr>
          <p:nvPr/>
        </p:nvSpPr>
        <p:spPr bwMode="auto">
          <a:xfrm>
            <a:off x="3124200" y="5638800"/>
            <a:ext cx="838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i="1">
                <a:solidFill>
                  <a:schemeClr val="accent2"/>
                </a:solidFill>
                <a:latin typeface="Times New Roman" panose="02020603050405020304" pitchFamily="18" charset="0"/>
                <a:ea typeface="楷体_GB2312" pitchFamily="49" charset="-122"/>
              </a:rPr>
              <a:t>a</a:t>
            </a:r>
            <a:r>
              <a:rPr lang="en-US" altLang="zh-CN" sz="2800" b="1" i="1" baseline="-25000">
                <a:solidFill>
                  <a:schemeClr val="accent2"/>
                </a:solidFill>
                <a:latin typeface="Times New Roman" panose="02020603050405020304" pitchFamily="18" charset="0"/>
                <a:ea typeface="楷体_GB2312" pitchFamily="49" charset="-122"/>
              </a:rPr>
              <a:t>i</a:t>
            </a:r>
            <a:r>
              <a:rPr lang="en-US" altLang="zh-CN" sz="2800" b="1">
                <a:solidFill>
                  <a:schemeClr val="accent2"/>
                </a:solidFill>
                <a:latin typeface="Times New Roman" panose="02020603050405020304" pitchFamily="18" charset="0"/>
                <a:ea typeface="楷体_GB2312" pitchFamily="49" charset="-122"/>
              </a:rPr>
              <a:t> =</a:t>
            </a:r>
            <a:endParaRPr lang="en-US" altLang="zh-CN" sz="2800" b="1" i="1">
              <a:solidFill>
                <a:schemeClr val="accent2"/>
              </a:solidFill>
              <a:latin typeface="Times New Roman" panose="02020603050405020304" pitchFamily="18" charset="0"/>
              <a:ea typeface="楷体_GB2312" pitchFamily="49" charset="-122"/>
            </a:endParaRPr>
          </a:p>
        </p:txBody>
      </p:sp>
      <p:sp>
        <p:nvSpPr>
          <p:cNvPr id="17443" name="Text Box 35"/>
          <p:cNvSpPr txBox="1">
            <a:spLocks noChangeArrowheads="1"/>
          </p:cNvSpPr>
          <p:nvPr/>
        </p:nvSpPr>
        <p:spPr bwMode="auto">
          <a:xfrm>
            <a:off x="3733800" y="5638800"/>
            <a:ext cx="2362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i="1">
                <a:latin typeface="Times New Roman" panose="02020603050405020304" pitchFamily="18" charset="0"/>
                <a:ea typeface="楷体_GB2312" pitchFamily="49" charset="-122"/>
              </a:rPr>
              <a:t> </a:t>
            </a:r>
            <a:r>
              <a:rPr lang="en-US" altLang="zh-CN" sz="2800" b="1" i="1">
                <a:solidFill>
                  <a:schemeClr val="accent2"/>
                </a:solidFill>
                <a:latin typeface="Times New Roman" panose="02020603050405020304" pitchFamily="18" charset="0"/>
                <a:ea typeface="楷体_GB2312" pitchFamily="49" charset="-122"/>
              </a:rPr>
              <a:t>f </a:t>
            </a:r>
            <a:r>
              <a:rPr lang="en-US" altLang="zh-CN" sz="2800" b="1">
                <a:solidFill>
                  <a:schemeClr val="accent2"/>
                </a:solidFill>
                <a:latin typeface="Times New Roman" panose="02020603050405020304" pitchFamily="18" charset="0"/>
                <a:ea typeface="楷体_GB2312" pitchFamily="49" charset="-122"/>
              </a:rPr>
              <a:t>[ </a:t>
            </a:r>
            <a:r>
              <a:rPr lang="en-US" altLang="zh-CN" sz="2800" b="1" i="1">
                <a:solidFill>
                  <a:schemeClr val="accent2"/>
                </a:solidFill>
                <a:latin typeface="Times New Roman" panose="02020603050405020304" pitchFamily="18" charset="0"/>
                <a:ea typeface="楷体_GB2312" pitchFamily="49" charset="-122"/>
              </a:rPr>
              <a:t>x</a:t>
            </a:r>
            <a:r>
              <a:rPr lang="en-US" altLang="zh-CN" sz="2800" b="1" baseline="-25000">
                <a:solidFill>
                  <a:schemeClr val="accent2"/>
                </a:solidFill>
                <a:latin typeface="Times New Roman" panose="02020603050405020304" pitchFamily="18" charset="0"/>
                <a:ea typeface="楷体_GB2312" pitchFamily="49" charset="-122"/>
              </a:rPr>
              <a:t>0</a:t>
            </a:r>
            <a:r>
              <a:rPr lang="en-US" altLang="zh-CN" sz="2800" b="1">
                <a:solidFill>
                  <a:schemeClr val="accent2"/>
                </a:solidFill>
                <a:latin typeface="Times New Roman" panose="02020603050405020304" pitchFamily="18" charset="0"/>
                <a:ea typeface="楷体_GB2312" pitchFamily="49" charset="-122"/>
              </a:rPr>
              <a:t>, …, </a:t>
            </a:r>
            <a:r>
              <a:rPr lang="en-US" altLang="zh-CN" sz="2800" b="1" i="1">
                <a:solidFill>
                  <a:schemeClr val="accent2"/>
                </a:solidFill>
                <a:latin typeface="Times New Roman" panose="02020603050405020304" pitchFamily="18" charset="0"/>
                <a:ea typeface="楷体_GB2312" pitchFamily="49" charset="-122"/>
              </a:rPr>
              <a:t>x</a:t>
            </a:r>
            <a:r>
              <a:rPr lang="en-US" altLang="zh-CN" sz="2800" b="1" i="1" baseline="-25000">
                <a:solidFill>
                  <a:schemeClr val="accent2"/>
                </a:solidFill>
                <a:latin typeface="Times New Roman" panose="02020603050405020304" pitchFamily="18" charset="0"/>
                <a:ea typeface="楷体_GB2312" pitchFamily="49" charset="-122"/>
              </a:rPr>
              <a:t>i</a:t>
            </a:r>
            <a:r>
              <a:rPr lang="en-US" altLang="zh-CN" sz="2800" b="1">
                <a:solidFill>
                  <a:schemeClr val="accent2"/>
                </a:solidFill>
                <a:latin typeface="Times New Roman" panose="02020603050405020304" pitchFamily="18" charset="0"/>
                <a:ea typeface="楷体_GB2312" pitchFamily="49" charset="-122"/>
              </a:rPr>
              <a:t> ]</a:t>
            </a:r>
            <a:endParaRPr lang="en-US" altLang="zh-CN" sz="2800" b="1" i="1">
              <a:solidFill>
                <a:schemeClr val="accent2"/>
              </a:solidFill>
              <a:latin typeface="Times New Roman" panose="02020603050405020304" pitchFamily="18" charset="0"/>
              <a:ea typeface="楷体_GB2312" pitchFamily="49" charset="-122"/>
            </a:endParaRPr>
          </a:p>
        </p:txBody>
      </p:sp>
      <p:sp>
        <p:nvSpPr>
          <p:cNvPr id="52250" name="Rectangle 36"/>
          <p:cNvSpPr>
            <a:spLocks noChangeArrowheads="1"/>
          </p:cNvSpPr>
          <p:nvPr/>
        </p:nvSpPr>
        <p:spPr bwMode="auto">
          <a:xfrm>
            <a:off x="468313" y="908050"/>
            <a:ext cx="5543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3600" b="1">
                <a:solidFill>
                  <a:srgbClr val="800000"/>
                </a:solidFill>
                <a:latin typeface="楷体_GB2312" pitchFamily="49" charset="-122"/>
                <a:ea typeface="楷体_GB2312" pitchFamily="49" charset="-122"/>
              </a:rPr>
              <a:t>Newton</a:t>
            </a:r>
            <a:r>
              <a:rPr lang="zh-CN" altLang="en-US" sz="3600" b="1">
                <a:solidFill>
                  <a:srgbClr val="800000"/>
                </a:solidFill>
                <a:latin typeface="楷体_GB2312" pitchFamily="49" charset="-122"/>
                <a:ea typeface="楷体_GB2312" pitchFamily="49" charset="-122"/>
              </a:rPr>
              <a:t>插值公式余项</a:t>
            </a:r>
          </a:p>
        </p:txBody>
      </p:sp>
      <p:sp>
        <p:nvSpPr>
          <p:cNvPr id="127011" name="Text Box 35"/>
          <p:cNvSpPr txBox="1">
            <a:spLocks noChangeArrowheads="1"/>
          </p:cNvSpPr>
          <p:nvPr/>
        </p:nvSpPr>
        <p:spPr bwMode="auto">
          <a:xfrm>
            <a:off x="611188" y="3573463"/>
            <a:ext cx="40322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400">
                <a:ea typeface="华文楷体" panose="02010600040101010101" pitchFamily="2" charset="-122"/>
              </a:rPr>
              <a:t>反复的把后一项带入前一项：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7412"/>
                                        </p:tgtEl>
                                        <p:attrNameLst>
                                          <p:attrName>style.visibility</p:attrName>
                                        </p:attrNameLst>
                                      </p:cBhvr>
                                      <p:to>
                                        <p:strVal val="visible"/>
                                      </p:to>
                                    </p:set>
                                    <p:animEffect transition="in" filter="wipe(left)">
                                      <p:cBhvr>
                                        <p:cTn id="7" dur="500"/>
                                        <p:tgtEl>
                                          <p:spTgt spid="17412"/>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413"/>
                                        </p:tgtEl>
                                        <p:attrNameLst>
                                          <p:attrName>style.visibility</p:attrName>
                                        </p:attrNameLst>
                                      </p:cBhvr>
                                      <p:to>
                                        <p:strVal val="visible"/>
                                      </p:to>
                                    </p:set>
                                    <p:animEffect transition="in" filter="wipe(left)">
                                      <p:cBhvr>
                                        <p:cTn id="17" dur="500"/>
                                        <p:tgtEl>
                                          <p:spTgt spid="17413"/>
                                        </p:tgtEl>
                                      </p:cBhvr>
                                    </p:animEffect>
                                  </p:childTnLst>
                                  <p:subTnLst>
                                    <p:audio>
                                      <p:cMediaNode>
                                        <p:cTn display="0" masterRel="sameClick">
                                          <p:stCondLst>
                                            <p:cond evt="begin" delay="0">
                                              <p:tn val="15"/>
                                            </p:cond>
                                          </p:stCondLst>
                                          <p:endCondLst>
                                            <p:cond evt="onStopAudio" delay="0">
                                              <p:tgtEl>
                                                <p:sldTgt/>
                                              </p:tgtEl>
                                            </p:cond>
                                          </p:endCondLst>
                                        </p:cTn>
                                        <p:tgtEl>
                                          <p:sndTgt r:embed="rId3"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subTnLst>
                                    <p:audio>
                                      <p:cMediaNode>
                                        <p:cTn display="0" masterRel="sameClick">
                                          <p:stCondLst>
                                            <p:cond evt="begin" delay="0">
                                              <p:tn val="20"/>
                                            </p:cond>
                                          </p:stCondLst>
                                          <p:endCondLst>
                                            <p:cond evt="onStopAudio" delay="0">
                                              <p:tgtEl>
                                                <p:sldTgt/>
                                              </p:tgtEl>
                                            </p:cond>
                                          </p:endCondLst>
                                        </p:cTn>
                                        <p:tgtEl>
                                          <p:sndTgt r:embed="rId3" name="type.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7422"/>
                                        </p:tgtEl>
                                        <p:attrNameLst>
                                          <p:attrName>style.visibility</p:attrName>
                                        </p:attrNameLst>
                                      </p:cBhvr>
                                      <p:to>
                                        <p:strVal val="visible"/>
                                      </p:to>
                                    </p:set>
                                    <p:animEffect transition="in" filter="wipe(left)">
                                      <p:cBhvr>
                                        <p:cTn id="27" dur="500"/>
                                        <p:tgtEl>
                                          <p:spTgt spid="17422"/>
                                        </p:tgtEl>
                                      </p:cBhvr>
                                    </p:animEffect>
                                  </p:childTnLst>
                                </p:cTn>
                              </p:par>
                            </p:childTnLst>
                          </p:cTn>
                        </p:par>
                        <p:par>
                          <p:cTn id="28" fill="hold">
                            <p:stCondLst>
                              <p:cond delay="500"/>
                            </p:stCondLst>
                            <p:childTnLst>
                              <p:par>
                                <p:cTn id="29" presetID="22" presetClass="entr" presetSubtype="8" fill="hold" nodeType="afterEffect">
                                  <p:stCondLst>
                                    <p:cond delay="0"/>
                                  </p:stCondLst>
                                  <p:childTnLst>
                                    <p:set>
                                      <p:cBhvr>
                                        <p:cTn id="30" dur="1" fill="hold">
                                          <p:stCondLst>
                                            <p:cond delay="0"/>
                                          </p:stCondLst>
                                        </p:cTn>
                                        <p:tgtEl>
                                          <p:spTgt spid="17414"/>
                                        </p:tgtEl>
                                        <p:attrNameLst>
                                          <p:attrName>style.visibility</p:attrName>
                                        </p:attrNameLst>
                                      </p:cBhvr>
                                      <p:to>
                                        <p:strVal val="visible"/>
                                      </p:to>
                                    </p:set>
                                    <p:animEffect transition="in" filter="wipe(left)">
                                      <p:cBhvr>
                                        <p:cTn id="31" dur="500"/>
                                        <p:tgtEl>
                                          <p:spTgt spid="17414"/>
                                        </p:tgtEl>
                                      </p:cBhvr>
                                    </p:animEffect>
                                  </p:childTnLst>
                                  <p:subTnLst>
                                    <p:audio>
                                      <p:cMediaNode>
                                        <p:cTn display="0" masterRel="sameClick">
                                          <p:stCondLst>
                                            <p:cond evt="begin" delay="0">
                                              <p:tn val="29"/>
                                            </p:cond>
                                          </p:stCondLst>
                                          <p:endCondLst>
                                            <p:cond evt="onStopAudio" delay="0">
                                              <p:tgtEl>
                                                <p:sldTgt/>
                                              </p:tgtEl>
                                            </p:cond>
                                          </p:endCondLst>
                                        </p:cTn>
                                        <p:tgtEl>
                                          <p:sndTgt r:embed="rId3" name="type.wav"/>
                                        </p:tgtEl>
                                      </p:cMediaNode>
                                    </p:audio>
                                  </p:subTnLst>
                                </p:cTn>
                              </p:par>
                            </p:childTnLst>
                          </p:cTn>
                        </p:par>
                        <p:par>
                          <p:cTn id="32" fill="hold">
                            <p:stCondLst>
                              <p:cond delay="1000"/>
                            </p:stCondLst>
                            <p:childTnLst>
                              <p:par>
                                <p:cTn id="33" presetID="22" presetClass="entr" presetSubtype="8"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wipe(left)">
                                      <p:cBhvr>
                                        <p:cTn id="35" dur="500"/>
                                        <p:tgtEl>
                                          <p:spTgt spid="4"/>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42" fill="hold" grpId="0" nodeType="clickEffect">
                                  <p:stCondLst>
                                    <p:cond delay="0"/>
                                  </p:stCondLst>
                                  <p:childTnLst>
                                    <p:set>
                                      <p:cBhvr>
                                        <p:cTn id="39" dur="1" fill="hold">
                                          <p:stCondLst>
                                            <p:cond delay="0"/>
                                          </p:stCondLst>
                                        </p:cTn>
                                        <p:tgtEl>
                                          <p:spTgt spid="17415"/>
                                        </p:tgtEl>
                                        <p:attrNameLst>
                                          <p:attrName>style.visibility</p:attrName>
                                        </p:attrNameLst>
                                      </p:cBhvr>
                                      <p:to>
                                        <p:strVal val="visible"/>
                                      </p:to>
                                    </p:set>
                                    <p:animEffect transition="in" filter="barn(outHorizontal)">
                                      <p:cBhvr>
                                        <p:cTn id="40" dur="500"/>
                                        <p:tgtEl>
                                          <p:spTgt spid="17415"/>
                                        </p:tgtEl>
                                      </p:cBhvr>
                                    </p:animEffect>
                                  </p:childTnLst>
                                  <p:subTnLst>
                                    <p:audio>
                                      <p:cMediaNode>
                                        <p:cTn display="0" masterRel="sameClick">
                                          <p:stCondLst>
                                            <p:cond evt="begin" delay="0">
                                              <p:tn val="38"/>
                                            </p:cond>
                                          </p:stCondLst>
                                          <p:endCondLst>
                                            <p:cond evt="onStopAudio" delay="0">
                                              <p:tgtEl>
                                                <p:sldTgt/>
                                              </p:tgtEl>
                                            </p:cond>
                                          </p:endCondLst>
                                        </p:cTn>
                                        <p:tgtEl>
                                          <p:sndTgt r:embed="rId4" name="laser.wav"/>
                                        </p:tgtEl>
                                      </p:cMediaNode>
                                    </p:audio>
                                  </p:sub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27011">
                                            <p:txEl>
                                              <p:pRg st="0" end="0"/>
                                            </p:txEl>
                                          </p:spTgt>
                                        </p:tgtEl>
                                        <p:attrNameLst>
                                          <p:attrName>style.visibility</p:attrName>
                                        </p:attrNameLst>
                                      </p:cBhvr>
                                      <p:to>
                                        <p:strVal val="visible"/>
                                      </p:to>
                                    </p:set>
                                    <p:anim calcmode="lin" valueType="num">
                                      <p:cBhvr>
                                        <p:cTn id="45" dur="500" fill="hold"/>
                                        <p:tgtEl>
                                          <p:spTgt spid="127011">
                                            <p:txEl>
                                              <p:pRg st="0" end="0"/>
                                            </p:txEl>
                                          </p:spTgt>
                                        </p:tgtEl>
                                        <p:attrNameLst>
                                          <p:attrName>ppt_x</p:attrName>
                                        </p:attrNameLst>
                                      </p:cBhvr>
                                      <p:tavLst>
                                        <p:tav tm="0">
                                          <p:val>
                                            <p:strVal val="0-#ppt_w/2"/>
                                          </p:val>
                                        </p:tav>
                                        <p:tav tm="100000">
                                          <p:val>
                                            <p:strVal val="#ppt_x"/>
                                          </p:val>
                                        </p:tav>
                                      </p:tavLst>
                                    </p:anim>
                                    <p:anim calcmode="lin" valueType="num">
                                      <p:cBhvr>
                                        <p:cTn id="46" dur="500" fill="hold"/>
                                        <p:tgtEl>
                                          <p:spTgt spid="1270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8" presetClass="entr" presetSubtype="6" fill="hold" nodeType="click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strips(downRight)">
                                      <p:cBhvr>
                                        <p:cTn id="51" dur="500"/>
                                        <p:tgtEl>
                                          <p:spTgt spid="7"/>
                                        </p:tgtEl>
                                      </p:cBhvr>
                                    </p:animEffect>
                                  </p:childTnLst>
                                  <p:subTnLst>
                                    <p:audio>
                                      <p:cMediaNode>
                                        <p:cTn display="0" masterRel="sameClick">
                                          <p:stCondLst>
                                            <p:cond evt="begin" delay="0">
                                              <p:tn val="49"/>
                                            </p:cond>
                                          </p:stCondLst>
                                          <p:endCondLst>
                                            <p:cond evt="onStopAudio" delay="0">
                                              <p:tgtEl>
                                                <p:sldTgt/>
                                              </p:tgtEl>
                                            </p:cond>
                                          </p:endCondLst>
                                        </p:cTn>
                                        <p:tgtEl>
                                          <p:sndTgt r:embed="rId5" name="PROJCTOR.WAV"/>
                                        </p:tgtEl>
                                      </p:cMediaNode>
                                    </p:audio>
                                  </p:subTnLst>
                                </p:cTn>
                              </p:par>
                            </p:childTnLst>
                          </p:cTn>
                        </p:par>
                      </p:childTnLst>
                    </p:cTn>
                  </p:par>
                  <p:par>
                    <p:cTn id="52" fill="hold">
                      <p:stCondLst>
                        <p:cond delay="indefinite"/>
                      </p:stCondLst>
                      <p:childTnLst>
                        <p:par>
                          <p:cTn id="53" fill="hold">
                            <p:stCondLst>
                              <p:cond delay="0"/>
                            </p:stCondLst>
                            <p:childTnLst>
                              <p:par>
                                <p:cTn id="54" presetID="23" presetClass="entr" presetSubtype="16" fill="hold" grpId="0" nodeType="clickEffect">
                                  <p:stCondLst>
                                    <p:cond delay="0"/>
                                  </p:stCondLst>
                                  <p:childTnLst>
                                    <p:set>
                                      <p:cBhvr>
                                        <p:cTn id="55" dur="1" fill="hold">
                                          <p:stCondLst>
                                            <p:cond delay="0"/>
                                          </p:stCondLst>
                                        </p:cTn>
                                        <p:tgtEl>
                                          <p:spTgt spid="17438"/>
                                        </p:tgtEl>
                                        <p:attrNameLst>
                                          <p:attrName>style.visibility</p:attrName>
                                        </p:attrNameLst>
                                      </p:cBhvr>
                                      <p:to>
                                        <p:strVal val="visible"/>
                                      </p:to>
                                    </p:set>
                                    <p:anim calcmode="lin" valueType="num">
                                      <p:cBhvr>
                                        <p:cTn id="56" dur="500" fill="hold"/>
                                        <p:tgtEl>
                                          <p:spTgt spid="17438"/>
                                        </p:tgtEl>
                                        <p:attrNameLst>
                                          <p:attrName>ppt_w</p:attrName>
                                        </p:attrNameLst>
                                      </p:cBhvr>
                                      <p:tavLst>
                                        <p:tav tm="0">
                                          <p:val>
                                            <p:fltVal val="0"/>
                                          </p:val>
                                        </p:tav>
                                        <p:tav tm="100000">
                                          <p:val>
                                            <p:strVal val="#ppt_w"/>
                                          </p:val>
                                        </p:tav>
                                      </p:tavLst>
                                    </p:anim>
                                    <p:anim calcmode="lin" valueType="num">
                                      <p:cBhvr>
                                        <p:cTn id="57" dur="500" fill="hold"/>
                                        <p:tgtEl>
                                          <p:spTgt spid="17438"/>
                                        </p:tgtEl>
                                        <p:attrNameLst>
                                          <p:attrName>ppt_h</p:attrName>
                                        </p:attrNameLst>
                                      </p:cBhvr>
                                      <p:tavLst>
                                        <p:tav tm="0">
                                          <p:val>
                                            <p:fltVal val="0"/>
                                          </p:val>
                                        </p:tav>
                                        <p:tav tm="100000">
                                          <p:val>
                                            <p:strVal val="#ppt_h"/>
                                          </p:val>
                                        </p:tav>
                                      </p:tavLst>
                                    </p:anim>
                                  </p:childTnLst>
                                </p:cTn>
                              </p:par>
                            </p:childTnLst>
                          </p:cTn>
                        </p:par>
                        <p:par>
                          <p:cTn id="58" fill="hold">
                            <p:stCondLst>
                              <p:cond delay="500"/>
                            </p:stCondLst>
                            <p:childTnLst>
                              <p:par>
                                <p:cTn id="59" presetID="18" presetClass="entr" presetSubtype="12" fill="hold" grpId="0" nodeType="afterEffect">
                                  <p:stCondLst>
                                    <p:cond delay="0"/>
                                  </p:stCondLst>
                                  <p:childTnLst>
                                    <p:set>
                                      <p:cBhvr>
                                        <p:cTn id="60" dur="1" fill="hold">
                                          <p:stCondLst>
                                            <p:cond delay="0"/>
                                          </p:stCondLst>
                                        </p:cTn>
                                        <p:tgtEl>
                                          <p:spTgt spid="17439"/>
                                        </p:tgtEl>
                                        <p:attrNameLst>
                                          <p:attrName>style.visibility</p:attrName>
                                        </p:attrNameLst>
                                      </p:cBhvr>
                                      <p:to>
                                        <p:strVal val="visible"/>
                                      </p:to>
                                    </p:set>
                                    <p:animEffect transition="in" filter="strips(downLeft)">
                                      <p:cBhvr>
                                        <p:cTn id="61" dur="500"/>
                                        <p:tgtEl>
                                          <p:spTgt spid="17439"/>
                                        </p:tgtEl>
                                      </p:cBhvr>
                                    </p:animEffect>
                                  </p:childTnLst>
                                  <p:subTnLst>
                                    <p:audio>
                                      <p:cMediaNode>
                                        <p:cTn display="0" masterRel="sameClick">
                                          <p:stCondLst>
                                            <p:cond evt="begin" delay="0">
                                              <p:tn val="59"/>
                                            </p:cond>
                                          </p:stCondLst>
                                          <p:endCondLst>
                                            <p:cond evt="onStopAudio" delay="0">
                                              <p:tgtEl>
                                                <p:sldTgt/>
                                              </p:tgtEl>
                                            </p:cond>
                                          </p:endCondLst>
                                        </p:cTn>
                                        <p:tgtEl>
                                          <p:sndTgt r:embed="rId6" name="whoosh.wav"/>
                                        </p:tgtEl>
                                      </p:cMediaNode>
                                    </p:audio>
                                  </p:subTnLst>
                                </p:cTn>
                              </p:par>
                            </p:childTnLst>
                          </p:cTn>
                        </p:par>
                      </p:childTnLst>
                    </p:cTn>
                  </p:par>
                  <p:par>
                    <p:cTn id="62" fill="hold">
                      <p:stCondLst>
                        <p:cond delay="indefinite"/>
                      </p:stCondLst>
                      <p:childTnLst>
                        <p:par>
                          <p:cTn id="63" fill="hold">
                            <p:stCondLst>
                              <p:cond delay="0"/>
                            </p:stCondLst>
                            <p:childTnLst>
                              <p:par>
                                <p:cTn id="64" presetID="23" presetClass="entr" presetSubtype="16" fill="hold" grpId="0" nodeType="clickEffect">
                                  <p:stCondLst>
                                    <p:cond delay="0"/>
                                  </p:stCondLst>
                                  <p:childTnLst>
                                    <p:set>
                                      <p:cBhvr>
                                        <p:cTn id="65" dur="1" fill="hold">
                                          <p:stCondLst>
                                            <p:cond delay="0"/>
                                          </p:stCondLst>
                                        </p:cTn>
                                        <p:tgtEl>
                                          <p:spTgt spid="17440"/>
                                        </p:tgtEl>
                                        <p:attrNameLst>
                                          <p:attrName>style.visibility</p:attrName>
                                        </p:attrNameLst>
                                      </p:cBhvr>
                                      <p:to>
                                        <p:strVal val="visible"/>
                                      </p:to>
                                    </p:set>
                                    <p:anim calcmode="lin" valueType="num">
                                      <p:cBhvr>
                                        <p:cTn id="66" dur="500" fill="hold"/>
                                        <p:tgtEl>
                                          <p:spTgt spid="17440"/>
                                        </p:tgtEl>
                                        <p:attrNameLst>
                                          <p:attrName>ppt_w</p:attrName>
                                        </p:attrNameLst>
                                      </p:cBhvr>
                                      <p:tavLst>
                                        <p:tav tm="0">
                                          <p:val>
                                            <p:fltVal val="0"/>
                                          </p:val>
                                        </p:tav>
                                        <p:tav tm="100000">
                                          <p:val>
                                            <p:strVal val="#ppt_w"/>
                                          </p:val>
                                        </p:tav>
                                      </p:tavLst>
                                    </p:anim>
                                    <p:anim calcmode="lin" valueType="num">
                                      <p:cBhvr>
                                        <p:cTn id="67" dur="500" fill="hold"/>
                                        <p:tgtEl>
                                          <p:spTgt spid="17440"/>
                                        </p:tgtEl>
                                        <p:attrNameLst>
                                          <p:attrName>ppt_h</p:attrName>
                                        </p:attrNameLst>
                                      </p:cBhvr>
                                      <p:tavLst>
                                        <p:tav tm="0">
                                          <p:val>
                                            <p:fltVal val="0"/>
                                          </p:val>
                                        </p:tav>
                                        <p:tav tm="100000">
                                          <p:val>
                                            <p:strVal val="#ppt_h"/>
                                          </p:val>
                                        </p:tav>
                                      </p:tavLst>
                                    </p:anim>
                                  </p:childTnLst>
                                </p:cTn>
                              </p:par>
                            </p:childTnLst>
                          </p:cTn>
                        </p:par>
                        <p:par>
                          <p:cTn id="68" fill="hold">
                            <p:stCondLst>
                              <p:cond delay="500"/>
                            </p:stCondLst>
                            <p:childTnLst>
                              <p:par>
                                <p:cTn id="69" presetID="18" presetClass="entr" presetSubtype="6" fill="hold" grpId="0" nodeType="afterEffect">
                                  <p:stCondLst>
                                    <p:cond delay="0"/>
                                  </p:stCondLst>
                                  <p:childTnLst>
                                    <p:set>
                                      <p:cBhvr>
                                        <p:cTn id="70" dur="1" fill="hold">
                                          <p:stCondLst>
                                            <p:cond delay="0"/>
                                          </p:stCondLst>
                                        </p:cTn>
                                        <p:tgtEl>
                                          <p:spTgt spid="17441"/>
                                        </p:tgtEl>
                                        <p:attrNameLst>
                                          <p:attrName>style.visibility</p:attrName>
                                        </p:attrNameLst>
                                      </p:cBhvr>
                                      <p:to>
                                        <p:strVal val="visible"/>
                                      </p:to>
                                    </p:set>
                                    <p:animEffect transition="in" filter="strips(downRight)">
                                      <p:cBhvr>
                                        <p:cTn id="71" dur="500"/>
                                        <p:tgtEl>
                                          <p:spTgt spid="17441"/>
                                        </p:tgtEl>
                                      </p:cBhvr>
                                    </p:animEffect>
                                  </p:childTnLst>
                                  <p:subTnLst>
                                    <p:audio>
                                      <p:cMediaNode>
                                        <p:cTn display="0" masterRel="sameClick">
                                          <p:stCondLst>
                                            <p:cond evt="begin" delay="0">
                                              <p:tn val="69"/>
                                            </p:cond>
                                          </p:stCondLst>
                                          <p:endCondLst>
                                            <p:cond evt="onStopAudio" delay="0">
                                              <p:tgtEl>
                                                <p:sldTgt/>
                                              </p:tgtEl>
                                            </p:cond>
                                          </p:endCondLst>
                                        </p:cTn>
                                        <p:tgtEl>
                                          <p:sndTgt r:embed="rId6" name="whoosh.wav"/>
                                        </p:tgtEl>
                                      </p:cMediaNode>
                                    </p:audio>
                                  </p:subTnLst>
                                </p:cTn>
                              </p:par>
                            </p:childTnLst>
                          </p:cTn>
                        </p:par>
                      </p:childTnLst>
                    </p:cTn>
                  </p:par>
                  <p:par>
                    <p:cTn id="72" fill="hold">
                      <p:stCondLst>
                        <p:cond delay="indefinite"/>
                      </p:stCondLst>
                      <p:childTnLst>
                        <p:par>
                          <p:cTn id="73" fill="hold">
                            <p:stCondLst>
                              <p:cond delay="0"/>
                            </p:stCondLst>
                            <p:childTnLst>
                              <p:par>
                                <p:cTn id="74" presetID="22" presetClass="entr" presetSubtype="1" fill="hold" grpId="0" nodeType="clickEffect">
                                  <p:stCondLst>
                                    <p:cond delay="0"/>
                                  </p:stCondLst>
                                  <p:childTnLst>
                                    <p:set>
                                      <p:cBhvr>
                                        <p:cTn id="75" dur="1" fill="hold">
                                          <p:stCondLst>
                                            <p:cond delay="0"/>
                                          </p:stCondLst>
                                        </p:cTn>
                                        <p:tgtEl>
                                          <p:spTgt spid="17442"/>
                                        </p:tgtEl>
                                        <p:attrNameLst>
                                          <p:attrName>style.visibility</p:attrName>
                                        </p:attrNameLst>
                                      </p:cBhvr>
                                      <p:to>
                                        <p:strVal val="visible"/>
                                      </p:to>
                                    </p:set>
                                    <p:animEffect transition="in" filter="wipe(up)">
                                      <p:cBhvr>
                                        <p:cTn id="76" dur="500"/>
                                        <p:tgtEl>
                                          <p:spTgt spid="17442"/>
                                        </p:tgtEl>
                                      </p:cBhvr>
                                    </p:animEffect>
                                  </p:childTnLst>
                                  <p:subTnLst>
                                    <p:audio>
                                      <p:cMediaNode>
                                        <p:cTn display="0" masterRel="sameClick">
                                          <p:stCondLst>
                                            <p:cond evt="begin" delay="0">
                                              <p:tn val="74"/>
                                            </p:cond>
                                          </p:stCondLst>
                                          <p:endCondLst>
                                            <p:cond evt="onStopAudio" delay="0">
                                              <p:tgtEl>
                                                <p:sldTgt/>
                                              </p:tgtEl>
                                            </p:cond>
                                          </p:endCondLst>
                                        </p:cTn>
                                        <p:tgtEl>
                                          <p:sndTgt r:embed="rId3" name="type.wav"/>
                                        </p:tgtEl>
                                      </p:cMediaNode>
                                    </p:audio>
                                  </p:sub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17443"/>
                                        </p:tgtEl>
                                        <p:attrNameLst>
                                          <p:attrName>style.visibility</p:attrName>
                                        </p:attrNameLst>
                                      </p:cBhvr>
                                      <p:to>
                                        <p:strVal val="visible"/>
                                      </p:to>
                                    </p:set>
                                    <p:animEffect transition="in" filter="wipe(left)">
                                      <p:cBhvr>
                                        <p:cTn id="81" dur="500"/>
                                        <p:tgtEl>
                                          <p:spTgt spid="17443"/>
                                        </p:tgtEl>
                                      </p:cBhvr>
                                    </p:animEffect>
                                  </p:childTnLst>
                                  <p:subTnLst>
                                    <p:audio>
                                      <p:cMediaNode>
                                        <p:cTn display="0" masterRel="sameClick">
                                          <p:stCondLst>
                                            <p:cond evt="begin" delay="0">
                                              <p:tn val="79"/>
                                            </p:cond>
                                          </p:stCondLst>
                                          <p:endCondLst>
                                            <p:cond evt="onStopAudio" delay="0">
                                              <p:tgtEl>
                                                <p:sldTgt/>
                                              </p:tgtEl>
                                            </p:cond>
                                          </p:endCondLst>
                                        </p:cTn>
                                        <p:tgtEl>
                                          <p:sndTgt r:embed="rId7"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5" grpId="0" animBg="1"/>
      <p:bldP spid="17422" grpId="0"/>
      <p:bldP spid="17438" grpId="0" animBg="1"/>
      <p:bldP spid="17439" grpId="0" animBg="1"/>
      <p:bldP spid="17440" grpId="0" animBg="1"/>
      <p:bldP spid="17441" grpId="0" animBg="1"/>
      <p:bldP spid="17442" grpId="0"/>
      <p:bldP spid="1744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8313" y="2060575"/>
            <a:ext cx="754380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1163" y="3813175"/>
            <a:ext cx="8343900" cy="178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51" name="Rectangle 7"/>
          <p:cNvSpPr>
            <a:spLocks noChangeArrowheads="1"/>
          </p:cNvSpPr>
          <p:nvPr/>
        </p:nvSpPr>
        <p:spPr bwMode="auto">
          <a:xfrm>
            <a:off x="468313" y="908050"/>
            <a:ext cx="633571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3600" b="1">
                <a:solidFill>
                  <a:srgbClr val="800000"/>
                </a:solidFill>
                <a:latin typeface="楷体_GB2312" pitchFamily="49" charset="-122"/>
                <a:ea typeface="楷体_GB2312" pitchFamily="49" charset="-122"/>
              </a:rPr>
              <a:t>Newton</a:t>
            </a:r>
            <a:r>
              <a:rPr lang="zh-CN" altLang="en-US" sz="3600" b="1">
                <a:solidFill>
                  <a:srgbClr val="800000"/>
                </a:solidFill>
                <a:latin typeface="楷体_GB2312" pitchFamily="49" charset="-122"/>
                <a:ea typeface="楷体_GB2312" pitchFamily="49" charset="-122"/>
              </a:rPr>
              <a:t>插值公式及其余项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wipe(left)">
                                      <p:cBhvr>
                                        <p:cTn id="7" dur="500"/>
                                        <p:tgtEl>
                                          <p:spTgt spid="1536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5366"/>
                                        </p:tgtEl>
                                        <p:attrNameLst>
                                          <p:attrName>style.visibility</p:attrName>
                                        </p:attrNameLst>
                                      </p:cBhvr>
                                      <p:to>
                                        <p:strVal val="visible"/>
                                      </p:to>
                                    </p:set>
                                    <p:animEffect transition="in" filter="wipe(left)">
                                      <p:cBhvr>
                                        <p:cTn id="12" dur="500"/>
                                        <p:tgtEl>
                                          <p:spTgt spid="153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725" y="228600"/>
            <a:ext cx="8210550"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25" y="1052513"/>
            <a:ext cx="8543925" cy="270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38"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825" y="3860800"/>
            <a:ext cx="8658225" cy="84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0825" y="4797425"/>
            <a:ext cx="3438525"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0825" y="5373688"/>
            <a:ext cx="8610600" cy="80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8436"/>
                                        </p:tgtEl>
                                        <p:attrNameLst>
                                          <p:attrName>style.visibility</p:attrName>
                                        </p:attrNameLst>
                                      </p:cBhvr>
                                      <p:to>
                                        <p:strVal val="visible"/>
                                      </p:to>
                                    </p:set>
                                    <p:animEffect transition="in" filter="wipe(left)">
                                      <p:cBhvr>
                                        <p:cTn id="7" dur="500"/>
                                        <p:tgtEl>
                                          <p:spTgt spid="1843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8437"/>
                                        </p:tgtEl>
                                        <p:attrNameLst>
                                          <p:attrName>style.visibility</p:attrName>
                                        </p:attrNameLst>
                                      </p:cBhvr>
                                      <p:to>
                                        <p:strVal val="visible"/>
                                      </p:to>
                                    </p:set>
                                    <p:animEffect transition="in" filter="wipe(left)">
                                      <p:cBhvr>
                                        <p:cTn id="12" dur="500"/>
                                        <p:tgtEl>
                                          <p:spTgt spid="1843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8438"/>
                                        </p:tgtEl>
                                        <p:attrNameLst>
                                          <p:attrName>style.visibility</p:attrName>
                                        </p:attrNameLst>
                                      </p:cBhvr>
                                      <p:to>
                                        <p:strVal val="visible"/>
                                      </p:to>
                                    </p:set>
                                    <p:animEffect transition="in" filter="wipe(left)">
                                      <p:cBhvr>
                                        <p:cTn id="17" dur="500"/>
                                        <p:tgtEl>
                                          <p:spTgt spid="1843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8439"/>
                                        </p:tgtEl>
                                        <p:attrNameLst>
                                          <p:attrName>style.visibility</p:attrName>
                                        </p:attrNameLst>
                                      </p:cBhvr>
                                      <p:to>
                                        <p:strVal val="visible"/>
                                      </p:to>
                                    </p:set>
                                    <p:animEffect transition="in" filter="wipe(left)">
                                      <p:cBhvr>
                                        <p:cTn id="22" dur="500"/>
                                        <p:tgtEl>
                                          <p:spTgt spid="1843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8440"/>
                                        </p:tgtEl>
                                        <p:attrNameLst>
                                          <p:attrName>style.visibility</p:attrName>
                                        </p:attrNameLst>
                                      </p:cBhvr>
                                      <p:to>
                                        <p:strVal val="visible"/>
                                      </p:to>
                                    </p:set>
                                    <p:animEffect transition="in" filter="wipe(left)">
                                      <p:cBhvr>
                                        <p:cTn id="27" dur="500"/>
                                        <p:tgtEl>
                                          <p:spTgt spid="18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Text Box 4"/>
          <p:cNvSpPr txBox="1">
            <a:spLocks noChangeArrowheads="1"/>
          </p:cNvSpPr>
          <p:nvPr/>
        </p:nvSpPr>
        <p:spPr bwMode="auto">
          <a:xfrm>
            <a:off x="539750" y="836613"/>
            <a:ext cx="475138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600" b="1">
                <a:solidFill>
                  <a:srgbClr val="800000"/>
                </a:solidFill>
                <a:latin typeface="楷体_GB2312" pitchFamily="49" charset="-122"/>
                <a:ea typeface="楷体_GB2312" pitchFamily="49" charset="-122"/>
              </a:rPr>
              <a:t>差商具有如下性质</a:t>
            </a:r>
            <a:r>
              <a:rPr lang="en-US" altLang="zh-CN" sz="3600" b="1">
                <a:solidFill>
                  <a:srgbClr val="800000"/>
                </a:solidFill>
                <a:latin typeface="楷体_GB2312" pitchFamily="49" charset="-122"/>
                <a:ea typeface="楷体_GB2312" pitchFamily="49" charset="-122"/>
              </a:rPr>
              <a:t>:</a:t>
            </a:r>
          </a:p>
        </p:txBody>
      </p:sp>
      <p:graphicFrame>
        <p:nvGraphicFramePr>
          <p:cNvPr id="14341" name="Object 5"/>
          <p:cNvGraphicFramePr>
            <a:graphicFrameLocks noChangeAspect="1"/>
          </p:cNvGraphicFramePr>
          <p:nvPr/>
        </p:nvGraphicFramePr>
        <p:xfrm>
          <a:off x="638175" y="1741488"/>
          <a:ext cx="6737350" cy="1011237"/>
        </p:xfrm>
        <a:graphic>
          <a:graphicData uri="http://schemas.openxmlformats.org/presentationml/2006/ole">
            <mc:AlternateContent xmlns:mc="http://schemas.openxmlformats.org/markup-compatibility/2006">
              <mc:Choice xmlns:v="urn:schemas-microsoft-com:vml" Requires="v">
                <p:oleObj spid="_x0000_s55434" r:id="rId5" imgW="3200400" imgH="482600" progId="Equation.3">
                  <p:embed/>
                </p:oleObj>
              </mc:Choice>
              <mc:Fallback>
                <p:oleObj r:id="rId5" imgW="3200400" imgH="4826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8175" y="1741488"/>
                        <a:ext cx="6737350" cy="1011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4342" name="Rectangle 6"/>
          <p:cNvSpPr>
            <a:spLocks noChangeArrowheads="1"/>
          </p:cNvSpPr>
          <p:nvPr/>
        </p:nvSpPr>
        <p:spPr bwMode="auto">
          <a:xfrm>
            <a:off x="228600" y="2774950"/>
            <a:ext cx="8153400" cy="18288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aphicFrame>
        <p:nvGraphicFramePr>
          <p:cNvPr id="14343" name="Object 7"/>
          <p:cNvGraphicFramePr>
            <a:graphicFrameLocks noChangeAspect="1"/>
          </p:cNvGraphicFramePr>
          <p:nvPr/>
        </p:nvGraphicFramePr>
        <p:xfrm>
          <a:off x="411163" y="2906713"/>
          <a:ext cx="2919412" cy="492125"/>
        </p:xfrm>
        <a:graphic>
          <a:graphicData uri="http://schemas.openxmlformats.org/presentationml/2006/ole">
            <mc:AlternateContent xmlns:mc="http://schemas.openxmlformats.org/markup-compatibility/2006">
              <mc:Choice xmlns:v="urn:schemas-microsoft-com:vml" Requires="v">
                <p:oleObj spid="_x0000_s55435" r:id="rId7" imgW="1269365" imgH="215900" progId="Equation.3">
                  <p:embed/>
                </p:oleObj>
              </mc:Choice>
              <mc:Fallback>
                <p:oleObj r:id="rId7" imgW="1269365" imgH="2159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1163" y="2906713"/>
                        <a:ext cx="29194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4344" name="Object 8"/>
          <p:cNvGraphicFramePr>
            <a:graphicFrameLocks noChangeAspect="1"/>
          </p:cNvGraphicFramePr>
          <p:nvPr/>
        </p:nvGraphicFramePr>
        <p:xfrm>
          <a:off x="1816100" y="3400425"/>
          <a:ext cx="6537325" cy="1017588"/>
        </p:xfrm>
        <a:graphic>
          <a:graphicData uri="http://schemas.openxmlformats.org/presentationml/2006/ole">
            <mc:AlternateContent xmlns:mc="http://schemas.openxmlformats.org/markup-compatibility/2006">
              <mc:Choice xmlns:v="urn:schemas-microsoft-com:vml" Requires="v">
                <p:oleObj spid="_x0000_s55436" r:id="rId9" imgW="2844800" imgH="444500" progId="Equation.3">
                  <p:embed/>
                </p:oleObj>
              </mc:Choice>
              <mc:Fallback>
                <p:oleObj r:id="rId9" imgW="2844800" imgH="44450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16100" y="3400425"/>
                        <a:ext cx="6537325" cy="1017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pic>
        <p:nvPicPr>
          <p:cNvPr id="14345"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1000" y="4679950"/>
            <a:ext cx="76676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0"/>
          <p:cNvGrpSpPr/>
          <p:nvPr/>
        </p:nvGrpSpPr>
        <p:grpSpPr bwMode="auto">
          <a:xfrm>
            <a:off x="6464300" y="5168900"/>
            <a:ext cx="2384425" cy="1543050"/>
            <a:chOff x="1303" y="1686"/>
            <a:chExt cx="2573" cy="1669"/>
          </a:xfrm>
        </p:grpSpPr>
        <p:grpSp>
          <p:nvGrpSpPr>
            <p:cNvPr id="55304" name="Group 11"/>
            <p:cNvGrpSpPr/>
            <p:nvPr/>
          </p:nvGrpSpPr>
          <p:grpSpPr bwMode="auto">
            <a:xfrm>
              <a:off x="1303" y="2760"/>
              <a:ext cx="2573" cy="595"/>
              <a:chOff x="1303" y="2760"/>
              <a:chExt cx="2573" cy="595"/>
            </a:xfrm>
          </p:grpSpPr>
          <p:sp>
            <p:nvSpPr>
              <p:cNvPr id="55305" name="Freeform 12"/>
              <p:cNvSpPr>
                <a:spLocks noChangeArrowheads="1"/>
              </p:cNvSpPr>
              <p:nvPr/>
            </p:nvSpPr>
            <p:spPr bwMode="auto">
              <a:xfrm>
                <a:off x="1303" y="2760"/>
                <a:ext cx="2573" cy="481"/>
              </a:xfrm>
              <a:custGeom>
                <a:avLst/>
                <a:gdLst>
                  <a:gd name="T0" fmla="*/ 1570 w 5145"/>
                  <a:gd name="T1" fmla="*/ 0 h 963"/>
                  <a:gd name="T2" fmla="*/ 5145 w 5145"/>
                  <a:gd name="T3" fmla="*/ 0 h 963"/>
                  <a:gd name="T4" fmla="*/ 4182 w 5145"/>
                  <a:gd name="T5" fmla="*/ 963 h 963"/>
                  <a:gd name="T6" fmla="*/ 0 w 5145"/>
                  <a:gd name="T7" fmla="*/ 963 h 963"/>
                  <a:gd name="T8" fmla="*/ 1570 w 5145"/>
                  <a:gd name="T9" fmla="*/ 0 h 963"/>
                </a:gdLst>
                <a:ahLst/>
                <a:cxnLst>
                  <a:cxn ang="0">
                    <a:pos x="T0" y="T1"/>
                  </a:cxn>
                  <a:cxn ang="0">
                    <a:pos x="T2" y="T3"/>
                  </a:cxn>
                  <a:cxn ang="0">
                    <a:pos x="T4" y="T5"/>
                  </a:cxn>
                  <a:cxn ang="0">
                    <a:pos x="T6" y="T7"/>
                  </a:cxn>
                  <a:cxn ang="0">
                    <a:pos x="T8" y="T9"/>
                  </a:cxn>
                </a:cxnLst>
                <a:rect l="0" t="0" r="r" b="b"/>
                <a:pathLst>
                  <a:path w="5145" h="963">
                    <a:moveTo>
                      <a:pt x="1570" y="0"/>
                    </a:moveTo>
                    <a:lnTo>
                      <a:pt x="5145" y="0"/>
                    </a:lnTo>
                    <a:lnTo>
                      <a:pt x="4182" y="963"/>
                    </a:lnTo>
                    <a:lnTo>
                      <a:pt x="0" y="963"/>
                    </a:lnTo>
                    <a:lnTo>
                      <a:pt x="1570" y="0"/>
                    </a:lnTo>
                    <a:close/>
                  </a:path>
                </a:pathLst>
              </a:custGeom>
              <a:solidFill>
                <a:srgbClr val="C06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06" name="Rectangle 13"/>
              <p:cNvSpPr>
                <a:spLocks noChangeArrowheads="1"/>
              </p:cNvSpPr>
              <p:nvPr/>
            </p:nvSpPr>
            <p:spPr bwMode="auto">
              <a:xfrm>
                <a:off x="1305" y="3243"/>
                <a:ext cx="2088" cy="110"/>
              </a:xfrm>
              <a:prstGeom prst="rect">
                <a:avLst/>
              </a:prstGeom>
              <a:solidFill>
                <a:srgbClr val="804000"/>
              </a:solidFill>
              <a:ln w="7938">
                <a:solidFill>
                  <a:srgbClr val="000000"/>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55307" name="Freeform 14"/>
              <p:cNvSpPr>
                <a:spLocks noChangeArrowheads="1"/>
              </p:cNvSpPr>
              <p:nvPr/>
            </p:nvSpPr>
            <p:spPr bwMode="auto">
              <a:xfrm>
                <a:off x="3394" y="2760"/>
                <a:ext cx="482" cy="595"/>
              </a:xfrm>
              <a:custGeom>
                <a:avLst/>
                <a:gdLst>
                  <a:gd name="T0" fmla="*/ 963 w 963"/>
                  <a:gd name="T1" fmla="*/ 0 h 1192"/>
                  <a:gd name="T2" fmla="*/ 0 w 963"/>
                  <a:gd name="T3" fmla="*/ 963 h 1192"/>
                  <a:gd name="T4" fmla="*/ 0 w 963"/>
                  <a:gd name="T5" fmla="*/ 1192 h 1192"/>
                  <a:gd name="T6" fmla="*/ 963 w 963"/>
                  <a:gd name="T7" fmla="*/ 223 h 1192"/>
                  <a:gd name="T8" fmla="*/ 963 w 963"/>
                  <a:gd name="T9" fmla="*/ 0 h 1192"/>
                </a:gdLst>
                <a:ahLst/>
                <a:cxnLst>
                  <a:cxn ang="0">
                    <a:pos x="T0" y="T1"/>
                  </a:cxn>
                  <a:cxn ang="0">
                    <a:pos x="T2" y="T3"/>
                  </a:cxn>
                  <a:cxn ang="0">
                    <a:pos x="T4" y="T5"/>
                  </a:cxn>
                  <a:cxn ang="0">
                    <a:pos x="T6" y="T7"/>
                  </a:cxn>
                  <a:cxn ang="0">
                    <a:pos x="T8" y="T9"/>
                  </a:cxn>
                </a:cxnLst>
                <a:rect l="0" t="0" r="r" b="b"/>
                <a:pathLst>
                  <a:path w="963" h="1192">
                    <a:moveTo>
                      <a:pt x="963" y="0"/>
                    </a:moveTo>
                    <a:lnTo>
                      <a:pt x="0" y="963"/>
                    </a:lnTo>
                    <a:lnTo>
                      <a:pt x="0" y="1192"/>
                    </a:lnTo>
                    <a:lnTo>
                      <a:pt x="963" y="223"/>
                    </a:lnTo>
                    <a:lnTo>
                      <a:pt x="963" y="0"/>
                    </a:lnTo>
                    <a:close/>
                  </a:path>
                </a:pathLst>
              </a:custGeom>
              <a:solidFill>
                <a:srgbClr val="603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55308" name="Freeform 15"/>
            <p:cNvSpPr>
              <a:spLocks noChangeArrowheads="1"/>
            </p:cNvSpPr>
            <p:nvPr/>
          </p:nvSpPr>
          <p:spPr bwMode="auto">
            <a:xfrm>
              <a:off x="2239" y="2128"/>
              <a:ext cx="20" cy="48"/>
            </a:xfrm>
            <a:custGeom>
              <a:avLst/>
              <a:gdLst>
                <a:gd name="T0" fmla="*/ 0 w 39"/>
                <a:gd name="T1" fmla="*/ 29 h 95"/>
                <a:gd name="T2" fmla="*/ 11 w 39"/>
                <a:gd name="T3" fmla="*/ 15 h 95"/>
                <a:gd name="T4" fmla="*/ 39 w 39"/>
                <a:gd name="T5" fmla="*/ 0 h 95"/>
                <a:gd name="T6" fmla="*/ 38 w 39"/>
                <a:gd name="T7" fmla="*/ 95 h 95"/>
                <a:gd name="T8" fmla="*/ 30 w 39"/>
                <a:gd name="T9" fmla="*/ 83 h 95"/>
                <a:gd name="T10" fmla="*/ 21 w 39"/>
                <a:gd name="T11" fmla="*/ 70 h 95"/>
                <a:gd name="T12" fmla="*/ 8 w 39"/>
                <a:gd name="T13" fmla="*/ 49 h 95"/>
                <a:gd name="T14" fmla="*/ 0 w 39"/>
                <a:gd name="T15" fmla="*/ 29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95">
                  <a:moveTo>
                    <a:pt x="0" y="29"/>
                  </a:moveTo>
                  <a:lnTo>
                    <a:pt x="11" y="15"/>
                  </a:lnTo>
                  <a:lnTo>
                    <a:pt x="39" y="0"/>
                  </a:lnTo>
                  <a:lnTo>
                    <a:pt x="38" y="95"/>
                  </a:lnTo>
                  <a:lnTo>
                    <a:pt x="30" y="83"/>
                  </a:lnTo>
                  <a:lnTo>
                    <a:pt x="21" y="70"/>
                  </a:lnTo>
                  <a:lnTo>
                    <a:pt x="8" y="49"/>
                  </a:lnTo>
                  <a:lnTo>
                    <a:pt x="0" y="29"/>
                  </a:lnTo>
                  <a:close/>
                </a:path>
              </a:pathLst>
            </a:custGeom>
            <a:solidFill>
              <a:srgbClr val="E0E0E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5309" name="Group 16"/>
            <p:cNvGrpSpPr/>
            <p:nvPr/>
          </p:nvGrpSpPr>
          <p:grpSpPr bwMode="auto">
            <a:xfrm>
              <a:off x="2801" y="1975"/>
              <a:ext cx="67" cy="57"/>
              <a:chOff x="2801" y="1975"/>
              <a:chExt cx="67" cy="57"/>
            </a:xfrm>
          </p:grpSpPr>
          <p:sp>
            <p:nvSpPr>
              <p:cNvPr id="55310" name="Oval 17"/>
              <p:cNvSpPr>
                <a:spLocks noChangeArrowheads="1"/>
              </p:cNvSpPr>
              <p:nvPr/>
            </p:nvSpPr>
            <p:spPr bwMode="auto">
              <a:xfrm>
                <a:off x="2801" y="1975"/>
                <a:ext cx="67" cy="57"/>
              </a:xfrm>
              <a:prstGeom prst="ellipse">
                <a:avLst/>
              </a:pr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55311" name="Oval 18"/>
              <p:cNvSpPr>
                <a:spLocks noChangeArrowheads="1"/>
              </p:cNvSpPr>
              <p:nvPr/>
            </p:nvSpPr>
            <p:spPr bwMode="auto">
              <a:xfrm>
                <a:off x="2825" y="1982"/>
                <a:ext cx="34" cy="35"/>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grpSp>
          <p:nvGrpSpPr>
            <p:cNvPr id="55312" name="Group 19"/>
            <p:cNvGrpSpPr/>
            <p:nvPr/>
          </p:nvGrpSpPr>
          <p:grpSpPr bwMode="auto">
            <a:xfrm>
              <a:off x="2973" y="1980"/>
              <a:ext cx="67" cy="57"/>
              <a:chOff x="2973" y="1980"/>
              <a:chExt cx="67" cy="57"/>
            </a:xfrm>
          </p:grpSpPr>
          <p:sp>
            <p:nvSpPr>
              <p:cNvPr id="55313" name="Oval 20"/>
              <p:cNvSpPr>
                <a:spLocks noChangeArrowheads="1"/>
              </p:cNvSpPr>
              <p:nvPr/>
            </p:nvSpPr>
            <p:spPr bwMode="auto">
              <a:xfrm>
                <a:off x="2973" y="1980"/>
                <a:ext cx="67" cy="57"/>
              </a:xfrm>
              <a:prstGeom prst="ellipse">
                <a:avLst/>
              </a:pr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55314" name="Oval 21"/>
              <p:cNvSpPr>
                <a:spLocks noChangeArrowheads="1"/>
              </p:cNvSpPr>
              <p:nvPr/>
            </p:nvSpPr>
            <p:spPr bwMode="auto">
              <a:xfrm>
                <a:off x="2996" y="1987"/>
                <a:ext cx="35" cy="36"/>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grpSp>
          <p:nvGrpSpPr>
            <p:cNvPr id="55315" name="Group 22"/>
            <p:cNvGrpSpPr/>
            <p:nvPr/>
          </p:nvGrpSpPr>
          <p:grpSpPr bwMode="auto">
            <a:xfrm>
              <a:off x="2169" y="1686"/>
              <a:ext cx="1380" cy="1387"/>
              <a:chOff x="2169" y="1686"/>
              <a:chExt cx="1380" cy="1387"/>
            </a:xfrm>
          </p:grpSpPr>
          <p:grpSp>
            <p:nvGrpSpPr>
              <p:cNvPr id="55316" name="Group 23"/>
              <p:cNvGrpSpPr/>
              <p:nvPr/>
            </p:nvGrpSpPr>
            <p:grpSpPr bwMode="auto">
              <a:xfrm>
                <a:off x="2169" y="1686"/>
                <a:ext cx="1236" cy="1387"/>
                <a:chOff x="2169" y="1686"/>
                <a:chExt cx="1236" cy="1387"/>
              </a:xfrm>
            </p:grpSpPr>
            <p:sp>
              <p:nvSpPr>
                <p:cNvPr id="55317" name="Freeform 24"/>
                <p:cNvSpPr>
                  <a:spLocks noChangeArrowheads="1"/>
                </p:cNvSpPr>
                <p:nvPr/>
              </p:nvSpPr>
              <p:spPr bwMode="auto">
                <a:xfrm>
                  <a:off x="3081" y="1941"/>
                  <a:ext cx="64" cy="155"/>
                </a:xfrm>
                <a:custGeom>
                  <a:avLst/>
                  <a:gdLst>
                    <a:gd name="T0" fmla="*/ 58 w 128"/>
                    <a:gd name="T1" fmla="*/ 18 h 311"/>
                    <a:gd name="T2" fmla="*/ 93 w 128"/>
                    <a:gd name="T3" fmla="*/ 0 h 311"/>
                    <a:gd name="T4" fmla="*/ 110 w 128"/>
                    <a:gd name="T5" fmla="*/ 18 h 311"/>
                    <a:gd name="T6" fmla="*/ 122 w 128"/>
                    <a:gd name="T7" fmla="*/ 63 h 311"/>
                    <a:gd name="T8" fmla="*/ 128 w 128"/>
                    <a:gd name="T9" fmla="*/ 126 h 311"/>
                    <a:gd name="T10" fmla="*/ 122 w 128"/>
                    <a:gd name="T11" fmla="*/ 195 h 311"/>
                    <a:gd name="T12" fmla="*/ 104 w 128"/>
                    <a:gd name="T13" fmla="*/ 259 h 311"/>
                    <a:gd name="T14" fmla="*/ 75 w 128"/>
                    <a:gd name="T15" fmla="*/ 305 h 311"/>
                    <a:gd name="T16" fmla="*/ 35 w 128"/>
                    <a:gd name="T17" fmla="*/ 311 h 311"/>
                    <a:gd name="T18" fmla="*/ 0 w 128"/>
                    <a:gd name="T19" fmla="*/ 218 h 311"/>
                    <a:gd name="T20" fmla="*/ 58 w 128"/>
                    <a:gd name="T21" fmla="*/ 18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311">
                      <a:moveTo>
                        <a:pt x="58" y="18"/>
                      </a:moveTo>
                      <a:lnTo>
                        <a:pt x="93" y="0"/>
                      </a:lnTo>
                      <a:lnTo>
                        <a:pt x="110" y="18"/>
                      </a:lnTo>
                      <a:lnTo>
                        <a:pt x="122" y="63"/>
                      </a:lnTo>
                      <a:lnTo>
                        <a:pt x="128" y="126"/>
                      </a:lnTo>
                      <a:lnTo>
                        <a:pt x="122" y="195"/>
                      </a:lnTo>
                      <a:lnTo>
                        <a:pt x="104" y="259"/>
                      </a:lnTo>
                      <a:lnTo>
                        <a:pt x="75" y="305"/>
                      </a:lnTo>
                      <a:lnTo>
                        <a:pt x="35" y="311"/>
                      </a:lnTo>
                      <a:lnTo>
                        <a:pt x="0" y="218"/>
                      </a:lnTo>
                      <a:lnTo>
                        <a:pt x="58" y="18"/>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18" name="Freeform 25"/>
                <p:cNvSpPr>
                  <a:spLocks noChangeArrowheads="1"/>
                </p:cNvSpPr>
                <p:nvPr/>
              </p:nvSpPr>
              <p:spPr bwMode="auto">
                <a:xfrm>
                  <a:off x="2667" y="1945"/>
                  <a:ext cx="63" cy="155"/>
                </a:xfrm>
                <a:custGeom>
                  <a:avLst/>
                  <a:gdLst>
                    <a:gd name="T0" fmla="*/ 69 w 126"/>
                    <a:gd name="T1" fmla="*/ 16 h 311"/>
                    <a:gd name="T2" fmla="*/ 33 w 126"/>
                    <a:gd name="T3" fmla="*/ 0 h 311"/>
                    <a:gd name="T4" fmla="*/ 17 w 126"/>
                    <a:gd name="T5" fmla="*/ 16 h 311"/>
                    <a:gd name="T6" fmla="*/ 5 w 126"/>
                    <a:gd name="T7" fmla="*/ 62 h 311"/>
                    <a:gd name="T8" fmla="*/ 0 w 126"/>
                    <a:gd name="T9" fmla="*/ 126 h 311"/>
                    <a:gd name="T10" fmla="*/ 5 w 126"/>
                    <a:gd name="T11" fmla="*/ 195 h 311"/>
                    <a:gd name="T12" fmla="*/ 23 w 126"/>
                    <a:gd name="T13" fmla="*/ 259 h 311"/>
                    <a:gd name="T14" fmla="*/ 51 w 126"/>
                    <a:gd name="T15" fmla="*/ 305 h 311"/>
                    <a:gd name="T16" fmla="*/ 91 w 126"/>
                    <a:gd name="T17" fmla="*/ 311 h 311"/>
                    <a:gd name="T18" fmla="*/ 126 w 126"/>
                    <a:gd name="T19" fmla="*/ 218 h 311"/>
                    <a:gd name="T20" fmla="*/ 69 w 126"/>
                    <a:gd name="T21" fmla="*/ 1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311">
                      <a:moveTo>
                        <a:pt x="69" y="16"/>
                      </a:moveTo>
                      <a:lnTo>
                        <a:pt x="33" y="0"/>
                      </a:lnTo>
                      <a:lnTo>
                        <a:pt x="17" y="16"/>
                      </a:lnTo>
                      <a:lnTo>
                        <a:pt x="5" y="62"/>
                      </a:lnTo>
                      <a:lnTo>
                        <a:pt x="0" y="126"/>
                      </a:lnTo>
                      <a:lnTo>
                        <a:pt x="5" y="195"/>
                      </a:lnTo>
                      <a:lnTo>
                        <a:pt x="23" y="259"/>
                      </a:lnTo>
                      <a:lnTo>
                        <a:pt x="51" y="305"/>
                      </a:lnTo>
                      <a:lnTo>
                        <a:pt x="91" y="311"/>
                      </a:lnTo>
                      <a:lnTo>
                        <a:pt x="126" y="218"/>
                      </a:lnTo>
                      <a:lnTo>
                        <a:pt x="69" y="16"/>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5319" name="Group 26"/>
                <p:cNvGrpSpPr/>
                <p:nvPr/>
              </p:nvGrpSpPr>
              <p:grpSpPr bwMode="auto">
                <a:xfrm>
                  <a:off x="2169" y="2067"/>
                  <a:ext cx="1236" cy="1006"/>
                  <a:chOff x="2169" y="2067"/>
                  <a:chExt cx="1236" cy="1006"/>
                </a:xfrm>
              </p:grpSpPr>
              <p:sp>
                <p:nvSpPr>
                  <p:cNvPr id="55320" name="Freeform 27"/>
                  <p:cNvSpPr>
                    <a:spLocks noChangeArrowheads="1"/>
                  </p:cNvSpPr>
                  <p:nvPr/>
                </p:nvSpPr>
                <p:spPr bwMode="auto">
                  <a:xfrm>
                    <a:off x="2169" y="2107"/>
                    <a:ext cx="1236" cy="655"/>
                  </a:xfrm>
                  <a:custGeom>
                    <a:avLst/>
                    <a:gdLst>
                      <a:gd name="T0" fmla="*/ 555 w 2472"/>
                      <a:gd name="T1" fmla="*/ 1310 h 1310"/>
                      <a:gd name="T2" fmla="*/ 553 w 2472"/>
                      <a:gd name="T3" fmla="*/ 1263 h 1310"/>
                      <a:gd name="T4" fmla="*/ 555 w 2472"/>
                      <a:gd name="T5" fmla="*/ 1180 h 1310"/>
                      <a:gd name="T6" fmla="*/ 565 w 2472"/>
                      <a:gd name="T7" fmla="*/ 1093 h 1310"/>
                      <a:gd name="T8" fmla="*/ 510 w 2472"/>
                      <a:gd name="T9" fmla="*/ 1128 h 1310"/>
                      <a:gd name="T10" fmla="*/ 461 w 2472"/>
                      <a:gd name="T11" fmla="*/ 1159 h 1310"/>
                      <a:gd name="T12" fmla="*/ 359 w 2472"/>
                      <a:gd name="T13" fmla="*/ 1194 h 1310"/>
                      <a:gd name="T14" fmla="*/ 267 w 2472"/>
                      <a:gd name="T15" fmla="*/ 1206 h 1310"/>
                      <a:gd name="T16" fmla="*/ 206 w 2472"/>
                      <a:gd name="T17" fmla="*/ 1203 h 1310"/>
                      <a:gd name="T18" fmla="*/ 164 w 2472"/>
                      <a:gd name="T19" fmla="*/ 1183 h 1310"/>
                      <a:gd name="T20" fmla="*/ 117 w 2472"/>
                      <a:gd name="T21" fmla="*/ 1124 h 1310"/>
                      <a:gd name="T22" fmla="*/ 65 w 2472"/>
                      <a:gd name="T23" fmla="*/ 1032 h 1310"/>
                      <a:gd name="T24" fmla="*/ 39 w 2472"/>
                      <a:gd name="T25" fmla="*/ 955 h 1310"/>
                      <a:gd name="T26" fmla="*/ 24 w 2472"/>
                      <a:gd name="T27" fmla="*/ 890 h 1310"/>
                      <a:gd name="T28" fmla="*/ 11 w 2472"/>
                      <a:gd name="T29" fmla="*/ 828 h 1310"/>
                      <a:gd name="T30" fmla="*/ 5 w 2472"/>
                      <a:gd name="T31" fmla="*/ 773 h 1310"/>
                      <a:gd name="T32" fmla="*/ 0 w 2472"/>
                      <a:gd name="T33" fmla="*/ 705 h 1310"/>
                      <a:gd name="T34" fmla="*/ 0 w 2472"/>
                      <a:gd name="T35" fmla="*/ 622 h 1310"/>
                      <a:gd name="T36" fmla="*/ 2 w 2472"/>
                      <a:gd name="T37" fmla="*/ 546 h 1310"/>
                      <a:gd name="T38" fmla="*/ 14 w 2472"/>
                      <a:gd name="T39" fmla="*/ 475 h 1310"/>
                      <a:gd name="T40" fmla="*/ 25 w 2472"/>
                      <a:gd name="T41" fmla="*/ 403 h 1310"/>
                      <a:gd name="T42" fmla="*/ 39 w 2472"/>
                      <a:gd name="T43" fmla="*/ 336 h 1310"/>
                      <a:gd name="T44" fmla="*/ 57 w 2472"/>
                      <a:gd name="T45" fmla="*/ 271 h 1310"/>
                      <a:gd name="T46" fmla="*/ 82 w 2472"/>
                      <a:gd name="T47" fmla="*/ 183 h 1310"/>
                      <a:gd name="T48" fmla="*/ 112 w 2472"/>
                      <a:gd name="T49" fmla="*/ 133 h 1310"/>
                      <a:gd name="T50" fmla="*/ 142 w 2472"/>
                      <a:gd name="T51" fmla="*/ 79 h 1310"/>
                      <a:gd name="T52" fmla="*/ 164 w 2472"/>
                      <a:gd name="T53" fmla="*/ 114 h 1310"/>
                      <a:gd name="T54" fmla="*/ 189 w 2472"/>
                      <a:gd name="T55" fmla="*/ 152 h 1310"/>
                      <a:gd name="T56" fmla="*/ 234 w 2472"/>
                      <a:gd name="T57" fmla="*/ 202 h 1310"/>
                      <a:gd name="T58" fmla="*/ 272 w 2472"/>
                      <a:gd name="T59" fmla="*/ 225 h 1310"/>
                      <a:gd name="T60" fmla="*/ 315 w 2472"/>
                      <a:gd name="T61" fmla="*/ 237 h 1310"/>
                      <a:gd name="T62" fmla="*/ 393 w 2472"/>
                      <a:gd name="T63" fmla="*/ 218 h 1310"/>
                      <a:gd name="T64" fmla="*/ 478 w 2472"/>
                      <a:gd name="T65" fmla="*/ 176 h 1310"/>
                      <a:gd name="T66" fmla="*/ 484 w 2472"/>
                      <a:gd name="T67" fmla="*/ 275 h 1310"/>
                      <a:gd name="T68" fmla="*/ 518 w 2472"/>
                      <a:gd name="T69" fmla="*/ 505 h 1310"/>
                      <a:gd name="T70" fmla="*/ 507 w 2472"/>
                      <a:gd name="T71" fmla="*/ 621 h 1310"/>
                      <a:gd name="T72" fmla="*/ 588 w 2472"/>
                      <a:gd name="T73" fmla="*/ 460 h 1310"/>
                      <a:gd name="T74" fmla="*/ 657 w 2472"/>
                      <a:gd name="T75" fmla="*/ 345 h 1310"/>
                      <a:gd name="T76" fmla="*/ 726 w 2472"/>
                      <a:gd name="T77" fmla="*/ 265 h 1310"/>
                      <a:gd name="T78" fmla="*/ 818 w 2472"/>
                      <a:gd name="T79" fmla="*/ 173 h 1310"/>
                      <a:gd name="T80" fmla="*/ 899 w 2472"/>
                      <a:gd name="T81" fmla="*/ 102 h 1310"/>
                      <a:gd name="T82" fmla="*/ 1060 w 2472"/>
                      <a:gd name="T83" fmla="*/ 34 h 1310"/>
                      <a:gd name="T84" fmla="*/ 1244 w 2472"/>
                      <a:gd name="T85" fmla="*/ 0 h 1310"/>
                      <a:gd name="T86" fmla="*/ 1461 w 2472"/>
                      <a:gd name="T87" fmla="*/ 0 h 1310"/>
                      <a:gd name="T88" fmla="*/ 1830 w 2472"/>
                      <a:gd name="T89" fmla="*/ 57 h 1310"/>
                      <a:gd name="T90" fmla="*/ 2071 w 2472"/>
                      <a:gd name="T91" fmla="*/ 161 h 1310"/>
                      <a:gd name="T92" fmla="*/ 2219 w 2472"/>
                      <a:gd name="T93" fmla="*/ 287 h 1310"/>
                      <a:gd name="T94" fmla="*/ 2323 w 2472"/>
                      <a:gd name="T95" fmla="*/ 439 h 1310"/>
                      <a:gd name="T96" fmla="*/ 2415 w 2472"/>
                      <a:gd name="T97" fmla="*/ 587 h 1310"/>
                      <a:gd name="T98" fmla="*/ 2461 w 2472"/>
                      <a:gd name="T99" fmla="*/ 737 h 1310"/>
                      <a:gd name="T100" fmla="*/ 2472 w 2472"/>
                      <a:gd name="T101" fmla="*/ 1059 h 1310"/>
                      <a:gd name="T102" fmla="*/ 2461 w 2472"/>
                      <a:gd name="T103" fmla="*/ 1310 h 1310"/>
                      <a:gd name="T104" fmla="*/ 555 w 2472"/>
                      <a:gd name="T105" fmla="*/ 1310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72" h="1310">
                        <a:moveTo>
                          <a:pt x="555" y="1310"/>
                        </a:moveTo>
                        <a:lnTo>
                          <a:pt x="553" y="1263"/>
                        </a:lnTo>
                        <a:lnTo>
                          <a:pt x="555" y="1180"/>
                        </a:lnTo>
                        <a:lnTo>
                          <a:pt x="565" y="1093"/>
                        </a:lnTo>
                        <a:lnTo>
                          <a:pt x="510" y="1128"/>
                        </a:lnTo>
                        <a:lnTo>
                          <a:pt x="461" y="1159"/>
                        </a:lnTo>
                        <a:lnTo>
                          <a:pt x="359" y="1194"/>
                        </a:lnTo>
                        <a:lnTo>
                          <a:pt x="267" y="1206"/>
                        </a:lnTo>
                        <a:lnTo>
                          <a:pt x="206" y="1203"/>
                        </a:lnTo>
                        <a:lnTo>
                          <a:pt x="164" y="1183"/>
                        </a:lnTo>
                        <a:lnTo>
                          <a:pt x="117" y="1124"/>
                        </a:lnTo>
                        <a:lnTo>
                          <a:pt x="65" y="1032"/>
                        </a:lnTo>
                        <a:lnTo>
                          <a:pt x="39" y="955"/>
                        </a:lnTo>
                        <a:lnTo>
                          <a:pt x="24" y="890"/>
                        </a:lnTo>
                        <a:lnTo>
                          <a:pt x="11" y="828"/>
                        </a:lnTo>
                        <a:lnTo>
                          <a:pt x="5" y="773"/>
                        </a:lnTo>
                        <a:lnTo>
                          <a:pt x="0" y="705"/>
                        </a:lnTo>
                        <a:lnTo>
                          <a:pt x="0" y="622"/>
                        </a:lnTo>
                        <a:lnTo>
                          <a:pt x="2" y="546"/>
                        </a:lnTo>
                        <a:lnTo>
                          <a:pt x="14" y="475"/>
                        </a:lnTo>
                        <a:lnTo>
                          <a:pt x="25" y="403"/>
                        </a:lnTo>
                        <a:lnTo>
                          <a:pt x="39" y="336"/>
                        </a:lnTo>
                        <a:lnTo>
                          <a:pt x="57" y="271"/>
                        </a:lnTo>
                        <a:lnTo>
                          <a:pt x="82" y="183"/>
                        </a:lnTo>
                        <a:lnTo>
                          <a:pt x="112" y="133"/>
                        </a:lnTo>
                        <a:lnTo>
                          <a:pt x="142" y="79"/>
                        </a:lnTo>
                        <a:lnTo>
                          <a:pt x="164" y="114"/>
                        </a:lnTo>
                        <a:lnTo>
                          <a:pt x="189" y="152"/>
                        </a:lnTo>
                        <a:lnTo>
                          <a:pt x="234" y="202"/>
                        </a:lnTo>
                        <a:lnTo>
                          <a:pt x="272" y="225"/>
                        </a:lnTo>
                        <a:lnTo>
                          <a:pt x="315" y="237"/>
                        </a:lnTo>
                        <a:lnTo>
                          <a:pt x="393" y="218"/>
                        </a:lnTo>
                        <a:lnTo>
                          <a:pt x="478" y="176"/>
                        </a:lnTo>
                        <a:lnTo>
                          <a:pt x="484" y="275"/>
                        </a:lnTo>
                        <a:lnTo>
                          <a:pt x="518" y="505"/>
                        </a:lnTo>
                        <a:lnTo>
                          <a:pt x="507" y="621"/>
                        </a:lnTo>
                        <a:lnTo>
                          <a:pt x="588" y="460"/>
                        </a:lnTo>
                        <a:lnTo>
                          <a:pt x="657" y="345"/>
                        </a:lnTo>
                        <a:lnTo>
                          <a:pt x="726" y="265"/>
                        </a:lnTo>
                        <a:lnTo>
                          <a:pt x="818" y="173"/>
                        </a:lnTo>
                        <a:lnTo>
                          <a:pt x="899" y="102"/>
                        </a:lnTo>
                        <a:lnTo>
                          <a:pt x="1060" y="34"/>
                        </a:lnTo>
                        <a:lnTo>
                          <a:pt x="1244" y="0"/>
                        </a:lnTo>
                        <a:lnTo>
                          <a:pt x="1461" y="0"/>
                        </a:lnTo>
                        <a:lnTo>
                          <a:pt x="1830" y="57"/>
                        </a:lnTo>
                        <a:lnTo>
                          <a:pt x="2071" y="161"/>
                        </a:lnTo>
                        <a:lnTo>
                          <a:pt x="2219" y="287"/>
                        </a:lnTo>
                        <a:lnTo>
                          <a:pt x="2323" y="439"/>
                        </a:lnTo>
                        <a:lnTo>
                          <a:pt x="2415" y="587"/>
                        </a:lnTo>
                        <a:lnTo>
                          <a:pt x="2461" y="737"/>
                        </a:lnTo>
                        <a:lnTo>
                          <a:pt x="2472" y="1059"/>
                        </a:lnTo>
                        <a:lnTo>
                          <a:pt x="2461" y="1310"/>
                        </a:lnTo>
                        <a:lnTo>
                          <a:pt x="555" y="1310"/>
                        </a:lnTo>
                        <a:close/>
                      </a:path>
                    </a:pathLst>
                  </a:custGeom>
                  <a:solidFill>
                    <a:srgbClr val="C0C0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5321" name="Group 28"/>
                  <p:cNvGrpSpPr/>
                  <p:nvPr/>
                </p:nvGrpSpPr>
                <p:grpSpPr bwMode="auto">
                  <a:xfrm>
                    <a:off x="2681" y="2067"/>
                    <a:ext cx="449" cy="1006"/>
                    <a:chOff x="2681" y="2067"/>
                    <a:chExt cx="449" cy="1006"/>
                  </a:xfrm>
                </p:grpSpPr>
                <p:sp>
                  <p:nvSpPr>
                    <p:cNvPr id="55322" name="Freeform 29"/>
                    <p:cNvSpPr>
                      <a:spLocks noChangeArrowheads="1"/>
                    </p:cNvSpPr>
                    <p:nvPr/>
                  </p:nvSpPr>
                  <p:spPr bwMode="auto">
                    <a:xfrm>
                      <a:off x="2681" y="2067"/>
                      <a:ext cx="449" cy="404"/>
                    </a:xfrm>
                    <a:custGeom>
                      <a:avLst/>
                      <a:gdLst>
                        <a:gd name="T0" fmla="*/ 23 w 896"/>
                        <a:gd name="T1" fmla="*/ 161 h 808"/>
                        <a:gd name="T2" fmla="*/ 0 w 896"/>
                        <a:gd name="T3" fmla="*/ 299 h 808"/>
                        <a:gd name="T4" fmla="*/ 35 w 896"/>
                        <a:gd name="T5" fmla="*/ 449 h 808"/>
                        <a:gd name="T6" fmla="*/ 46 w 896"/>
                        <a:gd name="T7" fmla="*/ 541 h 808"/>
                        <a:gd name="T8" fmla="*/ 52 w 896"/>
                        <a:gd name="T9" fmla="*/ 578 h 808"/>
                        <a:gd name="T10" fmla="*/ 72 w 896"/>
                        <a:gd name="T11" fmla="*/ 631 h 808"/>
                        <a:gd name="T12" fmla="*/ 90 w 896"/>
                        <a:gd name="T13" fmla="*/ 677 h 808"/>
                        <a:gd name="T14" fmla="*/ 133 w 896"/>
                        <a:gd name="T15" fmla="*/ 731 h 808"/>
                        <a:gd name="T16" fmla="*/ 163 w 896"/>
                        <a:gd name="T17" fmla="*/ 769 h 808"/>
                        <a:gd name="T18" fmla="*/ 207 w 896"/>
                        <a:gd name="T19" fmla="*/ 805 h 808"/>
                        <a:gd name="T20" fmla="*/ 391 w 896"/>
                        <a:gd name="T21" fmla="*/ 587 h 808"/>
                        <a:gd name="T22" fmla="*/ 595 w 896"/>
                        <a:gd name="T23" fmla="*/ 808 h 808"/>
                        <a:gd name="T24" fmla="*/ 641 w 896"/>
                        <a:gd name="T25" fmla="*/ 765 h 808"/>
                        <a:gd name="T26" fmla="*/ 680 w 896"/>
                        <a:gd name="T27" fmla="*/ 716 h 808"/>
                        <a:gd name="T28" fmla="*/ 714 w 896"/>
                        <a:gd name="T29" fmla="*/ 654 h 808"/>
                        <a:gd name="T30" fmla="*/ 759 w 896"/>
                        <a:gd name="T31" fmla="*/ 587 h 808"/>
                        <a:gd name="T32" fmla="*/ 827 w 896"/>
                        <a:gd name="T33" fmla="*/ 449 h 808"/>
                        <a:gd name="T34" fmla="*/ 873 w 896"/>
                        <a:gd name="T35" fmla="*/ 242 h 808"/>
                        <a:gd name="T36" fmla="*/ 896 w 896"/>
                        <a:gd name="T37" fmla="*/ 138 h 808"/>
                        <a:gd name="T38" fmla="*/ 747 w 896"/>
                        <a:gd name="T39" fmla="*/ 47 h 808"/>
                        <a:gd name="T40" fmla="*/ 586 w 896"/>
                        <a:gd name="T41" fmla="*/ 0 h 808"/>
                        <a:gd name="T42" fmla="*/ 332 w 896"/>
                        <a:gd name="T43" fmla="*/ 13 h 808"/>
                        <a:gd name="T44" fmla="*/ 149 w 896"/>
                        <a:gd name="T45" fmla="*/ 59 h 808"/>
                        <a:gd name="T46" fmla="*/ 23 w 896"/>
                        <a:gd name="T47" fmla="*/ 161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6" h="808">
                          <a:moveTo>
                            <a:pt x="23" y="161"/>
                          </a:moveTo>
                          <a:lnTo>
                            <a:pt x="0" y="299"/>
                          </a:lnTo>
                          <a:lnTo>
                            <a:pt x="35" y="449"/>
                          </a:lnTo>
                          <a:lnTo>
                            <a:pt x="46" y="541"/>
                          </a:lnTo>
                          <a:lnTo>
                            <a:pt x="52" y="578"/>
                          </a:lnTo>
                          <a:lnTo>
                            <a:pt x="72" y="631"/>
                          </a:lnTo>
                          <a:lnTo>
                            <a:pt x="90" y="677"/>
                          </a:lnTo>
                          <a:lnTo>
                            <a:pt x="133" y="731"/>
                          </a:lnTo>
                          <a:lnTo>
                            <a:pt x="163" y="769"/>
                          </a:lnTo>
                          <a:lnTo>
                            <a:pt x="207" y="805"/>
                          </a:lnTo>
                          <a:lnTo>
                            <a:pt x="391" y="587"/>
                          </a:lnTo>
                          <a:lnTo>
                            <a:pt x="595" y="808"/>
                          </a:lnTo>
                          <a:lnTo>
                            <a:pt x="641" y="765"/>
                          </a:lnTo>
                          <a:lnTo>
                            <a:pt x="680" y="716"/>
                          </a:lnTo>
                          <a:lnTo>
                            <a:pt x="714" y="654"/>
                          </a:lnTo>
                          <a:lnTo>
                            <a:pt x="759" y="587"/>
                          </a:lnTo>
                          <a:lnTo>
                            <a:pt x="827" y="449"/>
                          </a:lnTo>
                          <a:lnTo>
                            <a:pt x="873" y="242"/>
                          </a:lnTo>
                          <a:lnTo>
                            <a:pt x="896" y="138"/>
                          </a:lnTo>
                          <a:lnTo>
                            <a:pt x="747" y="47"/>
                          </a:lnTo>
                          <a:lnTo>
                            <a:pt x="586" y="0"/>
                          </a:lnTo>
                          <a:lnTo>
                            <a:pt x="332" y="13"/>
                          </a:lnTo>
                          <a:lnTo>
                            <a:pt x="149" y="59"/>
                          </a:lnTo>
                          <a:lnTo>
                            <a:pt x="23" y="161"/>
                          </a:lnTo>
                          <a:close/>
                        </a:path>
                      </a:pathLst>
                    </a:cu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23" name="Freeform 30"/>
                    <p:cNvSpPr>
                      <a:spLocks noChangeArrowheads="1"/>
                    </p:cNvSpPr>
                    <p:nvPr/>
                  </p:nvSpPr>
                  <p:spPr bwMode="auto">
                    <a:xfrm>
                      <a:off x="2750" y="2360"/>
                      <a:ext cx="276" cy="713"/>
                    </a:xfrm>
                    <a:custGeom>
                      <a:avLst/>
                      <a:gdLst>
                        <a:gd name="T0" fmla="*/ 254 w 553"/>
                        <a:gd name="T1" fmla="*/ 0 h 1424"/>
                        <a:gd name="T2" fmla="*/ 121 w 553"/>
                        <a:gd name="T3" fmla="*/ 160 h 1424"/>
                        <a:gd name="T4" fmla="*/ 173 w 553"/>
                        <a:gd name="T5" fmla="*/ 287 h 1424"/>
                        <a:gd name="T6" fmla="*/ 82 w 553"/>
                        <a:gd name="T7" fmla="*/ 460 h 1424"/>
                        <a:gd name="T8" fmla="*/ 25 w 553"/>
                        <a:gd name="T9" fmla="*/ 700 h 1424"/>
                        <a:gd name="T10" fmla="*/ 0 w 553"/>
                        <a:gd name="T11" fmla="*/ 861 h 1424"/>
                        <a:gd name="T12" fmla="*/ 25 w 553"/>
                        <a:gd name="T13" fmla="*/ 1011 h 1424"/>
                        <a:gd name="T14" fmla="*/ 70 w 553"/>
                        <a:gd name="T15" fmla="*/ 1194 h 1424"/>
                        <a:gd name="T16" fmla="*/ 288 w 553"/>
                        <a:gd name="T17" fmla="*/ 1424 h 1424"/>
                        <a:gd name="T18" fmla="*/ 506 w 553"/>
                        <a:gd name="T19" fmla="*/ 1149 h 1424"/>
                        <a:gd name="T20" fmla="*/ 553 w 553"/>
                        <a:gd name="T21" fmla="*/ 895 h 1424"/>
                        <a:gd name="T22" fmla="*/ 518 w 553"/>
                        <a:gd name="T23" fmla="*/ 654 h 1424"/>
                        <a:gd name="T24" fmla="*/ 460 w 553"/>
                        <a:gd name="T25" fmla="*/ 448 h 1424"/>
                        <a:gd name="T26" fmla="*/ 368 w 553"/>
                        <a:gd name="T27" fmla="*/ 275 h 1424"/>
                        <a:gd name="T28" fmla="*/ 437 w 553"/>
                        <a:gd name="T29" fmla="*/ 195 h 1424"/>
                        <a:gd name="T30" fmla="*/ 254 w 553"/>
                        <a:gd name="T31" fmla="*/ 0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3" h="1424">
                          <a:moveTo>
                            <a:pt x="254" y="0"/>
                          </a:moveTo>
                          <a:lnTo>
                            <a:pt x="121" y="160"/>
                          </a:lnTo>
                          <a:lnTo>
                            <a:pt x="173" y="287"/>
                          </a:lnTo>
                          <a:lnTo>
                            <a:pt x="82" y="460"/>
                          </a:lnTo>
                          <a:lnTo>
                            <a:pt x="25" y="700"/>
                          </a:lnTo>
                          <a:lnTo>
                            <a:pt x="0" y="861"/>
                          </a:lnTo>
                          <a:lnTo>
                            <a:pt x="25" y="1011"/>
                          </a:lnTo>
                          <a:lnTo>
                            <a:pt x="70" y="1194"/>
                          </a:lnTo>
                          <a:lnTo>
                            <a:pt x="288" y="1424"/>
                          </a:lnTo>
                          <a:lnTo>
                            <a:pt x="506" y="1149"/>
                          </a:lnTo>
                          <a:lnTo>
                            <a:pt x="553" y="895"/>
                          </a:lnTo>
                          <a:lnTo>
                            <a:pt x="518" y="654"/>
                          </a:lnTo>
                          <a:lnTo>
                            <a:pt x="460" y="448"/>
                          </a:lnTo>
                          <a:lnTo>
                            <a:pt x="368" y="275"/>
                          </a:lnTo>
                          <a:lnTo>
                            <a:pt x="437" y="195"/>
                          </a:lnTo>
                          <a:lnTo>
                            <a:pt x="254" y="0"/>
                          </a:lnTo>
                          <a:close/>
                        </a:path>
                      </a:pathLst>
                    </a:custGeom>
                    <a:solidFill>
                      <a:srgbClr val="A000A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sp>
              <p:nvSpPr>
                <p:cNvPr id="55324" name="Freeform 31"/>
                <p:cNvSpPr>
                  <a:spLocks noChangeArrowheads="1"/>
                </p:cNvSpPr>
                <p:nvPr/>
              </p:nvSpPr>
              <p:spPr bwMode="auto">
                <a:xfrm>
                  <a:off x="2939" y="2008"/>
                  <a:ext cx="347" cy="436"/>
                </a:xfrm>
                <a:custGeom>
                  <a:avLst/>
                  <a:gdLst>
                    <a:gd name="T0" fmla="*/ 331 w 693"/>
                    <a:gd name="T1" fmla="*/ 38 h 873"/>
                    <a:gd name="T2" fmla="*/ 352 w 693"/>
                    <a:gd name="T3" fmla="*/ 11 h 873"/>
                    <a:gd name="T4" fmla="*/ 388 w 693"/>
                    <a:gd name="T5" fmla="*/ 0 h 873"/>
                    <a:gd name="T6" fmla="*/ 411 w 693"/>
                    <a:gd name="T7" fmla="*/ 3 h 873"/>
                    <a:gd name="T8" fmla="*/ 422 w 693"/>
                    <a:gd name="T9" fmla="*/ 18 h 873"/>
                    <a:gd name="T10" fmla="*/ 435 w 693"/>
                    <a:gd name="T11" fmla="*/ 51 h 873"/>
                    <a:gd name="T12" fmla="*/ 439 w 693"/>
                    <a:gd name="T13" fmla="*/ 114 h 873"/>
                    <a:gd name="T14" fmla="*/ 434 w 693"/>
                    <a:gd name="T15" fmla="*/ 174 h 873"/>
                    <a:gd name="T16" fmla="*/ 432 w 693"/>
                    <a:gd name="T17" fmla="*/ 212 h 873"/>
                    <a:gd name="T18" fmla="*/ 444 w 693"/>
                    <a:gd name="T19" fmla="*/ 300 h 873"/>
                    <a:gd name="T20" fmla="*/ 460 w 693"/>
                    <a:gd name="T21" fmla="*/ 366 h 873"/>
                    <a:gd name="T22" fmla="*/ 468 w 693"/>
                    <a:gd name="T23" fmla="*/ 389 h 873"/>
                    <a:gd name="T24" fmla="*/ 489 w 693"/>
                    <a:gd name="T25" fmla="*/ 429 h 873"/>
                    <a:gd name="T26" fmla="*/ 531 w 693"/>
                    <a:gd name="T27" fmla="*/ 561 h 873"/>
                    <a:gd name="T28" fmla="*/ 563 w 693"/>
                    <a:gd name="T29" fmla="*/ 597 h 873"/>
                    <a:gd name="T30" fmla="*/ 617 w 693"/>
                    <a:gd name="T31" fmla="*/ 653 h 873"/>
                    <a:gd name="T32" fmla="*/ 693 w 693"/>
                    <a:gd name="T33" fmla="*/ 727 h 873"/>
                    <a:gd name="T34" fmla="*/ 422 w 693"/>
                    <a:gd name="T35" fmla="*/ 873 h 873"/>
                    <a:gd name="T36" fmla="*/ 259 w 693"/>
                    <a:gd name="T37" fmla="*/ 689 h 873"/>
                    <a:gd name="T38" fmla="*/ 195 w 693"/>
                    <a:gd name="T39" fmla="*/ 717 h 873"/>
                    <a:gd name="T40" fmla="*/ 96 w 693"/>
                    <a:gd name="T41" fmla="*/ 736 h 873"/>
                    <a:gd name="T42" fmla="*/ 31 w 693"/>
                    <a:gd name="T43" fmla="*/ 727 h 873"/>
                    <a:gd name="T44" fmla="*/ 0 w 693"/>
                    <a:gd name="T45" fmla="*/ 699 h 873"/>
                    <a:gd name="T46" fmla="*/ 0 w 693"/>
                    <a:gd name="T47" fmla="*/ 671 h 873"/>
                    <a:gd name="T48" fmla="*/ 18 w 693"/>
                    <a:gd name="T49" fmla="*/ 632 h 873"/>
                    <a:gd name="T50" fmla="*/ 77 w 693"/>
                    <a:gd name="T51" fmla="*/ 612 h 873"/>
                    <a:gd name="T52" fmla="*/ 157 w 693"/>
                    <a:gd name="T53" fmla="*/ 595 h 873"/>
                    <a:gd name="T54" fmla="*/ 214 w 693"/>
                    <a:gd name="T55" fmla="*/ 574 h 873"/>
                    <a:gd name="T56" fmla="*/ 241 w 693"/>
                    <a:gd name="T57" fmla="*/ 547 h 873"/>
                    <a:gd name="T58" fmla="*/ 280 w 693"/>
                    <a:gd name="T59" fmla="*/ 508 h 873"/>
                    <a:gd name="T60" fmla="*/ 303 w 693"/>
                    <a:gd name="T61" fmla="*/ 485 h 873"/>
                    <a:gd name="T62" fmla="*/ 326 w 693"/>
                    <a:gd name="T63" fmla="*/ 450 h 873"/>
                    <a:gd name="T64" fmla="*/ 326 w 693"/>
                    <a:gd name="T65" fmla="*/ 378 h 873"/>
                    <a:gd name="T66" fmla="*/ 319 w 693"/>
                    <a:gd name="T67" fmla="*/ 302 h 873"/>
                    <a:gd name="T68" fmla="*/ 303 w 693"/>
                    <a:gd name="T69" fmla="*/ 219 h 873"/>
                    <a:gd name="T70" fmla="*/ 315 w 693"/>
                    <a:gd name="T71" fmla="*/ 101 h 873"/>
                    <a:gd name="T72" fmla="*/ 331 w 693"/>
                    <a:gd name="T73" fmla="*/ 38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93" h="873">
                      <a:moveTo>
                        <a:pt x="331" y="38"/>
                      </a:moveTo>
                      <a:lnTo>
                        <a:pt x="352" y="11"/>
                      </a:lnTo>
                      <a:lnTo>
                        <a:pt x="388" y="0"/>
                      </a:lnTo>
                      <a:lnTo>
                        <a:pt x="411" y="3"/>
                      </a:lnTo>
                      <a:lnTo>
                        <a:pt x="422" y="18"/>
                      </a:lnTo>
                      <a:lnTo>
                        <a:pt x="435" y="51"/>
                      </a:lnTo>
                      <a:lnTo>
                        <a:pt x="439" y="114"/>
                      </a:lnTo>
                      <a:lnTo>
                        <a:pt x="434" y="174"/>
                      </a:lnTo>
                      <a:lnTo>
                        <a:pt x="432" y="212"/>
                      </a:lnTo>
                      <a:lnTo>
                        <a:pt x="444" y="300"/>
                      </a:lnTo>
                      <a:lnTo>
                        <a:pt x="460" y="366"/>
                      </a:lnTo>
                      <a:lnTo>
                        <a:pt x="468" y="389"/>
                      </a:lnTo>
                      <a:lnTo>
                        <a:pt x="489" y="429"/>
                      </a:lnTo>
                      <a:lnTo>
                        <a:pt x="531" y="561"/>
                      </a:lnTo>
                      <a:lnTo>
                        <a:pt x="563" y="597"/>
                      </a:lnTo>
                      <a:lnTo>
                        <a:pt x="617" y="653"/>
                      </a:lnTo>
                      <a:lnTo>
                        <a:pt x="693" y="727"/>
                      </a:lnTo>
                      <a:lnTo>
                        <a:pt x="422" y="873"/>
                      </a:lnTo>
                      <a:lnTo>
                        <a:pt x="259" y="689"/>
                      </a:lnTo>
                      <a:lnTo>
                        <a:pt x="195" y="717"/>
                      </a:lnTo>
                      <a:lnTo>
                        <a:pt x="96" y="736"/>
                      </a:lnTo>
                      <a:lnTo>
                        <a:pt x="31" y="727"/>
                      </a:lnTo>
                      <a:lnTo>
                        <a:pt x="0" y="699"/>
                      </a:lnTo>
                      <a:lnTo>
                        <a:pt x="0" y="671"/>
                      </a:lnTo>
                      <a:lnTo>
                        <a:pt x="18" y="632"/>
                      </a:lnTo>
                      <a:lnTo>
                        <a:pt x="77" y="612"/>
                      </a:lnTo>
                      <a:lnTo>
                        <a:pt x="157" y="595"/>
                      </a:lnTo>
                      <a:lnTo>
                        <a:pt x="214" y="574"/>
                      </a:lnTo>
                      <a:lnTo>
                        <a:pt x="241" y="547"/>
                      </a:lnTo>
                      <a:lnTo>
                        <a:pt x="280" y="508"/>
                      </a:lnTo>
                      <a:lnTo>
                        <a:pt x="303" y="485"/>
                      </a:lnTo>
                      <a:lnTo>
                        <a:pt x="326" y="450"/>
                      </a:lnTo>
                      <a:lnTo>
                        <a:pt x="326" y="378"/>
                      </a:lnTo>
                      <a:lnTo>
                        <a:pt x="319" y="302"/>
                      </a:lnTo>
                      <a:lnTo>
                        <a:pt x="303" y="219"/>
                      </a:lnTo>
                      <a:lnTo>
                        <a:pt x="315" y="101"/>
                      </a:lnTo>
                      <a:lnTo>
                        <a:pt x="331" y="38"/>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25" name="Freeform 32"/>
                <p:cNvSpPr>
                  <a:spLocks noChangeArrowheads="1"/>
                </p:cNvSpPr>
                <p:nvPr/>
              </p:nvSpPr>
              <p:spPr bwMode="auto">
                <a:xfrm>
                  <a:off x="2681" y="1740"/>
                  <a:ext cx="438" cy="621"/>
                </a:xfrm>
                <a:custGeom>
                  <a:avLst/>
                  <a:gdLst>
                    <a:gd name="T0" fmla="*/ 254 w 874"/>
                    <a:gd name="T1" fmla="*/ 21 h 1244"/>
                    <a:gd name="T2" fmla="*/ 192 w 874"/>
                    <a:gd name="T3" fmla="*/ 64 h 1244"/>
                    <a:gd name="T4" fmla="*/ 149 w 874"/>
                    <a:gd name="T5" fmla="*/ 101 h 1244"/>
                    <a:gd name="T6" fmla="*/ 118 w 874"/>
                    <a:gd name="T7" fmla="*/ 150 h 1244"/>
                    <a:gd name="T8" fmla="*/ 80 w 874"/>
                    <a:gd name="T9" fmla="*/ 203 h 1244"/>
                    <a:gd name="T10" fmla="*/ 63 w 874"/>
                    <a:gd name="T11" fmla="*/ 277 h 1244"/>
                    <a:gd name="T12" fmla="*/ 46 w 874"/>
                    <a:gd name="T13" fmla="*/ 335 h 1244"/>
                    <a:gd name="T14" fmla="*/ 46 w 874"/>
                    <a:gd name="T15" fmla="*/ 405 h 1244"/>
                    <a:gd name="T16" fmla="*/ 63 w 874"/>
                    <a:gd name="T17" fmla="*/ 501 h 1244"/>
                    <a:gd name="T18" fmla="*/ 67 w 874"/>
                    <a:gd name="T19" fmla="*/ 590 h 1244"/>
                    <a:gd name="T20" fmla="*/ 43 w 874"/>
                    <a:gd name="T21" fmla="*/ 683 h 1244"/>
                    <a:gd name="T22" fmla="*/ 17 w 874"/>
                    <a:gd name="T23" fmla="*/ 772 h 1244"/>
                    <a:gd name="T24" fmla="*/ 0 w 874"/>
                    <a:gd name="T25" fmla="*/ 853 h 1244"/>
                    <a:gd name="T26" fmla="*/ 0 w 874"/>
                    <a:gd name="T27" fmla="*/ 922 h 1244"/>
                    <a:gd name="T28" fmla="*/ 5 w 874"/>
                    <a:gd name="T29" fmla="*/ 985 h 1244"/>
                    <a:gd name="T30" fmla="*/ 17 w 874"/>
                    <a:gd name="T31" fmla="*/ 1036 h 1244"/>
                    <a:gd name="T32" fmla="*/ 41 w 874"/>
                    <a:gd name="T33" fmla="*/ 1089 h 1244"/>
                    <a:gd name="T34" fmla="*/ 74 w 874"/>
                    <a:gd name="T35" fmla="*/ 1128 h 1244"/>
                    <a:gd name="T36" fmla="*/ 115 w 874"/>
                    <a:gd name="T37" fmla="*/ 1157 h 1244"/>
                    <a:gd name="T38" fmla="*/ 196 w 874"/>
                    <a:gd name="T39" fmla="*/ 1207 h 1244"/>
                    <a:gd name="T40" fmla="*/ 286 w 874"/>
                    <a:gd name="T41" fmla="*/ 1230 h 1244"/>
                    <a:gd name="T42" fmla="*/ 378 w 874"/>
                    <a:gd name="T43" fmla="*/ 1244 h 1244"/>
                    <a:gd name="T44" fmla="*/ 465 w 874"/>
                    <a:gd name="T45" fmla="*/ 1232 h 1244"/>
                    <a:gd name="T46" fmla="*/ 540 w 874"/>
                    <a:gd name="T47" fmla="*/ 1218 h 1244"/>
                    <a:gd name="T48" fmla="*/ 621 w 874"/>
                    <a:gd name="T49" fmla="*/ 1183 h 1244"/>
                    <a:gd name="T50" fmla="*/ 690 w 874"/>
                    <a:gd name="T51" fmla="*/ 1149 h 1244"/>
                    <a:gd name="T52" fmla="*/ 747 w 874"/>
                    <a:gd name="T53" fmla="*/ 1103 h 1244"/>
                    <a:gd name="T54" fmla="*/ 816 w 874"/>
                    <a:gd name="T55" fmla="*/ 1022 h 1244"/>
                    <a:gd name="T56" fmla="*/ 845 w 874"/>
                    <a:gd name="T57" fmla="*/ 979 h 1244"/>
                    <a:gd name="T58" fmla="*/ 862 w 874"/>
                    <a:gd name="T59" fmla="*/ 922 h 1244"/>
                    <a:gd name="T60" fmla="*/ 873 w 874"/>
                    <a:gd name="T61" fmla="*/ 864 h 1244"/>
                    <a:gd name="T62" fmla="*/ 874 w 874"/>
                    <a:gd name="T63" fmla="*/ 811 h 1244"/>
                    <a:gd name="T64" fmla="*/ 864 w 874"/>
                    <a:gd name="T65" fmla="*/ 745 h 1244"/>
                    <a:gd name="T66" fmla="*/ 853 w 874"/>
                    <a:gd name="T67" fmla="*/ 683 h 1244"/>
                    <a:gd name="T68" fmla="*/ 837 w 874"/>
                    <a:gd name="T69" fmla="*/ 563 h 1244"/>
                    <a:gd name="T70" fmla="*/ 845 w 874"/>
                    <a:gd name="T71" fmla="*/ 503 h 1244"/>
                    <a:gd name="T72" fmla="*/ 864 w 874"/>
                    <a:gd name="T73" fmla="*/ 437 h 1244"/>
                    <a:gd name="T74" fmla="*/ 873 w 874"/>
                    <a:gd name="T75" fmla="*/ 319 h 1244"/>
                    <a:gd name="T76" fmla="*/ 864 w 874"/>
                    <a:gd name="T77" fmla="*/ 213 h 1244"/>
                    <a:gd name="T78" fmla="*/ 845 w 874"/>
                    <a:gd name="T79" fmla="*/ 141 h 1244"/>
                    <a:gd name="T80" fmla="*/ 805 w 874"/>
                    <a:gd name="T81" fmla="*/ 92 h 1244"/>
                    <a:gd name="T82" fmla="*/ 704 w 874"/>
                    <a:gd name="T83" fmla="*/ 42 h 1244"/>
                    <a:gd name="T84" fmla="*/ 586 w 874"/>
                    <a:gd name="T85" fmla="*/ 11 h 1244"/>
                    <a:gd name="T86" fmla="*/ 393 w 874"/>
                    <a:gd name="T87" fmla="*/ 0 h 1244"/>
                    <a:gd name="T88" fmla="*/ 254 w 874"/>
                    <a:gd name="T89" fmla="*/ 21 h 1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4" h="1244">
                      <a:moveTo>
                        <a:pt x="254" y="21"/>
                      </a:moveTo>
                      <a:lnTo>
                        <a:pt x="192" y="64"/>
                      </a:lnTo>
                      <a:lnTo>
                        <a:pt x="149" y="101"/>
                      </a:lnTo>
                      <a:lnTo>
                        <a:pt x="118" y="150"/>
                      </a:lnTo>
                      <a:lnTo>
                        <a:pt x="80" y="203"/>
                      </a:lnTo>
                      <a:lnTo>
                        <a:pt x="63" y="277"/>
                      </a:lnTo>
                      <a:lnTo>
                        <a:pt x="46" y="335"/>
                      </a:lnTo>
                      <a:lnTo>
                        <a:pt x="46" y="405"/>
                      </a:lnTo>
                      <a:lnTo>
                        <a:pt x="63" y="501"/>
                      </a:lnTo>
                      <a:lnTo>
                        <a:pt x="67" y="590"/>
                      </a:lnTo>
                      <a:lnTo>
                        <a:pt x="43" y="683"/>
                      </a:lnTo>
                      <a:lnTo>
                        <a:pt x="17" y="772"/>
                      </a:lnTo>
                      <a:lnTo>
                        <a:pt x="0" y="853"/>
                      </a:lnTo>
                      <a:lnTo>
                        <a:pt x="0" y="922"/>
                      </a:lnTo>
                      <a:lnTo>
                        <a:pt x="5" y="985"/>
                      </a:lnTo>
                      <a:lnTo>
                        <a:pt x="17" y="1036"/>
                      </a:lnTo>
                      <a:lnTo>
                        <a:pt x="41" y="1089"/>
                      </a:lnTo>
                      <a:lnTo>
                        <a:pt x="74" y="1128"/>
                      </a:lnTo>
                      <a:lnTo>
                        <a:pt x="115" y="1157"/>
                      </a:lnTo>
                      <a:lnTo>
                        <a:pt x="196" y="1207"/>
                      </a:lnTo>
                      <a:lnTo>
                        <a:pt x="286" y="1230"/>
                      </a:lnTo>
                      <a:lnTo>
                        <a:pt x="378" y="1244"/>
                      </a:lnTo>
                      <a:lnTo>
                        <a:pt x="465" y="1232"/>
                      </a:lnTo>
                      <a:lnTo>
                        <a:pt x="540" y="1218"/>
                      </a:lnTo>
                      <a:lnTo>
                        <a:pt x="621" y="1183"/>
                      </a:lnTo>
                      <a:lnTo>
                        <a:pt x="690" y="1149"/>
                      </a:lnTo>
                      <a:lnTo>
                        <a:pt x="747" y="1103"/>
                      </a:lnTo>
                      <a:lnTo>
                        <a:pt x="816" y="1022"/>
                      </a:lnTo>
                      <a:lnTo>
                        <a:pt x="845" y="979"/>
                      </a:lnTo>
                      <a:lnTo>
                        <a:pt x="862" y="922"/>
                      </a:lnTo>
                      <a:lnTo>
                        <a:pt x="873" y="864"/>
                      </a:lnTo>
                      <a:lnTo>
                        <a:pt x="874" y="811"/>
                      </a:lnTo>
                      <a:lnTo>
                        <a:pt x="864" y="745"/>
                      </a:lnTo>
                      <a:lnTo>
                        <a:pt x="853" y="683"/>
                      </a:lnTo>
                      <a:lnTo>
                        <a:pt x="837" y="563"/>
                      </a:lnTo>
                      <a:lnTo>
                        <a:pt x="845" y="503"/>
                      </a:lnTo>
                      <a:lnTo>
                        <a:pt x="864" y="437"/>
                      </a:lnTo>
                      <a:lnTo>
                        <a:pt x="873" y="319"/>
                      </a:lnTo>
                      <a:lnTo>
                        <a:pt x="864" y="213"/>
                      </a:lnTo>
                      <a:lnTo>
                        <a:pt x="845" y="141"/>
                      </a:lnTo>
                      <a:lnTo>
                        <a:pt x="805" y="92"/>
                      </a:lnTo>
                      <a:lnTo>
                        <a:pt x="704" y="42"/>
                      </a:lnTo>
                      <a:lnTo>
                        <a:pt x="586" y="11"/>
                      </a:lnTo>
                      <a:lnTo>
                        <a:pt x="393" y="0"/>
                      </a:lnTo>
                      <a:lnTo>
                        <a:pt x="254" y="21"/>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5326" name="Group 33"/>
                <p:cNvGrpSpPr/>
                <p:nvPr/>
              </p:nvGrpSpPr>
              <p:grpSpPr bwMode="auto">
                <a:xfrm>
                  <a:off x="2802" y="2002"/>
                  <a:ext cx="216" cy="233"/>
                  <a:chOff x="2802" y="2002"/>
                  <a:chExt cx="216" cy="233"/>
                </a:xfrm>
              </p:grpSpPr>
              <p:sp>
                <p:nvSpPr>
                  <p:cNvPr id="55327" name="Freeform 34"/>
                  <p:cNvSpPr>
                    <a:spLocks noChangeArrowheads="1"/>
                  </p:cNvSpPr>
                  <p:nvPr/>
                </p:nvSpPr>
                <p:spPr bwMode="auto">
                  <a:xfrm>
                    <a:off x="2802" y="2206"/>
                    <a:ext cx="216" cy="9"/>
                  </a:xfrm>
                  <a:custGeom>
                    <a:avLst/>
                    <a:gdLst>
                      <a:gd name="T0" fmla="*/ 0 w 431"/>
                      <a:gd name="T1" fmla="*/ 4 h 19"/>
                      <a:gd name="T2" fmla="*/ 39 w 431"/>
                      <a:gd name="T3" fmla="*/ 0 h 19"/>
                      <a:gd name="T4" fmla="*/ 98 w 431"/>
                      <a:gd name="T5" fmla="*/ 0 h 19"/>
                      <a:gd name="T6" fmla="*/ 151 w 431"/>
                      <a:gd name="T7" fmla="*/ 0 h 19"/>
                      <a:gd name="T8" fmla="*/ 217 w 431"/>
                      <a:gd name="T9" fmla="*/ 11 h 19"/>
                      <a:gd name="T10" fmla="*/ 292 w 431"/>
                      <a:gd name="T11" fmla="*/ 11 h 19"/>
                      <a:gd name="T12" fmla="*/ 365 w 431"/>
                      <a:gd name="T13" fmla="*/ 11 h 19"/>
                      <a:gd name="T14" fmla="*/ 431 w 431"/>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1" h="19">
                        <a:moveTo>
                          <a:pt x="0" y="4"/>
                        </a:moveTo>
                        <a:lnTo>
                          <a:pt x="39" y="0"/>
                        </a:lnTo>
                        <a:lnTo>
                          <a:pt x="98" y="0"/>
                        </a:lnTo>
                        <a:lnTo>
                          <a:pt x="151" y="0"/>
                        </a:lnTo>
                        <a:lnTo>
                          <a:pt x="217" y="11"/>
                        </a:lnTo>
                        <a:lnTo>
                          <a:pt x="292" y="11"/>
                        </a:lnTo>
                        <a:lnTo>
                          <a:pt x="365" y="11"/>
                        </a:lnTo>
                        <a:lnTo>
                          <a:pt x="431" y="19"/>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28" name="Freeform 35"/>
                  <p:cNvSpPr>
                    <a:spLocks noChangeArrowheads="1"/>
                  </p:cNvSpPr>
                  <p:nvPr/>
                </p:nvSpPr>
                <p:spPr bwMode="auto">
                  <a:xfrm>
                    <a:off x="2877" y="2232"/>
                    <a:ext cx="46" cy="3"/>
                  </a:xfrm>
                  <a:custGeom>
                    <a:avLst/>
                    <a:gdLst>
                      <a:gd name="T0" fmla="*/ 0 w 92"/>
                      <a:gd name="T1" fmla="*/ 5 h 5"/>
                      <a:gd name="T2" fmla="*/ 67 w 92"/>
                      <a:gd name="T3" fmla="*/ 0 h 5"/>
                      <a:gd name="T4" fmla="*/ 92 w 92"/>
                      <a:gd name="T5" fmla="*/ 5 h 5"/>
                    </a:gdLst>
                    <a:ahLst/>
                    <a:cxnLst>
                      <a:cxn ang="0">
                        <a:pos x="T0" y="T1"/>
                      </a:cxn>
                      <a:cxn ang="0">
                        <a:pos x="T2" y="T3"/>
                      </a:cxn>
                      <a:cxn ang="0">
                        <a:pos x="T4" y="T5"/>
                      </a:cxn>
                    </a:cxnLst>
                    <a:rect l="0" t="0" r="r" b="b"/>
                    <a:pathLst>
                      <a:path w="92" h="5">
                        <a:moveTo>
                          <a:pt x="0" y="5"/>
                        </a:moveTo>
                        <a:lnTo>
                          <a:pt x="67" y="0"/>
                        </a:lnTo>
                        <a:lnTo>
                          <a:pt x="92" y="5"/>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29" name="Freeform 36"/>
                  <p:cNvSpPr>
                    <a:spLocks noChangeArrowheads="1"/>
                  </p:cNvSpPr>
                  <p:nvPr/>
                </p:nvSpPr>
                <p:spPr bwMode="auto">
                  <a:xfrm>
                    <a:off x="2859" y="2002"/>
                    <a:ext cx="101" cy="155"/>
                  </a:xfrm>
                  <a:custGeom>
                    <a:avLst/>
                    <a:gdLst>
                      <a:gd name="T0" fmla="*/ 138 w 202"/>
                      <a:gd name="T1" fmla="*/ 0 h 309"/>
                      <a:gd name="T2" fmla="*/ 132 w 202"/>
                      <a:gd name="T3" fmla="*/ 53 h 309"/>
                      <a:gd name="T4" fmla="*/ 143 w 202"/>
                      <a:gd name="T5" fmla="*/ 104 h 309"/>
                      <a:gd name="T6" fmla="*/ 155 w 202"/>
                      <a:gd name="T7" fmla="*/ 139 h 309"/>
                      <a:gd name="T8" fmla="*/ 177 w 202"/>
                      <a:gd name="T9" fmla="*/ 190 h 309"/>
                      <a:gd name="T10" fmla="*/ 189 w 202"/>
                      <a:gd name="T11" fmla="*/ 223 h 309"/>
                      <a:gd name="T12" fmla="*/ 202 w 202"/>
                      <a:gd name="T13" fmla="*/ 264 h 309"/>
                      <a:gd name="T14" fmla="*/ 189 w 202"/>
                      <a:gd name="T15" fmla="*/ 293 h 309"/>
                      <a:gd name="T16" fmla="*/ 173 w 202"/>
                      <a:gd name="T17" fmla="*/ 303 h 309"/>
                      <a:gd name="T18" fmla="*/ 143 w 202"/>
                      <a:gd name="T19" fmla="*/ 309 h 309"/>
                      <a:gd name="T20" fmla="*/ 109 w 202"/>
                      <a:gd name="T21" fmla="*/ 293 h 309"/>
                      <a:gd name="T22" fmla="*/ 63 w 202"/>
                      <a:gd name="T23" fmla="*/ 287 h 309"/>
                      <a:gd name="T24" fmla="*/ 0 w 202"/>
                      <a:gd name="T25" fmla="*/ 29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2" h="309">
                        <a:moveTo>
                          <a:pt x="138" y="0"/>
                        </a:moveTo>
                        <a:lnTo>
                          <a:pt x="132" y="53"/>
                        </a:lnTo>
                        <a:lnTo>
                          <a:pt x="143" y="104"/>
                        </a:lnTo>
                        <a:lnTo>
                          <a:pt x="155" y="139"/>
                        </a:lnTo>
                        <a:lnTo>
                          <a:pt x="177" y="190"/>
                        </a:lnTo>
                        <a:lnTo>
                          <a:pt x="189" y="223"/>
                        </a:lnTo>
                        <a:lnTo>
                          <a:pt x="202" y="264"/>
                        </a:lnTo>
                        <a:lnTo>
                          <a:pt x="189" y="293"/>
                        </a:lnTo>
                        <a:lnTo>
                          <a:pt x="173" y="303"/>
                        </a:lnTo>
                        <a:lnTo>
                          <a:pt x="143" y="309"/>
                        </a:lnTo>
                        <a:lnTo>
                          <a:pt x="109" y="293"/>
                        </a:lnTo>
                        <a:lnTo>
                          <a:pt x="63" y="287"/>
                        </a:lnTo>
                        <a:lnTo>
                          <a:pt x="0" y="297"/>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55330" name="Group 37"/>
                <p:cNvGrpSpPr/>
                <p:nvPr/>
              </p:nvGrpSpPr>
              <p:grpSpPr bwMode="auto">
                <a:xfrm>
                  <a:off x="2780" y="1904"/>
                  <a:ext cx="287" cy="26"/>
                  <a:chOff x="2780" y="1904"/>
                  <a:chExt cx="287" cy="26"/>
                </a:xfrm>
              </p:grpSpPr>
              <p:sp>
                <p:nvSpPr>
                  <p:cNvPr id="55331" name="Freeform 38"/>
                  <p:cNvSpPr>
                    <a:spLocks noChangeArrowheads="1"/>
                  </p:cNvSpPr>
                  <p:nvPr/>
                </p:nvSpPr>
                <p:spPr bwMode="auto">
                  <a:xfrm>
                    <a:off x="2780" y="1904"/>
                    <a:ext cx="116" cy="24"/>
                  </a:xfrm>
                  <a:custGeom>
                    <a:avLst/>
                    <a:gdLst>
                      <a:gd name="T0" fmla="*/ 0 w 232"/>
                      <a:gd name="T1" fmla="*/ 49 h 49"/>
                      <a:gd name="T2" fmla="*/ 33 w 232"/>
                      <a:gd name="T3" fmla="*/ 28 h 49"/>
                      <a:gd name="T4" fmla="*/ 64 w 232"/>
                      <a:gd name="T5" fmla="*/ 14 h 49"/>
                      <a:gd name="T6" fmla="*/ 98 w 232"/>
                      <a:gd name="T7" fmla="*/ 6 h 49"/>
                      <a:gd name="T8" fmla="*/ 126 w 232"/>
                      <a:gd name="T9" fmla="*/ 3 h 49"/>
                      <a:gd name="T10" fmla="*/ 148 w 232"/>
                      <a:gd name="T11" fmla="*/ 0 h 49"/>
                      <a:gd name="T12" fmla="*/ 187 w 232"/>
                      <a:gd name="T13" fmla="*/ 11 h 49"/>
                      <a:gd name="T14" fmla="*/ 232 w 232"/>
                      <a:gd name="T15" fmla="*/ 25 h 49"/>
                      <a:gd name="T16" fmla="*/ 230 w 232"/>
                      <a:gd name="T17" fmla="*/ 38 h 49"/>
                      <a:gd name="T18" fmla="*/ 211 w 232"/>
                      <a:gd name="T19" fmla="*/ 41 h 49"/>
                      <a:gd name="T20" fmla="*/ 187 w 232"/>
                      <a:gd name="T21" fmla="*/ 33 h 49"/>
                      <a:gd name="T22" fmla="*/ 146 w 232"/>
                      <a:gd name="T23" fmla="*/ 29 h 49"/>
                      <a:gd name="T24" fmla="*/ 120 w 232"/>
                      <a:gd name="T25" fmla="*/ 28 h 49"/>
                      <a:gd name="T26" fmla="*/ 96 w 232"/>
                      <a:gd name="T27" fmla="*/ 33 h 49"/>
                      <a:gd name="T28" fmla="*/ 64 w 232"/>
                      <a:gd name="T29" fmla="*/ 41 h 49"/>
                      <a:gd name="T30" fmla="*/ 36 w 232"/>
                      <a:gd name="T31" fmla="*/ 46 h 49"/>
                      <a:gd name="T32" fmla="*/ 0 w 232"/>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49">
                        <a:moveTo>
                          <a:pt x="0" y="49"/>
                        </a:moveTo>
                        <a:lnTo>
                          <a:pt x="33" y="28"/>
                        </a:lnTo>
                        <a:lnTo>
                          <a:pt x="64" y="14"/>
                        </a:lnTo>
                        <a:lnTo>
                          <a:pt x="98" y="6"/>
                        </a:lnTo>
                        <a:lnTo>
                          <a:pt x="126" y="3"/>
                        </a:lnTo>
                        <a:lnTo>
                          <a:pt x="148" y="0"/>
                        </a:lnTo>
                        <a:lnTo>
                          <a:pt x="187" y="11"/>
                        </a:lnTo>
                        <a:lnTo>
                          <a:pt x="232" y="25"/>
                        </a:lnTo>
                        <a:lnTo>
                          <a:pt x="230" y="38"/>
                        </a:lnTo>
                        <a:lnTo>
                          <a:pt x="211" y="41"/>
                        </a:lnTo>
                        <a:lnTo>
                          <a:pt x="187" y="33"/>
                        </a:lnTo>
                        <a:lnTo>
                          <a:pt x="146" y="29"/>
                        </a:lnTo>
                        <a:lnTo>
                          <a:pt x="120" y="28"/>
                        </a:lnTo>
                        <a:lnTo>
                          <a:pt x="96" y="33"/>
                        </a:lnTo>
                        <a:lnTo>
                          <a:pt x="64" y="41"/>
                        </a:lnTo>
                        <a:lnTo>
                          <a:pt x="36" y="46"/>
                        </a:lnTo>
                        <a:lnTo>
                          <a:pt x="0" y="49"/>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32" name="Freeform 39"/>
                  <p:cNvSpPr>
                    <a:spLocks noChangeArrowheads="1"/>
                  </p:cNvSpPr>
                  <p:nvPr/>
                </p:nvSpPr>
                <p:spPr bwMode="auto">
                  <a:xfrm>
                    <a:off x="2954" y="1906"/>
                    <a:ext cx="113" cy="24"/>
                  </a:xfrm>
                  <a:custGeom>
                    <a:avLst/>
                    <a:gdLst>
                      <a:gd name="T0" fmla="*/ 226 w 226"/>
                      <a:gd name="T1" fmla="*/ 48 h 48"/>
                      <a:gd name="T2" fmla="*/ 194 w 226"/>
                      <a:gd name="T3" fmla="*/ 26 h 48"/>
                      <a:gd name="T4" fmla="*/ 162 w 226"/>
                      <a:gd name="T5" fmla="*/ 13 h 48"/>
                      <a:gd name="T6" fmla="*/ 131 w 226"/>
                      <a:gd name="T7" fmla="*/ 6 h 48"/>
                      <a:gd name="T8" fmla="*/ 104 w 226"/>
                      <a:gd name="T9" fmla="*/ 2 h 48"/>
                      <a:gd name="T10" fmla="*/ 83 w 226"/>
                      <a:gd name="T11" fmla="*/ 0 h 48"/>
                      <a:gd name="T12" fmla="*/ 45 w 226"/>
                      <a:gd name="T13" fmla="*/ 10 h 48"/>
                      <a:gd name="T14" fmla="*/ 0 w 226"/>
                      <a:gd name="T15" fmla="*/ 23 h 48"/>
                      <a:gd name="T16" fmla="*/ 3 w 226"/>
                      <a:gd name="T17" fmla="*/ 37 h 48"/>
                      <a:gd name="T18" fmla="*/ 21 w 226"/>
                      <a:gd name="T19" fmla="*/ 40 h 48"/>
                      <a:gd name="T20" fmla="*/ 45 w 226"/>
                      <a:gd name="T21" fmla="*/ 32 h 48"/>
                      <a:gd name="T22" fmla="*/ 85 w 226"/>
                      <a:gd name="T23" fmla="*/ 29 h 48"/>
                      <a:gd name="T24" fmla="*/ 110 w 226"/>
                      <a:gd name="T25" fmla="*/ 26 h 48"/>
                      <a:gd name="T26" fmla="*/ 133 w 226"/>
                      <a:gd name="T27" fmla="*/ 32 h 48"/>
                      <a:gd name="T28" fmla="*/ 162 w 226"/>
                      <a:gd name="T29" fmla="*/ 40 h 48"/>
                      <a:gd name="T30" fmla="*/ 191 w 226"/>
                      <a:gd name="T31" fmla="*/ 46 h 48"/>
                      <a:gd name="T32" fmla="*/ 226 w 226"/>
                      <a:gd name="T3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48">
                        <a:moveTo>
                          <a:pt x="226" y="48"/>
                        </a:moveTo>
                        <a:lnTo>
                          <a:pt x="194" y="26"/>
                        </a:lnTo>
                        <a:lnTo>
                          <a:pt x="162" y="13"/>
                        </a:lnTo>
                        <a:lnTo>
                          <a:pt x="131" y="6"/>
                        </a:lnTo>
                        <a:lnTo>
                          <a:pt x="104" y="2"/>
                        </a:lnTo>
                        <a:lnTo>
                          <a:pt x="83" y="0"/>
                        </a:lnTo>
                        <a:lnTo>
                          <a:pt x="45" y="10"/>
                        </a:lnTo>
                        <a:lnTo>
                          <a:pt x="0" y="23"/>
                        </a:lnTo>
                        <a:lnTo>
                          <a:pt x="3" y="37"/>
                        </a:lnTo>
                        <a:lnTo>
                          <a:pt x="21" y="40"/>
                        </a:lnTo>
                        <a:lnTo>
                          <a:pt x="45" y="32"/>
                        </a:lnTo>
                        <a:lnTo>
                          <a:pt x="85" y="29"/>
                        </a:lnTo>
                        <a:lnTo>
                          <a:pt x="110" y="26"/>
                        </a:lnTo>
                        <a:lnTo>
                          <a:pt x="133" y="32"/>
                        </a:lnTo>
                        <a:lnTo>
                          <a:pt x="162" y="40"/>
                        </a:lnTo>
                        <a:lnTo>
                          <a:pt x="191" y="46"/>
                        </a:lnTo>
                        <a:lnTo>
                          <a:pt x="226" y="48"/>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55333" name="Freeform 40"/>
                <p:cNvSpPr>
                  <a:spLocks noChangeArrowheads="1"/>
                </p:cNvSpPr>
                <p:nvPr/>
              </p:nvSpPr>
              <p:spPr bwMode="auto">
                <a:xfrm>
                  <a:off x="2693" y="1686"/>
                  <a:ext cx="451" cy="294"/>
                </a:xfrm>
                <a:custGeom>
                  <a:avLst/>
                  <a:gdLst>
                    <a:gd name="T0" fmla="*/ 23 w 903"/>
                    <a:gd name="T1" fmla="*/ 580 h 586"/>
                    <a:gd name="T2" fmla="*/ 67 w 903"/>
                    <a:gd name="T3" fmla="*/ 586 h 586"/>
                    <a:gd name="T4" fmla="*/ 57 w 903"/>
                    <a:gd name="T5" fmla="*/ 503 h 586"/>
                    <a:gd name="T6" fmla="*/ 110 w 903"/>
                    <a:gd name="T7" fmla="*/ 428 h 586"/>
                    <a:gd name="T8" fmla="*/ 114 w 903"/>
                    <a:gd name="T9" fmla="*/ 337 h 586"/>
                    <a:gd name="T10" fmla="*/ 179 w 903"/>
                    <a:gd name="T11" fmla="*/ 286 h 586"/>
                    <a:gd name="T12" fmla="*/ 179 w 903"/>
                    <a:gd name="T13" fmla="*/ 212 h 586"/>
                    <a:gd name="T14" fmla="*/ 235 w 903"/>
                    <a:gd name="T15" fmla="*/ 207 h 586"/>
                    <a:gd name="T16" fmla="*/ 287 w 903"/>
                    <a:gd name="T17" fmla="*/ 166 h 586"/>
                    <a:gd name="T18" fmla="*/ 372 w 903"/>
                    <a:gd name="T19" fmla="*/ 217 h 586"/>
                    <a:gd name="T20" fmla="*/ 390 w 903"/>
                    <a:gd name="T21" fmla="*/ 189 h 586"/>
                    <a:gd name="T22" fmla="*/ 476 w 903"/>
                    <a:gd name="T23" fmla="*/ 217 h 586"/>
                    <a:gd name="T24" fmla="*/ 453 w 903"/>
                    <a:gd name="T25" fmla="*/ 166 h 586"/>
                    <a:gd name="T26" fmla="*/ 563 w 903"/>
                    <a:gd name="T27" fmla="*/ 229 h 586"/>
                    <a:gd name="T28" fmla="*/ 574 w 903"/>
                    <a:gd name="T29" fmla="*/ 189 h 586"/>
                    <a:gd name="T30" fmla="*/ 673 w 903"/>
                    <a:gd name="T31" fmla="*/ 252 h 586"/>
                    <a:gd name="T32" fmla="*/ 724 w 903"/>
                    <a:gd name="T33" fmla="*/ 240 h 586"/>
                    <a:gd name="T34" fmla="*/ 752 w 903"/>
                    <a:gd name="T35" fmla="*/ 303 h 586"/>
                    <a:gd name="T36" fmla="*/ 787 w 903"/>
                    <a:gd name="T37" fmla="*/ 296 h 586"/>
                    <a:gd name="T38" fmla="*/ 814 w 903"/>
                    <a:gd name="T39" fmla="*/ 341 h 586"/>
                    <a:gd name="T40" fmla="*/ 790 w 903"/>
                    <a:gd name="T41" fmla="*/ 421 h 586"/>
                    <a:gd name="T42" fmla="*/ 799 w 903"/>
                    <a:gd name="T43" fmla="*/ 488 h 586"/>
                    <a:gd name="T44" fmla="*/ 820 w 903"/>
                    <a:gd name="T45" fmla="*/ 574 h 586"/>
                    <a:gd name="T46" fmla="*/ 845 w 903"/>
                    <a:gd name="T47" fmla="*/ 574 h 586"/>
                    <a:gd name="T48" fmla="*/ 872 w 903"/>
                    <a:gd name="T49" fmla="*/ 517 h 586"/>
                    <a:gd name="T50" fmla="*/ 890 w 903"/>
                    <a:gd name="T51" fmla="*/ 463 h 586"/>
                    <a:gd name="T52" fmla="*/ 903 w 903"/>
                    <a:gd name="T53" fmla="*/ 383 h 586"/>
                    <a:gd name="T54" fmla="*/ 890 w 903"/>
                    <a:gd name="T55" fmla="*/ 264 h 586"/>
                    <a:gd name="T56" fmla="*/ 844 w 903"/>
                    <a:gd name="T57" fmla="*/ 182 h 586"/>
                    <a:gd name="T58" fmla="*/ 810 w 903"/>
                    <a:gd name="T59" fmla="*/ 132 h 586"/>
                    <a:gd name="T60" fmla="*/ 752 w 903"/>
                    <a:gd name="T61" fmla="*/ 79 h 586"/>
                    <a:gd name="T62" fmla="*/ 667 w 903"/>
                    <a:gd name="T63" fmla="*/ 40 h 586"/>
                    <a:gd name="T64" fmla="*/ 580 w 903"/>
                    <a:gd name="T65" fmla="*/ 16 h 586"/>
                    <a:gd name="T66" fmla="*/ 453 w 903"/>
                    <a:gd name="T67" fmla="*/ 0 h 586"/>
                    <a:gd name="T68" fmla="*/ 337 w 903"/>
                    <a:gd name="T69" fmla="*/ 16 h 586"/>
                    <a:gd name="T70" fmla="*/ 258 w 903"/>
                    <a:gd name="T71" fmla="*/ 22 h 586"/>
                    <a:gd name="T72" fmla="*/ 196 w 903"/>
                    <a:gd name="T73" fmla="*/ 44 h 586"/>
                    <a:gd name="T74" fmla="*/ 121 w 903"/>
                    <a:gd name="T75" fmla="*/ 90 h 586"/>
                    <a:gd name="T76" fmla="*/ 57 w 903"/>
                    <a:gd name="T77" fmla="*/ 172 h 586"/>
                    <a:gd name="T78" fmla="*/ 29 w 903"/>
                    <a:gd name="T79" fmla="*/ 223 h 586"/>
                    <a:gd name="T80" fmla="*/ 0 w 903"/>
                    <a:gd name="T81" fmla="*/ 326 h 586"/>
                    <a:gd name="T82" fmla="*/ 0 w 903"/>
                    <a:gd name="T83" fmla="*/ 440 h 586"/>
                    <a:gd name="T84" fmla="*/ 0 w 903"/>
                    <a:gd name="T85" fmla="*/ 516 h 586"/>
                    <a:gd name="T86" fmla="*/ 23 w 903"/>
                    <a:gd name="T87" fmla="*/ 58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3" h="586">
                      <a:moveTo>
                        <a:pt x="23" y="580"/>
                      </a:moveTo>
                      <a:lnTo>
                        <a:pt x="67" y="586"/>
                      </a:lnTo>
                      <a:lnTo>
                        <a:pt x="57" y="503"/>
                      </a:lnTo>
                      <a:lnTo>
                        <a:pt x="110" y="428"/>
                      </a:lnTo>
                      <a:lnTo>
                        <a:pt x="114" y="337"/>
                      </a:lnTo>
                      <a:lnTo>
                        <a:pt x="179" y="286"/>
                      </a:lnTo>
                      <a:lnTo>
                        <a:pt x="179" y="212"/>
                      </a:lnTo>
                      <a:lnTo>
                        <a:pt x="235" y="207"/>
                      </a:lnTo>
                      <a:lnTo>
                        <a:pt x="287" y="166"/>
                      </a:lnTo>
                      <a:lnTo>
                        <a:pt x="372" y="217"/>
                      </a:lnTo>
                      <a:lnTo>
                        <a:pt x="390" y="189"/>
                      </a:lnTo>
                      <a:lnTo>
                        <a:pt x="476" y="217"/>
                      </a:lnTo>
                      <a:lnTo>
                        <a:pt x="453" y="166"/>
                      </a:lnTo>
                      <a:lnTo>
                        <a:pt x="563" y="229"/>
                      </a:lnTo>
                      <a:lnTo>
                        <a:pt x="574" y="189"/>
                      </a:lnTo>
                      <a:lnTo>
                        <a:pt x="673" y="252"/>
                      </a:lnTo>
                      <a:lnTo>
                        <a:pt x="724" y="240"/>
                      </a:lnTo>
                      <a:lnTo>
                        <a:pt x="752" y="303"/>
                      </a:lnTo>
                      <a:lnTo>
                        <a:pt x="787" y="296"/>
                      </a:lnTo>
                      <a:lnTo>
                        <a:pt x="814" y="341"/>
                      </a:lnTo>
                      <a:lnTo>
                        <a:pt x="790" y="421"/>
                      </a:lnTo>
                      <a:lnTo>
                        <a:pt x="799" y="488"/>
                      </a:lnTo>
                      <a:lnTo>
                        <a:pt x="820" y="574"/>
                      </a:lnTo>
                      <a:lnTo>
                        <a:pt x="845" y="574"/>
                      </a:lnTo>
                      <a:lnTo>
                        <a:pt x="872" y="517"/>
                      </a:lnTo>
                      <a:lnTo>
                        <a:pt x="890" y="463"/>
                      </a:lnTo>
                      <a:lnTo>
                        <a:pt x="903" y="383"/>
                      </a:lnTo>
                      <a:lnTo>
                        <a:pt x="890" y="264"/>
                      </a:lnTo>
                      <a:lnTo>
                        <a:pt x="844" y="182"/>
                      </a:lnTo>
                      <a:lnTo>
                        <a:pt x="810" y="132"/>
                      </a:lnTo>
                      <a:lnTo>
                        <a:pt x="752" y="79"/>
                      </a:lnTo>
                      <a:lnTo>
                        <a:pt x="667" y="40"/>
                      </a:lnTo>
                      <a:lnTo>
                        <a:pt x="580" y="16"/>
                      </a:lnTo>
                      <a:lnTo>
                        <a:pt x="453" y="0"/>
                      </a:lnTo>
                      <a:lnTo>
                        <a:pt x="337" y="16"/>
                      </a:lnTo>
                      <a:lnTo>
                        <a:pt x="258" y="22"/>
                      </a:lnTo>
                      <a:lnTo>
                        <a:pt x="196" y="44"/>
                      </a:lnTo>
                      <a:lnTo>
                        <a:pt x="121" y="90"/>
                      </a:lnTo>
                      <a:lnTo>
                        <a:pt x="57" y="172"/>
                      </a:lnTo>
                      <a:lnTo>
                        <a:pt x="29" y="223"/>
                      </a:lnTo>
                      <a:lnTo>
                        <a:pt x="0" y="326"/>
                      </a:lnTo>
                      <a:lnTo>
                        <a:pt x="0" y="440"/>
                      </a:lnTo>
                      <a:lnTo>
                        <a:pt x="0" y="516"/>
                      </a:lnTo>
                      <a:lnTo>
                        <a:pt x="23" y="580"/>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55334" name="Freeform 41"/>
              <p:cNvSpPr>
                <a:spLocks noChangeArrowheads="1"/>
              </p:cNvSpPr>
              <p:nvPr/>
            </p:nvSpPr>
            <p:spPr bwMode="auto">
              <a:xfrm>
                <a:off x="3072" y="2309"/>
                <a:ext cx="477" cy="509"/>
              </a:xfrm>
              <a:custGeom>
                <a:avLst/>
                <a:gdLst>
                  <a:gd name="T0" fmla="*/ 65 w 954"/>
                  <a:gd name="T1" fmla="*/ 139 h 1017"/>
                  <a:gd name="T2" fmla="*/ 215 w 954"/>
                  <a:gd name="T3" fmla="*/ 107 h 1017"/>
                  <a:gd name="T4" fmla="*/ 289 w 954"/>
                  <a:gd name="T5" fmla="*/ 53 h 1017"/>
                  <a:gd name="T6" fmla="*/ 343 w 954"/>
                  <a:gd name="T7" fmla="*/ 0 h 1017"/>
                  <a:gd name="T8" fmla="*/ 470 w 954"/>
                  <a:gd name="T9" fmla="*/ 118 h 1017"/>
                  <a:gd name="T10" fmla="*/ 621 w 954"/>
                  <a:gd name="T11" fmla="*/ 257 h 1017"/>
                  <a:gd name="T12" fmla="*/ 749 w 954"/>
                  <a:gd name="T13" fmla="*/ 384 h 1017"/>
                  <a:gd name="T14" fmla="*/ 795 w 954"/>
                  <a:gd name="T15" fmla="*/ 441 h 1017"/>
                  <a:gd name="T16" fmla="*/ 825 w 954"/>
                  <a:gd name="T17" fmla="*/ 483 h 1017"/>
                  <a:gd name="T18" fmla="*/ 865 w 954"/>
                  <a:gd name="T19" fmla="*/ 534 h 1017"/>
                  <a:gd name="T20" fmla="*/ 902 w 954"/>
                  <a:gd name="T21" fmla="*/ 598 h 1017"/>
                  <a:gd name="T22" fmla="*/ 922 w 954"/>
                  <a:gd name="T23" fmla="*/ 648 h 1017"/>
                  <a:gd name="T24" fmla="*/ 941 w 954"/>
                  <a:gd name="T25" fmla="*/ 704 h 1017"/>
                  <a:gd name="T26" fmla="*/ 954 w 954"/>
                  <a:gd name="T27" fmla="*/ 802 h 1017"/>
                  <a:gd name="T28" fmla="*/ 944 w 954"/>
                  <a:gd name="T29" fmla="*/ 858 h 1017"/>
                  <a:gd name="T30" fmla="*/ 922 w 954"/>
                  <a:gd name="T31" fmla="*/ 910 h 1017"/>
                  <a:gd name="T32" fmla="*/ 860 w 954"/>
                  <a:gd name="T33" fmla="*/ 954 h 1017"/>
                  <a:gd name="T34" fmla="*/ 804 w 954"/>
                  <a:gd name="T35" fmla="*/ 984 h 1017"/>
                  <a:gd name="T36" fmla="*/ 726 w 954"/>
                  <a:gd name="T37" fmla="*/ 1004 h 1017"/>
                  <a:gd name="T38" fmla="*/ 664 w 954"/>
                  <a:gd name="T39" fmla="*/ 1017 h 1017"/>
                  <a:gd name="T40" fmla="*/ 603 w 954"/>
                  <a:gd name="T41" fmla="*/ 1011 h 1017"/>
                  <a:gd name="T42" fmla="*/ 557 w 954"/>
                  <a:gd name="T43" fmla="*/ 1007 h 1017"/>
                  <a:gd name="T44" fmla="*/ 508 w 954"/>
                  <a:gd name="T45" fmla="*/ 996 h 1017"/>
                  <a:gd name="T46" fmla="*/ 461 w 954"/>
                  <a:gd name="T47" fmla="*/ 974 h 1017"/>
                  <a:gd name="T48" fmla="*/ 411 w 954"/>
                  <a:gd name="T49" fmla="*/ 944 h 1017"/>
                  <a:gd name="T50" fmla="*/ 375 w 954"/>
                  <a:gd name="T51" fmla="*/ 910 h 1017"/>
                  <a:gd name="T52" fmla="*/ 335 w 954"/>
                  <a:gd name="T53" fmla="*/ 851 h 1017"/>
                  <a:gd name="T54" fmla="*/ 311 w 954"/>
                  <a:gd name="T55" fmla="*/ 813 h 1017"/>
                  <a:gd name="T56" fmla="*/ 252 w 954"/>
                  <a:gd name="T57" fmla="*/ 688 h 1017"/>
                  <a:gd name="T58" fmla="*/ 182 w 954"/>
                  <a:gd name="T59" fmla="*/ 524 h 1017"/>
                  <a:gd name="T60" fmla="*/ 129 w 954"/>
                  <a:gd name="T61" fmla="*/ 396 h 1017"/>
                  <a:gd name="T62" fmla="*/ 43 w 954"/>
                  <a:gd name="T63" fmla="*/ 245 h 1017"/>
                  <a:gd name="T64" fmla="*/ 0 w 954"/>
                  <a:gd name="T65" fmla="*/ 159 h 1017"/>
                  <a:gd name="T66" fmla="*/ 65 w 954"/>
                  <a:gd name="T67" fmla="*/ 139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54" h="1017">
                    <a:moveTo>
                      <a:pt x="65" y="139"/>
                    </a:moveTo>
                    <a:lnTo>
                      <a:pt x="215" y="107"/>
                    </a:lnTo>
                    <a:lnTo>
                      <a:pt x="289" y="53"/>
                    </a:lnTo>
                    <a:lnTo>
                      <a:pt x="343" y="0"/>
                    </a:lnTo>
                    <a:lnTo>
                      <a:pt x="470" y="118"/>
                    </a:lnTo>
                    <a:lnTo>
                      <a:pt x="621" y="257"/>
                    </a:lnTo>
                    <a:lnTo>
                      <a:pt x="749" y="384"/>
                    </a:lnTo>
                    <a:lnTo>
                      <a:pt x="795" y="441"/>
                    </a:lnTo>
                    <a:lnTo>
                      <a:pt x="825" y="483"/>
                    </a:lnTo>
                    <a:lnTo>
                      <a:pt x="865" y="534"/>
                    </a:lnTo>
                    <a:lnTo>
                      <a:pt x="902" y="598"/>
                    </a:lnTo>
                    <a:lnTo>
                      <a:pt x="922" y="648"/>
                    </a:lnTo>
                    <a:lnTo>
                      <a:pt x="941" y="704"/>
                    </a:lnTo>
                    <a:lnTo>
                      <a:pt x="954" y="802"/>
                    </a:lnTo>
                    <a:lnTo>
                      <a:pt x="944" y="858"/>
                    </a:lnTo>
                    <a:lnTo>
                      <a:pt x="922" y="910"/>
                    </a:lnTo>
                    <a:lnTo>
                      <a:pt x="860" y="954"/>
                    </a:lnTo>
                    <a:lnTo>
                      <a:pt x="804" y="984"/>
                    </a:lnTo>
                    <a:lnTo>
                      <a:pt x="726" y="1004"/>
                    </a:lnTo>
                    <a:lnTo>
                      <a:pt x="664" y="1017"/>
                    </a:lnTo>
                    <a:lnTo>
                      <a:pt x="603" y="1011"/>
                    </a:lnTo>
                    <a:lnTo>
                      <a:pt x="557" y="1007"/>
                    </a:lnTo>
                    <a:lnTo>
                      <a:pt x="508" y="996"/>
                    </a:lnTo>
                    <a:lnTo>
                      <a:pt x="461" y="974"/>
                    </a:lnTo>
                    <a:lnTo>
                      <a:pt x="411" y="944"/>
                    </a:lnTo>
                    <a:lnTo>
                      <a:pt x="375" y="910"/>
                    </a:lnTo>
                    <a:lnTo>
                      <a:pt x="335" y="851"/>
                    </a:lnTo>
                    <a:lnTo>
                      <a:pt x="311" y="813"/>
                    </a:lnTo>
                    <a:lnTo>
                      <a:pt x="252" y="688"/>
                    </a:lnTo>
                    <a:lnTo>
                      <a:pt x="182" y="524"/>
                    </a:lnTo>
                    <a:lnTo>
                      <a:pt x="129" y="396"/>
                    </a:lnTo>
                    <a:lnTo>
                      <a:pt x="43" y="245"/>
                    </a:lnTo>
                    <a:lnTo>
                      <a:pt x="0" y="159"/>
                    </a:lnTo>
                    <a:lnTo>
                      <a:pt x="65" y="139"/>
                    </a:lnTo>
                    <a:close/>
                  </a:path>
                </a:pathLst>
              </a:custGeom>
              <a:solidFill>
                <a:srgbClr val="C0C0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35" name="Freeform 42"/>
              <p:cNvSpPr>
                <a:spLocks noChangeArrowheads="1"/>
              </p:cNvSpPr>
              <p:nvPr/>
            </p:nvSpPr>
            <p:spPr bwMode="auto">
              <a:xfrm>
                <a:off x="3065" y="2297"/>
                <a:ext cx="291" cy="243"/>
              </a:xfrm>
              <a:custGeom>
                <a:avLst/>
                <a:gdLst>
                  <a:gd name="T0" fmla="*/ 0 w 581"/>
                  <a:gd name="T1" fmla="*/ 171 h 486"/>
                  <a:gd name="T2" fmla="*/ 42 w 581"/>
                  <a:gd name="T3" fmla="*/ 171 h 486"/>
                  <a:gd name="T4" fmla="*/ 96 w 581"/>
                  <a:gd name="T5" fmla="*/ 160 h 486"/>
                  <a:gd name="T6" fmla="*/ 153 w 581"/>
                  <a:gd name="T7" fmla="*/ 150 h 486"/>
                  <a:gd name="T8" fmla="*/ 191 w 581"/>
                  <a:gd name="T9" fmla="*/ 137 h 486"/>
                  <a:gd name="T10" fmla="*/ 267 w 581"/>
                  <a:gd name="T11" fmla="*/ 104 h 486"/>
                  <a:gd name="T12" fmla="*/ 335 w 581"/>
                  <a:gd name="T13" fmla="*/ 46 h 486"/>
                  <a:gd name="T14" fmla="*/ 369 w 581"/>
                  <a:gd name="T15" fmla="*/ 0 h 486"/>
                  <a:gd name="T16" fmla="*/ 581 w 581"/>
                  <a:gd name="T17" fmla="*/ 213 h 486"/>
                  <a:gd name="T18" fmla="*/ 578 w 581"/>
                  <a:gd name="T19" fmla="*/ 248 h 486"/>
                  <a:gd name="T20" fmla="*/ 563 w 581"/>
                  <a:gd name="T21" fmla="*/ 287 h 486"/>
                  <a:gd name="T22" fmla="*/ 528 w 581"/>
                  <a:gd name="T23" fmla="*/ 324 h 486"/>
                  <a:gd name="T24" fmla="*/ 495 w 581"/>
                  <a:gd name="T25" fmla="*/ 357 h 486"/>
                  <a:gd name="T26" fmla="*/ 455 w 581"/>
                  <a:gd name="T27" fmla="*/ 381 h 486"/>
                  <a:gd name="T28" fmla="*/ 398 w 581"/>
                  <a:gd name="T29" fmla="*/ 409 h 486"/>
                  <a:gd name="T30" fmla="*/ 334 w 581"/>
                  <a:gd name="T31" fmla="*/ 436 h 486"/>
                  <a:gd name="T32" fmla="*/ 254 w 581"/>
                  <a:gd name="T33" fmla="*/ 459 h 486"/>
                  <a:gd name="T34" fmla="*/ 188 w 581"/>
                  <a:gd name="T35" fmla="*/ 473 h 486"/>
                  <a:gd name="T36" fmla="*/ 142 w 581"/>
                  <a:gd name="T37" fmla="*/ 486 h 486"/>
                  <a:gd name="T38" fmla="*/ 0 w 581"/>
                  <a:gd name="T39" fmla="*/ 17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1" h="486">
                    <a:moveTo>
                      <a:pt x="0" y="171"/>
                    </a:moveTo>
                    <a:lnTo>
                      <a:pt x="42" y="171"/>
                    </a:lnTo>
                    <a:lnTo>
                      <a:pt x="96" y="160"/>
                    </a:lnTo>
                    <a:lnTo>
                      <a:pt x="153" y="150"/>
                    </a:lnTo>
                    <a:lnTo>
                      <a:pt x="191" y="137"/>
                    </a:lnTo>
                    <a:lnTo>
                      <a:pt x="267" y="104"/>
                    </a:lnTo>
                    <a:lnTo>
                      <a:pt x="335" y="46"/>
                    </a:lnTo>
                    <a:lnTo>
                      <a:pt x="369" y="0"/>
                    </a:lnTo>
                    <a:lnTo>
                      <a:pt x="581" y="213"/>
                    </a:lnTo>
                    <a:lnTo>
                      <a:pt x="578" y="248"/>
                    </a:lnTo>
                    <a:lnTo>
                      <a:pt x="563" y="287"/>
                    </a:lnTo>
                    <a:lnTo>
                      <a:pt x="528" y="324"/>
                    </a:lnTo>
                    <a:lnTo>
                      <a:pt x="495" y="357"/>
                    </a:lnTo>
                    <a:lnTo>
                      <a:pt x="455" y="381"/>
                    </a:lnTo>
                    <a:lnTo>
                      <a:pt x="398" y="409"/>
                    </a:lnTo>
                    <a:lnTo>
                      <a:pt x="334" y="436"/>
                    </a:lnTo>
                    <a:lnTo>
                      <a:pt x="254" y="459"/>
                    </a:lnTo>
                    <a:lnTo>
                      <a:pt x="188" y="473"/>
                    </a:lnTo>
                    <a:lnTo>
                      <a:pt x="142" y="486"/>
                    </a:lnTo>
                    <a:lnTo>
                      <a:pt x="0" y="171"/>
                    </a:lnTo>
                    <a:close/>
                  </a:path>
                </a:pathLst>
              </a:cu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55336" name="Group 43"/>
            <p:cNvGrpSpPr/>
            <p:nvPr/>
          </p:nvGrpSpPr>
          <p:grpSpPr bwMode="auto">
            <a:xfrm>
              <a:off x="2692" y="1940"/>
              <a:ext cx="431" cy="125"/>
              <a:chOff x="2692" y="1940"/>
              <a:chExt cx="431" cy="125"/>
            </a:xfrm>
          </p:grpSpPr>
          <p:grpSp>
            <p:nvGrpSpPr>
              <p:cNvPr id="55337" name="Group 44"/>
              <p:cNvGrpSpPr/>
              <p:nvPr/>
            </p:nvGrpSpPr>
            <p:grpSpPr bwMode="auto">
              <a:xfrm>
                <a:off x="2692" y="1940"/>
                <a:ext cx="431" cy="125"/>
                <a:chOff x="2692" y="1940"/>
                <a:chExt cx="431" cy="125"/>
              </a:xfrm>
            </p:grpSpPr>
            <p:sp>
              <p:nvSpPr>
                <p:cNvPr id="55338" name="Freeform 45"/>
                <p:cNvSpPr>
                  <a:spLocks noChangeArrowheads="1"/>
                </p:cNvSpPr>
                <p:nvPr/>
              </p:nvSpPr>
              <p:spPr bwMode="auto">
                <a:xfrm>
                  <a:off x="2756" y="1940"/>
                  <a:ext cx="155" cy="124"/>
                </a:xfrm>
                <a:custGeom>
                  <a:avLst/>
                  <a:gdLst>
                    <a:gd name="T0" fmla="*/ 30 w 309"/>
                    <a:gd name="T1" fmla="*/ 13 h 246"/>
                    <a:gd name="T2" fmla="*/ 88 w 309"/>
                    <a:gd name="T3" fmla="*/ 0 h 246"/>
                    <a:gd name="T4" fmla="*/ 150 w 309"/>
                    <a:gd name="T5" fmla="*/ 0 h 246"/>
                    <a:gd name="T6" fmla="*/ 243 w 309"/>
                    <a:gd name="T7" fmla="*/ 7 h 246"/>
                    <a:gd name="T8" fmla="*/ 276 w 309"/>
                    <a:gd name="T9" fmla="*/ 13 h 246"/>
                    <a:gd name="T10" fmla="*/ 309 w 309"/>
                    <a:gd name="T11" fmla="*/ 29 h 246"/>
                    <a:gd name="T12" fmla="*/ 309 w 309"/>
                    <a:gd name="T13" fmla="*/ 65 h 246"/>
                    <a:gd name="T14" fmla="*/ 309 w 309"/>
                    <a:gd name="T15" fmla="*/ 105 h 246"/>
                    <a:gd name="T16" fmla="*/ 299 w 309"/>
                    <a:gd name="T17" fmla="*/ 142 h 246"/>
                    <a:gd name="T18" fmla="*/ 288 w 309"/>
                    <a:gd name="T19" fmla="*/ 167 h 246"/>
                    <a:gd name="T20" fmla="*/ 279 w 309"/>
                    <a:gd name="T21" fmla="*/ 190 h 246"/>
                    <a:gd name="T22" fmla="*/ 266 w 309"/>
                    <a:gd name="T23" fmla="*/ 208 h 246"/>
                    <a:gd name="T24" fmla="*/ 248 w 309"/>
                    <a:gd name="T25" fmla="*/ 225 h 246"/>
                    <a:gd name="T26" fmla="*/ 218 w 309"/>
                    <a:gd name="T27" fmla="*/ 235 h 246"/>
                    <a:gd name="T28" fmla="*/ 180 w 309"/>
                    <a:gd name="T29" fmla="*/ 242 h 246"/>
                    <a:gd name="T30" fmla="*/ 137 w 309"/>
                    <a:gd name="T31" fmla="*/ 246 h 246"/>
                    <a:gd name="T32" fmla="*/ 103 w 309"/>
                    <a:gd name="T33" fmla="*/ 242 h 246"/>
                    <a:gd name="T34" fmla="*/ 75 w 309"/>
                    <a:gd name="T35" fmla="*/ 237 h 246"/>
                    <a:gd name="T36" fmla="*/ 47 w 309"/>
                    <a:gd name="T37" fmla="*/ 225 h 246"/>
                    <a:gd name="T38" fmla="*/ 23 w 309"/>
                    <a:gd name="T39" fmla="*/ 204 h 246"/>
                    <a:gd name="T40" fmla="*/ 11 w 309"/>
                    <a:gd name="T41" fmla="*/ 184 h 246"/>
                    <a:gd name="T42" fmla="*/ 0 w 309"/>
                    <a:gd name="T43" fmla="*/ 133 h 246"/>
                    <a:gd name="T44" fmla="*/ 0 w 309"/>
                    <a:gd name="T45" fmla="*/ 87 h 246"/>
                    <a:gd name="T46" fmla="*/ 0 w 309"/>
                    <a:gd name="T47" fmla="*/ 41 h 246"/>
                    <a:gd name="T48" fmla="*/ 30 w 309"/>
                    <a:gd name="T49" fmla="*/ 1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9" h="246">
                      <a:moveTo>
                        <a:pt x="30" y="13"/>
                      </a:moveTo>
                      <a:lnTo>
                        <a:pt x="88" y="0"/>
                      </a:lnTo>
                      <a:lnTo>
                        <a:pt x="150" y="0"/>
                      </a:lnTo>
                      <a:lnTo>
                        <a:pt x="243" y="7"/>
                      </a:lnTo>
                      <a:lnTo>
                        <a:pt x="276" y="13"/>
                      </a:lnTo>
                      <a:lnTo>
                        <a:pt x="309" y="29"/>
                      </a:lnTo>
                      <a:lnTo>
                        <a:pt x="309" y="65"/>
                      </a:lnTo>
                      <a:lnTo>
                        <a:pt x="309" y="105"/>
                      </a:lnTo>
                      <a:lnTo>
                        <a:pt x="299" y="142"/>
                      </a:lnTo>
                      <a:lnTo>
                        <a:pt x="288" y="167"/>
                      </a:lnTo>
                      <a:lnTo>
                        <a:pt x="279" y="190"/>
                      </a:lnTo>
                      <a:lnTo>
                        <a:pt x="266" y="208"/>
                      </a:lnTo>
                      <a:lnTo>
                        <a:pt x="248" y="225"/>
                      </a:lnTo>
                      <a:lnTo>
                        <a:pt x="218" y="235"/>
                      </a:lnTo>
                      <a:lnTo>
                        <a:pt x="180" y="242"/>
                      </a:lnTo>
                      <a:lnTo>
                        <a:pt x="137" y="246"/>
                      </a:lnTo>
                      <a:lnTo>
                        <a:pt x="103" y="242"/>
                      </a:lnTo>
                      <a:lnTo>
                        <a:pt x="75" y="237"/>
                      </a:lnTo>
                      <a:lnTo>
                        <a:pt x="47" y="225"/>
                      </a:lnTo>
                      <a:lnTo>
                        <a:pt x="23" y="204"/>
                      </a:lnTo>
                      <a:lnTo>
                        <a:pt x="11" y="184"/>
                      </a:lnTo>
                      <a:lnTo>
                        <a:pt x="0" y="133"/>
                      </a:lnTo>
                      <a:lnTo>
                        <a:pt x="0" y="87"/>
                      </a:lnTo>
                      <a:lnTo>
                        <a:pt x="0" y="41"/>
                      </a:lnTo>
                      <a:lnTo>
                        <a:pt x="30" y="13"/>
                      </a:lnTo>
                      <a:close/>
                    </a:path>
                  </a:pathLst>
                </a:cu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39" name="Freeform 46"/>
                <p:cNvSpPr>
                  <a:spLocks noChangeArrowheads="1"/>
                </p:cNvSpPr>
                <p:nvPr/>
              </p:nvSpPr>
              <p:spPr bwMode="auto">
                <a:xfrm>
                  <a:off x="2932" y="1943"/>
                  <a:ext cx="154" cy="122"/>
                </a:xfrm>
                <a:custGeom>
                  <a:avLst/>
                  <a:gdLst>
                    <a:gd name="T0" fmla="*/ 269 w 308"/>
                    <a:gd name="T1" fmla="*/ 12 h 245"/>
                    <a:gd name="T2" fmla="*/ 212 w 308"/>
                    <a:gd name="T3" fmla="*/ 2 h 245"/>
                    <a:gd name="T4" fmla="*/ 158 w 308"/>
                    <a:gd name="T5" fmla="*/ 2 h 245"/>
                    <a:gd name="T6" fmla="*/ 107 w 308"/>
                    <a:gd name="T7" fmla="*/ 0 h 245"/>
                    <a:gd name="T8" fmla="*/ 61 w 308"/>
                    <a:gd name="T9" fmla="*/ 3 h 245"/>
                    <a:gd name="T10" fmla="*/ 28 w 308"/>
                    <a:gd name="T11" fmla="*/ 12 h 245"/>
                    <a:gd name="T12" fmla="*/ 0 w 308"/>
                    <a:gd name="T13" fmla="*/ 26 h 245"/>
                    <a:gd name="T14" fmla="*/ 0 w 308"/>
                    <a:gd name="T15" fmla="*/ 107 h 245"/>
                    <a:gd name="T16" fmla="*/ 8 w 308"/>
                    <a:gd name="T17" fmla="*/ 153 h 245"/>
                    <a:gd name="T18" fmla="*/ 22 w 308"/>
                    <a:gd name="T19" fmla="*/ 185 h 245"/>
                    <a:gd name="T20" fmla="*/ 39 w 308"/>
                    <a:gd name="T21" fmla="*/ 207 h 245"/>
                    <a:gd name="T22" fmla="*/ 57 w 308"/>
                    <a:gd name="T23" fmla="*/ 220 h 245"/>
                    <a:gd name="T24" fmla="*/ 80 w 308"/>
                    <a:gd name="T25" fmla="*/ 232 h 245"/>
                    <a:gd name="T26" fmla="*/ 102 w 308"/>
                    <a:gd name="T27" fmla="*/ 239 h 245"/>
                    <a:gd name="T28" fmla="*/ 128 w 308"/>
                    <a:gd name="T29" fmla="*/ 242 h 245"/>
                    <a:gd name="T30" fmla="*/ 157 w 308"/>
                    <a:gd name="T31" fmla="*/ 245 h 245"/>
                    <a:gd name="T32" fmla="*/ 205 w 308"/>
                    <a:gd name="T33" fmla="*/ 242 h 245"/>
                    <a:gd name="T34" fmla="*/ 235 w 308"/>
                    <a:gd name="T35" fmla="*/ 235 h 245"/>
                    <a:gd name="T36" fmla="*/ 262 w 308"/>
                    <a:gd name="T37" fmla="*/ 226 h 245"/>
                    <a:gd name="T38" fmla="*/ 283 w 308"/>
                    <a:gd name="T39" fmla="*/ 200 h 245"/>
                    <a:gd name="T40" fmla="*/ 297 w 308"/>
                    <a:gd name="T41" fmla="*/ 168 h 245"/>
                    <a:gd name="T42" fmla="*/ 308 w 308"/>
                    <a:gd name="T43" fmla="*/ 134 h 245"/>
                    <a:gd name="T44" fmla="*/ 308 w 308"/>
                    <a:gd name="T45" fmla="*/ 87 h 245"/>
                    <a:gd name="T46" fmla="*/ 308 w 308"/>
                    <a:gd name="T47" fmla="*/ 42 h 245"/>
                    <a:gd name="T48" fmla="*/ 269 w 308"/>
                    <a:gd name="T49" fmla="*/ 1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8" h="245">
                      <a:moveTo>
                        <a:pt x="269" y="12"/>
                      </a:moveTo>
                      <a:lnTo>
                        <a:pt x="212" y="2"/>
                      </a:lnTo>
                      <a:lnTo>
                        <a:pt x="158" y="2"/>
                      </a:lnTo>
                      <a:lnTo>
                        <a:pt x="107" y="0"/>
                      </a:lnTo>
                      <a:lnTo>
                        <a:pt x="61" y="3"/>
                      </a:lnTo>
                      <a:lnTo>
                        <a:pt x="28" y="12"/>
                      </a:lnTo>
                      <a:lnTo>
                        <a:pt x="0" y="26"/>
                      </a:lnTo>
                      <a:lnTo>
                        <a:pt x="0" y="107"/>
                      </a:lnTo>
                      <a:lnTo>
                        <a:pt x="8" y="153"/>
                      </a:lnTo>
                      <a:lnTo>
                        <a:pt x="22" y="185"/>
                      </a:lnTo>
                      <a:lnTo>
                        <a:pt x="39" y="207"/>
                      </a:lnTo>
                      <a:lnTo>
                        <a:pt x="57" y="220"/>
                      </a:lnTo>
                      <a:lnTo>
                        <a:pt x="80" y="232"/>
                      </a:lnTo>
                      <a:lnTo>
                        <a:pt x="102" y="239"/>
                      </a:lnTo>
                      <a:lnTo>
                        <a:pt x="128" y="242"/>
                      </a:lnTo>
                      <a:lnTo>
                        <a:pt x="157" y="245"/>
                      </a:lnTo>
                      <a:lnTo>
                        <a:pt x="205" y="242"/>
                      </a:lnTo>
                      <a:lnTo>
                        <a:pt x="235" y="235"/>
                      </a:lnTo>
                      <a:lnTo>
                        <a:pt x="262" y="226"/>
                      </a:lnTo>
                      <a:lnTo>
                        <a:pt x="283" y="200"/>
                      </a:lnTo>
                      <a:lnTo>
                        <a:pt x="297" y="168"/>
                      </a:lnTo>
                      <a:lnTo>
                        <a:pt x="308" y="134"/>
                      </a:lnTo>
                      <a:lnTo>
                        <a:pt x="308" y="87"/>
                      </a:lnTo>
                      <a:lnTo>
                        <a:pt x="308" y="42"/>
                      </a:lnTo>
                      <a:lnTo>
                        <a:pt x="269" y="12"/>
                      </a:lnTo>
                      <a:close/>
                    </a:path>
                  </a:pathLst>
                </a:cu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40" name="Freeform 47"/>
                <p:cNvSpPr>
                  <a:spLocks noChangeArrowheads="1"/>
                </p:cNvSpPr>
                <p:nvPr/>
              </p:nvSpPr>
              <p:spPr bwMode="auto">
                <a:xfrm>
                  <a:off x="2911" y="1958"/>
                  <a:ext cx="22" cy="16"/>
                </a:xfrm>
                <a:custGeom>
                  <a:avLst/>
                  <a:gdLst>
                    <a:gd name="T0" fmla="*/ 0 w 45"/>
                    <a:gd name="T1" fmla="*/ 10 h 33"/>
                    <a:gd name="T2" fmla="*/ 7 w 45"/>
                    <a:gd name="T3" fmla="*/ 3 h 33"/>
                    <a:gd name="T4" fmla="*/ 17 w 45"/>
                    <a:gd name="T5" fmla="*/ 0 h 33"/>
                    <a:gd name="T6" fmla="*/ 31 w 45"/>
                    <a:gd name="T7" fmla="*/ 0 h 33"/>
                    <a:gd name="T8" fmla="*/ 41 w 45"/>
                    <a:gd name="T9" fmla="*/ 6 h 33"/>
                    <a:gd name="T10" fmla="*/ 45 w 45"/>
                    <a:gd name="T11" fmla="*/ 31 h 33"/>
                    <a:gd name="T12" fmla="*/ 34 w 45"/>
                    <a:gd name="T13" fmla="*/ 29 h 33"/>
                    <a:gd name="T14" fmla="*/ 25 w 45"/>
                    <a:gd name="T15" fmla="*/ 24 h 33"/>
                    <a:gd name="T16" fmla="*/ 13 w 45"/>
                    <a:gd name="T17" fmla="*/ 29 h 33"/>
                    <a:gd name="T18" fmla="*/ 2 w 45"/>
                    <a:gd name="T19" fmla="*/ 33 h 33"/>
                    <a:gd name="T20" fmla="*/ 0 w 45"/>
                    <a:gd name="T21"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33">
                      <a:moveTo>
                        <a:pt x="0" y="10"/>
                      </a:moveTo>
                      <a:lnTo>
                        <a:pt x="7" y="3"/>
                      </a:lnTo>
                      <a:lnTo>
                        <a:pt x="17" y="0"/>
                      </a:lnTo>
                      <a:lnTo>
                        <a:pt x="31" y="0"/>
                      </a:lnTo>
                      <a:lnTo>
                        <a:pt x="41" y="6"/>
                      </a:lnTo>
                      <a:lnTo>
                        <a:pt x="45" y="31"/>
                      </a:lnTo>
                      <a:lnTo>
                        <a:pt x="34" y="29"/>
                      </a:lnTo>
                      <a:lnTo>
                        <a:pt x="25" y="24"/>
                      </a:lnTo>
                      <a:lnTo>
                        <a:pt x="13" y="29"/>
                      </a:lnTo>
                      <a:lnTo>
                        <a:pt x="2" y="33"/>
                      </a:lnTo>
                      <a:lnTo>
                        <a:pt x="0" y="10"/>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41" name="Freeform 48"/>
                <p:cNvSpPr>
                  <a:spLocks noChangeArrowheads="1"/>
                </p:cNvSpPr>
                <p:nvPr/>
              </p:nvSpPr>
              <p:spPr bwMode="auto">
                <a:xfrm>
                  <a:off x="2692" y="1951"/>
                  <a:ext cx="65" cy="26"/>
                </a:xfrm>
                <a:custGeom>
                  <a:avLst/>
                  <a:gdLst>
                    <a:gd name="T0" fmla="*/ 128 w 128"/>
                    <a:gd name="T1" fmla="*/ 17 h 52"/>
                    <a:gd name="T2" fmla="*/ 128 w 128"/>
                    <a:gd name="T3" fmla="*/ 52 h 52"/>
                    <a:gd name="T4" fmla="*/ 14 w 128"/>
                    <a:gd name="T5" fmla="*/ 20 h 52"/>
                    <a:gd name="T6" fmla="*/ 0 w 128"/>
                    <a:gd name="T7" fmla="*/ 0 h 52"/>
                    <a:gd name="T8" fmla="*/ 128 w 128"/>
                    <a:gd name="T9" fmla="*/ 17 h 52"/>
                  </a:gdLst>
                  <a:ahLst/>
                  <a:cxnLst>
                    <a:cxn ang="0">
                      <a:pos x="T0" y="T1"/>
                    </a:cxn>
                    <a:cxn ang="0">
                      <a:pos x="T2" y="T3"/>
                    </a:cxn>
                    <a:cxn ang="0">
                      <a:pos x="T4" y="T5"/>
                    </a:cxn>
                    <a:cxn ang="0">
                      <a:pos x="T6" y="T7"/>
                    </a:cxn>
                    <a:cxn ang="0">
                      <a:pos x="T8" y="T9"/>
                    </a:cxn>
                  </a:cxnLst>
                  <a:rect l="0" t="0" r="r" b="b"/>
                  <a:pathLst>
                    <a:path w="128" h="52">
                      <a:moveTo>
                        <a:pt x="128" y="17"/>
                      </a:moveTo>
                      <a:lnTo>
                        <a:pt x="128" y="52"/>
                      </a:lnTo>
                      <a:lnTo>
                        <a:pt x="14" y="20"/>
                      </a:lnTo>
                      <a:lnTo>
                        <a:pt x="0" y="0"/>
                      </a:lnTo>
                      <a:lnTo>
                        <a:pt x="128" y="17"/>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42" name="Freeform 49"/>
                <p:cNvSpPr>
                  <a:spLocks noChangeArrowheads="1"/>
                </p:cNvSpPr>
                <p:nvPr/>
              </p:nvSpPr>
              <p:spPr bwMode="auto">
                <a:xfrm>
                  <a:off x="3085" y="1950"/>
                  <a:ext cx="38" cy="27"/>
                </a:xfrm>
                <a:custGeom>
                  <a:avLst/>
                  <a:gdLst>
                    <a:gd name="T0" fmla="*/ 0 w 74"/>
                    <a:gd name="T1" fmla="*/ 29 h 54"/>
                    <a:gd name="T2" fmla="*/ 0 w 74"/>
                    <a:gd name="T3" fmla="*/ 54 h 54"/>
                    <a:gd name="T4" fmla="*/ 70 w 74"/>
                    <a:gd name="T5" fmla="*/ 22 h 54"/>
                    <a:gd name="T6" fmla="*/ 74 w 74"/>
                    <a:gd name="T7" fmla="*/ 0 h 54"/>
                    <a:gd name="T8" fmla="*/ 0 w 74"/>
                    <a:gd name="T9" fmla="*/ 29 h 54"/>
                  </a:gdLst>
                  <a:ahLst/>
                  <a:cxnLst>
                    <a:cxn ang="0">
                      <a:pos x="T0" y="T1"/>
                    </a:cxn>
                    <a:cxn ang="0">
                      <a:pos x="T2" y="T3"/>
                    </a:cxn>
                    <a:cxn ang="0">
                      <a:pos x="T4" y="T5"/>
                    </a:cxn>
                    <a:cxn ang="0">
                      <a:pos x="T6" y="T7"/>
                    </a:cxn>
                    <a:cxn ang="0">
                      <a:pos x="T8" y="T9"/>
                    </a:cxn>
                  </a:cxnLst>
                  <a:rect l="0" t="0" r="r" b="b"/>
                  <a:pathLst>
                    <a:path w="74" h="54">
                      <a:moveTo>
                        <a:pt x="0" y="29"/>
                      </a:moveTo>
                      <a:lnTo>
                        <a:pt x="0" y="54"/>
                      </a:lnTo>
                      <a:lnTo>
                        <a:pt x="70" y="22"/>
                      </a:lnTo>
                      <a:lnTo>
                        <a:pt x="74" y="0"/>
                      </a:lnTo>
                      <a:lnTo>
                        <a:pt x="0" y="29"/>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55343" name="Group 50"/>
              <p:cNvGrpSpPr/>
              <p:nvPr/>
            </p:nvGrpSpPr>
            <p:grpSpPr bwMode="auto">
              <a:xfrm>
                <a:off x="2803" y="1970"/>
                <a:ext cx="67" cy="57"/>
                <a:chOff x="2803" y="1970"/>
                <a:chExt cx="67" cy="57"/>
              </a:xfrm>
            </p:grpSpPr>
            <p:sp>
              <p:nvSpPr>
                <p:cNvPr id="55344" name="Oval 51"/>
                <p:cNvSpPr>
                  <a:spLocks noChangeArrowheads="1"/>
                </p:cNvSpPr>
                <p:nvPr/>
              </p:nvSpPr>
              <p:spPr bwMode="auto">
                <a:xfrm>
                  <a:off x="2803" y="1970"/>
                  <a:ext cx="67" cy="57"/>
                </a:xfrm>
                <a:prstGeom prst="ellipse">
                  <a:avLst/>
                </a:pr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55345" name="Oval 52"/>
                <p:cNvSpPr>
                  <a:spLocks noChangeArrowheads="1"/>
                </p:cNvSpPr>
                <p:nvPr/>
              </p:nvSpPr>
              <p:spPr bwMode="auto">
                <a:xfrm>
                  <a:off x="2826" y="1976"/>
                  <a:ext cx="35" cy="36"/>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grpSp>
            <p:nvGrpSpPr>
              <p:cNvPr id="55346" name="Group 53"/>
              <p:cNvGrpSpPr/>
              <p:nvPr/>
            </p:nvGrpSpPr>
            <p:grpSpPr bwMode="auto">
              <a:xfrm>
                <a:off x="2975" y="1975"/>
                <a:ext cx="67" cy="57"/>
                <a:chOff x="2975" y="1975"/>
                <a:chExt cx="67" cy="57"/>
              </a:xfrm>
            </p:grpSpPr>
            <p:sp>
              <p:nvSpPr>
                <p:cNvPr id="55347" name="Oval 54"/>
                <p:cNvSpPr>
                  <a:spLocks noChangeArrowheads="1"/>
                </p:cNvSpPr>
                <p:nvPr/>
              </p:nvSpPr>
              <p:spPr bwMode="auto">
                <a:xfrm>
                  <a:off x="2975" y="1975"/>
                  <a:ext cx="67" cy="57"/>
                </a:xfrm>
                <a:prstGeom prst="ellipse">
                  <a:avLst/>
                </a:pr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55348" name="Oval 55"/>
                <p:cNvSpPr>
                  <a:spLocks noChangeArrowheads="1"/>
                </p:cNvSpPr>
                <p:nvPr/>
              </p:nvSpPr>
              <p:spPr bwMode="auto">
                <a:xfrm>
                  <a:off x="2998" y="1982"/>
                  <a:ext cx="35" cy="35"/>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grpSp>
        <p:sp>
          <p:nvSpPr>
            <p:cNvPr id="55349" name="Freeform 56"/>
            <p:cNvSpPr>
              <a:spLocks noChangeArrowheads="1"/>
            </p:cNvSpPr>
            <p:nvPr/>
          </p:nvSpPr>
          <p:spPr bwMode="auto">
            <a:xfrm>
              <a:off x="2208" y="2064"/>
              <a:ext cx="192" cy="192"/>
            </a:xfrm>
            <a:custGeom>
              <a:avLst/>
              <a:gdLst>
                <a:gd name="T0" fmla="*/ 94 w 487"/>
                <a:gd name="T1" fmla="*/ 0 h 424"/>
                <a:gd name="T2" fmla="*/ 115 w 487"/>
                <a:gd name="T3" fmla="*/ 35 h 424"/>
                <a:gd name="T4" fmla="*/ 125 w 487"/>
                <a:gd name="T5" fmla="*/ 50 h 424"/>
                <a:gd name="T6" fmla="*/ 143 w 487"/>
                <a:gd name="T7" fmla="*/ 84 h 424"/>
                <a:gd name="T8" fmla="*/ 156 w 487"/>
                <a:gd name="T9" fmla="*/ 107 h 424"/>
                <a:gd name="T10" fmla="*/ 174 w 487"/>
                <a:gd name="T11" fmla="*/ 122 h 424"/>
                <a:gd name="T12" fmla="*/ 201 w 487"/>
                <a:gd name="T13" fmla="*/ 143 h 424"/>
                <a:gd name="T14" fmla="*/ 246 w 487"/>
                <a:gd name="T15" fmla="*/ 166 h 424"/>
                <a:gd name="T16" fmla="*/ 288 w 487"/>
                <a:gd name="T17" fmla="*/ 166 h 424"/>
                <a:gd name="T18" fmla="*/ 327 w 487"/>
                <a:gd name="T19" fmla="*/ 161 h 424"/>
                <a:gd name="T20" fmla="*/ 375 w 487"/>
                <a:gd name="T21" fmla="*/ 143 h 424"/>
                <a:gd name="T22" fmla="*/ 440 w 487"/>
                <a:gd name="T23" fmla="*/ 114 h 424"/>
                <a:gd name="T24" fmla="*/ 446 w 487"/>
                <a:gd name="T25" fmla="*/ 138 h 424"/>
                <a:gd name="T26" fmla="*/ 476 w 487"/>
                <a:gd name="T27" fmla="*/ 304 h 424"/>
                <a:gd name="T28" fmla="*/ 487 w 487"/>
                <a:gd name="T29" fmla="*/ 389 h 424"/>
                <a:gd name="T30" fmla="*/ 417 w 487"/>
                <a:gd name="T31" fmla="*/ 412 h 424"/>
                <a:gd name="T32" fmla="*/ 327 w 487"/>
                <a:gd name="T33" fmla="*/ 418 h 424"/>
                <a:gd name="T34" fmla="*/ 275 w 487"/>
                <a:gd name="T35" fmla="*/ 424 h 424"/>
                <a:gd name="T36" fmla="*/ 184 w 487"/>
                <a:gd name="T37" fmla="*/ 400 h 424"/>
                <a:gd name="T38" fmla="*/ 120 w 487"/>
                <a:gd name="T39" fmla="*/ 365 h 424"/>
                <a:gd name="T40" fmla="*/ 71 w 487"/>
                <a:gd name="T41" fmla="*/ 320 h 424"/>
                <a:gd name="T42" fmla="*/ 29 w 487"/>
                <a:gd name="T43" fmla="*/ 275 h 424"/>
                <a:gd name="T44" fmla="*/ 0 w 487"/>
                <a:gd name="T45" fmla="*/ 224 h 424"/>
                <a:gd name="T46" fmla="*/ 11 w 487"/>
                <a:gd name="T47" fmla="*/ 175 h 424"/>
                <a:gd name="T48" fmla="*/ 35 w 487"/>
                <a:gd name="T49" fmla="*/ 108 h 424"/>
                <a:gd name="T50" fmla="*/ 59 w 487"/>
                <a:gd name="T51" fmla="*/ 66 h 424"/>
                <a:gd name="T52" fmla="*/ 94 w 487"/>
                <a:gd name="T53"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7" h="424">
                  <a:moveTo>
                    <a:pt x="94" y="0"/>
                  </a:moveTo>
                  <a:lnTo>
                    <a:pt x="115" y="35"/>
                  </a:lnTo>
                  <a:lnTo>
                    <a:pt x="125" y="50"/>
                  </a:lnTo>
                  <a:lnTo>
                    <a:pt x="143" y="84"/>
                  </a:lnTo>
                  <a:lnTo>
                    <a:pt x="156" y="107"/>
                  </a:lnTo>
                  <a:lnTo>
                    <a:pt x="174" y="122"/>
                  </a:lnTo>
                  <a:lnTo>
                    <a:pt x="201" y="143"/>
                  </a:lnTo>
                  <a:lnTo>
                    <a:pt x="246" y="166"/>
                  </a:lnTo>
                  <a:lnTo>
                    <a:pt x="288" y="166"/>
                  </a:lnTo>
                  <a:lnTo>
                    <a:pt x="327" y="161"/>
                  </a:lnTo>
                  <a:lnTo>
                    <a:pt x="375" y="143"/>
                  </a:lnTo>
                  <a:lnTo>
                    <a:pt x="440" y="114"/>
                  </a:lnTo>
                  <a:lnTo>
                    <a:pt x="446" y="138"/>
                  </a:lnTo>
                  <a:lnTo>
                    <a:pt x="476" y="304"/>
                  </a:lnTo>
                  <a:lnTo>
                    <a:pt x="487" y="389"/>
                  </a:lnTo>
                  <a:lnTo>
                    <a:pt x="417" y="412"/>
                  </a:lnTo>
                  <a:lnTo>
                    <a:pt x="327" y="418"/>
                  </a:lnTo>
                  <a:lnTo>
                    <a:pt x="275" y="424"/>
                  </a:lnTo>
                  <a:lnTo>
                    <a:pt x="184" y="400"/>
                  </a:lnTo>
                  <a:lnTo>
                    <a:pt x="120" y="365"/>
                  </a:lnTo>
                  <a:lnTo>
                    <a:pt x="71" y="320"/>
                  </a:lnTo>
                  <a:lnTo>
                    <a:pt x="29" y="275"/>
                  </a:lnTo>
                  <a:lnTo>
                    <a:pt x="0" y="224"/>
                  </a:lnTo>
                  <a:lnTo>
                    <a:pt x="11" y="175"/>
                  </a:lnTo>
                  <a:lnTo>
                    <a:pt x="35" y="108"/>
                  </a:lnTo>
                  <a:lnTo>
                    <a:pt x="59" y="66"/>
                  </a:lnTo>
                  <a:lnTo>
                    <a:pt x="94" y="0"/>
                  </a:lnTo>
                  <a:close/>
                </a:path>
              </a:pathLst>
            </a:cu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5350" name="Group 57"/>
            <p:cNvGrpSpPr/>
            <p:nvPr/>
          </p:nvGrpSpPr>
          <p:grpSpPr bwMode="auto">
            <a:xfrm rot="16200000" flipV="1">
              <a:off x="2006" y="1788"/>
              <a:ext cx="442" cy="322"/>
              <a:chOff x="4363" y="2585"/>
              <a:chExt cx="1104" cy="808"/>
            </a:xfrm>
          </p:grpSpPr>
          <p:sp>
            <p:nvSpPr>
              <p:cNvPr id="55351" name="Freeform 58"/>
              <p:cNvSpPr>
                <a:spLocks noChangeArrowheads="1"/>
              </p:cNvSpPr>
              <p:nvPr/>
            </p:nvSpPr>
            <p:spPr bwMode="auto">
              <a:xfrm>
                <a:off x="4363" y="2585"/>
                <a:ext cx="1104" cy="808"/>
              </a:xfrm>
              <a:custGeom>
                <a:avLst/>
                <a:gdLst>
                  <a:gd name="T0" fmla="*/ 729 w 3311"/>
                  <a:gd name="T1" fmla="*/ 97 h 2423"/>
                  <a:gd name="T2" fmla="*/ 1249 w 3311"/>
                  <a:gd name="T3" fmla="*/ 0 h 2423"/>
                  <a:gd name="T4" fmla="*/ 1674 w 3311"/>
                  <a:gd name="T5" fmla="*/ 79 h 2423"/>
                  <a:gd name="T6" fmla="*/ 2115 w 3311"/>
                  <a:gd name="T7" fmla="*/ 271 h 2423"/>
                  <a:gd name="T8" fmla="*/ 2512 w 3311"/>
                  <a:gd name="T9" fmla="*/ 443 h 2423"/>
                  <a:gd name="T10" fmla="*/ 2874 w 3311"/>
                  <a:gd name="T11" fmla="*/ 584 h 2423"/>
                  <a:gd name="T12" fmla="*/ 2967 w 3311"/>
                  <a:gd name="T13" fmla="*/ 663 h 2423"/>
                  <a:gd name="T14" fmla="*/ 2971 w 3311"/>
                  <a:gd name="T15" fmla="*/ 829 h 2423"/>
                  <a:gd name="T16" fmla="*/ 2874 w 3311"/>
                  <a:gd name="T17" fmla="*/ 909 h 2423"/>
                  <a:gd name="T18" fmla="*/ 2708 w 3311"/>
                  <a:gd name="T19" fmla="*/ 938 h 2423"/>
                  <a:gd name="T20" fmla="*/ 2574 w 3311"/>
                  <a:gd name="T21" fmla="*/ 931 h 2423"/>
                  <a:gd name="T22" fmla="*/ 2424 w 3311"/>
                  <a:gd name="T23" fmla="*/ 900 h 2423"/>
                  <a:gd name="T24" fmla="*/ 2477 w 3311"/>
                  <a:gd name="T25" fmla="*/ 981 h 2423"/>
                  <a:gd name="T26" fmla="*/ 2526 w 3311"/>
                  <a:gd name="T27" fmla="*/ 1048 h 2423"/>
                  <a:gd name="T28" fmla="*/ 2756 w 3311"/>
                  <a:gd name="T29" fmla="*/ 1194 h 2423"/>
                  <a:gd name="T30" fmla="*/ 2874 w 3311"/>
                  <a:gd name="T31" fmla="*/ 1309 h 2423"/>
                  <a:gd name="T32" fmla="*/ 2983 w 3311"/>
                  <a:gd name="T33" fmla="*/ 1420 h 2423"/>
                  <a:gd name="T34" fmla="*/ 3158 w 3311"/>
                  <a:gd name="T35" fmla="*/ 1570 h 2423"/>
                  <a:gd name="T36" fmla="*/ 3249 w 3311"/>
                  <a:gd name="T37" fmla="*/ 1676 h 2423"/>
                  <a:gd name="T38" fmla="*/ 3299 w 3311"/>
                  <a:gd name="T39" fmla="*/ 1776 h 2423"/>
                  <a:gd name="T40" fmla="*/ 3308 w 3311"/>
                  <a:gd name="T41" fmla="*/ 1879 h 2423"/>
                  <a:gd name="T42" fmla="*/ 3239 w 3311"/>
                  <a:gd name="T43" fmla="*/ 1969 h 2423"/>
                  <a:gd name="T44" fmla="*/ 3228 w 3311"/>
                  <a:gd name="T45" fmla="*/ 2050 h 2423"/>
                  <a:gd name="T46" fmla="*/ 3237 w 3311"/>
                  <a:gd name="T47" fmla="*/ 2131 h 2423"/>
                  <a:gd name="T48" fmla="*/ 3218 w 3311"/>
                  <a:gd name="T49" fmla="*/ 2200 h 2423"/>
                  <a:gd name="T50" fmla="*/ 3184 w 3311"/>
                  <a:gd name="T51" fmla="*/ 2244 h 2423"/>
                  <a:gd name="T52" fmla="*/ 3117 w 3311"/>
                  <a:gd name="T53" fmla="*/ 2272 h 2423"/>
                  <a:gd name="T54" fmla="*/ 3002 w 3311"/>
                  <a:gd name="T55" fmla="*/ 2267 h 2423"/>
                  <a:gd name="T56" fmla="*/ 2939 w 3311"/>
                  <a:gd name="T57" fmla="*/ 2291 h 2423"/>
                  <a:gd name="T58" fmla="*/ 2923 w 3311"/>
                  <a:gd name="T59" fmla="*/ 2369 h 2423"/>
                  <a:gd name="T60" fmla="*/ 2890 w 3311"/>
                  <a:gd name="T61" fmla="*/ 2410 h 2423"/>
                  <a:gd name="T62" fmla="*/ 2842 w 3311"/>
                  <a:gd name="T63" fmla="*/ 2422 h 2423"/>
                  <a:gd name="T64" fmla="*/ 2768 w 3311"/>
                  <a:gd name="T65" fmla="*/ 2420 h 2423"/>
                  <a:gd name="T66" fmla="*/ 2629 w 3311"/>
                  <a:gd name="T67" fmla="*/ 2373 h 2423"/>
                  <a:gd name="T68" fmla="*/ 2337 w 3311"/>
                  <a:gd name="T69" fmla="*/ 2223 h 2423"/>
                  <a:gd name="T70" fmla="*/ 2176 w 3311"/>
                  <a:gd name="T71" fmla="*/ 2173 h 2423"/>
                  <a:gd name="T72" fmla="*/ 2012 w 3311"/>
                  <a:gd name="T73" fmla="*/ 2147 h 2423"/>
                  <a:gd name="T74" fmla="*/ 1642 w 3311"/>
                  <a:gd name="T75" fmla="*/ 2004 h 2423"/>
                  <a:gd name="T76" fmla="*/ 1364 w 3311"/>
                  <a:gd name="T77" fmla="*/ 1853 h 2423"/>
                  <a:gd name="T78" fmla="*/ 1158 w 3311"/>
                  <a:gd name="T79" fmla="*/ 1766 h 2423"/>
                  <a:gd name="T80" fmla="*/ 995 w 3311"/>
                  <a:gd name="T81" fmla="*/ 1687 h 2423"/>
                  <a:gd name="T82" fmla="*/ 821 w 3311"/>
                  <a:gd name="T83" fmla="*/ 1562 h 2423"/>
                  <a:gd name="T84" fmla="*/ 270 w 3311"/>
                  <a:gd name="T85" fmla="*/ 1059 h 2423"/>
                  <a:gd name="T86" fmla="*/ 208 w 3311"/>
                  <a:gd name="T87" fmla="*/ 206 h 2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11" h="2423">
                    <a:moveTo>
                      <a:pt x="538" y="113"/>
                    </a:moveTo>
                    <a:lnTo>
                      <a:pt x="729" y="97"/>
                    </a:lnTo>
                    <a:lnTo>
                      <a:pt x="1027" y="48"/>
                    </a:lnTo>
                    <a:lnTo>
                      <a:pt x="1249" y="0"/>
                    </a:lnTo>
                    <a:lnTo>
                      <a:pt x="1563" y="32"/>
                    </a:lnTo>
                    <a:lnTo>
                      <a:pt x="1674" y="79"/>
                    </a:lnTo>
                    <a:lnTo>
                      <a:pt x="1926" y="175"/>
                    </a:lnTo>
                    <a:lnTo>
                      <a:pt x="2115" y="271"/>
                    </a:lnTo>
                    <a:lnTo>
                      <a:pt x="2376" y="379"/>
                    </a:lnTo>
                    <a:lnTo>
                      <a:pt x="2512" y="443"/>
                    </a:lnTo>
                    <a:lnTo>
                      <a:pt x="2708" y="513"/>
                    </a:lnTo>
                    <a:lnTo>
                      <a:pt x="2874" y="584"/>
                    </a:lnTo>
                    <a:lnTo>
                      <a:pt x="2927" y="616"/>
                    </a:lnTo>
                    <a:lnTo>
                      <a:pt x="2967" y="663"/>
                    </a:lnTo>
                    <a:lnTo>
                      <a:pt x="2993" y="753"/>
                    </a:lnTo>
                    <a:lnTo>
                      <a:pt x="2971" y="829"/>
                    </a:lnTo>
                    <a:lnTo>
                      <a:pt x="2929" y="873"/>
                    </a:lnTo>
                    <a:lnTo>
                      <a:pt x="2874" y="909"/>
                    </a:lnTo>
                    <a:lnTo>
                      <a:pt x="2795" y="935"/>
                    </a:lnTo>
                    <a:lnTo>
                      <a:pt x="2708" y="938"/>
                    </a:lnTo>
                    <a:lnTo>
                      <a:pt x="2643" y="937"/>
                    </a:lnTo>
                    <a:lnTo>
                      <a:pt x="2574" y="931"/>
                    </a:lnTo>
                    <a:lnTo>
                      <a:pt x="2498" y="920"/>
                    </a:lnTo>
                    <a:lnTo>
                      <a:pt x="2424" y="900"/>
                    </a:lnTo>
                    <a:lnTo>
                      <a:pt x="2258" y="837"/>
                    </a:lnTo>
                    <a:lnTo>
                      <a:pt x="2477" y="981"/>
                    </a:lnTo>
                    <a:lnTo>
                      <a:pt x="2512" y="1013"/>
                    </a:lnTo>
                    <a:lnTo>
                      <a:pt x="2526" y="1048"/>
                    </a:lnTo>
                    <a:lnTo>
                      <a:pt x="2645" y="1115"/>
                    </a:lnTo>
                    <a:lnTo>
                      <a:pt x="2756" y="1194"/>
                    </a:lnTo>
                    <a:lnTo>
                      <a:pt x="2824" y="1275"/>
                    </a:lnTo>
                    <a:lnTo>
                      <a:pt x="2874" y="1309"/>
                    </a:lnTo>
                    <a:lnTo>
                      <a:pt x="2929" y="1351"/>
                    </a:lnTo>
                    <a:lnTo>
                      <a:pt x="2983" y="1420"/>
                    </a:lnTo>
                    <a:lnTo>
                      <a:pt x="3024" y="1475"/>
                    </a:lnTo>
                    <a:lnTo>
                      <a:pt x="3158" y="1570"/>
                    </a:lnTo>
                    <a:lnTo>
                      <a:pt x="3202" y="1613"/>
                    </a:lnTo>
                    <a:lnTo>
                      <a:pt x="3249" y="1676"/>
                    </a:lnTo>
                    <a:lnTo>
                      <a:pt x="3273" y="1722"/>
                    </a:lnTo>
                    <a:lnTo>
                      <a:pt x="3299" y="1776"/>
                    </a:lnTo>
                    <a:lnTo>
                      <a:pt x="3311" y="1829"/>
                    </a:lnTo>
                    <a:lnTo>
                      <a:pt x="3308" y="1879"/>
                    </a:lnTo>
                    <a:lnTo>
                      <a:pt x="3287" y="1928"/>
                    </a:lnTo>
                    <a:lnTo>
                      <a:pt x="3239" y="1969"/>
                    </a:lnTo>
                    <a:lnTo>
                      <a:pt x="3196" y="1988"/>
                    </a:lnTo>
                    <a:lnTo>
                      <a:pt x="3228" y="2050"/>
                    </a:lnTo>
                    <a:lnTo>
                      <a:pt x="3239" y="2087"/>
                    </a:lnTo>
                    <a:lnTo>
                      <a:pt x="3237" y="2131"/>
                    </a:lnTo>
                    <a:lnTo>
                      <a:pt x="3227" y="2179"/>
                    </a:lnTo>
                    <a:lnTo>
                      <a:pt x="3218" y="2200"/>
                    </a:lnTo>
                    <a:lnTo>
                      <a:pt x="3201" y="2226"/>
                    </a:lnTo>
                    <a:lnTo>
                      <a:pt x="3184" y="2244"/>
                    </a:lnTo>
                    <a:lnTo>
                      <a:pt x="3159" y="2262"/>
                    </a:lnTo>
                    <a:lnTo>
                      <a:pt x="3117" y="2272"/>
                    </a:lnTo>
                    <a:lnTo>
                      <a:pt x="3068" y="2281"/>
                    </a:lnTo>
                    <a:lnTo>
                      <a:pt x="3002" y="2267"/>
                    </a:lnTo>
                    <a:lnTo>
                      <a:pt x="2934" y="2245"/>
                    </a:lnTo>
                    <a:lnTo>
                      <a:pt x="2939" y="2291"/>
                    </a:lnTo>
                    <a:lnTo>
                      <a:pt x="2934" y="2342"/>
                    </a:lnTo>
                    <a:lnTo>
                      <a:pt x="2923" y="2369"/>
                    </a:lnTo>
                    <a:lnTo>
                      <a:pt x="2908" y="2394"/>
                    </a:lnTo>
                    <a:lnTo>
                      <a:pt x="2890" y="2410"/>
                    </a:lnTo>
                    <a:lnTo>
                      <a:pt x="2867" y="2420"/>
                    </a:lnTo>
                    <a:lnTo>
                      <a:pt x="2842" y="2422"/>
                    </a:lnTo>
                    <a:lnTo>
                      <a:pt x="2808" y="2423"/>
                    </a:lnTo>
                    <a:lnTo>
                      <a:pt x="2768" y="2420"/>
                    </a:lnTo>
                    <a:lnTo>
                      <a:pt x="2734" y="2410"/>
                    </a:lnTo>
                    <a:lnTo>
                      <a:pt x="2629" y="2373"/>
                    </a:lnTo>
                    <a:lnTo>
                      <a:pt x="2537" y="2325"/>
                    </a:lnTo>
                    <a:lnTo>
                      <a:pt x="2337" y="2223"/>
                    </a:lnTo>
                    <a:lnTo>
                      <a:pt x="2229" y="2147"/>
                    </a:lnTo>
                    <a:lnTo>
                      <a:pt x="2176" y="2173"/>
                    </a:lnTo>
                    <a:lnTo>
                      <a:pt x="2115" y="2173"/>
                    </a:lnTo>
                    <a:lnTo>
                      <a:pt x="2012" y="2147"/>
                    </a:lnTo>
                    <a:lnTo>
                      <a:pt x="1832" y="2084"/>
                    </a:lnTo>
                    <a:lnTo>
                      <a:pt x="1642" y="2004"/>
                    </a:lnTo>
                    <a:lnTo>
                      <a:pt x="1454" y="1910"/>
                    </a:lnTo>
                    <a:lnTo>
                      <a:pt x="1364" y="1853"/>
                    </a:lnTo>
                    <a:lnTo>
                      <a:pt x="1263" y="1800"/>
                    </a:lnTo>
                    <a:lnTo>
                      <a:pt x="1158" y="1766"/>
                    </a:lnTo>
                    <a:lnTo>
                      <a:pt x="1073" y="1729"/>
                    </a:lnTo>
                    <a:lnTo>
                      <a:pt x="995" y="1687"/>
                    </a:lnTo>
                    <a:lnTo>
                      <a:pt x="941" y="1654"/>
                    </a:lnTo>
                    <a:lnTo>
                      <a:pt x="821" y="1562"/>
                    </a:lnTo>
                    <a:lnTo>
                      <a:pt x="585" y="1341"/>
                    </a:lnTo>
                    <a:lnTo>
                      <a:pt x="270" y="1059"/>
                    </a:lnTo>
                    <a:lnTo>
                      <a:pt x="0" y="696"/>
                    </a:lnTo>
                    <a:lnTo>
                      <a:pt x="208" y="206"/>
                    </a:lnTo>
                    <a:lnTo>
                      <a:pt x="538" y="113"/>
                    </a:lnTo>
                    <a:close/>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2" name="Freeform 59"/>
              <p:cNvSpPr>
                <a:spLocks noChangeArrowheads="1"/>
              </p:cNvSpPr>
              <p:nvPr/>
            </p:nvSpPr>
            <p:spPr bwMode="auto">
              <a:xfrm>
                <a:off x="4784" y="3075"/>
                <a:ext cx="336" cy="224"/>
              </a:xfrm>
              <a:custGeom>
                <a:avLst/>
                <a:gdLst>
                  <a:gd name="T0" fmla="*/ 961 w 1008"/>
                  <a:gd name="T1" fmla="*/ 673 h 673"/>
                  <a:gd name="T2" fmla="*/ 995 w 1008"/>
                  <a:gd name="T3" fmla="*/ 624 h 673"/>
                  <a:gd name="T4" fmla="*/ 1008 w 1008"/>
                  <a:gd name="T5" fmla="*/ 572 h 673"/>
                  <a:gd name="T6" fmla="*/ 1004 w 1008"/>
                  <a:gd name="T7" fmla="*/ 530 h 673"/>
                  <a:gd name="T8" fmla="*/ 970 w 1008"/>
                  <a:gd name="T9" fmla="*/ 469 h 673"/>
                  <a:gd name="T10" fmla="*/ 916 w 1008"/>
                  <a:gd name="T11" fmla="*/ 420 h 673"/>
                  <a:gd name="T12" fmla="*/ 847 w 1008"/>
                  <a:gd name="T13" fmla="*/ 372 h 673"/>
                  <a:gd name="T14" fmla="*/ 763 w 1008"/>
                  <a:gd name="T15" fmla="*/ 332 h 673"/>
                  <a:gd name="T16" fmla="*/ 679 w 1008"/>
                  <a:gd name="T17" fmla="*/ 310 h 673"/>
                  <a:gd name="T18" fmla="*/ 599 w 1008"/>
                  <a:gd name="T19" fmla="*/ 291 h 673"/>
                  <a:gd name="T20" fmla="*/ 557 w 1008"/>
                  <a:gd name="T21" fmla="*/ 248 h 673"/>
                  <a:gd name="T22" fmla="*/ 513 w 1008"/>
                  <a:gd name="T23" fmla="*/ 208 h 673"/>
                  <a:gd name="T24" fmla="*/ 454 w 1008"/>
                  <a:gd name="T25" fmla="*/ 161 h 673"/>
                  <a:gd name="T26" fmla="*/ 405 w 1008"/>
                  <a:gd name="T27" fmla="*/ 129 h 673"/>
                  <a:gd name="T28" fmla="*/ 332 w 1008"/>
                  <a:gd name="T29" fmla="*/ 92 h 673"/>
                  <a:gd name="T30" fmla="*/ 292 w 1008"/>
                  <a:gd name="T31" fmla="*/ 75 h 673"/>
                  <a:gd name="T32" fmla="*/ 220 w 1008"/>
                  <a:gd name="T33" fmla="*/ 33 h 673"/>
                  <a:gd name="T34" fmla="*/ 142 w 1008"/>
                  <a:gd name="T35" fmla="*/ 10 h 673"/>
                  <a:gd name="T36" fmla="*/ 53 w 1008"/>
                  <a:gd name="T37" fmla="*/ 0 h 673"/>
                  <a:gd name="T38" fmla="*/ 0 w 1008"/>
                  <a:gd name="T39" fmla="*/ 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08" h="673">
                    <a:moveTo>
                      <a:pt x="961" y="673"/>
                    </a:moveTo>
                    <a:lnTo>
                      <a:pt x="995" y="624"/>
                    </a:lnTo>
                    <a:lnTo>
                      <a:pt x="1008" y="572"/>
                    </a:lnTo>
                    <a:lnTo>
                      <a:pt x="1004" y="530"/>
                    </a:lnTo>
                    <a:lnTo>
                      <a:pt x="970" y="469"/>
                    </a:lnTo>
                    <a:lnTo>
                      <a:pt x="916" y="420"/>
                    </a:lnTo>
                    <a:lnTo>
                      <a:pt x="847" y="372"/>
                    </a:lnTo>
                    <a:lnTo>
                      <a:pt x="763" y="332"/>
                    </a:lnTo>
                    <a:lnTo>
                      <a:pt x="679" y="310"/>
                    </a:lnTo>
                    <a:lnTo>
                      <a:pt x="599" y="291"/>
                    </a:lnTo>
                    <a:lnTo>
                      <a:pt x="557" y="248"/>
                    </a:lnTo>
                    <a:lnTo>
                      <a:pt x="513" y="208"/>
                    </a:lnTo>
                    <a:lnTo>
                      <a:pt x="454" y="161"/>
                    </a:lnTo>
                    <a:lnTo>
                      <a:pt x="405" y="129"/>
                    </a:lnTo>
                    <a:lnTo>
                      <a:pt x="332" y="92"/>
                    </a:lnTo>
                    <a:lnTo>
                      <a:pt x="292" y="75"/>
                    </a:lnTo>
                    <a:lnTo>
                      <a:pt x="220" y="33"/>
                    </a:lnTo>
                    <a:lnTo>
                      <a:pt x="142" y="10"/>
                    </a:lnTo>
                    <a:lnTo>
                      <a:pt x="53" y="0"/>
                    </a:lnTo>
                    <a:lnTo>
                      <a:pt x="0" y="1"/>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3" name="Freeform 60"/>
              <p:cNvSpPr>
                <a:spLocks noChangeArrowheads="1"/>
              </p:cNvSpPr>
              <p:nvPr/>
            </p:nvSpPr>
            <p:spPr bwMode="auto">
              <a:xfrm>
                <a:off x="4981" y="3054"/>
                <a:ext cx="359" cy="279"/>
              </a:xfrm>
              <a:custGeom>
                <a:avLst/>
                <a:gdLst>
                  <a:gd name="T0" fmla="*/ 1077 w 1077"/>
                  <a:gd name="T1" fmla="*/ 838 h 838"/>
                  <a:gd name="T2" fmla="*/ 1069 w 1077"/>
                  <a:gd name="T3" fmla="*/ 806 h 838"/>
                  <a:gd name="T4" fmla="*/ 1057 w 1077"/>
                  <a:gd name="T5" fmla="*/ 769 h 838"/>
                  <a:gd name="T6" fmla="*/ 1036 w 1077"/>
                  <a:gd name="T7" fmla="*/ 732 h 838"/>
                  <a:gd name="T8" fmla="*/ 1016 w 1077"/>
                  <a:gd name="T9" fmla="*/ 704 h 838"/>
                  <a:gd name="T10" fmla="*/ 989 w 1077"/>
                  <a:gd name="T11" fmla="*/ 676 h 838"/>
                  <a:gd name="T12" fmla="*/ 908 w 1077"/>
                  <a:gd name="T13" fmla="*/ 609 h 838"/>
                  <a:gd name="T14" fmla="*/ 814 w 1077"/>
                  <a:gd name="T15" fmla="*/ 548 h 838"/>
                  <a:gd name="T16" fmla="*/ 736 w 1077"/>
                  <a:gd name="T17" fmla="*/ 514 h 838"/>
                  <a:gd name="T18" fmla="*/ 635 w 1077"/>
                  <a:gd name="T19" fmla="*/ 485 h 838"/>
                  <a:gd name="T20" fmla="*/ 547 w 1077"/>
                  <a:gd name="T21" fmla="*/ 413 h 838"/>
                  <a:gd name="T22" fmla="*/ 469 w 1077"/>
                  <a:gd name="T23" fmla="*/ 339 h 838"/>
                  <a:gd name="T24" fmla="*/ 386 w 1077"/>
                  <a:gd name="T25" fmla="*/ 275 h 838"/>
                  <a:gd name="T26" fmla="*/ 286 w 1077"/>
                  <a:gd name="T27" fmla="*/ 213 h 838"/>
                  <a:gd name="T28" fmla="*/ 198 w 1077"/>
                  <a:gd name="T29" fmla="*/ 159 h 838"/>
                  <a:gd name="T30" fmla="*/ 120 w 1077"/>
                  <a:gd name="T31" fmla="*/ 72 h 838"/>
                  <a:gd name="T32" fmla="*/ 0 w 1077"/>
                  <a:gd name="T33" fmla="*/ 0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7" h="838">
                    <a:moveTo>
                      <a:pt x="1077" y="838"/>
                    </a:moveTo>
                    <a:lnTo>
                      <a:pt x="1069" y="806"/>
                    </a:lnTo>
                    <a:lnTo>
                      <a:pt x="1057" y="769"/>
                    </a:lnTo>
                    <a:lnTo>
                      <a:pt x="1036" y="732"/>
                    </a:lnTo>
                    <a:lnTo>
                      <a:pt x="1016" y="704"/>
                    </a:lnTo>
                    <a:lnTo>
                      <a:pt x="989" y="676"/>
                    </a:lnTo>
                    <a:lnTo>
                      <a:pt x="908" y="609"/>
                    </a:lnTo>
                    <a:lnTo>
                      <a:pt x="814" y="548"/>
                    </a:lnTo>
                    <a:lnTo>
                      <a:pt x="736" y="514"/>
                    </a:lnTo>
                    <a:lnTo>
                      <a:pt x="635" y="485"/>
                    </a:lnTo>
                    <a:lnTo>
                      <a:pt x="547" y="413"/>
                    </a:lnTo>
                    <a:lnTo>
                      <a:pt x="469" y="339"/>
                    </a:lnTo>
                    <a:lnTo>
                      <a:pt x="386" y="275"/>
                    </a:lnTo>
                    <a:lnTo>
                      <a:pt x="286" y="213"/>
                    </a:lnTo>
                    <a:lnTo>
                      <a:pt x="198" y="159"/>
                    </a:lnTo>
                    <a:lnTo>
                      <a:pt x="120" y="72"/>
                    </a:lnTo>
                    <a:lnTo>
                      <a:pt x="0"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4" name="Freeform 61"/>
              <p:cNvSpPr>
                <a:spLocks noChangeArrowheads="1"/>
              </p:cNvSpPr>
              <p:nvPr/>
            </p:nvSpPr>
            <p:spPr bwMode="auto">
              <a:xfrm>
                <a:off x="5074" y="2973"/>
                <a:ext cx="356" cy="276"/>
              </a:xfrm>
              <a:custGeom>
                <a:avLst/>
                <a:gdLst>
                  <a:gd name="T0" fmla="*/ 1069 w 1069"/>
                  <a:gd name="T1" fmla="*/ 828 h 828"/>
                  <a:gd name="T2" fmla="*/ 1026 w 1069"/>
                  <a:gd name="T3" fmla="*/ 771 h 828"/>
                  <a:gd name="T4" fmla="*/ 989 w 1069"/>
                  <a:gd name="T5" fmla="*/ 728 h 828"/>
                  <a:gd name="T6" fmla="*/ 947 w 1069"/>
                  <a:gd name="T7" fmla="*/ 694 h 828"/>
                  <a:gd name="T8" fmla="*/ 797 w 1069"/>
                  <a:gd name="T9" fmla="*/ 593 h 828"/>
                  <a:gd name="T10" fmla="*/ 698 w 1069"/>
                  <a:gd name="T11" fmla="*/ 540 h 828"/>
                  <a:gd name="T12" fmla="*/ 624 w 1069"/>
                  <a:gd name="T13" fmla="*/ 463 h 828"/>
                  <a:gd name="T14" fmla="*/ 539 w 1069"/>
                  <a:gd name="T15" fmla="*/ 393 h 828"/>
                  <a:gd name="T16" fmla="*/ 458 w 1069"/>
                  <a:gd name="T17" fmla="*/ 332 h 828"/>
                  <a:gd name="T18" fmla="*/ 372 w 1069"/>
                  <a:gd name="T19" fmla="*/ 278 h 828"/>
                  <a:gd name="T20" fmla="*/ 322 w 1069"/>
                  <a:gd name="T21" fmla="*/ 243 h 828"/>
                  <a:gd name="T22" fmla="*/ 222 w 1069"/>
                  <a:gd name="T23" fmla="*/ 188 h 828"/>
                  <a:gd name="T24" fmla="*/ 126 w 1069"/>
                  <a:gd name="T25" fmla="*/ 80 h 828"/>
                  <a:gd name="T26" fmla="*/ 0 w 1069"/>
                  <a:gd name="T27" fmla="*/ 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9" h="828">
                    <a:moveTo>
                      <a:pt x="1069" y="828"/>
                    </a:moveTo>
                    <a:lnTo>
                      <a:pt x="1026" y="771"/>
                    </a:lnTo>
                    <a:lnTo>
                      <a:pt x="989" y="728"/>
                    </a:lnTo>
                    <a:lnTo>
                      <a:pt x="947" y="694"/>
                    </a:lnTo>
                    <a:lnTo>
                      <a:pt x="797" y="593"/>
                    </a:lnTo>
                    <a:lnTo>
                      <a:pt x="698" y="540"/>
                    </a:lnTo>
                    <a:lnTo>
                      <a:pt x="624" y="463"/>
                    </a:lnTo>
                    <a:lnTo>
                      <a:pt x="539" y="393"/>
                    </a:lnTo>
                    <a:lnTo>
                      <a:pt x="458" y="332"/>
                    </a:lnTo>
                    <a:lnTo>
                      <a:pt x="372" y="278"/>
                    </a:lnTo>
                    <a:lnTo>
                      <a:pt x="322" y="243"/>
                    </a:lnTo>
                    <a:lnTo>
                      <a:pt x="222" y="188"/>
                    </a:lnTo>
                    <a:lnTo>
                      <a:pt x="126" y="80"/>
                    </a:lnTo>
                    <a:lnTo>
                      <a:pt x="0"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5" name="Freeform 62"/>
              <p:cNvSpPr>
                <a:spLocks noChangeArrowheads="1"/>
              </p:cNvSpPr>
              <p:nvPr/>
            </p:nvSpPr>
            <p:spPr bwMode="auto">
              <a:xfrm>
                <a:off x="5130" y="2749"/>
                <a:ext cx="12" cy="104"/>
              </a:xfrm>
              <a:custGeom>
                <a:avLst/>
                <a:gdLst>
                  <a:gd name="T0" fmla="*/ 20 w 36"/>
                  <a:gd name="T1" fmla="*/ 313 h 313"/>
                  <a:gd name="T2" fmla="*/ 4 w 36"/>
                  <a:gd name="T3" fmla="*/ 216 h 313"/>
                  <a:gd name="T4" fmla="*/ 0 w 36"/>
                  <a:gd name="T5" fmla="*/ 152 h 313"/>
                  <a:gd name="T6" fmla="*/ 16 w 36"/>
                  <a:gd name="T7" fmla="*/ 66 h 313"/>
                  <a:gd name="T8" fmla="*/ 36 w 36"/>
                  <a:gd name="T9" fmla="*/ 0 h 313"/>
                </a:gdLst>
                <a:ahLst/>
                <a:cxnLst>
                  <a:cxn ang="0">
                    <a:pos x="T0" y="T1"/>
                  </a:cxn>
                  <a:cxn ang="0">
                    <a:pos x="T2" y="T3"/>
                  </a:cxn>
                  <a:cxn ang="0">
                    <a:pos x="T4" y="T5"/>
                  </a:cxn>
                  <a:cxn ang="0">
                    <a:pos x="T6" y="T7"/>
                  </a:cxn>
                  <a:cxn ang="0">
                    <a:pos x="T8" y="T9"/>
                  </a:cxn>
                </a:cxnLst>
                <a:rect l="0" t="0" r="r" b="b"/>
                <a:pathLst>
                  <a:path w="36" h="313">
                    <a:moveTo>
                      <a:pt x="20" y="313"/>
                    </a:moveTo>
                    <a:lnTo>
                      <a:pt x="4" y="216"/>
                    </a:lnTo>
                    <a:lnTo>
                      <a:pt x="0" y="152"/>
                    </a:lnTo>
                    <a:lnTo>
                      <a:pt x="16" y="66"/>
                    </a:lnTo>
                    <a:lnTo>
                      <a:pt x="36"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6" name="Freeform 63"/>
              <p:cNvSpPr>
                <a:spLocks noChangeArrowheads="1"/>
              </p:cNvSpPr>
              <p:nvPr/>
            </p:nvSpPr>
            <p:spPr bwMode="auto">
              <a:xfrm>
                <a:off x="5146" y="2938"/>
                <a:ext cx="59" cy="59"/>
              </a:xfrm>
              <a:custGeom>
                <a:avLst/>
                <a:gdLst>
                  <a:gd name="T0" fmla="*/ 177 w 177"/>
                  <a:gd name="T1" fmla="*/ 0 h 175"/>
                  <a:gd name="T2" fmla="*/ 133 w 177"/>
                  <a:gd name="T3" fmla="*/ 9 h 175"/>
                  <a:gd name="T4" fmla="*/ 84 w 177"/>
                  <a:gd name="T5" fmla="*/ 34 h 175"/>
                  <a:gd name="T6" fmla="*/ 43 w 177"/>
                  <a:gd name="T7" fmla="*/ 72 h 175"/>
                  <a:gd name="T8" fmla="*/ 21 w 177"/>
                  <a:gd name="T9" fmla="*/ 107 h 175"/>
                  <a:gd name="T10" fmla="*/ 0 w 177"/>
                  <a:gd name="T11" fmla="*/ 175 h 175"/>
                </a:gdLst>
                <a:ahLst/>
                <a:cxnLst>
                  <a:cxn ang="0">
                    <a:pos x="T0" y="T1"/>
                  </a:cxn>
                  <a:cxn ang="0">
                    <a:pos x="T2" y="T3"/>
                  </a:cxn>
                  <a:cxn ang="0">
                    <a:pos x="T4" y="T5"/>
                  </a:cxn>
                  <a:cxn ang="0">
                    <a:pos x="T6" y="T7"/>
                  </a:cxn>
                  <a:cxn ang="0">
                    <a:pos x="T8" y="T9"/>
                  </a:cxn>
                  <a:cxn ang="0">
                    <a:pos x="T10" y="T11"/>
                  </a:cxn>
                </a:cxnLst>
                <a:rect l="0" t="0" r="r" b="b"/>
                <a:pathLst>
                  <a:path w="177" h="175">
                    <a:moveTo>
                      <a:pt x="177" y="0"/>
                    </a:moveTo>
                    <a:lnTo>
                      <a:pt x="133" y="9"/>
                    </a:lnTo>
                    <a:lnTo>
                      <a:pt x="84" y="34"/>
                    </a:lnTo>
                    <a:lnTo>
                      <a:pt x="43" y="72"/>
                    </a:lnTo>
                    <a:lnTo>
                      <a:pt x="21" y="107"/>
                    </a:lnTo>
                    <a:lnTo>
                      <a:pt x="0" y="175"/>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7" name="Freeform 64"/>
              <p:cNvSpPr>
                <a:spLocks noChangeArrowheads="1"/>
              </p:cNvSpPr>
              <p:nvPr/>
            </p:nvSpPr>
            <p:spPr bwMode="auto">
              <a:xfrm>
                <a:off x="5048" y="3028"/>
                <a:ext cx="94" cy="41"/>
              </a:xfrm>
              <a:custGeom>
                <a:avLst/>
                <a:gdLst>
                  <a:gd name="T0" fmla="*/ 281 w 281"/>
                  <a:gd name="T1" fmla="*/ 3 h 123"/>
                  <a:gd name="T2" fmla="*/ 229 w 281"/>
                  <a:gd name="T3" fmla="*/ 0 h 123"/>
                  <a:gd name="T4" fmla="*/ 159 w 281"/>
                  <a:gd name="T5" fmla="*/ 12 h 123"/>
                  <a:gd name="T6" fmla="*/ 88 w 281"/>
                  <a:gd name="T7" fmla="*/ 34 h 123"/>
                  <a:gd name="T8" fmla="*/ 50 w 281"/>
                  <a:gd name="T9" fmla="*/ 60 h 123"/>
                  <a:gd name="T10" fmla="*/ 0 w 281"/>
                  <a:gd name="T11" fmla="*/ 123 h 123"/>
                </a:gdLst>
                <a:ahLst/>
                <a:cxnLst>
                  <a:cxn ang="0">
                    <a:pos x="T0" y="T1"/>
                  </a:cxn>
                  <a:cxn ang="0">
                    <a:pos x="T2" y="T3"/>
                  </a:cxn>
                  <a:cxn ang="0">
                    <a:pos x="T4" y="T5"/>
                  </a:cxn>
                  <a:cxn ang="0">
                    <a:pos x="T6" y="T7"/>
                  </a:cxn>
                  <a:cxn ang="0">
                    <a:pos x="T8" y="T9"/>
                  </a:cxn>
                  <a:cxn ang="0">
                    <a:pos x="T10" y="T11"/>
                  </a:cxn>
                </a:cxnLst>
                <a:rect l="0" t="0" r="r" b="b"/>
                <a:pathLst>
                  <a:path w="281" h="123">
                    <a:moveTo>
                      <a:pt x="281" y="3"/>
                    </a:moveTo>
                    <a:lnTo>
                      <a:pt x="229" y="0"/>
                    </a:lnTo>
                    <a:lnTo>
                      <a:pt x="159" y="12"/>
                    </a:lnTo>
                    <a:lnTo>
                      <a:pt x="88" y="34"/>
                    </a:lnTo>
                    <a:lnTo>
                      <a:pt x="50" y="60"/>
                    </a:lnTo>
                    <a:lnTo>
                      <a:pt x="0" y="123"/>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8" name="Freeform 65"/>
              <p:cNvSpPr>
                <a:spLocks noChangeArrowheads="1"/>
              </p:cNvSpPr>
              <p:nvPr/>
            </p:nvSpPr>
            <p:spPr bwMode="auto">
              <a:xfrm>
                <a:off x="4920" y="3088"/>
                <a:ext cx="106" cy="22"/>
              </a:xfrm>
              <a:custGeom>
                <a:avLst/>
                <a:gdLst>
                  <a:gd name="T0" fmla="*/ 319 w 319"/>
                  <a:gd name="T1" fmla="*/ 5 h 68"/>
                  <a:gd name="T2" fmla="*/ 247 w 319"/>
                  <a:gd name="T3" fmla="*/ 0 h 68"/>
                  <a:gd name="T4" fmla="*/ 171 w 319"/>
                  <a:gd name="T5" fmla="*/ 3 h 68"/>
                  <a:gd name="T6" fmla="*/ 108 w 319"/>
                  <a:gd name="T7" fmla="*/ 21 h 68"/>
                  <a:gd name="T8" fmla="*/ 42 w 319"/>
                  <a:gd name="T9" fmla="*/ 41 h 68"/>
                  <a:gd name="T10" fmla="*/ 0 w 319"/>
                  <a:gd name="T11" fmla="*/ 68 h 68"/>
                </a:gdLst>
                <a:ahLst/>
                <a:cxnLst>
                  <a:cxn ang="0">
                    <a:pos x="T0" y="T1"/>
                  </a:cxn>
                  <a:cxn ang="0">
                    <a:pos x="T2" y="T3"/>
                  </a:cxn>
                  <a:cxn ang="0">
                    <a:pos x="T4" y="T5"/>
                  </a:cxn>
                  <a:cxn ang="0">
                    <a:pos x="T6" y="T7"/>
                  </a:cxn>
                  <a:cxn ang="0">
                    <a:pos x="T8" y="T9"/>
                  </a:cxn>
                  <a:cxn ang="0">
                    <a:pos x="T10" y="T11"/>
                  </a:cxn>
                </a:cxnLst>
                <a:rect l="0" t="0" r="r" b="b"/>
                <a:pathLst>
                  <a:path w="319" h="68">
                    <a:moveTo>
                      <a:pt x="319" y="5"/>
                    </a:moveTo>
                    <a:lnTo>
                      <a:pt x="247" y="0"/>
                    </a:lnTo>
                    <a:lnTo>
                      <a:pt x="171" y="3"/>
                    </a:lnTo>
                    <a:lnTo>
                      <a:pt x="108" y="21"/>
                    </a:lnTo>
                    <a:lnTo>
                      <a:pt x="42" y="41"/>
                    </a:lnTo>
                    <a:lnTo>
                      <a:pt x="0" y="68"/>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59" name="Freeform 66"/>
              <p:cNvSpPr>
                <a:spLocks noChangeArrowheads="1"/>
              </p:cNvSpPr>
              <p:nvPr/>
            </p:nvSpPr>
            <p:spPr bwMode="auto">
              <a:xfrm>
                <a:off x="5251" y="3010"/>
                <a:ext cx="50" cy="35"/>
              </a:xfrm>
              <a:custGeom>
                <a:avLst/>
                <a:gdLst>
                  <a:gd name="T0" fmla="*/ 150 w 150"/>
                  <a:gd name="T1" fmla="*/ 0 h 103"/>
                  <a:gd name="T2" fmla="*/ 97 w 150"/>
                  <a:gd name="T3" fmla="*/ 12 h 103"/>
                  <a:gd name="T4" fmla="*/ 45 w 150"/>
                  <a:gd name="T5" fmla="*/ 40 h 103"/>
                  <a:gd name="T6" fmla="*/ 0 w 150"/>
                  <a:gd name="T7" fmla="*/ 103 h 103"/>
                </a:gdLst>
                <a:ahLst/>
                <a:cxnLst>
                  <a:cxn ang="0">
                    <a:pos x="T0" y="T1"/>
                  </a:cxn>
                  <a:cxn ang="0">
                    <a:pos x="T2" y="T3"/>
                  </a:cxn>
                  <a:cxn ang="0">
                    <a:pos x="T4" y="T5"/>
                  </a:cxn>
                  <a:cxn ang="0">
                    <a:pos x="T6" y="T7"/>
                  </a:cxn>
                </a:cxnLst>
                <a:rect l="0" t="0" r="r" b="b"/>
                <a:pathLst>
                  <a:path w="150" h="103">
                    <a:moveTo>
                      <a:pt x="150" y="0"/>
                    </a:moveTo>
                    <a:lnTo>
                      <a:pt x="97" y="12"/>
                    </a:lnTo>
                    <a:lnTo>
                      <a:pt x="45" y="40"/>
                    </a:lnTo>
                    <a:lnTo>
                      <a:pt x="0" y="103"/>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0" name="Freeform 67"/>
              <p:cNvSpPr>
                <a:spLocks noChangeArrowheads="1"/>
              </p:cNvSpPr>
              <p:nvPr/>
            </p:nvSpPr>
            <p:spPr bwMode="auto">
              <a:xfrm>
                <a:off x="5142" y="3082"/>
                <a:ext cx="81" cy="42"/>
              </a:xfrm>
              <a:custGeom>
                <a:avLst/>
                <a:gdLst>
                  <a:gd name="T0" fmla="*/ 242 w 242"/>
                  <a:gd name="T1" fmla="*/ 3 h 124"/>
                  <a:gd name="T2" fmla="*/ 165 w 242"/>
                  <a:gd name="T3" fmla="*/ 0 h 124"/>
                  <a:gd name="T4" fmla="*/ 114 w 242"/>
                  <a:gd name="T5" fmla="*/ 19 h 124"/>
                  <a:gd name="T6" fmla="*/ 59 w 242"/>
                  <a:gd name="T7" fmla="*/ 57 h 124"/>
                  <a:gd name="T8" fmla="*/ 0 w 242"/>
                  <a:gd name="T9" fmla="*/ 124 h 124"/>
                </a:gdLst>
                <a:ahLst/>
                <a:cxnLst>
                  <a:cxn ang="0">
                    <a:pos x="T0" y="T1"/>
                  </a:cxn>
                  <a:cxn ang="0">
                    <a:pos x="T2" y="T3"/>
                  </a:cxn>
                  <a:cxn ang="0">
                    <a:pos x="T4" y="T5"/>
                  </a:cxn>
                  <a:cxn ang="0">
                    <a:pos x="T6" y="T7"/>
                  </a:cxn>
                  <a:cxn ang="0">
                    <a:pos x="T8" y="T9"/>
                  </a:cxn>
                </a:cxnLst>
                <a:rect l="0" t="0" r="r" b="b"/>
                <a:pathLst>
                  <a:path w="242" h="124">
                    <a:moveTo>
                      <a:pt x="242" y="3"/>
                    </a:moveTo>
                    <a:lnTo>
                      <a:pt x="165" y="0"/>
                    </a:lnTo>
                    <a:lnTo>
                      <a:pt x="114" y="19"/>
                    </a:lnTo>
                    <a:lnTo>
                      <a:pt x="59" y="57"/>
                    </a:lnTo>
                    <a:lnTo>
                      <a:pt x="0" y="124"/>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1" name="Freeform 68"/>
              <p:cNvSpPr>
                <a:spLocks noChangeArrowheads="1"/>
              </p:cNvSpPr>
              <p:nvPr/>
            </p:nvSpPr>
            <p:spPr bwMode="auto">
              <a:xfrm>
                <a:off x="5262" y="3167"/>
                <a:ext cx="68" cy="32"/>
              </a:xfrm>
              <a:custGeom>
                <a:avLst/>
                <a:gdLst>
                  <a:gd name="T0" fmla="*/ 205 w 205"/>
                  <a:gd name="T1" fmla="*/ 0 h 95"/>
                  <a:gd name="T2" fmla="*/ 155 w 205"/>
                  <a:gd name="T3" fmla="*/ 0 h 95"/>
                  <a:gd name="T4" fmla="*/ 102 w 205"/>
                  <a:gd name="T5" fmla="*/ 15 h 95"/>
                  <a:gd name="T6" fmla="*/ 44 w 205"/>
                  <a:gd name="T7" fmla="*/ 48 h 95"/>
                  <a:gd name="T8" fmla="*/ 0 w 205"/>
                  <a:gd name="T9" fmla="*/ 95 h 95"/>
                </a:gdLst>
                <a:ahLst/>
                <a:cxnLst>
                  <a:cxn ang="0">
                    <a:pos x="T0" y="T1"/>
                  </a:cxn>
                  <a:cxn ang="0">
                    <a:pos x="T2" y="T3"/>
                  </a:cxn>
                  <a:cxn ang="0">
                    <a:pos x="T4" y="T5"/>
                  </a:cxn>
                  <a:cxn ang="0">
                    <a:pos x="T6" y="T7"/>
                  </a:cxn>
                  <a:cxn ang="0">
                    <a:pos x="T8" y="T9"/>
                  </a:cxn>
                </a:cxnLst>
                <a:rect l="0" t="0" r="r" b="b"/>
                <a:pathLst>
                  <a:path w="205" h="95">
                    <a:moveTo>
                      <a:pt x="205" y="0"/>
                    </a:moveTo>
                    <a:lnTo>
                      <a:pt x="155" y="0"/>
                    </a:lnTo>
                    <a:lnTo>
                      <a:pt x="102" y="15"/>
                    </a:lnTo>
                    <a:lnTo>
                      <a:pt x="44" y="48"/>
                    </a:lnTo>
                    <a:lnTo>
                      <a:pt x="0" y="95"/>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2" name="Freeform 69"/>
              <p:cNvSpPr>
                <a:spLocks noChangeArrowheads="1"/>
              </p:cNvSpPr>
              <p:nvPr/>
            </p:nvSpPr>
            <p:spPr bwMode="auto">
              <a:xfrm>
                <a:off x="5139" y="3221"/>
                <a:ext cx="66" cy="33"/>
              </a:xfrm>
              <a:custGeom>
                <a:avLst/>
                <a:gdLst>
                  <a:gd name="T0" fmla="*/ 199 w 199"/>
                  <a:gd name="T1" fmla="*/ 0 h 101"/>
                  <a:gd name="T2" fmla="*/ 127 w 199"/>
                  <a:gd name="T3" fmla="*/ 14 h 101"/>
                  <a:gd name="T4" fmla="*/ 81 w 199"/>
                  <a:gd name="T5" fmla="*/ 31 h 101"/>
                  <a:gd name="T6" fmla="*/ 37 w 199"/>
                  <a:gd name="T7" fmla="*/ 66 h 101"/>
                  <a:gd name="T8" fmla="*/ 0 w 199"/>
                  <a:gd name="T9" fmla="*/ 101 h 101"/>
                </a:gdLst>
                <a:ahLst/>
                <a:cxnLst>
                  <a:cxn ang="0">
                    <a:pos x="T0" y="T1"/>
                  </a:cxn>
                  <a:cxn ang="0">
                    <a:pos x="T2" y="T3"/>
                  </a:cxn>
                  <a:cxn ang="0">
                    <a:pos x="T4" y="T5"/>
                  </a:cxn>
                  <a:cxn ang="0">
                    <a:pos x="T6" y="T7"/>
                  </a:cxn>
                  <a:cxn ang="0">
                    <a:pos x="T8" y="T9"/>
                  </a:cxn>
                </a:cxnLst>
                <a:rect l="0" t="0" r="r" b="b"/>
                <a:pathLst>
                  <a:path w="199" h="101">
                    <a:moveTo>
                      <a:pt x="199" y="0"/>
                    </a:moveTo>
                    <a:lnTo>
                      <a:pt x="127" y="14"/>
                    </a:lnTo>
                    <a:lnTo>
                      <a:pt x="81" y="31"/>
                    </a:lnTo>
                    <a:lnTo>
                      <a:pt x="37" y="66"/>
                    </a:lnTo>
                    <a:lnTo>
                      <a:pt x="0" y="101"/>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3" name="Freeform 70"/>
              <p:cNvSpPr>
                <a:spLocks noChangeArrowheads="1"/>
              </p:cNvSpPr>
              <p:nvPr/>
            </p:nvSpPr>
            <p:spPr bwMode="auto">
              <a:xfrm>
                <a:off x="5013" y="2863"/>
                <a:ext cx="98" cy="85"/>
              </a:xfrm>
              <a:custGeom>
                <a:avLst/>
                <a:gdLst>
                  <a:gd name="T0" fmla="*/ 0 w 296"/>
                  <a:gd name="T1" fmla="*/ 253 h 253"/>
                  <a:gd name="T2" fmla="*/ 63 w 296"/>
                  <a:gd name="T3" fmla="*/ 206 h 253"/>
                  <a:gd name="T4" fmla="*/ 146 w 296"/>
                  <a:gd name="T5" fmla="*/ 142 h 253"/>
                  <a:gd name="T6" fmla="*/ 231 w 296"/>
                  <a:gd name="T7" fmla="*/ 72 h 253"/>
                  <a:gd name="T8" fmla="*/ 296 w 296"/>
                  <a:gd name="T9" fmla="*/ 0 h 253"/>
                </a:gdLst>
                <a:ahLst/>
                <a:cxnLst>
                  <a:cxn ang="0">
                    <a:pos x="T0" y="T1"/>
                  </a:cxn>
                  <a:cxn ang="0">
                    <a:pos x="T2" y="T3"/>
                  </a:cxn>
                  <a:cxn ang="0">
                    <a:pos x="T4" y="T5"/>
                  </a:cxn>
                  <a:cxn ang="0">
                    <a:pos x="T6" y="T7"/>
                  </a:cxn>
                  <a:cxn ang="0">
                    <a:pos x="T8" y="T9"/>
                  </a:cxn>
                </a:cxnLst>
                <a:rect l="0" t="0" r="r" b="b"/>
                <a:pathLst>
                  <a:path w="296" h="253">
                    <a:moveTo>
                      <a:pt x="0" y="253"/>
                    </a:moveTo>
                    <a:lnTo>
                      <a:pt x="63" y="206"/>
                    </a:lnTo>
                    <a:lnTo>
                      <a:pt x="146" y="142"/>
                    </a:lnTo>
                    <a:lnTo>
                      <a:pt x="231" y="72"/>
                    </a:lnTo>
                    <a:lnTo>
                      <a:pt x="296"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4" name="Freeform 71"/>
              <p:cNvSpPr>
                <a:spLocks noChangeArrowheads="1"/>
              </p:cNvSpPr>
              <p:nvPr/>
            </p:nvSpPr>
            <p:spPr bwMode="auto">
              <a:xfrm>
                <a:off x="5016" y="3137"/>
                <a:ext cx="79" cy="32"/>
              </a:xfrm>
              <a:custGeom>
                <a:avLst/>
                <a:gdLst>
                  <a:gd name="T0" fmla="*/ 237 w 237"/>
                  <a:gd name="T1" fmla="*/ 0 h 96"/>
                  <a:gd name="T2" fmla="*/ 152 w 237"/>
                  <a:gd name="T3" fmla="*/ 5 h 96"/>
                  <a:gd name="T4" fmla="*/ 88 w 237"/>
                  <a:gd name="T5" fmla="*/ 25 h 96"/>
                  <a:gd name="T6" fmla="*/ 41 w 237"/>
                  <a:gd name="T7" fmla="*/ 53 h 96"/>
                  <a:gd name="T8" fmla="*/ 0 w 237"/>
                  <a:gd name="T9" fmla="*/ 96 h 96"/>
                </a:gdLst>
                <a:ahLst/>
                <a:cxnLst>
                  <a:cxn ang="0">
                    <a:pos x="T0" y="T1"/>
                  </a:cxn>
                  <a:cxn ang="0">
                    <a:pos x="T2" y="T3"/>
                  </a:cxn>
                  <a:cxn ang="0">
                    <a:pos x="T4" y="T5"/>
                  </a:cxn>
                  <a:cxn ang="0">
                    <a:pos x="T6" y="T7"/>
                  </a:cxn>
                  <a:cxn ang="0">
                    <a:pos x="T8" y="T9"/>
                  </a:cxn>
                </a:cxnLst>
                <a:rect l="0" t="0" r="r" b="b"/>
                <a:pathLst>
                  <a:path w="237" h="96">
                    <a:moveTo>
                      <a:pt x="237" y="0"/>
                    </a:moveTo>
                    <a:lnTo>
                      <a:pt x="152" y="5"/>
                    </a:lnTo>
                    <a:lnTo>
                      <a:pt x="88" y="25"/>
                    </a:lnTo>
                    <a:lnTo>
                      <a:pt x="41" y="53"/>
                    </a:lnTo>
                    <a:lnTo>
                      <a:pt x="0" y="96"/>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5" name="Freeform 72"/>
              <p:cNvSpPr>
                <a:spLocks noChangeArrowheads="1"/>
              </p:cNvSpPr>
              <p:nvPr/>
            </p:nvSpPr>
            <p:spPr bwMode="auto">
              <a:xfrm>
                <a:off x="5320" y="3082"/>
                <a:ext cx="66" cy="27"/>
              </a:xfrm>
              <a:custGeom>
                <a:avLst/>
                <a:gdLst>
                  <a:gd name="T0" fmla="*/ 198 w 198"/>
                  <a:gd name="T1" fmla="*/ 16 h 79"/>
                  <a:gd name="T2" fmla="*/ 145 w 198"/>
                  <a:gd name="T3" fmla="*/ 0 h 79"/>
                  <a:gd name="T4" fmla="*/ 97 w 198"/>
                  <a:gd name="T5" fmla="*/ 3 h 79"/>
                  <a:gd name="T6" fmla="*/ 47 w 198"/>
                  <a:gd name="T7" fmla="*/ 25 h 79"/>
                  <a:gd name="T8" fmla="*/ 16 w 198"/>
                  <a:gd name="T9" fmla="*/ 47 h 79"/>
                  <a:gd name="T10" fmla="*/ 0 w 198"/>
                  <a:gd name="T11" fmla="*/ 79 h 79"/>
                </a:gdLst>
                <a:ahLst/>
                <a:cxnLst>
                  <a:cxn ang="0">
                    <a:pos x="T0" y="T1"/>
                  </a:cxn>
                  <a:cxn ang="0">
                    <a:pos x="T2" y="T3"/>
                  </a:cxn>
                  <a:cxn ang="0">
                    <a:pos x="T4" y="T5"/>
                  </a:cxn>
                  <a:cxn ang="0">
                    <a:pos x="T6" y="T7"/>
                  </a:cxn>
                  <a:cxn ang="0">
                    <a:pos x="T8" y="T9"/>
                  </a:cxn>
                  <a:cxn ang="0">
                    <a:pos x="T10" y="T11"/>
                  </a:cxn>
                </a:cxnLst>
                <a:rect l="0" t="0" r="r" b="b"/>
                <a:pathLst>
                  <a:path w="198" h="79">
                    <a:moveTo>
                      <a:pt x="198" y="16"/>
                    </a:moveTo>
                    <a:lnTo>
                      <a:pt x="145" y="0"/>
                    </a:lnTo>
                    <a:lnTo>
                      <a:pt x="97" y="3"/>
                    </a:lnTo>
                    <a:lnTo>
                      <a:pt x="47" y="25"/>
                    </a:lnTo>
                    <a:lnTo>
                      <a:pt x="16" y="47"/>
                    </a:lnTo>
                    <a:lnTo>
                      <a:pt x="0" y="79"/>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6" name="Freeform 73"/>
              <p:cNvSpPr>
                <a:spLocks noChangeArrowheads="1"/>
              </p:cNvSpPr>
              <p:nvPr/>
            </p:nvSpPr>
            <p:spPr bwMode="auto">
              <a:xfrm>
                <a:off x="4928" y="3174"/>
                <a:ext cx="61" cy="24"/>
              </a:xfrm>
              <a:custGeom>
                <a:avLst/>
                <a:gdLst>
                  <a:gd name="T0" fmla="*/ 184 w 184"/>
                  <a:gd name="T1" fmla="*/ 0 h 72"/>
                  <a:gd name="T2" fmla="*/ 153 w 184"/>
                  <a:gd name="T3" fmla="*/ 0 h 72"/>
                  <a:gd name="T4" fmla="*/ 104 w 184"/>
                  <a:gd name="T5" fmla="*/ 5 h 72"/>
                  <a:gd name="T6" fmla="*/ 62 w 184"/>
                  <a:gd name="T7" fmla="*/ 17 h 72"/>
                  <a:gd name="T8" fmla="*/ 40 w 184"/>
                  <a:gd name="T9" fmla="*/ 32 h 72"/>
                  <a:gd name="T10" fmla="*/ 16 w 184"/>
                  <a:gd name="T11" fmla="*/ 54 h 72"/>
                  <a:gd name="T12" fmla="*/ 0 w 184"/>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184" h="72">
                    <a:moveTo>
                      <a:pt x="184" y="0"/>
                    </a:moveTo>
                    <a:lnTo>
                      <a:pt x="153" y="0"/>
                    </a:lnTo>
                    <a:lnTo>
                      <a:pt x="104" y="5"/>
                    </a:lnTo>
                    <a:lnTo>
                      <a:pt x="62" y="17"/>
                    </a:lnTo>
                    <a:lnTo>
                      <a:pt x="40" y="32"/>
                    </a:lnTo>
                    <a:lnTo>
                      <a:pt x="16" y="54"/>
                    </a:lnTo>
                    <a:lnTo>
                      <a:pt x="0" y="72"/>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7" name="Freeform 74"/>
              <p:cNvSpPr>
                <a:spLocks noChangeArrowheads="1"/>
              </p:cNvSpPr>
              <p:nvPr/>
            </p:nvSpPr>
            <p:spPr bwMode="auto">
              <a:xfrm>
                <a:off x="4839" y="3054"/>
                <a:ext cx="12" cy="26"/>
              </a:xfrm>
              <a:custGeom>
                <a:avLst/>
                <a:gdLst>
                  <a:gd name="T0" fmla="*/ 0 w 38"/>
                  <a:gd name="T1" fmla="*/ 78 h 78"/>
                  <a:gd name="T2" fmla="*/ 12 w 38"/>
                  <a:gd name="T3" fmla="*/ 32 h 78"/>
                  <a:gd name="T4" fmla="*/ 28 w 38"/>
                  <a:gd name="T5" fmla="*/ 9 h 78"/>
                  <a:gd name="T6" fmla="*/ 38 w 38"/>
                  <a:gd name="T7" fmla="*/ 0 h 78"/>
                </a:gdLst>
                <a:ahLst/>
                <a:cxnLst>
                  <a:cxn ang="0">
                    <a:pos x="T0" y="T1"/>
                  </a:cxn>
                  <a:cxn ang="0">
                    <a:pos x="T2" y="T3"/>
                  </a:cxn>
                  <a:cxn ang="0">
                    <a:pos x="T4" y="T5"/>
                  </a:cxn>
                  <a:cxn ang="0">
                    <a:pos x="T6" y="T7"/>
                  </a:cxn>
                </a:cxnLst>
                <a:rect l="0" t="0" r="r" b="b"/>
                <a:pathLst>
                  <a:path w="38" h="78">
                    <a:moveTo>
                      <a:pt x="0" y="78"/>
                    </a:moveTo>
                    <a:lnTo>
                      <a:pt x="12" y="32"/>
                    </a:lnTo>
                    <a:lnTo>
                      <a:pt x="28" y="9"/>
                    </a:lnTo>
                    <a:lnTo>
                      <a:pt x="38"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8" name="Freeform 75"/>
              <p:cNvSpPr>
                <a:spLocks noChangeArrowheads="1"/>
              </p:cNvSpPr>
              <p:nvPr/>
            </p:nvSpPr>
            <p:spPr bwMode="auto">
              <a:xfrm>
                <a:off x="4684" y="2741"/>
                <a:ext cx="342" cy="89"/>
              </a:xfrm>
              <a:custGeom>
                <a:avLst/>
                <a:gdLst>
                  <a:gd name="T0" fmla="*/ 0 w 1027"/>
                  <a:gd name="T1" fmla="*/ 0 h 266"/>
                  <a:gd name="T2" fmla="*/ 158 w 1027"/>
                  <a:gd name="T3" fmla="*/ 141 h 266"/>
                  <a:gd name="T4" fmla="*/ 270 w 1027"/>
                  <a:gd name="T5" fmla="*/ 204 h 266"/>
                  <a:gd name="T6" fmla="*/ 379 w 1027"/>
                  <a:gd name="T7" fmla="*/ 250 h 266"/>
                  <a:gd name="T8" fmla="*/ 727 w 1027"/>
                  <a:gd name="T9" fmla="*/ 266 h 266"/>
                  <a:gd name="T10" fmla="*/ 869 w 1027"/>
                  <a:gd name="T11" fmla="*/ 236 h 266"/>
                  <a:gd name="T12" fmla="*/ 948 w 1027"/>
                  <a:gd name="T13" fmla="*/ 204 h 266"/>
                  <a:gd name="T14" fmla="*/ 1027 w 1027"/>
                  <a:gd name="T15" fmla="*/ 20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7" h="266">
                    <a:moveTo>
                      <a:pt x="0" y="0"/>
                    </a:moveTo>
                    <a:lnTo>
                      <a:pt x="158" y="141"/>
                    </a:lnTo>
                    <a:lnTo>
                      <a:pt x="270" y="204"/>
                    </a:lnTo>
                    <a:lnTo>
                      <a:pt x="379" y="250"/>
                    </a:lnTo>
                    <a:lnTo>
                      <a:pt x="727" y="266"/>
                    </a:lnTo>
                    <a:lnTo>
                      <a:pt x="869" y="236"/>
                    </a:lnTo>
                    <a:lnTo>
                      <a:pt x="948" y="204"/>
                    </a:lnTo>
                    <a:lnTo>
                      <a:pt x="1027" y="204"/>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69" name="Freeform 76"/>
              <p:cNvSpPr>
                <a:spLocks noChangeArrowheads="1"/>
              </p:cNvSpPr>
              <p:nvPr/>
            </p:nvSpPr>
            <p:spPr bwMode="auto">
              <a:xfrm>
                <a:off x="4700" y="2762"/>
                <a:ext cx="58" cy="132"/>
              </a:xfrm>
              <a:custGeom>
                <a:avLst/>
                <a:gdLst>
                  <a:gd name="T0" fmla="*/ 0 w 174"/>
                  <a:gd name="T1" fmla="*/ 0 h 396"/>
                  <a:gd name="T2" fmla="*/ 80 w 174"/>
                  <a:gd name="T3" fmla="*/ 111 h 396"/>
                  <a:gd name="T4" fmla="*/ 127 w 174"/>
                  <a:gd name="T5" fmla="*/ 221 h 396"/>
                  <a:gd name="T6" fmla="*/ 143 w 174"/>
                  <a:gd name="T7" fmla="*/ 284 h 396"/>
                  <a:gd name="T8" fmla="*/ 174 w 174"/>
                  <a:gd name="T9" fmla="*/ 396 h 396"/>
                </a:gdLst>
                <a:ahLst/>
                <a:cxnLst>
                  <a:cxn ang="0">
                    <a:pos x="T0" y="T1"/>
                  </a:cxn>
                  <a:cxn ang="0">
                    <a:pos x="T2" y="T3"/>
                  </a:cxn>
                  <a:cxn ang="0">
                    <a:pos x="T4" y="T5"/>
                  </a:cxn>
                  <a:cxn ang="0">
                    <a:pos x="T6" y="T7"/>
                  </a:cxn>
                  <a:cxn ang="0">
                    <a:pos x="T8" y="T9"/>
                  </a:cxn>
                </a:cxnLst>
                <a:rect l="0" t="0" r="r" b="b"/>
                <a:pathLst>
                  <a:path w="174" h="396">
                    <a:moveTo>
                      <a:pt x="0" y="0"/>
                    </a:moveTo>
                    <a:lnTo>
                      <a:pt x="80" y="111"/>
                    </a:lnTo>
                    <a:lnTo>
                      <a:pt x="127" y="221"/>
                    </a:lnTo>
                    <a:lnTo>
                      <a:pt x="143" y="284"/>
                    </a:lnTo>
                    <a:lnTo>
                      <a:pt x="174" y="396"/>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70" name="Freeform 77"/>
              <p:cNvSpPr>
                <a:spLocks noChangeArrowheads="1"/>
              </p:cNvSpPr>
              <p:nvPr/>
            </p:nvSpPr>
            <p:spPr bwMode="auto">
              <a:xfrm>
                <a:off x="4653" y="2924"/>
                <a:ext cx="331" cy="142"/>
              </a:xfrm>
              <a:custGeom>
                <a:avLst/>
                <a:gdLst>
                  <a:gd name="T0" fmla="*/ 992 w 992"/>
                  <a:gd name="T1" fmla="*/ 0 h 425"/>
                  <a:gd name="T2" fmla="*/ 804 w 992"/>
                  <a:gd name="T3" fmla="*/ 110 h 425"/>
                  <a:gd name="T4" fmla="*/ 678 w 992"/>
                  <a:gd name="T5" fmla="*/ 141 h 425"/>
                  <a:gd name="T6" fmla="*/ 504 w 992"/>
                  <a:gd name="T7" fmla="*/ 204 h 425"/>
                  <a:gd name="T8" fmla="*/ 331 w 992"/>
                  <a:gd name="T9" fmla="*/ 253 h 425"/>
                  <a:gd name="T10" fmla="*/ 172 w 992"/>
                  <a:gd name="T11" fmla="*/ 315 h 425"/>
                  <a:gd name="T12" fmla="*/ 15 w 992"/>
                  <a:gd name="T13" fmla="*/ 394 h 425"/>
                  <a:gd name="T14" fmla="*/ 0 w 992"/>
                  <a:gd name="T15" fmla="*/ 425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2" h="425">
                    <a:moveTo>
                      <a:pt x="992" y="0"/>
                    </a:moveTo>
                    <a:lnTo>
                      <a:pt x="804" y="110"/>
                    </a:lnTo>
                    <a:lnTo>
                      <a:pt x="678" y="141"/>
                    </a:lnTo>
                    <a:lnTo>
                      <a:pt x="504" y="204"/>
                    </a:lnTo>
                    <a:lnTo>
                      <a:pt x="331" y="253"/>
                    </a:lnTo>
                    <a:lnTo>
                      <a:pt x="172" y="315"/>
                    </a:lnTo>
                    <a:lnTo>
                      <a:pt x="15" y="394"/>
                    </a:lnTo>
                    <a:lnTo>
                      <a:pt x="0" y="425"/>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71" name="Freeform 78"/>
              <p:cNvSpPr>
                <a:spLocks noChangeArrowheads="1"/>
              </p:cNvSpPr>
              <p:nvPr/>
            </p:nvSpPr>
            <p:spPr bwMode="auto">
              <a:xfrm>
                <a:off x="5082" y="2939"/>
                <a:ext cx="9" cy="39"/>
              </a:xfrm>
              <a:custGeom>
                <a:avLst/>
                <a:gdLst>
                  <a:gd name="T0" fmla="*/ 18 w 27"/>
                  <a:gd name="T1" fmla="*/ 116 h 116"/>
                  <a:gd name="T2" fmla="*/ 27 w 27"/>
                  <a:gd name="T3" fmla="*/ 86 h 116"/>
                  <a:gd name="T4" fmla="*/ 0 w 27"/>
                  <a:gd name="T5" fmla="*/ 31 h 116"/>
                  <a:gd name="T6" fmla="*/ 0 w 27"/>
                  <a:gd name="T7" fmla="*/ 0 h 116"/>
                </a:gdLst>
                <a:ahLst/>
                <a:cxnLst>
                  <a:cxn ang="0">
                    <a:pos x="T0" y="T1"/>
                  </a:cxn>
                  <a:cxn ang="0">
                    <a:pos x="T2" y="T3"/>
                  </a:cxn>
                  <a:cxn ang="0">
                    <a:pos x="T4" y="T5"/>
                  </a:cxn>
                  <a:cxn ang="0">
                    <a:pos x="T6" y="T7"/>
                  </a:cxn>
                </a:cxnLst>
                <a:rect l="0" t="0" r="r" b="b"/>
                <a:pathLst>
                  <a:path w="27" h="116">
                    <a:moveTo>
                      <a:pt x="18" y="116"/>
                    </a:moveTo>
                    <a:lnTo>
                      <a:pt x="27" y="86"/>
                    </a:lnTo>
                    <a:lnTo>
                      <a:pt x="0" y="31"/>
                    </a:lnTo>
                    <a:lnTo>
                      <a:pt x="0" y="0"/>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55372" name="Freeform 79"/>
              <p:cNvSpPr>
                <a:spLocks noChangeArrowheads="1"/>
              </p:cNvSpPr>
              <p:nvPr/>
            </p:nvSpPr>
            <p:spPr bwMode="auto">
              <a:xfrm>
                <a:off x="5042" y="2814"/>
                <a:ext cx="68" cy="49"/>
              </a:xfrm>
              <a:custGeom>
                <a:avLst/>
                <a:gdLst>
                  <a:gd name="T0" fmla="*/ 0 w 204"/>
                  <a:gd name="T1" fmla="*/ 0 h 149"/>
                  <a:gd name="T2" fmla="*/ 53 w 204"/>
                  <a:gd name="T3" fmla="*/ 47 h 149"/>
                  <a:gd name="T4" fmla="*/ 107 w 204"/>
                  <a:gd name="T5" fmla="*/ 86 h 149"/>
                  <a:gd name="T6" fmla="*/ 204 w 204"/>
                  <a:gd name="T7" fmla="*/ 149 h 149"/>
                </a:gdLst>
                <a:ahLst/>
                <a:cxnLst>
                  <a:cxn ang="0">
                    <a:pos x="T0" y="T1"/>
                  </a:cxn>
                  <a:cxn ang="0">
                    <a:pos x="T2" y="T3"/>
                  </a:cxn>
                  <a:cxn ang="0">
                    <a:pos x="T4" y="T5"/>
                  </a:cxn>
                  <a:cxn ang="0">
                    <a:pos x="T6" y="T7"/>
                  </a:cxn>
                </a:cxnLst>
                <a:rect l="0" t="0" r="r" b="b"/>
                <a:pathLst>
                  <a:path w="204" h="149">
                    <a:moveTo>
                      <a:pt x="0" y="0"/>
                    </a:moveTo>
                    <a:lnTo>
                      <a:pt x="53" y="47"/>
                    </a:lnTo>
                    <a:lnTo>
                      <a:pt x="107" y="86"/>
                    </a:lnTo>
                    <a:lnTo>
                      <a:pt x="204" y="149"/>
                    </a:lnTo>
                  </a:path>
                </a:pathLst>
              </a:custGeom>
              <a:solidFill>
                <a:srgbClr val="FFDBB7"/>
              </a:solidFill>
              <a:ln w="6350">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sp>
        <p:nvSpPr>
          <p:cNvPr id="14416" name="AutoShape 80"/>
          <p:cNvSpPr>
            <a:spLocks noChangeArrowheads="1"/>
          </p:cNvSpPr>
          <p:nvPr/>
        </p:nvSpPr>
        <p:spPr bwMode="auto">
          <a:xfrm>
            <a:off x="444500" y="5016500"/>
            <a:ext cx="5943600" cy="1371600"/>
          </a:xfrm>
          <a:prstGeom prst="cloudCallout">
            <a:avLst>
              <a:gd name="adj1" fmla="val 70060"/>
              <a:gd name="adj2" fmla="val -6944"/>
            </a:avLst>
          </a:prstGeom>
          <a:gradFill rotWithShape="0">
            <a:gsLst>
              <a:gs pos="0">
                <a:schemeClr val="bg1"/>
              </a:gs>
              <a:gs pos="100000">
                <a:srgbClr val="CCFFFF"/>
              </a:gs>
            </a:gsLst>
            <a:lin ang="2700000" scaled="1"/>
          </a:gradFill>
          <a:ln w="9525">
            <a:solidFill>
              <a:schemeClr val="accent2"/>
            </a:solidFill>
            <a:round/>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a:latin typeface="Times New Roman" panose="02020603050405020304" pitchFamily="18" charset="0"/>
                <a:ea typeface="楷体_GB2312" pitchFamily="49" charset="-122"/>
              </a:rPr>
              <a:t>           Warning: my head is exploding…</a:t>
            </a:r>
          </a:p>
          <a:p>
            <a:pPr algn="ctr" eaLnBrk="1" hangingPunct="1"/>
            <a:r>
              <a:rPr lang="en-US" altLang="zh-CN" sz="2400" b="1">
                <a:latin typeface="Times New Roman" panose="02020603050405020304" pitchFamily="18" charset="0"/>
                <a:ea typeface="楷体_GB2312" pitchFamily="49" charset="-122"/>
              </a:rPr>
              <a:t>What is the point of this formula?</a:t>
            </a:r>
          </a:p>
        </p:txBody>
      </p:sp>
      <p:sp>
        <p:nvSpPr>
          <p:cNvPr id="14417" name="AutoShape 81" descr="棕色大理石"/>
          <p:cNvSpPr>
            <a:spLocks noChangeArrowheads="1"/>
          </p:cNvSpPr>
          <p:nvPr/>
        </p:nvSpPr>
        <p:spPr bwMode="auto">
          <a:xfrm>
            <a:off x="825500" y="5168900"/>
            <a:ext cx="5410200" cy="1066800"/>
          </a:xfrm>
          <a:prstGeom prst="roundRect">
            <a:avLst>
              <a:gd name="adj" fmla="val 16667"/>
            </a:avLst>
          </a:prstGeom>
          <a:blipFill dpi="0" rotWithShape="0">
            <a:blip r:embed="rId12"/>
            <a:srcRect/>
            <a:tile tx="0" ty="0" sx="100000" sy="100000" flip="none" algn="tl"/>
          </a:blip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800" b="1">
                <a:solidFill>
                  <a:srgbClr val="FFFFCC"/>
                </a:solidFill>
                <a:latin typeface="Times New Roman" panose="02020603050405020304" pitchFamily="18" charset="0"/>
                <a:ea typeface="楷体_GB2312" pitchFamily="49" charset="-122"/>
              </a:rPr>
              <a:t>差商的值与 </a:t>
            </a:r>
            <a:r>
              <a:rPr lang="en-US" altLang="zh-CN" sz="2800" b="1" i="1">
                <a:solidFill>
                  <a:srgbClr val="FFFFCC"/>
                </a:solidFill>
                <a:latin typeface="Times New Roman" panose="02020603050405020304" pitchFamily="18" charset="0"/>
                <a:ea typeface="楷体_GB2312" pitchFamily="49" charset="-122"/>
              </a:rPr>
              <a:t>x</a:t>
            </a:r>
            <a:r>
              <a:rPr lang="en-US" altLang="zh-CN" sz="2800" b="1" i="1" baseline="-25000">
                <a:solidFill>
                  <a:srgbClr val="FFFFCC"/>
                </a:solidFill>
                <a:latin typeface="Times New Roman" panose="02020603050405020304" pitchFamily="18" charset="0"/>
                <a:ea typeface="楷体_GB2312" pitchFamily="49" charset="-122"/>
              </a:rPr>
              <a:t>i</a:t>
            </a:r>
            <a:r>
              <a:rPr lang="en-US" altLang="zh-CN" sz="2800" b="1">
                <a:solidFill>
                  <a:srgbClr val="FFFFCC"/>
                </a:solidFill>
                <a:latin typeface="Times New Roman" panose="02020603050405020304" pitchFamily="18" charset="0"/>
                <a:ea typeface="楷体_GB2312" pitchFamily="49" charset="-122"/>
              </a:rPr>
              <a:t> </a:t>
            </a:r>
            <a:r>
              <a:rPr lang="zh-CN" altLang="en-US" sz="2800" b="1">
                <a:solidFill>
                  <a:srgbClr val="FFFFCC"/>
                </a:solidFill>
                <a:latin typeface="Times New Roman" panose="02020603050405020304" pitchFamily="18" charset="0"/>
                <a:ea typeface="楷体_GB2312" pitchFamily="49" charset="-122"/>
              </a:rPr>
              <a:t>的顺序无关！</a:t>
            </a:r>
          </a:p>
        </p:txBody>
      </p:sp>
      <p:grpSp>
        <p:nvGrpSpPr>
          <p:cNvPr id="17" name="Group 84"/>
          <p:cNvGrpSpPr/>
          <p:nvPr/>
        </p:nvGrpSpPr>
        <p:grpSpPr bwMode="auto">
          <a:xfrm>
            <a:off x="179388" y="3284538"/>
            <a:ext cx="8534400" cy="1035050"/>
            <a:chOff x="113" y="2069"/>
            <a:chExt cx="5376" cy="652"/>
          </a:xfrm>
        </p:grpSpPr>
        <p:pic>
          <p:nvPicPr>
            <p:cNvPr id="55376" name="Picture 8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3" y="2069"/>
              <a:ext cx="5376" cy="652"/>
            </a:xfrm>
            <a:prstGeom prst="rect">
              <a:avLst/>
            </a:prstGeom>
            <a:noFill/>
            <a:ln w="57150">
              <a:solidFill>
                <a:srgbClr val="A50021"/>
              </a:solidFill>
              <a:miter lim="800000"/>
              <a:headEnd/>
              <a:tailEnd/>
            </a:ln>
            <a:extLst>
              <a:ext uri="{909E8E84-426E-40DD-AFC4-6F175D3DCCD1}">
                <a14:hiddenFill xmlns:a14="http://schemas.microsoft.com/office/drawing/2010/main">
                  <a:solidFill>
                    <a:srgbClr val="FFFFFF"/>
                  </a:solidFill>
                </a14:hiddenFill>
              </a:ext>
            </a:extLst>
          </p:spPr>
        </p:pic>
        <p:sp>
          <p:nvSpPr>
            <p:cNvPr id="55377" name="Rectangle 83"/>
            <p:cNvSpPr>
              <a:spLocks noChangeArrowheads="1"/>
            </p:cNvSpPr>
            <p:nvPr/>
          </p:nvSpPr>
          <p:spPr bwMode="auto">
            <a:xfrm>
              <a:off x="113" y="2069"/>
              <a:ext cx="227" cy="227"/>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340"/>
                                        </p:tgtEl>
                                        <p:attrNameLst>
                                          <p:attrName>style.visibility</p:attrName>
                                        </p:attrNameLst>
                                      </p:cBhvr>
                                      <p:to>
                                        <p:strVal val="visible"/>
                                      </p:to>
                                    </p:set>
                                    <p:animEffect transition="in" filter="wipe(left)">
                                      <p:cBhvr>
                                        <p:cTn id="7" dur="500"/>
                                        <p:tgtEl>
                                          <p:spTgt spid="143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4341"/>
                                        </p:tgtEl>
                                        <p:attrNameLst>
                                          <p:attrName>style.visibility</p:attrName>
                                        </p:attrNameLst>
                                      </p:cBhvr>
                                      <p:to>
                                        <p:strVal val="visible"/>
                                      </p:to>
                                    </p:set>
                                    <p:animEffect transition="in" filter="wipe(left)">
                                      <p:cBhvr>
                                        <p:cTn id="12" dur="500"/>
                                        <p:tgtEl>
                                          <p:spTgt spid="143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342"/>
                                        </p:tgtEl>
                                        <p:attrNameLst>
                                          <p:attrName>style.visibility</p:attrName>
                                        </p:attrNameLst>
                                      </p:cBhvr>
                                      <p:to>
                                        <p:strVal val="visible"/>
                                      </p:to>
                                    </p:set>
                                    <p:animEffect transition="in" filter="wipe(left)">
                                      <p:cBhvr>
                                        <p:cTn id="17" dur="500"/>
                                        <p:tgtEl>
                                          <p:spTgt spid="143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4343"/>
                                        </p:tgtEl>
                                        <p:attrNameLst>
                                          <p:attrName>style.visibility</p:attrName>
                                        </p:attrNameLst>
                                      </p:cBhvr>
                                      <p:to>
                                        <p:strVal val="visible"/>
                                      </p:to>
                                    </p:set>
                                    <p:animEffect transition="in" filter="wipe(left)">
                                      <p:cBhvr>
                                        <p:cTn id="22" dur="500"/>
                                        <p:tgtEl>
                                          <p:spTgt spid="1434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344"/>
                                        </p:tgtEl>
                                        <p:attrNameLst>
                                          <p:attrName>style.visibility</p:attrName>
                                        </p:attrNameLst>
                                      </p:cBhvr>
                                      <p:to>
                                        <p:strVal val="visible"/>
                                      </p:to>
                                    </p:set>
                                    <p:animEffect transition="in" filter="wipe(left)">
                                      <p:cBhvr>
                                        <p:cTn id="27" dur="500"/>
                                        <p:tgtEl>
                                          <p:spTgt spid="1434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4345"/>
                                        </p:tgtEl>
                                        <p:attrNameLst>
                                          <p:attrName>style.visibility</p:attrName>
                                        </p:attrNameLst>
                                      </p:cBhvr>
                                      <p:to>
                                        <p:strVal val="visible"/>
                                      </p:to>
                                    </p:set>
                                    <p:animEffect transition="in" filter="wipe(left)">
                                      <p:cBhvr>
                                        <p:cTn id="32" dur="500"/>
                                        <p:tgtEl>
                                          <p:spTgt spid="14345"/>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dissolve">
                                      <p:cBhvr>
                                        <p:cTn id="37" dur="500"/>
                                        <p:tgtEl>
                                          <p:spTgt spid="2"/>
                                        </p:tgtEl>
                                      </p:cBhvr>
                                    </p:animEffect>
                                  </p:childTnLst>
                                </p:cTn>
                              </p:par>
                            </p:childTnLst>
                          </p:cTn>
                        </p:par>
                        <p:par>
                          <p:cTn id="38" fill="hold">
                            <p:stCondLst>
                              <p:cond delay="500"/>
                            </p:stCondLst>
                            <p:childTnLst>
                              <p:par>
                                <p:cTn id="39" presetID="22" presetClass="entr" presetSubtype="2" fill="hold" grpId="0" nodeType="afterEffect">
                                  <p:stCondLst>
                                    <p:cond delay="0"/>
                                  </p:stCondLst>
                                  <p:childTnLst>
                                    <p:set>
                                      <p:cBhvr>
                                        <p:cTn id="40" dur="1" fill="hold">
                                          <p:stCondLst>
                                            <p:cond delay="0"/>
                                          </p:stCondLst>
                                        </p:cTn>
                                        <p:tgtEl>
                                          <p:spTgt spid="14416"/>
                                        </p:tgtEl>
                                        <p:attrNameLst>
                                          <p:attrName>style.visibility</p:attrName>
                                        </p:attrNameLst>
                                      </p:cBhvr>
                                      <p:to>
                                        <p:strVal val="visible"/>
                                      </p:to>
                                    </p:set>
                                    <p:animEffect transition="in" filter="wipe(right)">
                                      <p:cBhvr>
                                        <p:cTn id="41" dur="500"/>
                                        <p:tgtEl>
                                          <p:spTgt spid="14416"/>
                                        </p:tgtEl>
                                      </p:cBhvr>
                                    </p:animEffect>
                                  </p:childTnLst>
                                  <p:subTnLst>
                                    <p:set>
                                      <p:cBhvr override="childStyle">
                                        <p:cTn dur="1" fill="hold" display="0" masterRel="nextClick" afterEffect="1"/>
                                        <p:tgtEl>
                                          <p:spTgt spid="14416"/>
                                        </p:tgtEl>
                                        <p:attrNameLst>
                                          <p:attrName>style.visibility</p:attrName>
                                        </p:attrNameLst>
                                      </p:cBhvr>
                                      <p:to>
                                        <p:strVal val="hidden"/>
                                      </p:to>
                                    </p:set>
                                    <p:audio>
                                      <p:cMediaNode>
                                        <p:cTn display="0" masterRel="sameClick">
                                          <p:stCondLst>
                                            <p:cond evt="begin" delay="0">
                                              <p:tn val="39"/>
                                            </p:cond>
                                          </p:stCondLst>
                                          <p:endCondLst>
                                            <p:cond evt="onStopAudio" delay="0">
                                              <p:tgtEl>
                                                <p:sldTgt/>
                                              </p:tgtEl>
                                            </p:cond>
                                          </p:endCondLst>
                                        </p:cTn>
                                        <p:tgtEl>
                                          <p:sndTgt r:embed="rId3" name="whoosh.wav"/>
                                        </p:tgtEl>
                                      </p:cMediaNode>
                                    </p:audio>
                                  </p:subTnLst>
                                </p:cTn>
                              </p:par>
                            </p:childTnLst>
                          </p:cTn>
                        </p:par>
                      </p:childTnLst>
                    </p:cTn>
                  </p:par>
                  <p:par>
                    <p:cTn id="42" fill="hold">
                      <p:stCondLst>
                        <p:cond delay="indefinite"/>
                      </p:stCondLst>
                      <p:childTnLst>
                        <p:par>
                          <p:cTn id="43" fill="hold">
                            <p:stCondLst>
                              <p:cond delay="0"/>
                            </p:stCondLst>
                            <p:childTnLst>
                              <p:par>
                                <p:cTn id="44" presetID="22" presetClass="entr" presetSubtype="1" fill="hold" grpId="0" nodeType="clickEffect">
                                  <p:stCondLst>
                                    <p:cond delay="0"/>
                                  </p:stCondLst>
                                  <p:childTnLst>
                                    <p:set>
                                      <p:cBhvr>
                                        <p:cTn id="45" dur="1" fill="hold">
                                          <p:stCondLst>
                                            <p:cond delay="0"/>
                                          </p:stCondLst>
                                        </p:cTn>
                                        <p:tgtEl>
                                          <p:spTgt spid="14417"/>
                                        </p:tgtEl>
                                        <p:attrNameLst>
                                          <p:attrName>style.visibility</p:attrName>
                                        </p:attrNameLst>
                                      </p:cBhvr>
                                      <p:to>
                                        <p:strVal val="visible"/>
                                      </p:to>
                                    </p:set>
                                    <p:animEffect transition="in" filter="wipe(up)">
                                      <p:cBhvr>
                                        <p:cTn id="46" dur="500"/>
                                        <p:tgtEl>
                                          <p:spTgt spid="14417"/>
                                        </p:tgtEl>
                                      </p:cBhvr>
                                    </p:animEffect>
                                  </p:childTnLst>
                                  <p:subTnLst>
                                    <p:audio>
                                      <p:cMediaNode>
                                        <p:cTn display="0" masterRel="sameClick">
                                          <p:stCondLst>
                                            <p:cond evt="begin" delay="0">
                                              <p:tn val="44"/>
                                            </p:cond>
                                          </p:stCondLst>
                                          <p:endCondLst>
                                            <p:cond evt="onStopAudio" delay="0">
                                              <p:tgtEl>
                                                <p:sldTgt/>
                                              </p:tgtEl>
                                            </p:cond>
                                          </p:endCondLst>
                                        </p:cTn>
                                        <p:tgtEl>
                                          <p:sndTgt r:embed="rId4" name="cashreg.wav"/>
                                        </p:tgtEl>
                                      </p:cMediaNode>
                                    </p:audio>
                                  </p:sub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p:cTn id="51" dur="500" fill="hold"/>
                                        <p:tgtEl>
                                          <p:spTgt spid="17"/>
                                        </p:tgtEl>
                                        <p:attrNameLst>
                                          <p:attrName>ppt_x</p:attrName>
                                        </p:attrNameLst>
                                      </p:cBhvr>
                                      <p:tavLst>
                                        <p:tav tm="0">
                                          <p:val>
                                            <p:strVal val="1+#ppt_w/2"/>
                                          </p:val>
                                        </p:tav>
                                        <p:tav tm="100000">
                                          <p:val>
                                            <p:strVal val="#ppt_x"/>
                                          </p:val>
                                        </p:tav>
                                      </p:tavLst>
                                    </p:anim>
                                    <p:anim calcmode="lin" valueType="num">
                                      <p:cBhvr>
                                        <p:cTn id="5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0" grpId="0"/>
      <p:bldP spid="14342" grpId="0" animBg="1"/>
      <p:bldP spid="14416" grpId="0" animBg="1"/>
      <p:bldP spid="1441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4800" y="700088"/>
            <a:ext cx="760095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52600" y="1690688"/>
            <a:ext cx="4848225"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2"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376488"/>
            <a:ext cx="6248400" cy="59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 y="3214688"/>
            <a:ext cx="4905375"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5650" y="3644900"/>
            <a:ext cx="5495925"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8" name="Oval 12"/>
          <p:cNvSpPr>
            <a:spLocks noChangeArrowheads="1"/>
          </p:cNvSpPr>
          <p:nvPr/>
        </p:nvSpPr>
        <p:spPr bwMode="auto">
          <a:xfrm>
            <a:off x="3059113" y="3644900"/>
            <a:ext cx="3095625" cy="1944688"/>
          </a:xfrm>
          <a:prstGeom prst="ellipse">
            <a:avLst/>
          </a:prstGeom>
          <a:noFill/>
          <a:ln w="57150">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nvGrpSpPr>
          <p:cNvPr id="2" name="Group 19"/>
          <p:cNvGrpSpPr/>
          <p:nvPr/>
        </p:nvGrpSpPr>
        <p:grpSpPr bwMode="auto">
          <a:xfrm>
            <a:off x="395288" y="4797425"/>
            <a:ext cx="8274050" cy="1836738"/>
            <a:chOff x="68" y="890"/>
            <a:chExt cx="5212" cy="1157"/>
          </a:xfrm>
        </p:grpSpPr>
        <p:grpSp>
          <p:nvGrpSpPr>
            <p:cNvPr id="56328" name="Group 13"/>
            <p:cNvGrpSpPr/>
            <p:nvPr/>
          </p:nvGrpSpPr>
          <p:grpSpPr bwMode="auto">
            <a:xfrm>
              <a:off x="204" y="1207"/>
              <a:ext cx="5076" cy="840"/>
              <a:chOff x="288" y="3120"/>
              <a:chExt cx="5076" cy="840"/>
            </a:xfrm>
          </p:grpSpPr>
          <p:pic>
            <p:nvPicPr>
              <p:cNvPr id="56329"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 y="3120"/>
                <a:ext cx="5076" cy="840"/>
              </a:xfrm>
              <a:prstGeom prst="rect">
                <a:avLst/>
              </a:prstGeom>
              <a:solidFill>
                <a:srgbClr val="FFFFCC"/>
              </a:solidFill>
              <a:ln w="57150">
                <a:solidFill>
                  <a:srgbClr val="FF0000"/>
                </a:solidFill>
                <a:miter lim="800000"/>
                <a:headEnd/>
                <a:tailEnd/>
              </a:ln>
            </p:spPr>
          </p:pic>
          <p:sp>
            <p:nvSpPr>
              <p:cNvPr id="56330" name="Rectangle 15"/>
              <p:cNvSpPr>
                <a:spLocks noChangeArrowheads="1"/>
              </p:cNvSpPr>
              <p:nvPr/>
            </p:nvSpPr>
            <p:spPr bwMode="auto">
              <a:xfrm>
                <a:off x="696" y="3126"/>
                <a:ext cx="288" cy="240"/>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pSp>
        <p:sp>
          <p:nvSpPr>
            <p:cNvPr id="56331" name="Text Box 16"/>
            <p:cNvSpPr txBox="1">
              <a:spLocks noChangeArrowheads="1"/>
            </p:cNvSpPr>
            <p:nvPr/>
          </p:nvSpPr>
          <p:spPr bwMode="auto">
            <a:xfrm>
              <a:off x="207" y="1201"/>
              <a:ext cx="676" cy="327"/>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a:solidFill>
                    <a:srgbClr val="A50021"/>
                  </a:solidFill>
                  <a:latin typeface="楷体_GB2312" pitchFamily="49" charset="-122"/>
                  <a:ea typeface="楷体_GB2312" pitchFamily="49" charset="-122"/>
                </a:rPr>
                <a:t>定理</a:t>
              </a:r>
              <a:r>
                <a:rPr lang="en-US" altLang="zh-CN" sz="2800" b="1">
                  <a:solidFill>
                    <a:srgbClr val="A50021"/>
                  </a:solidFill>
                  <a:latin typeface="楷体_GB2312" pitchFamily="49" charset="-122"/>
                  <a:ea typeface="楷体_GB2312" pitchFamily="49" charset="-122"/>
                </a:rPr>
                <a:t>4</a:t>
              </a:r>
            </a:p>
          </p:txBody>
        </p:sp>
        <p:sp>
          <p:nvSpPr>
            <p:cNvPr id="19474" name="Rectangle 18"/>
            <p:cNvSpPr>
              <a:spLocks noChangeArrowheads="1"/>
            </p:cNvSpPr>
            <p:nvPr/>
          </p:nvSpPr>
          <p:spPr bwMode="auto">
            <a:xfrm>
              <a:off x="68" y="890"/>
              <a:ext cx="477" cy="327"/>
            </a:xfrm>
            <a:prstGeom prst="rect">
              <a:avLst/>
            </a:prstGeom>
            <a:solidFill>
              <a:srgbClr val="FFFFCC"/>
            </a:solidFill>
            <a:ln w="9525">
              <a:noFill/>
              <a:miter lim="800000"/>
            </a:ln>
            <a:effectLst/>
          </p:spPr>
          <p:txBody>
            <a:bodyPr wrap="none">
              <a:spAutoFit/>
            </a:bodyPr>
            <a:lstStyle>
              <a:lvl1pPr eaLnBrk="0" hangingPunct="0">
                <a:defRPr>
                  <a:solidFill>
                    <a:schemeClr val="tx1"/>
                  </a:solidFill>
                  <a:latin typeface="Verdana" panose="020B0604030504040204" pitchFamily="34" charset="0"/>
                  <a:ea typeface="宋体" panose="02010600030101010101" pitchFamily="2" charset="-122"/>
                </a:defRPr>
              </a:lvl1pPr>
              <a:lvl2pPr marL="742950" indent="-285750" eaLnBrk="0" hangingPunct="0">
                <a:defRPr>
                  <a:solidFill>
                    <a:schemeClr val="tx1"/>
                  </a:solidFill>
                  <a:latin typeface="Verdana" panose="020B0604030504040204" pitchFamily="34" charset="0"/>
                  <a:ea typeface="宋体" panose="02010600030101010101" pitchFamily="2" charset="-122"/>
                </a:defRPr>
              </a:lvl2pPr>
              <a:lvl3pPr marL="1143000" indent="-228600" eaLnBrk="0" hangingPunct="0">
                <a:defRPr>
                  <a:solidFill>
                    <a:schemeClr val="tx1"/>
                  </a:solidFill>
                  <a:latin typeface="Verdana" panose="020B0604030504040204" pitchFamily="34" charset="0"/>
                  <a:ea typeface="宋体" panose="02010600030101010101" pitchFamily="2" charset="-122"/>
                </a:defRPr>
              </a:lvl3pPr>
              <a:lvl4pPr marL="1600200" indent="-228600" eaLnBrk="0" hangingPunct="0">
                <a:defRPr>
                  <a:solidFill>
                    <a:schemeClr val="tx1"/>
                  </a:solidFill>
                  <a:latin typeface="Verdana" panose="020B0604030504040204" pitchFamily="34" charset="0"/>
                  <a:ea typeface="宋体" panose="02010600030101010101" pitchFamily="2" charset="-122"/>
                </a:defRPr>
              </a:lvl4pPr>
              <a:lvl5pPr marL="2057400" indent="-228600" eaLnBrk="0" hangingPunct="0">
                <a:defRPr>
                  <a:solidFill>
                    <a:schemeClr val="tx1"/>
                  </a:solidFill>
                  <a:latin typeface="Verdana" panose="020B060403050404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Verdana" panose="020B0604030504040204" pitchFamily="34" charset="0"/>
                  <a:ea typeface="宋体" panose="02010600030101010101" pitchFamily="2" charset="-122"/>
                </a:defRPr>
              </a:lvl9pPr>
            </a:lstStyle>
            <a:p>
              <a:pPr eaLnBrk="1" hangingPunct="1">
                <a:buFontTx/>
                <a:buNone/>
                <a:defRPr/>
              </a:pPr>
              <a:r>
                <a:rPr lang="en-US" altLang="zh-CN" sz="2800" i="1">
                  <a:solidFill>
                    <a:srgbClr val="A50021"/>
                  </a:solidFill>
                  <a:effectLst>
                    <a:outerShdw blurRad="38100" dist="38100" dir="2700000" algn="tl">
                      <a:srgbClr val="000000"/>
                    </a:outerShdw>
                  </a:effectLst>
                  <a:latin typeface="Times New Roman" panose="02020603050405020304" pitchFamily="18" charset="0"/>
                  <a:sym typeface="+mn-ea"/>
                </a:rPr>
                <a:t>P26</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9460"/>
                                        </p:tgtEl>
                                        <p:attrNameLst>
                                          <p:attrName>style.visibility</p:attrName>
                                        </p:attrNameLst>
                                      </p:cBhvr>
                                      <p:to>
                                        <p:strVal val="visible"/>
                                      </p:to>
                                    </p:set>
                                    <p:animEffect transition="in" filter="wipe(left)">
                                      <p:cBhvr>
                                        <p:cTn id="7" dur="500"/>
                                        <p:tgtEl>
                                          <p:spTgt spid="1946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9461"/>
                                        </p:tgtEl>
                                        <p:attrNameLst>
                                          <p:attrName>style.visibility</p:attrName>
                                        </p:attrNameLst>
                                      </p:cBhvr>
                                      <p:to>
                                        <p:strVal val="visible"/>
                                      </p:to>
                                    </p:set>
                                    <p:animEffect transition="in" filter="wipe(left)">
                                      <p:cBhvr>
                                        <p:cTn id="12" dur="500"/>
                                        <p:tgtEl>
                                          <p:spTgt spid="1946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462"/>
                                        </p:tgtEl>
                                        <p:attrNameLst>
                                          <p:attrName>style.visibility</p:attrName>
                                        </p:attrNameLst>
                                      </p:cBhvr>
                                      <p:to>
                                        <p:strVal val="visible"/>
                                      </p:to>
                                    </p:set>
                                    <p:animEffect transition="in" filter="wipe(left)">
                                      <p:cBhvr>
                                        <p:cTn id="17" dur="500"/>
                                        <p:tgtEl>
                                          <p:spTgt spid="1946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9463"/>
                                        </p:tgtEl>
                                        <p:attrNameLst>
                                          <p:attrName>style.visibility</p:attrName>
                                        </p:attrNameLst>
                                      </p:cBhvr>
                                      <p:to>
                                        <p:strVal val="visible"/>
                                      </p:to>
                                    </p:set>
                                    <p:animEffect transition="in" filter="wipe(left)">
                                      <p:cBhvr>
                                        <p:cTn id="22" dur="500"/>
                                        <p:tgtEl>
                                          <p:spTgt spid="1946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9464"/>
                                        </p:tgtEl>
                                        <p:attrNameLst>
                                          <p:attrName>style.visibility</p:attrName>
                                        </p:attrNameLst>
                                      </p:cBhvr>
                                      <p:to>
                                        <p:strVal val="visible"/>
                                      </p:to>
                                    </p:set>
                                    <p:animEffect transition="in" filter="wipe(left)">
                                      <p:cBhvr>
                                        <p:cTn id="27" dur="500"/>
                                        <p:tgtEl>
                                          <p:spTgt spid="1946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9468"/>
                                        </p:tgtEl>
                                        <p:attrNameLst>
                                          <p:attrName>style.visibility</p:attrName>
                                        </p:attrNameLst>
                                      </p:cBhvr>
                                      <p:to>
                                        <p:strVal val="visible"/>
                                      </p:to>
                                    </p:set>
                                    <p:animEffect transition="in" filter="wipe(up)">
                                      <p:cBhvr>
                                        <p:cTn id="32" dur="500"/>
                                        <p:tgtEl>
                                          <p:spTgt spid="19468"/>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p:cTn id="37" dur="500" fill="hold"/>
                                        <p:tgtEl>
                                          <p:spTgt spid="2"/>
                                        </p:tgtEl>
                                        <p:attrNameLst>
                                          <p:attrName>ppt_x</p:attrName>
                                        </p:attrNameLst>
                                      </p:cBhvr>
                                      <p:tavLst>
                                        <p:tav tm="0">
                                          <p:val>
                                            <p:strVal val="0-#ppt_w/2"/>
                                          </p:val>
                                        </p:tav>
                                        <p:tav tm="100000">
                                          <p:val>
                                            <p:strVal val="#ppt_x"/>
                                          </p:val>
                                        </p:tav>
                                      </p:tavLst>
                                    </p:anim>
                                    <p:anim calcmode="lin" valueType="num">
                                      <p:cBhvr>
                                        <p:cTn id="3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8"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4" name="Text Box 4"/>
          <p:cNvSpPr txBox="1">
            <a:spLocks noChangeArrowheads="1"/>
          </p:cNvSpPr>
          <p:nvPr/>
        </p:nvSpPr>
        <p:spPr bwMode="auto">
          <a:xfrm>
            <a:off x="152400" y="361950"/>
            <a:ext cx="10001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rgbClr val="FF0000"/>
                </a:solidFill>
                <a:latin typeface="Times New Roman" panose="02020603050405020304" pitchFamily="18" charset="0"/>
                <a:ea typeface="楷体_GB2312" pitchFamily="49" charset="-122"/>
              </a:rPr>
              <a:t>练习</a:t>
            </a:r>
          </a:p>
        </p:txBody>
      </p:sp>
      <p:graphicFrame>
        <p:nvGraphicFramePr>
          <p:cNvPr id="20485" name="Object 5"/>
          <p:cNvGraphicFramePr>
            <a:graphicFrameLocks noChangeAspect="1"/>
          </p:cNvGraphicFramePr>
          <p:nvPr/>
        </p:nvGraphicFramePr>
        <p:xfrm>
          <a:off x="304800" y="1047750"/>
          <a:ext cx="8686800" cy="531813"/>
        </p:xfrm>
        <a:graphic>
          <a:graphicData uri="http://schemas.openxmlformats.org/presentationml/2006/ole">
            <mc:AlternateContent xmlns:mc="http://schemas.openxmlformats.org/markup-compatibility/2006">
              <mc:Choice xmlns:v="urn:schemas-microsoft-com:vml" Requires="v">
                <p:oleObj spid="_x0000_s57443" r:id="rId3" imgW="3733800" imgH="228600" progId="Equation.DSMT4">
                  <p:embed/>
                </p:oleObj>
              </mc:Choice>
              <mc:Fallback>
                <p:oleObj r:id="rId3" imgW="3733800" imgH="228600" progId="Equation.DSMT4">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047750"/>
                        <a:ext cx="8686800" cy="53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0486" name="Object 6"/>
          <p:cNvGraphicFramePr>
            <a:graphicFrameLocks noChangeAspect="1"/>
          </p:cNvGraphicFramePr>
          <p:nvPr/>
        </p:nvGraphicFramePr>
        <p:xfrm>
          <a:off x="381000" y="1733550"/>
          <a:ext cx="7620000" cy="490538"/>
        </p:xfrm>
        <a:graphic>
          <a:graphicData uri="http://schemas.openxmlformats.org/presentationml/2006/ole">
            <mc:AlternateContent xmlns:mc="http://schemas.openxmlformats.org/markup-compatibility/2006">
              <mc:Choice xmlns:v="urn:schemas-microsoft-com:vml" Requires="v">
                <p:oleObj spid="_x0000_s57444" r:id="rId5" imgW="3352800" imgH="215900" progId="Equation.DSMT4">
                  <p:embed/>
                </p:oleObj>
              </mc:Choice>
              <mc:Fallback>
                <p:oleObj r:id="rId5" imgW="3352800" imgH="2159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1733550"/>
                        <a:ext cx="7620000" cy="49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0487" name="Object 7"/>
          <p:cNvGraphicFramePr>
            <a:graphicFrameLocks noChangeAspect="1"/>
          </p:cNvGraphicFramePr>
          <p:nvPr/>
        </p:nvGraphicFramePr>
        <p:xfrm>
          <a:off x="381000" y="2495550"/>
          <a:ext cx="5029200" cy="506413"/>
        </p:xfrm>
        <a:graphic>
          <a:graphicData uri="http://schemas.openxmlformats.org/presentationml/2006/ole">
            <mc:AlternateContent xmlns:mc="http://schemas.openxmlformats.org/markup-compatibility/2006">
              <mc:Choice xmlns:v="urn:schemas-microsoft-com:vml" Requires="v">
                <p:oleObj spid="_x0000_s57445" r:id="rId7" imgW="2019300" imgH="203200" progId="Equation.DSMT4">
                  <p:embed/>
                </p:oleObj>
              </mc:Choice>
              <mc:Fallback>
                <p:oleObj r:id="rId7" imgW="2019300" imgH="2032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2495550"/>
                        <a:ext cx="5029200" cy="50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0488" name="Object 8"/>
          <p:cNvGraphicFramePr>
            <a:graphicFrameLocks noChangeAspect="1"/>
          </p:cNvGraphicFramePr>
          <p:nvPr/>
        </p:nvGraphicFramePr>
        <p:xfrm>
          <a:off x="457200" y="3227388"/>
          <a:ext cx="5562600" cy="1125537"/>
        </p:xfrm>
        <a:graphic>
          <a:graphicData uri="http://schemas.openxmlformats.org/presentationml/2006/ole">
            <mc:AlternateContent xmlns:mc="http://schemas.openxmlformats.org/markup-compatibility/2006">
              <mc:Choice xmlns:v="urn:schemas-microsoft-com:vml" Requires="v">
                <p:oleObj spid="_x0000_s57446" r:id="rId9" imgW="2070100" imgH="419100" progId="Equation.DSMT4">
                  <p:embed/>
                </p:oleObj>
              </mc:Choice>
              <mc:Fallback>
                <p:oleObj r:id="rId9" imgW="2070100" imgH="419100" progId="Equation.DSMT4">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7200" y="3227388"/>
                        <a:ext cx="5562600" cy="112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0489" name="Object 9"/>
          <p:cNvGraphicFramePr>
            <a:graphicFrameLocks noChangeAspect="1"/>
          </p:cNvGraphicFramePr>
          <p:nvPr/>
        </p:nvGraphicFramePr>
        <p:xfrm>
          <a:off x="609600" y="4781550"/>
          <a:ext cx="5410200" cy="1095375"/>
        </p:xfrm>
        <a:graphic>
          <a:graphicData uri="http://schemas.openxmlformats.org/presentationml/2006/ole">
            <mc:AlternateContent xmlns:mc="http://schemas.openxmlformats.org/markup-compatibility/2006">
              <mc:Choice xmlns:v="urn:schemas-microsoft-com:vml" Requires="v">
                <p:oleObj spid="_x0000_s57447" r:id="rId11" imgW="2070100" imgH="419100" progId="Equation.DSMT4">
                  <p:embed/>
                </p:oleObj>
              </mc:Choice>
              <mc:Fallback>
                <p:oleObj r:id="rId11" imgW="2070100" imgH="419100" progId="Equation.DSMT4">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4781550"/>
                        <a:ext cx="5410200" cy="109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0484">
                                            <p:txEl>
                                              <p:pRg st="0" end="0"/>
                                            </p:txEl>
                                          </p:spTgt>
                                        </p:tgtEl>
                                        <p:attrNameLst>
                                          <p:attrName>style.visibility</p:attrName>
                                        </p:attrNameLst>
                                      </p:cBhvr>
                                      <p:to>
                                        <p:strVal val="visible"/>
                                      </p:to>
                                    </p:set>
                                    <p:animEffect transition="in" filter="wipe(left)">
                                      <p:cBhvr>
                                        <p:cTn id="7" dur="500"/>
                                        <p:tgtEl>
                                          <p:spTgt spid="2048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485"/>
                                        </p:tgtEl>
                                        <p:attrNameLst>
                                          <p:attrName>style.visibility</p:attrName>
                                        </p:attrNameLst>
                                      </p:cBhvr>
                                      <p:to>
                                        <p:strVal val="visible"/>
                                      </p:to>
                                    </p:set>
                                    <p:animEffect transition="in" filter="wipe(left)">
                                      <p:cBhvr>
                                        <p:cTn id="12" dur="500"/>
                                        <p:tgtEl>
                                          <p:spTgt spid="2048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0486"/>
                                        </p:tgtEl>
                                        <p:attrNameLst>
                                          <p:attrName>style.visibility</p:attrName>
                                        </p:attrNameLst>
                                      </p:cBhvr>
                                      <p:to>
                                        <p:strVal val="visible"/>
                                      </p:to>
                                    </p:set>
                                    <p:animEffect transition="in" filter="wipe(left)">
                                      <p:cBhvr>
                                        <p:cTn id="17" dur="500"/>
                                        <p:tgtEl>
                                          <p:spTgt spid="2048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0487"/>
                                        </p:tgtEl>
                                        <p:attrNameLst>
                                          <p:attrName>style.visibility</p:attrName>
                                        </p:attrNameLst>
                                      </p:cBhvr>
                                      <p:to>
                                        <p:strVal val="visible"/>
                                      </p:to>
                                    </p:set>
                                    <p:animEffect transition="in" filter="wipe(left)">
                                      <p:cBhvr>
                                        <p:cTn id="22" dur="500"/>
                                        <p:tgtEl>
                                          <p:spTgt spid="2048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0488"/>
                                        </p:tgtEl>
                                        <p:attrNameLst>
                                          <p:attrName>style.visibility</p:attrName>
                                        </p:attrNameLst>
                                      </p:cBhvr>
                                      <p:to>
                                        <p:strVal val="visible"/>
                                      </p:to>
                                    </p:set>
                                    <p:animEffect transition="in" filter="wipe(left)">
                                      <p:cBhvr>
                                        <p:cTn id="27" dur="500"/>
                                        <p:tgtEl>
                                          <p:spTgt spid="2048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0489"/>
                                        </p:tgtEl>
                                        <p:attrNameLst>
                                          <p:attrName>style.visibility</p:attrName>
                                        </p:attrNameLst>
                                      </p:cBhvr>
                                      <p:to>
                                        <p:strVal val="visible"/>
                                      </p:to>
                                    </p:set>
                                    <p:animEffect transition="in" filter="wipe(left)">
                                      <p:cBhvr>
                                        <p:cTn id="32" dur="500"/>
                                        <p:tgtEl>
                                          <p:spTgt spid="204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4" grpId="0" build="p"/>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BE6712E6-0129-404D-AB11-4392161BDCA6}"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5837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5837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DAE254A8-B52D-4C99-B3DB-0A68C6BC5640}" type="slidenum">
              <a:rPr lang="zh-CN" altLang="en-US" smtClean="0">
                <a:solidFill>
                  <a:srgbClr val="000000"/>
                </a:solidFill>
                <a:latin typeface="Times New Roman" panose="02020603050405020304" pitchFamily="18" charset="0"/>
              </a:rPr>
              <a:t>48</a:t>
            </a:fld>
            <a:endParaRPr lang="zh-CN" altLang="en-US">
              <a:solidFill>
                <a:srgbClr val="000000"/>
              </a:solidFill>
              <a:latin typeface="Times New Roman" panose="02020603050405020304" pitchFamily="18" charset="0"/>
            </a:endParaRPr>
          </a:p>
        </p:txBody>
      </p:sp>
      <p:sp>
        <p:nvSpPr>
          <p:cNvPr id="35842" name="Text Box 2"/>
          <p:cNvSpPr txBox="1">
            <a:spLocks noChangeArrowheads="1"/>
          </p:cNvSpPr>
          <p:nvPr/>
        </p:nvSpPr>
        <p:spPr bwMode="auto">
          <a:xfrm>
            <a:off x="395288" y="333375"/>
            <a:ext cx="8356600" cy="93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5000"/>
              </a:lnSpc>
              <a:spcBef>
                <a:spcPct val="50000"/>
              </a:spcBef>
            </a:pPr>
            <a:r>
              <a:rPr lang="zh-CN" altLang="en-US" sz="2400" b="1">
                <a:solidFill>
                  <a:srgbClr val="000000"/>
                </a:solidFill>
                <a:latin typeface="Times New Roman" panose="02020603050405020304" pitchFamily="18" charset="0"/>
                <a:ea typeface="楷体_GB2312" pitchFamily="49" charset="-122"/>
              </a:rPr>
              <a:t>       </a:t>
            </a:r>
            <a:r>
              <a:rPr lang="zh-CN" altLang="en-US" sz="2400" b="1">
                <a:solidFill>
                  <a:srgbClr val="3333CC"/>
                </a:solidFill>
                <a:latin typeface="Times New Roman" panose="02020603050405020304" pitchFamily="18" charset="0"/>
                <a:ea typeface="楷体_GB2312" pitchFamily="49" charset="-122"/>
              </a:rPr>
              <a:t>例</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依据如下函数值表建立不超过</a:t>
            </a:r>
            <a:r>
              <a:rPr lang="en-US" altLang="zh-CN" sz="2400" b="1">
                <a:solidFill>
                  <a:srgbClr val="000000"/>
                </a:solidFill>
                <a:latin typeface="Times New Roman" panose="02020603050405020304" pitchFamily="18" charset="0"/>
                <a:ea typeface="楷体_GB2312" pitchFamily="49" charset="-122"/>
              </a:rPr>
              <a:t>3</a:t>
            </a:r>
            <a:r>
              <a:rPr lang="zh-CN" altLang="en-US" sz="2400" b="1">
                <a:solidFill>
                  <a:srgbClr val="000000"/>
                </a:solidFill>
                <a:latin typeface="Times New Roman" panose="02020603050405020304" pitchFamily="18" charset="0"/>
                <a:ea typeface="楷体_GB2312" pitchFamily="49" charset="-122"/>
              </a:rPr>
              <a:t>次的拉格朗日插值多项式及牛顿插值多项式</a:t>
            </a:r>
            <a:r>
              <a:rPr lang="en-US" altLang="zh-CN" sz="2400" b="1" i="1">
                <a:solidFill>
                  <a:srgbClr val="000000"/>
                </a:solidFill>
                <a:latin typeface="Times New Roman" panose="02020603050405020304" pitchFamily="18" charset="0"/>
                <a:ea typeface="楷体_GB2312" pitchFamily="49" charset="-122"/>
              </a:rPr>
              <a:t>N</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并验证插值多项式的唯一性</a:t>
            </a:r>
            <a:r>
              <a:rPr lang="en-US" altLang="zh-CN" sz="2400" b="1">
                <a:solidFill>
                  <a:srgbClr val="000000"/>
                </a:solidFill>
                <a:latin typeface="Times New Roman" panose="02020603050405020304" pitchFamily="18" charset="0"/>
                <a:ea typeface="楷体_GB2312" pitchFamily="49" charset="-122"/>
              </a:rPr>
              <a:t>.</a:t>
            </a:r>
          </a:p>
        </p:txBody>
      </p:sp>
      <p:sp>
        <p:nvSpPr>
          <p:cNvPr id="35843" name="Text Box 3"/>
          <p:cNvSpPr txBox="1">
            <a:spLocks noChangeArrowheads="1"/>
          </p:cNvSpPr>
          <p:nvPr/>
        </p:nvSpPr>
        <p:spPr bwMode="auto">
          <a:xfrm>
            <a:off x="395288" y="2205038"/>
            <a:ext cx="6408737" cy="51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5000"/>
              </a:lnSpc>
              <a:spcBef>
                <a:spcPct val="50000"/>
              </a:spcBef>
            </a:pPr>
            <a:r>
              <a:rPr lang="zh-CN" altLang="en-US" sz="2400" b="1">
                <a:solidFill>
                  <a:srgbClr val="000000"/>
                </a:solidFill>
                <a:latin typeface="Times New Roman" panose="02020603050405020304" pitchFamily="18" charset="0"/>
                <a:ea typeface="楷体_GB2312" pitchFamily="49" charset="-122"/>
              </a:rPr>
              <a:t>       </a:t>
            </a:r>
            <a:r>
              <a:rPr lang="zh-CN" altLang="en-US" sz="2400" b="1">
                <a:solidFill>
                  <a:srgbClr val="3333CC"/>
                </a:solidFill>
                <a:latin typeface="Times New Roman" panose="02020603050405020304" pitchFamily="18" charset="0"/>
                <a:ea typeface="楷体_GB2312" pitchFamily="49" charset="-122"/>
              </a:rPr>
              <a:t>解</a:t>
            </a:r>
            <a:r>
              <a:rPr lang="en-US" altLang="zh-CN" sz="2400" b="1">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(1)</a:t>
            </a:r>
            <a:r>
              <a:rPr lang="zh-CN" altLang="en-US" sz="2400" b="1">
                <a:solidFill>
                  <a:srgbClr val="000000"/>
                </a:solidFill>
                <a:latin typeface="Times New Roman" panose="02020603050405020304" pitchFamily="18" charset="0"/>
                <a:ea typeface="楷体_GB2312" pitchFamily="49" charset="-122"/>
              </a:rPr>
              <a:t>拉格朗日插值多项式</a:t>
            </a:r>
            <a:r>
              <a:rPr lang="en-US" altLang="zh-CN" sz="2400" b="1" i="1">
                <a:solidFill>
                  <a:srgbClr val="000000"/>
                </a:solidFill>
                <a:latin typeface="Times New Roman" panose="02020603050405020304" pitchFamily="18" charset="0"/>
                <a:ea typeface="楷体_GB2312" pitchFamily="49" charset="-122"/>
              </a:rPr>
              <a:t>L</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p:txBody>
      </p:sp>
      <p:sp>
        <p:nvSpPr>
          <p:cNvPr id="35844" name="Text Box 4"/>
          <p:cNvSpPr txBox="1">
            <a:spLocks noChangeArrowheads="1"/>
          </p:cNvSpPr>
          <p:nvPr/>
        </p:nvSpPr>
        <p:spPr bwMode="auto">
          <a:xfrm>
            <a:off x="863600" y="2708275"/>
            <a:ext cx="3348038"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15000"/>
              </a:lnSpc>
              <a:spcBef>
                <a:spcPct val="50000"/>
              </a:spcBef>
            </a:pPr>
            <a:r>
              <a:rPr lang="zh-CN" altLang="en-US" sz="2400" b="1">
                <a:solidFill>
                  <a:srgbClr val="000000"/>
                </a:solidFill>
                <a:latin typeface="Times New Roman" panose="02020603050405020304" pitchFamily="18" charset="0"/>
                <a:ea typeface="楷体_GB2312" pitchFamily="49" charset="-122"/>
              </a:rPr>
              <a:t>插值基函数</a:t>
            </a:r>
          </a:p>
        </p:txBody>
      </p:sp>
      <p:graphicFrame>
        <p:nvGraphicFramePr>
          <p:cNvPr id="35845" name="Group 5"/>
          <p:cNvGraphicFramePr>
            <a:graphicFrameLocks noGrp="1"/>
          </p:cNvGraphicFramePr>
          <p:nvPr/>
        </p:nvGraphicFramePr>
        <p:xfrm>
          <a:off x="1716088" y="1268413"/>
          <a:ext cx="6096000" cy="914400"/>
        </p:xfrm>
        <a:graphic>
          <a:graphicData uri="http://schemas.openxmlformats.org/drawingml/2006/table">
            <a:tbl>
              <a:tblPr/>
              <a:tblGrid>
                <a:gridCol w="1219200">
                  <a:extLst>
                    <a:ext uri="{9D8B030D-6E8A-4147-A177-3AD203B41FA5}">
                      <a16:colId xmlns:a16="http://schemas.microsoft.com/office/drawing/2014/main" val="20000"/>
                    </a:ext>
                  </a:extLst>
                </a:gridCol>
                <a:gridCol w="1157287">
                  <a:extLst>
                    <a:ext uri="{9D8B030D-6E8A-4147-A177-3AD203B41FA5}">
                      <a16:colId xmlns:a16="http://schemas.microsoft.com/office/drawing/2014/main" val="20001"/>
                    </a:ext>
                  </a:extLst>
                </a:gridCol>
                <a:gridCol w="1295400">
                  <a:extLst>
                    <a:ext uri="{9D8B030D-6E8A-4147-A177-3AD203B41FA5}">
                      <a16:colId xmlns:a16="http://schemas.microsoft.com/office/drawing/2014/main" val="20002"/>
                    </a:ext>
                  </a:extLst>
                </a:gridCol>
                <a:gridCol w="1204913">
                  <a:extLst>
                    <a:ext uri="{9D8B030D-6E8A-4147-A177-3AD203B41FA5}">
                      <a16:colId xmlns:a16="http://schemas.microsoft.com/office/drawing/2014/main" val="20003"/>
                    </a:ext>
                  </a:extLst>
                </a:gridCol>
                <a:gridCol w="1219200">
                  <a:extLst>
                    <a:ext uri="{9D8B030D-6E8A-4147-A177-3AD203B41FA5}">
                      <a16:colId xmlns:a16="http://schemas.microsoft.com/office/drawing/2014/main" val="20004"/>
                    </a:ext>
                  </a:extLst>
                </a:gridCol>
              </a:tblGrid>
              <a:tr h="455613">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x</a:t>
                      </a:r>
                      <a:r>
                        <a:rPr kumimoji="0" lang="en-US" altLang="zh-CN" sz="2400" b="1" i="1"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k</a:t>
                      </a:r>
                      <a:endParaRPr kumimoji="0" lang="en-US" altLang="zh-CN" sz="2400" b="1" i="1"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cap="flat">
                      <a:noFill/>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anchor="ctr" horzOverflow="overflow">
                    <a:lnL w="12700" cap="flat" cmpd="sng" algn="ctr">
                      <a:solidFill>
                        <a:schemeClr val="tx1"/>
                      </a:solidFill>
                      <a:prstDash val="solid"/>
                      <a:round/>
                      <a:headEnd type="none" w="med" len="med"/>
                      <a:tailEnd type="none" w="med" len="med"/>
                    </a:lnL>
                    <a:lnR cap="flat">
                      <a:noFill/>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5613">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f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x</a:t>
                      </a:r>
                      <a:r>
                        <a:rPr kumimoji="0" lang="en-US" altLang="zh-CN" sz="2000" b="1" i="1"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k</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endPar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anchor="ct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5871" name="Rectangle 31"/>
          <p:cNvSpPr>
            <a:spLocks noChangeArrowheads="1"/>
          </p:cNvSpPr>
          <p:nvPr/>
        </p:nvSpPr>
        <p:spPr bwMode="auto">
          <a:xfrm>
            <a:off x="900113" y="4772025"/>
            <a:ext cx="3349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拉格朗日插值多项式为</a:t>
            </a:r>
            <a:r>
              <a:rPr lang="en-US" altLang="zh-CN" sz="2400" b="1">
                <a:solidFill>
                  <a:srgbClr val="000000"/>
                </a:solidFill>
                <a:latin typeface="Times New Roman" panose="02020603050405020304" pitchFamily="18" charset="0"/>
                <a:ea typeface="楷体_GB2312" pitchFamily="49" charset="-122"/>
              </a:rPr>
              <a:t>:</a:t>
            </a:r>
          </a:p>
        </p:txBody>
      </p:sp>
      <p:graphicFrame>
        <p:nvGraphicFramePr>
          <p:cNvPr id="35872" name="Object 32"/>
          <p:cNvGraphicFramePr>
            <a:graphicFrameLocks noChangeAspect="1"/>
          </p:cNvGraphicFramePr>
          <p:nvPr/>
        </p:nvGraphicFramePr>
        <p:xfrm>
          <a:off x="1692275" y="5157788"/>
          <a:ext cx="5600700" cy="1384300"/>
        </p:xfrm>
        <a:graphic>
          <a:graphicData uri="http://schemas.openxmlformats.org/presentationml/2006/ole">
            <mc:AlternateContent xmlns:mc="http://schemas.openxmlformats.org/markup-compatibility/2006">
              <mc:Choice xmlns:v="urn:schemas-microsoft-com:vml" Requires="v">
                <p:oleObj spid="_x0000_s58438" r:id="rId4" imgW="2665730" imgH="723900" progId="Equation.3">
                  <p:embed/>
                </p:oleObj>
              </mc:Choice>
              <mc:Fallback>
                <p:oleObj r:id="rId4" imgW="2665730" imgH="723900" progId="Equation.3">
                  <p:embed/>
                  <p:pic>
                    <p:nvPicPr>
                      <p:cNvPr id="0" name="Object 3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92275" y="5157788"/>
                        <a:ext cx="56007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5873" name="Object 33"/>
          <p:cNvGraphicFramePr>
            <a:graphicFrameLocks noChangeAspect="1"/>
          </p:cNvGraphicFramePr>
          <p:nvPr/>
        </p:nvGraphicFramePr>
        <p:xfrm>
          <a:off x="2700338" y="2781300"/>
          <a:ext cx="5256212" cy="2087563"/>
        </p:xfrm>
        <a:graphic>
          <a:graphicData uri="http://schemas.openxmlformats.org/presentationml/2006/ole">
            <mc:AlternateContent xmlns:mc="http://schemas.openxmlformats.org/markup-compatibility/2006">
              <mc:Choice xmlns:v="urn:schemas-microsoft-com:vml" Requires="v">
                <p:oleObj spid="_x0000_s58439" r:id="rId6" imgW="2590800" imgH="1358900" progId="Equation.3">
                  <p:embed/>
                </p:oleObj>
              </mc:Choice>
              <mc:Fallback>
                <p:oleObj r:id="rId6" imgW="2590800" imgH="1358900" progId="Equation.3">
                  <p:embed/>
                  <p:pic>
                    <p:nvPicPr>
                      <p:cNvPr id="0" name="Object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00338" y="2781300"/>
                        <a:ext cx="5256212"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spd="med">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5842"/>
                                        </p:tgtEl>
                                        <p:attrNameLst>
                                          <p:attrName>style.visibility</p:attrName>
                                        </p:attrNameLst>
                                      </p:cBhvr>
                                      <p:to>
                                        <p:strVal val="visible"/>
                                      </p:to>
                                    </p:set>
                                    <p:animEffect transition="in" filter="wipe(down)">
                                      <p:cBhvr>
                                        <p:cTn id="7" dur="500"/>
                                        <p:tgtEl>
                                          <p:spTgt spid="3584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3584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35843"/>
                                        </p:tgtEl>
                                        <p:attrNameLst>
                                          <p:attrName>style.visibility</p:attrName>
                                        </p:attrNameLst>
                                      </p:cBhvr>
                                      <p:to>
                                        <p:strVal val="visible"/>
                                      </p:to>
                                    </p:set>
                                    <p:animEffect transition="in" filter="wipe(down)">
                                      <p:cBhvr>
                                        <p:cTn id="16" dur="500"/>
                                        <p:tgtEl>
                                          <p:spTgt spid="3584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5844"/>
                                        </p:tgtEl>
                                        <p:attrNameLst>
                                          <p:attrName>style.visibility</p:attrName>
                                        </p:attrNameLst>
                                      </p:cBhvr>
                                      <p:to>
                                        <p:strVal val="visible"/>
                                      </p:to>
                                    </p:set>
                                    <p:animEffect transition="in" filter="wipe(down)">
                                      <p:cBhvr>
                                        <p:cTn id="21" dur="500"/>
                                        <p:tgtEl>
                                          <p:spTgt spid="35844"/>
                                        </p:tgtEl>
                                      </p:cBhvr>
                                    </p:animEffec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499"/>
                                          </p:stCondLst>
                                        </p:cTn>
                                        <p:tgtEl>
                                          <p:spTgt spid="3587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35871"/>
                                        </p:tgtEl>
                                        <p:attrNameLst>
                                          <p:attrName>style.visibility</p:attrName>
                                        </p:attrNameLst>
                                      </p:cBhvr>
                                      <p:to>
                                        <p:strVal val="visible"/>
                                      </p:to>
                                    </p:set>
                                    <p:animEffect transition="in" filter="wipe(left)">
                                      <p:cBhvr>
                                        <p:cTn id="29" dur="500"/>
                                        <p:tgtEl>
                                          <p:spTgt spid="35871"/>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35872"/>
                                        </p:tgtEl>
                                        <p:attrNameLst>
                                          <p:attrName>style.visibility</p:attrName>
                                        </p:attrNameLst>
                                      </p:cBhvr>
                                      <p:to>
                                        <p:strVal val="visible"/>
                                      </p:to>
                                    </p:set>
                                    <p:animEffect transition="in" filter="wipe(up)">
                                      <p:cBhvr>
                                        <p:cTn id="34" dur="500"/>
                                        <p:tgtEl>
                                          <p:spTgt spid="358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2" grpId="0"/>
      <p:bldP spid="35843" grpId="0"/>
      <p:bldP spid="35844" grpId="0"/>
      <p:bldP spid="3587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EFF6C830-25FA-4FC3-AE8F-5AD26725D1DA}"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6041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6041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79DC2D8-C1B5-4EDE-840F-038FAB9374A9}" type="slidenum">
              <a:rPr lang="zh-CN" altLang="en-US" smtClean="0">
                <a:solidFill>
                  <a:srgbClr val="000000"/>
                </a:solidFill>
                <a:latin typeface="Times New Roman" panose="02020603050405020304" pitchFamily="18" charset="0"/>
              </a:rPr>
              <a:t>49</a:t>
            </a:fld>
            <a:endParaRPr lang="zh-CN" altLang="en-US">
              <a:solidFill>
                <a:srgbClr val="000000"/>
              </a:solidFill>
              <a:latin typeface="Times New Roman" panose="02020603050405020304" pitchFamily="18" charset="0"/>
            </a:endParaRPr>
          </a:p>
        </p:txBody>
      </p:sp>
      <p:graphicFrame>
        <p:nvGraphicFramePr>
          <p:cNvPr id="36866" name="Group 2"/>
          <p:cNvGraphicFramePr>
            <a:graphicFrameLocks noGrp="1"/>
          </p:cNvGraphicFramePr>
          <p:nvPr/>
        </p:nvGraphicFramePr>
        <p:xfrm>
          <a:off x="1042988" y="1149350"/>
          <a:ext cx="6265862" cy="2303464"/>
        </p:xfrm>
        <a:graphic>
          <a:graphicData uri="http://schemas.openxmlformats.org/drawingml/2006/table">
            <a:tbl>
              <a:tblPr/>
              <a:tblGrid>
                <a:gridCol w="1252537">
                  <a:extLst>
                    <a:ext uri="{9D8B030D-6E8A-4147-A177-3AD203B41FA5}">
                      <a16:colId xmlns:a16="http://schemas.microsoft.com/office/drawing/2014/main" val="20000"/>
                    </a:ext>
                  </a:extLst>
                </a:gridCol>
                <a:gridCol w="1189038">
                  <a:extLst>
                    <a:ext uri="{9D8B030D-6E8A-4147-A177-3AD203B41FA5}">
                      <a16:colId xmlns:a16="http://schemas.microsoft.com/office/drawing/2014/main" val="20001"/>
                    </a:ext>
                  </a:extLst>
                </a:gridCol>
                <a:gridCol w="1333500">
                  <a:extLst>
                    <a:ext uri="{9D8B030D-6E8A-4147-A177-3AD203B41FA5}">
                      <a16:colId xmlns:a16="http://schemas.microsoft.com/office/drawing/2014/main" val="20002"/>
                    </a:ext>
                  </a:extLst>
                </a:gridCol>
                <a:gridCol w="1238250">
                  <a:extLst>
                    <a:ext uri="{9D8B030D-6E8A-4147-A177-3AD203B41FA5}">
                      <a16:colId xmlns:a16="http://schemas.microsoft.com/office/drawing/2014/main" val="20003"/>
                    </a:ext>
                  </a:extLst>
                </a:gridCol>
                <a:gridCol w="1252537">
                  <a:extLst>
                    <a:ext uri="{9D8B030D-6E8A-4147-A177-3AD203B41FA5}">
                      <a16:colId xmlns:a16="http://schemas.microsoft.com/office/drawing/2014/main" val="20004"/>
                    </a:ext>
                  </a:extLst>
                </a:gridCol>
              </a:tblGrid>
              <a:tr h="576263">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4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x</a:t>
                      </a:r>
                      <a:r>
                        <a:rPr kumimoji="0" lang="en-US" altLang="zh-CN" sz="2400" b="1" i="1"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k</a:t>
                      </a:r>
                      <a:endParaRPr kumimoji="0" lang="en-US" altLang="zh-CN" sz="2400" b="1" i="1"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f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rPr>
                        <a:t>x</a:t>
                      </a:r>
                      <a:r>
                        <a:rPr kumimoji="0" lang="en-US" altLang="zh-CN" sz="2000" b="1" i="1"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k</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l" defTabSz="915670" rtl="0" eaLnBrk="1" fontAlgn="base" latinLnBrk="0" hangingPunct="1">
                        <a:lnSpc>
                          <a:spcPct val="100000"/>
                        </a:lnSpc>
                        <a:spcBef>
                          <a:spcPct val="20000"/>
                        </a:spcBef>
                        <a:spcAft>
                          <a:spcPct val="0"/>
                        </a:spcAft>
                        <a:buClrTx/>
                        <a:buSzTx/>
                        <a:buFontTx/>
                        <a:buNone/>
                      </a:pPr>
                      <a:r>
                        <a:rPr kumimoji="0" lang="zh-CN" altLang="en-US" sz="1800" b="1" i="0" u="none" strike="noStrike" cap="none" normalizeH="0" baseline="0">
                          <a:ln>
                            <a:noFill/>
                          </a:ln>
                          <a:solidFill>
                            <a:schemeClr val="tx1"/>
                          </a:solidFill>
                          <a:effectLst/>
                          <a:latin typeface="Times New Roman" panose="02020603050405020304" pitchFamily="18" charset="0"/>
                          <a:ea typeface="楷体_GB2312" pitchFamily="49" charset="-122"/>
                        </a:rPr>
                        <a:t>一阶均差</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l" defTabSz="915670" rtl="0" eaLnBrk="1" fontAlgn="base" latinLnBrk="0" hangingPunct="1">
                        <a:lnSpc>
                          <a:spcPct val="100000"/>
                        </a:lnSpc>
                        <a:spcBef>
                          <a:spcPct val="20000"/>
                        </a:spcBef>
                        <a:spcAft>
                          <a:spcPct val="0"/>
                        </a:spcAft>
                        <a:buClrTx/>
                        <a:buSzTx/>
                        <a:buFontTx/>
                        <a:buNone/>
                      </a:pPr>
                      <a:r>
                        <a:rPr kumimoji="0" lang="zh-CN" altLang="en-US" sz="1800" b="1" i="0" u="none" strike="noStrike" cap="none" normalizeH="0" baseline="0">
                          <a:ln>
                            <a:noFill/>
                          </a:ln>
                          <a:solidFill>
                            <a:schemeClr val="tx1"/>
                          </a:solidFill>
                          <a:effectLst/>
                          <a:latin typeface="Times New Roman" panose="02020603050405020304" pitchFamily="18" charset="0"/>
                          <a:ea typeface="楷体_GB2312" pitchFamily="49" charset="-122"/>
                        </a:rPr>
                        <a:t>二阶均差</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l" defTabSz="915670" rtl="0" eaLnBrk="1" fontAlgn="base" latinLnBrk="0" hangingPunct="1">
                        <a:lnSpc>
                          <a:spcPct val="100000"/>
                        </a:lnSpc>
                        <a:spcBef>
                          <a:spcPct val="20000"/>
                        </a:spcBef>
                        <a:spcAft>
                          <a:spcPct val="0"/>
                        </a:spcAft>
                        <a:buClrTx/>
                        <a:buSzTx/>
                        <a:buFontTx/>
                        <a:buNone/>
                      </a:pPr>
                      <a:r>
                        <a:rPr kumimoji="0" lang="zh-CN" altLang="en-US" sz="1800" b="1" i="0" u="none" strike="noStrike" cap="none" normalizeH="0" baseline="0">
                          <a:ln>
                            <a:noFill/>
                          </a:ln>
                          <a:solidFill>
                            <a:schemeClr val="tx1"/>
                          </a:solidFill>
                          <a:effectLst/>
                          <a:latin typeface="Times New Roman" panose="02020603050405020304" pitchFamily="18" charset="0"/>
                          <a:ea typeface="楷体_GB2312" pitchFamily="49" charset="-122"/>
                        </a:rPr>
                        <a:t>三阶均差</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17513">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84175">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3388">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92125">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楷体_GB2312" pitchFamily="49" charset="-122"/>
                          <a:ea typeface="楷体_GB2312" pitchFamily="49" charset="-122"/>
                        </a:rPr>
                        <a:t>-</a:t>
                      </a: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r>
                        <a:rPr kumimoji="0" lang="en-US" altLang="zh-CN" sz="1600" b="1" i="0" u="none" strike="noStrike" cap="none" normalizeH="0" baseline="0">
                          <a:ln>
                            <a:noFill/>
                          </a:ln>
                          <a:solidFill>
                            <a:schemeClr val="tx1"/>
                          </a:solidFill>
                          <a:effectLst/>
                          <a:latin typeface="楷体_GB2312" pitchFamily="49" charset="-122"/>
                          <a:ea typeface="楷体_GB2312" pitchFamily="49" charset="-122"/>
                        </a:rPr>
                        <a:t>-</a:t>
                      </a:r>
                      <a:r>
                        <a:rPr kumimoji="0" lang="en-US" altLang="zh-CN"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defTabSz="915670">
                        <a:spcBef>
                          <a:spcPct val="20000"/>
                        </a:spcBef>
                        <a:defRPr sz="2800">
                          <a:solidFill>
                            <a:schemeClr val="tx1"/>
                          </a:solidFill>
                          <a:latin typeface="Times New Roman" panose="02020603050405020304" pitchFamily="18" charset="0"/>
                          <a:ea typeface="宋体" panose="02010600030101010101" pitchFamily="2" charset="-122"/>
                        </a:defRPr>
                      </a:lvl1pPr>
                      <a:lvl2pPr marL="459105" defTabSz="915670">
                        <a:spcBef>
                          <a:spcPct val="20000"/>
                        </a:spcBef>
                        <a:defRPr sz="2400">
                          <a:solidFill>
                            <a:schemeClr val="tx1"/>
                          </a:solidFill>
                          <a:latin typeface="Times New Roman" panose="02020603050405020304" pitchFamily="18" charset="0"/>
                          <a:ea typeface="宋体" panose="02010600030101010101" pitchFamily="2" charset="-122"/>
                        </a:defRPr>
                      </a:lvl2pPr>
                      <a:lvl3pPr marL="916305" defTabSz="915670">
                        <a:spcBef>
                          <a:spcPct val="20000"/>
                        </a:spcBef>
                        <a:defRPr sz="2000">
                          <a:solidFill>
                            <a:schemeClr val="tx1"/>
                          </a:solidFill>
                          <a:latin typeface="Times New Roman" panose="02020603050405020304" pitchFamily="18" charset="0"/>
                          <a:ea typeface="宋体" panose="02010600030101010101" pitchFamily="2" charset="-122"/>
                        </a:defRPr>
                      </a:lvl3pPr>
                      <a:lvl4pPr marL="1368425" defTabSz="915670">
                        <a:spcBef>
                          <a:spcPct val="20000"/>
                        </a:spcBef>
                        <a:defRPr>
                          <a:solidFill>
                            <a:schemeClr val="tx1"/>
                          </a:solidFill>
                          <a:latin typeface="Times New Roman" panose="02020603050405020304" pitchFamily="18" charset="0"/>
                          <a:ea typeface="宋体" panose="02010600030101010101" pitchFamily="2" charset="-122"/>
                        </a:defRPr>
                      </a:lvl4pPr>
                      <a:lvl5pPr marL="1827530" defTabSz="915670">
                        <a:spcBef>
                          <a:spcPct val="20000"/>
                        </a:spcBef>
                        <a:defRPr>
                          <a:solidFill>
                            <a:schemeClr val="tx1"/>
                          </a:solidFill>
                          <a:latin typeface="Times New Roman" panose="02020603050405020304" pitchFamily="18" charset="0"/>
                          <a:ea typeface="宋体" panose="02010600030101010101" pitchFamily="2" charset="-122"/>
                        </a:defRPr>
                      </a:lvl5pPr>
                      <a:lvl6pPr marL="22847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marL="27419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marL="31991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marL="3656330" defTabSz="915670"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5670" rtl="0" eaLnBrk="1" fontAlgn="base" latinLnBrk="0" hangingPunct="1">
                        <a:lnSpc>
                          <a:spcPct val="100000"/>
                        </a:lnSpc>
                        <a:spcBef>
                          <a:spcPct val="20000"/>
                        </a:spcBef>
                        <a:spcAft>
                          <a:spcPct val="0"/>
                        </a:spcAft>
                        <a:buClrTx/>
                        <a:buSzTx/>
                        <a:buFontTx/>
                        <a:buNone/>
                      </a:pPr>
                      <a:endParaRPr kumimoji="0"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36904" name="Rectangle 40"/>
          <p:cNvSpPr>
            <a:spLocks noChangeArrowheads="1"/>
          </p:cNvSpPr>
          <p:nvPr/>
        </p:nvSpPr>
        <p:spPr bwMode="auto">
          <a:xfrm>
            <a:off x="827088" y="260350"/>
            <a:ext cx="35258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(2) </a:t>
            </a:r>
            <a:r>
              <a:rPr lang="zh-CN" altLang="en-US" sz="2400" b="1">
                <a:solidFill>
                  <a:srgbClr val="000000"/>
                </a:solidFill>
                <a:latin typeface="Times New Roman" panose="02020603050405020304" pitchFamily="18" charset="0"/>
                <a:ea typeface="楷体_GB2312" pitchFamily="49" charset="-122"/>
              </a:rPr>
              <a:t>牛顿插值多项式</a:t>
            </a:r>
            <a:r>
              <a:rPr lang="en-US" altLang="zh-CN" sz="2400" b="1" i="1">
                <a:solidFill>
                  <a:srgbClr val="000000"/>
                </a:solidFill>
                <a:latin typeface="Times New Roman" panose="02020603050405020304" pitchFamily="18" charset="0"/>
                <a:ea typeface="楷体_GB2312" pitchFamily="49" charset="-122"/>
              </a:rPr>
              <a:t>N</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p:txBody>
      </p:sp>
      <p:sp>
        <p:nvSpPr>
          <p:cNvPr id="36905" name="Rectangle 41"/>
          <p:cNvSpPr>
            <a:spLocks noChangeArrowheads="1"/>
          </p:cNvSpPr>
          <p:nvPr/>
        </p:nvSpPr>
        <p:spPr bwMode="auto">
          <a:xfrm>
            <a:off x="898525" y="692150"/>
            <a:ext cx="2328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建立如下差商表</a:t>
            </a:r>
          </a:p>
        </p:txBody>
      </p:sp>
      <p:sp>
        <p:nvSpPr>
          <p:cNvPr id="36906" name="Rectangle 42"/>
          <p:cNvSpPr>
            <a:spLocks noChangeArrowheads="1"/>
          </p:cNvSpPr>
          <p:nvPr/>
        </p:nvSpPr>
        <p:spPr bwMode="auto">
          <a:xfrm>
            <a:off x="914400" y="3452813"/>
            <a:ext cx="27368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牛顿插值多项式为</a:t>
            </a:r>
            <a:r>
              <a:rPr lang="en-US" altLang="zh-CN" sz="2400" b="1">
                <a:solidFill>
                  <a:srgbClr val="000000"/>
                </a:solidFill>
                <a:latin typeface="Times New Roman" panose="02020603050405020304" pitchFamily="18" charset="0"/>
                <a:ea typeface="楷体_GB2312" pitchFamily="49" charset="-122"/>
              </a:rPr>
              <a:t>:</a:t>
            </a:r>
          </a:p>
        </p:txBody>
      </p:sp>
      <p:graphicFrame>
        <p:nvGraphicFramePr>
          <p:cNvPr id="36907" name="Object 43"/>
          <p:cNvGraphicFramePr>
            <a:graphicFrameLocks noChangeAspect="1"/>
          </p:cNvGraphicFramePr>
          <p:nvPr/>
        </p:nvGraphicFramePr>
        <p:xfrm>
          <a:off x="1306513" y="3852863"/>
          <a:ext cx="6400800" cy="1239837"/>
        </p:xfrm>
        <a:graphic>
          <a:graphicData uri="http://schemas.openxmlformats.org/presentationml/2006/ole">
            <mc:AlternateContent xmlns:mc="http://schemas.openxmlformats.org/markup-compatibility/2006">
              <mc:Choice xmlns:v="urn:schemas-microsoft-com:vml" Requires="v">
                <p:oleObj spid="_x0000_s60503" r:id="rId3" imgW="3048000" imgH="647700" progId="Equation.3">
                  <p:embed/>
                </p:oleObj>
              </mc:Choice>
              <mc:Fallback>
                <p:oleObj r:id="rId3" imgW="3048000" imgH="647700" progId="Equation.3">
                  <p:embed/>
                  <p:pic>
                    <p:nvPicPr>
                      <p:cNvPr id="0" name="Object 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6513" y="3852863"/>
                        <a:ext cx="6400800" cy="1239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6908" name="Object 44"/>
          <p:cNvGraphicFramePr>
            <a:graphicFrameLocks noChangeAspect="1"/>
          </p:cNvGraphicFramePr>
          <p:nvPr/>
        </p:nvGraphicFramePr>
        <p:xfrm>
          <a:off x="6372225" y="2892425"/>
          <a:ext cx="436563" cy="560388"/>
        </p:xfrm>
        <a:graphic>
          <a:graphicData uri="http://schemas.openxmlformats.org/presentationml/2006/ole">
            <mc:AlternateContent xmlns:mc="http://schemas.openxmlformats.org/markup-compatibility/2006">
              <mc:Choice xmlns:v="urn:schemas-microsoft-com:vml" Requires="v">
                <p:oleObj spid="_x0000_s60504" r:id="rId5" imgW="267335" imgH="343535" progId="Equation.3">
                  <p:embed/>
                </p:oleObj>
              </mc:Choice>
              <mc:Fallback>
                <p:oleObj r:id="rId5" imgW="267335" imgH="343535" progId="Equation.3">
                  <p:embed/>
                  <p:pic>
                    <p:nvPicPr>
                      <p:cNvPr id="0" name="Object 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72225" y="2892425"/>
                        <a:ext cx="436563"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6909" name="Rectangle 45"/>
          <p:cNvSpPr>
            <a:spLocks noChangeArrowheads="1"/>
          </p:cNvSpPr>
          <p:nvPr/>
        </p:nvSpPr>
        <p:spPr bwMode="auto">
          <a:xfrm>
            <a:off x="901700" y="5124450"/>
            <a:ext cx="2224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a:solidFill>
                  <a:srgbClr val="000000"/>
                </a:solidFill>
                <a:latin typeface="Times New Roman" panose="02020603050405020304" pitchFamily="18" charset="0"/>
                <a:ea typeface="楷体_GB2312" pitchFamily="49" charset="-122"/>
              </a:rPr>
              <a:t>(3) </a:t>
            </a:r>
            <a:r>
              <a:rPr lang="zh-CN" altLang="en-US" sz="2400" b="1">
                <a:solidFill>
                  <a:srgbClr val="000000"/>
                </a:solidFill>
                <a:latin typeface="Times New Roman" panose="02020603050405020304" pitchFamily="18" charset="0"/>
                <a:ea typeface="楷体_GB2312" pitchFamily="49" charset="-122"/>
              </a:rPr>
              <a:t>唯一性验证</a:t>
            </a:r>
            <a:r>
              <a:rPr lang="en-US" altLang="zh-CN" sz="2400" b="1">
                <a:solidFill>
                  <a:srgbClr val="000000"/>
                </a:solidFill>
                <a:latin typeface="Times New Roman" panose="02020603050405020304" pitchFamily="18" charset="0"/>
                <a:ea typeface="楷体_GB2312" pitchFamily="49" charset="-122"/>
              </a:rPr>
              <a:t>.</a:t>
            </a:r>
          </a:p>
        </p:txBody>
      </p:sp>
      <p:sp>
        <p:nvSpPr>
          <p:cNvPr id="36910" name="Rectangle 46"/>
          <p:cNvSpPr>
            <a:spLocks noChangeArrowheads="1"/>
          </p:cNvSpPr>
          <p:nvPr/>
        </p:nvSpPr>
        <p:spPr bwMode="auto">
          <a:xfrm>
            <a:off x="971550" y="5554663"/>
            <a:ext cx="7102475"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通过比较牛顿插值多项式和拉格朗日插值多项式</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知</a:t>
            </a:r>
            <a:r>
              <a:rPr lang="en-US" altLang="zh-CN" sz="2400" b="1">
                <a:solidFill>
                  <a:srgbClr val="000000"/>
                </a:solidFill>
                <a:latin typeface="Times New Roman" panose="02020603050405020304" pitchFamily="18" charset="0"/>
                <a:ea typeface="楷体_GB2312" pitchFamily="49" charset="-122"/>
              </a:rPr>
              <a:t>:</a:t>
            </a:r>
          </a:p>
          <a:p>
            <a:pPr eaLnBrk="1" hangingPunct="1"/>
            <a:r>
              <a:rPr lang="en-US" altLang="zh-CN" sz="2400" b="1" i="1">
                <a:solidFill>
                  <a:srgbClr val="000000"/>
                </a:solidFill>
                <a:latin typeface="Times New Roman" panose="02020603050405020304" pitchFamily="18" charset="0"/>
                <a:ea typeface="楷体_GB2312" pitchFamily="49" charset="-122"/>
              </a:rPr>
              <a:t>                              N</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i="1">
                <a:solidFill>
                  <a:srgbClr val="000000"/>
                </a:solidFill>
                <a:latin typeface="Times New Roman" panose="02020603050405020304" pitchFamily="18" charset="0"/>
                <a:ea typeface="楷体_GB2312" pitchFamily="49" charset="-122"/>
              </a:rPr>
              <a:t>= L</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a:p>
            <a:pPr eaLnBrk="1" hangingPunct="1"/>
            <a:r>
              <a:rPr lang="zh-CN" altLang="en-US" sz="2400" b="1">
                <a:solidFill>
                  <a:srgbClr val="000000"/>
                </a:solidFill>
                <a:latin typeface="Times New Roman" panose="02020603050405020304" pitchFamily="18" charset="0"/>
                <a:ea typeface="楷体_GB2312" pitchFamily="49" charset="-122"/>
              </a:rPr>
              <a:t>这一事实与插值多项式的唯一性一致</a:t>
            </a:r>
            <a:r>
              <a:rPr lang="en-US" altLang="zh-CN" sz="2400" b="1">
                <a:solidFill>
                  <a:srgbClr val="000000"/>
                </a:solidFill>
                <a:latin typeface="Times New Roman" panose="02020603050405020304" pitchFamily="18" charset="0"/>
                <a:ea typeface="楷体_GB2312" pitchFamily="49" charset="-122"/>
              </a:rPr>
              <a:t>. </a:t>
            </a:r>
          </a:p>
        </p:txBody>
      </p:sp>
    </p:spTree>
  </p:cSld>
  <p:clrMapOvr>
    <a:masterClrMapping/>
  </p:clrMapOvr>
  <p:transition spd="med">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6904"/>
                                        </p:tgtEl>
                                        <p:attrNameLst>
                                          <p:attrName>style.visibility</p:attrName>
                                        </p:attrNameLst>
                                      </p:cBhvr>
                                      <p:to>
                                        <p:strVal val="visible"/>
                                      </p:to>
                                    </p:set>
                                    <p:animEffect transition="in" filter="blinds(horizontal)">
                                      <p:cBhvr>
                                        <p:cTn id="7" dur="500"/>
                                        <p:tgtEl>
                                          <p:spTgt spid="3690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905"/>
                                        </p:tgtEl>
                                        <p:attrNameLst>
                                          <p:attrName>style.visibility</p:attrName>
                                        </p:attrNameLst>
                                      </p:cBhvr>
                                      <p:to>
                                        <p:strVal val="visible"/>
                                      </p:to>
                                    </p:set>
                                    <p:animEffect transition="in" filter="wipe(left)">
                                      <p:cBhvr>
                                        <p:cTn id="12" dur="500"/>
                                        <p:tgtEl>
                                          <p:spTgt spid="3690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499"/>
                                          </p:stCondLst>
                                        </p:cTn>
                                        <p:tgtEl>
                                          <p:spTgt spid="36866"/>
                                        </p:tgtEl>
                                        <p:attrNameLst>
                                          <p:attrName>style.visibility</p:attrName>
                                        </p:attrNameLst>
                                      </p:cBhvr>
                                      <p:to>
                                        <p:strVal val="visible"/>
                                      </p:to>
                                    </p:se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36908"/>
                                        </p:tgtEl>
                                        <p:attrNameLst>
                                          <p:attrName>style.visibility</p:attrName>
                                        </p:attrNameLst>
                                      </p:cBhvr>
                                      <p:to>
                                        <p:strVal val="visible"/>
                                      </p:to>
                                    </p:set>
                                    <p:animEffect transition="in" filter="wipe(left)">
                                      <p:cBhvr>
                                        <p:cTn id="20" dur="500"/>
                                        <p:tgtEl>
                                          <p:spTgt spid="3690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36906"/>
                                        </p:tgtEl>
                                        <p:attrNameLst>
                                          <p:attrName>style.visibility</p:attrName>
                                        </p:attrNameLst>
                                      </p:cBhvr>
                                      <p:to>
                                        <p:strVal val="visible"/>
                                      </p:to>
                                    </p:set>
                                    <p:animEffect transition="in" filter="wipe(left)">
                                      <p:cBhvr>
                                        <p:cTn id="25" dur="500"/>
                                        <p:tgtEl>
                                          <p:spTgt spid="36906"/>
                                        </p:tgtEl>
                                      </p:cBhvr>
                                    </p:animEffect>
                                  </p:childTnLst>
                                </p:cTn>
                              </p:par>
                              <p:par>
                                <p:cTn id="26" presetID="22" presetClass="entr" presetSubtype="8" fill="hold" nodeType="withEffect">
                                  <p:stCondLst>
                                    <p:cond delay="0"/>
                                  </p:stCondLst>
                                  <p:childTnLst>
                                    <p:set>
                                      <p:cBhvr>
                                        <p:cTn id="27" dur="1" fill="hold">
                                          <p:stCondLst>
                                            <p:cond delay="0"/>
                                          </p:stCondLst>
                                        </p:cTn>
                                        <p:tgtEl>
                                          <p:spTgt spid="36907"/>
                                        </p:tgtEl>
                                        <p:attrNameLst>
                                          <p:attrName>style.visibility</p:attrName>
                                        </p:attrNameLst>
                                      </p:cBhvr>
                                      <p:to>
                                        <p:strVal val="visible"/>
                                      </p:to>
                                    </p:set>
                                    <p:animEffect transition="in" filter="wipe(left)">
                                      <p:cBhvr>
                                        <p:cTn id="28" dur="500"/>
                                        <p:tgtEl>
                                          <p:spTgt spid="3690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6909"/>
                                        </p:tgtEl>
                                        <p:attrNameLst>
                                          <p:attrName>style.visibility</p:attrName>
                                        </p:attrNameLst>
                                      </p:cBhvr>
                                      <p:to>
                                        <p:strVal val="visible"/>
                                      </p:to>
                                    </p:set>
                                    <p:animEffect transition="in" filter="wipe(left)">
                                      <p:cBhvr>
                                        <p:cTn id="33" dur="500"/>
                                        <p:tgtEl>
                                          <p:spTgt spid="36909"/>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36910"/>
                                        </p:tgtEl>
                                        <p:attrNameLst>
                                          <p:attrName>style.visibility</p:attrName>
                                        </p:attrNameLst>
                                      </p:cBhvr>
                                      <p:to>
                                        <p:strVal val="visible"/>
                                      </p:to>
                                    </p:set>
                                    <p:animEffect transition="in" filter="wipe(up)">
                                      <p:cBhvr>
                                        <p:cTn id="38" dur="500"/>
                                        <p:tgtEl>
                                          <p:spTgt spid="369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04" grpId="0"/>
      <p:bldP spid="36905" grpId="0"/>
      <p:bldP spid="36906" grpId="0"/>
      <p:bldP spid="36909" grpId="0"/>
      <p:bldP spid="3691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CB26A3B-58DE-4443-8319-38F817D3935B}"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6144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6144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A2980EEA-06B8-4844-98F8-63BBAFC9629E}" type="slidenum">
              <a:rPr lang="zh-CN" altLang="en-US" smtClean="0">
                <a:solidFill>
                  <a:srgbClr val="000000"/>
                </a:solidFill>
                <a:latin typeface="Times New Roman" panose="02020603050405020304" pitchFamily="18" charset="0"/>
              </a:rPr>
              <a:t>50</a:t>
            </a:fld>
            <a:endParaRPr lang="zh-CN" altLang="en-US">
              <a:solidFill>
                <a:srgbClr val="000000"/>
              </a:solidFill>
              <a:latin typeface="Times New Roman" panose="02020603050405020304" pitchFamily="18" charset="0"/>
            </a:endParaRPr>
          </a:p>
        </p:txBody>
      </p:sp>
      <p:pic>
        <p:nvPicPr>
          <p:cNvPr id="61444" name="Picture 2" descr="未命名"/>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2498" t="8139" r="3325" b="7719"/>
          <a:stretch>
            <a:fillRect/>
          </a:stretch>
        </p:blipFill>
        <p:spPr bwMode="auto">
          <a:xfrm>
            <a:off x="250825" y="620713"/>
            <a:ext cx="8642350" cy="241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1445" name="Object 3"/>
          <p:cNvGraphicFramePr>
            <a:graphicFrameLocks noChangeAspect="1"/>
          </p:cNvGraphicFramePr>
          <p:nvPr/>
        </p:nvGraphicFramePr>
        <p:xfrm>
          <a:off x="381000" y="3248025"/>
          <a:ext cx="8202613" cy="2924175"/>
        </p:xfrm>
        <a:graphic>
          <a:graphicData uri="http://schemas.openxmlformats.org/presentationml/2006/ole">
            <mc:AlternateContent xmlns:mc="http://schemas.openxmlformats.org/markup-compatibility/2006">
              <mc:Choice xmlns:v="urn:schemas-microsoft-com:vml" Requires="v">
                <p:oleObj spid="_x0000_s61467" r:id="rId4" imgW="8201025" imgH="2924175" progId="Photoshop.Image.3">
                  <p:embed/>
                </p:oleObj>
              </mc:Choice>
              <mc:Fallback>
                <p:oleObj r:id="rId4" imgW="8201025" imgH="2924175" progId="Photoshop.Image.3">
                  <p:embed/>
                  <p:pic>
                    <p:nvPicPr>
                      <p:cNvPr id="0" name="Object 3"/>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81000" y="3248025"/>
                        <a:ext cx="8202613" cy="292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61446" name="Text Box 4"/>
          <p:cNvSpPr txBox="1">
            <a:spLocks noChangeArrowheads="1"/>
          </p:cNvSpPr>
          <p:nvPr/>
        </p:nvSpPr>
        <p:spPr bwMode="auto">
          <a:xfrm>
            <a:off x="1474788" y="3332163"/>
            <a:ext cx="504825" cy="457200"/>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000000"/>
                </a:solidFill>
                <a:latin typeface="Times New Roman" panose="02020603050405020304" pitchFamily="18" charset="0"/>
                <a:ea typeface="楷体_GB2312" pitchFamily="49" charset="-122"/>
              </a:rPr>
              <a:t>2</a:t>
            </a:r>
          </a:p>
        </p:txBody>
      </p:sp>
    </p:spTree>
  </p:cSld>
  <p:clrMapOvr>
    <a:masterClrMapping/>
  </p:clrMapOvr>
  <p:transition spd="med">
    <p:random/>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4E5B11B-E7F3-4826-8795-F7AD4355FFF0}"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62466"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62467"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F4771B1C-C883-44DF-9CE5-F9D3CC78DC71}" type="slidenum">
              <a:rPr lang="zh-CN" altLang="en-US" smtClean="0">
                <a:solidFill>
                  <a:srgbClr val="000000"/>
                </a:solidFill>
                <a:latin typeface="Times New Roman" panose="02020603050405020304" pitchFamily="18" charset="0"/>
              </a:rPr>
              <a:t>51</a:t>
            </a:fld>
            <a:endParaRPr lang="zh-CN" altLang="en-US">
              <a:solidFill>
                <a:srgbClr val="000000"/>
              </a:solidFill>
              <a:latin typeface="Times New Roman" panose="02020603050405020304" pitchFamily="18" charset="0"/>
            </a:endParaRPr>
          </a:p>
        </p:txBody>
      </p:sp>
      <p:pic>
        <p:nvPicPr>
          <p:cNvPr id="62468" name="Picture 2" descr="未命名"/>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5354" r="1772" b="3435"/>
          <a:stretch>
            <a:fillRect/>
          </a:stretch>
        </p:blipFill>
        <p:spPr bwMode="auto">
          <a:xfrm>
            <a:off x="250825" y="587375"/>
            <a:ext cx="8569325" cy="618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med">
    <p:random/>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B0BE3AC1-5BFB-4038-AF58-7157B1B09DC4}"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63490"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63491"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95F73AD-A35A-4D69-9A4C-D7F7EEF18485}" type="slidenum">
              <a:rPr lang="zh-CN" altLang="en-US" smtClean="0">
                <a:solidFill>
                  <a:srgbClr val="000000"/>
                </a:solidFill>
                <a:latin typeface="Times New Roman" panose="02020603050405020304" pitchFamily="18" charset="0"/>
              </a:rPr>
              <a:t>52</a:t>
            </a:fld>
            <a:endParaRPr lang="zh-CN" altLang="en-US">
              <a:solidFill>
                <a:srgbClr val="000000"/>
              </a:solidFill>
              <a:latin typeface="Times New Roman" panose="02020603050405020304" pitchFamily="18" charset="0"/>
            </a:endParaRPr>
          </a:p>
        </p:txBody>
      </p:sp>
      <p:pic>
        <p:nvPicPr>
          <p:cNvPr id="63492" name="Picture 2" descr="未命名"/>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5260" t="4083" r="7021" b="1952"/>
          <a:stretch>
            <a:fillRect/>
          </a:stretch>
        </p:blipFill>
        <p:spPr bwMode="auto">
          <a:xfrm>
            <a:off x="611188" y="765175"/>
            <a:ext cx="7994650" cy="551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med">
    <p:random/>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E5E57343-C72E-46F2-99A0-B222F1F980D2}"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6451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6451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6E9BF882-7D59-43A1-9390-ABBAF8A90BA7}" type="slidenum">
              <a:rPr lang="zh-CN" altLang="en-US" smtClean="0">
                <a:solidFill>
                  <a:srgbClr val="000000"/>
                </a:solidFill>
                <a:latin typeface="Times New Roman" panose="02020603050405020304" pitchFamily="18" charset="0"/>
              </a:rPr>
              <a:t>53</a:t>
            </a:fld>
            <a:endParaRPr lang="zh-CN" altLang="en-US">
              <a:solidFill>
                <a:srgbClr val="000000"/>
              </a:solidFill>
              <a:latin typeface="Times New Roman" panose="02020603050405020304" pitchFamily="18" charset="0"/>
            </a:endParaRPr>
          </a:p>
        </p:txBody>
      </p:sp>
      <p:sp>
        <p:nvSpPr>
          <p:cNvPr id="40962" name="Text Box 2"/>
          <p:cNvSpPr txBox="1">
            <a:spLocks noChangeArrowheads="1"/>
          </p:cNvSpPr>
          <p:nvPr/>
        </p:nvSpPr>
        <p:spPr bwMode="auto">
          <a:xfrm>
            <a:off x="381000" y="304800"/>
            <a:ext cx="70104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楷体_GB2312" pitchFamily="49" charset="-122"/>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rPr>
              <a:t>等距节点插值公式</a:t>
            </a:r>
            <a:r>
              <a:rPr lang="zh-CN" altLang="en-US" sz="2800">
                <a:solidFill>
                  <a:srgbClr val="000000"/>
                </a:solidFill>
                <a:latin typeface="Times New Roman" panose="02020603050405020304" pitchFamily="18" charset="0"/>
                <a:ea typeface="楷体_GB2312" pitchFamily="49" charset="-122"/>
              </a:rPr>
              <a:t> </a:t>
            </a:r>
            <a:r>
              <a:rPr lang="zh-CN" altLang="en-US" sz="2400">
                <a:solidFill>
                  <a:srgbClr val="000000"/>
                </a:solidFill>
                <a:latin typeface="Times New Roman" panose="02020603050405020304" pitchFamily="18" charset="0"/>
                <a:ea typeface="楷体_GB2312" pitchFamily="49" charset="-122"/>
              </a:rPr>
              <a:t> </a:t>
            </a:r>
            <a:endParaRPr lang="zh-CN" altLang="en-US" sz="2000" b="1">
              <a:solidFill>
                <a:srgbClr val="008000"/>
              </a:solidFill>
              <a:ea typeface="楷体_GB2312" pitchFamily="49" charset="-122"/>
            </a:endParaRPr>
          </a:p>
        </p:txBody>
      </p:sp>
      <p:sp>
        <p:nvSpPr>
          <p:cNvPr id="40963" name="Text Box 3"/>
          <p:cNvSpPr txBox="1">
            <a:spLocks noChangeArrowheads="1"/>
          </p:cNvSpPr>
          <p:nvPr/>
        </p:nvSpPr>
        <p:spPr bwMode="auto">
          <a:xfrm>
            <a:off x="685800" y="1600200"/>
            <a:ext cx="19812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向前差分  </a:t>
            </a:r>
          </a:p>
          <a:p>
            <a:pPr eaLnBrk="1" hangingPunct="1"/>
            <a:endParaRPr lang="zh-CN" altLang="en-US" sz="2000" b="1">
              <a:solidFill>
                <a:srgbClr val="008000"/>
              </a:solidFill>
              <a:ea typeface="楷体_GB2312" pitchFamily="49" charset="-122"/>
            </a:endParaRPr>
          </a:p>
        </p:txBody>
      </p:sp>
      <p:grpSp>
        <p:nvGrpSpPr>
          <p:cNvPr id="40964" name="Group 4"/>
          <p:cNvGrpSpPr/>
          <p:nvPr/>
        </p:nvGrpSpPr>
        <p:grpSpPr bwMode="auto">
          <a:xfrm>
            <a:off x="2716213" y="1674813"/>
            <a:ext cx="1781175" cy="401637"/>
            <a:chOff x="0" y="0"/>
            <a:chExt cx="1122" cy="253"/>
          </a:xfrm>
        </p:grpSpPr>
        <p:sp>
          <p:nvSpPr>
            <p:cNvPr id="64519" name="Rectangle 5"/>
            <p:cNvSpPr>
              <a:spLocks noChangeArrowheads="1"/>
            </p:cNvSpPr>
            <p:nvPr/>
          </p:nvSpPr>
          <p:spPr bwMode="auto">
            <a:xfrm>
              <a:off x="1093" y="128"/>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20" name="Rectangle 6"/>
            <p:cNvSpPr>
              <a:spLocks noChangeArrowheads="1"/>
            </p:cNvSpPr>
            <p:nvPr/>
          </p:nvSpPr>
          <p:spPr bwMode="auto">
            <a:xfrm>
              <a:off x="599" y="128"/>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21" name="Rectangle 7"/>
            <p:cNvSpPr>
              <a:spLocks noChangeArrowheads="1"/>
            </p:cNvSpPr>
            <p:nvPr/>
          </p:nvSpPr>
          <p:spPr bwMode="auto">
            <a:xfrm>
              <a:off x="207" y="128"/>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22" name="Rectangle 8"/>
            <p:cNvSpPr>
              <a:spLocks noChangeArrowheads="1"/>
            </p:cNvSpPr>
            <p:nvPr/>
          </p:nvSpPr>
          <p:spPr bwMode="auto">
            <a:xfrm>
              <a:off x="1013"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23" name="Rectangle 9"/>
            <p:cNvSpPr>
              <a:spLocks noChangeArrowheads="1"/>
            </p:cNvSpPr>
            <p:nvPr/>
          </p:nvSpPr>
          <p:spPr bwMode="auto">
            <a:xfrm>
              <a:off x="518"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24" name="Rectangle 10"/>
            <p:cNvSpPr>
              <a:spLocks noChangeArrowheads="1"/>
            </p:cNvSpPr>
            <p:nvPr/>
          </p:nvSpPr>
          <p:spPr bwMode="auto">
            <a:xfrm>
              <a:off x="126"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25" name="Rectangle 11"/>
            <p:cNvSpPr>
              <a:spLocks noChangeArrowheads="1"/>
            </p:cNvSpPr>
            <p:nvPr/>
          </p:nvSpPr>
          <p:spPr bwMode="auto">
            <a:xfrm>
              <a:off x="823"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26" name="Rectangle 12"/>
            <p:cNvSpPr>
              <a:spLocks noChangeArrowheads="1"/>
            </p:cNvSpPr>
            <p:nvPr/>
          </p:nvSpPr>
          <p:spPr bwMode="auto">
            <a:xfrm>
              <a:off x="315"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27" name="Rectangle 13"/>
            <p:cNvSpPr>
              <a:spLocks noChangeArrowheads="1"/>
            </p:cNvSpPr>
            <p:nvPr/>
          </p:nvSpPr>
          <p:spPr bwMode="auto">
            <a:xfrm>
              <a:off x="0" y="0"/>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64528" name="Rectangle 14"/>
            <p:cNvSpPr>
              <a:spLocks noChangeArrowheads="1"/>
            </p:cNvSpPr>
            <p:nvPr/>
          </p:nvSpPr>
          <p:spPr bwMode="auto">
            <a:xfrm>
              <a:off x="645" y="117"/>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29" name="Rectangle 15"/>
            <p:cNvSpPr>
              <a:spLocks noChangeArrowheads="1"/>
            </p:cNvSpPr>
            <p:nvPr/>
          </p:nvSpPr>
          <p:spPr bwMode="auto">
            <a:xfrm>
              <a:off x="713" y="127"/>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40976" name="Group 16"/>
          <p:cNvGrpSpPr/>
          <p:nvPr/>
        </p:nvGrpSpPr>
        <p:grpSpPr bwMode="auto">
          <a:xfrm>
            <a:off x="2714625" y="2147888"/>
            <a:ext cx="4400550" cy="411162"/>
            <a:chOff x="0" y="0"/>
            <a:chExt cx="2772" cy="259"/>
          </a:xfrm>
        </p:grpSpPr>
        <p:sp>
          <p:nvSpPr>
            <p:cNvPr id="64531" name="Rectangle 17"/>
            <p:cNvSpPr>
              <a:spLocks noChangeArrowheads="1"/>
            </p:cNvSpPr>
            <p:nvPr/>
          </p:nvSpPr>
          <p:spPr bwMode="auto">
            <a:xfrm>
              <a:off x="2743" y="134"/>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32" name="Rectangle 18"/>
            <p:cNvSpPr>
              <a:spLocks noChangeArrowheads="1"/>
            </p:cNvSpPr>
            <p:nvPr/>
          </p:nvSpPr>
          <p:spPr bwMode="auto">
            <a:xfrm>
              <a:off x="2422" y="1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33" name="Rectangle 19"/>
            <p:cNvSpPr>
              <a:spLocks noChangeArrowheads="1"/>
            </p:cNvSpPr>
            <p:nvPr/>
          </p:nvSpPr>
          <p:spPr bwMode="auto">
            <a:xfrm>
              <a:off x="1943" y="134"/>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34" name="Rectangle 20"/>
            <p:cNvSpPr>
              <a:spLocks noChangeArrowheads="1"/>
            </p:cNvSpPr>
            <p:nvPr/>
          </p:nvSpPr>
          <p:spPr bwMode="auto">
            <a:xfrm>
              <a:off x="1622" y="1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35" name="Rectangle 21"/>
            <p:cNvSpPr>
              <a:spLocks noChangeArrowheads="1"/>
            </p:cNvSpPr>
            <p:nvPr/>
          </p:nvSpPr>
          <p:spPr bwMode="auto">
            <a:xfrm>
              <a:off x="1176" y="134"/>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36" name="Rectangle 22"/>
            <p:cNvSpPr>
              <a:spLocks noChangeArrowheads="1"/>
            </p:cNvSpPr>
            <p:nvPr/>
          </p:nvSpPr>
          <p:spPr bwMode="auto">
            <a:xfrm>
              <a:off x="687" y="1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37" name="Rectangle 23"/>
            <p:cNvSpPr>
              <a:spLocks noChangeArrowheads="1"/>
            </p:cNvSpPr>
            <p:nvPr/>
          </p:nvSpPr>
          <p:spPr bwMode="auto">
            <a:xfrm>
              <a:off x="310" y="134"/>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38" name="Rectangle 24"/>
            <p:cNvSpPr>
              <a:spLocks noChangeArrowheads="1"/>
            </p:cNvSpPr>
            <p:nvPr/>
          </p:nvSpPr>
          <p:spPr bwMode="auto">
            <a:xfrm>
              <a:off x="113" y="1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39" name="Rectangle 25"/>
            <p:cNvSpPr>
              <a:spLocks noChangeArrowheads="1"/>
            </p:cNvSpPr>
            <p:nvPr/>
          </p:nvSpPr>
          <p:spPr bwMode="auto">
            <a:xfrm>
              <a:off x="2664"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40" name="Rectangle 26"/>
            <p:cNvSpPr>
              <a:spLocks noChangeArrowheads="1"/>
            </p:cNvSpPr>
            <p:nvPr/>
          </p:nvSpPr>
          <p:spPr bwMode="auto">
            <a:xfrm>
              <a:off x="1864"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41" name="Rectangle 27"/>
            <p:cNvSpPr>
              <a:spLocks noChangeArrowheads="1"/>
            </p:cNvSpPr>
            <p:nvPr/>
          </p:nvSpPr>
          <p:spPr bwMode="auto">
            <a:xfrm>
              <a:off x="1097"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42" name="Rectangle 28"/>
            <p:cNvSpPr>
              <a:spLocks noChangeArrowheads="1"/>
            </p:cNvSpPr>
            <p:nvPr/>
          </p:nvSpPr>
          <p:spPr bwMode="auto">
            <a:xfrm>
              <a:off x="231"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43" name="Rectangle 29"/>
            <p:cNvSpPr>
              <a:spLocks noChangeArrowheads="1"/>
            </p:cNvSpPr>
            <p:nvPr/>
          </p:nvSpPr>
          <p:spPr bwMode="auto">
            <a:xfrm>
              <a:off x="2559" y="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44" name="Rectangle 30"/>
            <p:cNvSpPr>
              <a:spLocks noChangeArrowheads="1"/>
            </p:cNvSpPr>
            <p:nvPr/>
          </p:nvSpPr>
          <p:spPr bwMode="auto">
            <a:xfrm>
              <a:off x="2055" y="132"/>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45" name="Rectangle 31"/>
            <p:cNvSpPr>
              <a:spLocks noChangeArrowheads="1"/>
            </p:cNvSpPr>
            <p:nvPr/>
          </p:nvSpPr>
          <p:spPr bwMode="auto">
            <a:xfrm>
              <a:off x="1759" y="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46" name="Rectangle 32"/>
            <p:cNvSpPr>
              <a:spLocks noChangeArrowheads="1"/>
            </p:cNvSpPr>
            <p:nvPr/>
          </p:nvSpPr>
          <p:spPr bwMode="auto">
            <a:xfrm>
              <a:off x="825" y="9"/>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47" name="Rectangle 33"/>
            <p:cNvSpPr>
              <a:spLocks noChangeArrowheads="1"/>
            </p:cNvSpPr>
            <p:nvPr/>
          </p:nvSpPr>
          <p:spPr bwMode="auto">
            <a:xfrm>
              <a:off x="1241"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48" name="Rectangle 34"/>
            <p:cNvSpPr>
              <a:spLocks noChangeArrowheads="1"/>
            </p:cNvSpPr>
            <p:nvPr/>
          </p:nvSpPr>
          <p:spPr bwMode="auto">
            <a:xfrm>
              <a:off x="898" y="2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49" name="Rectangle 35"/>
            <p:cNvSpPr>
              <a:spLocks noChangeArrowheads="1"/>
            </p:cNvSpPr>
            <p:nvPr/>
          </p:nvSpPr>
          <p:spPr bwMode="auto">
            <a:xfrm>
              <a:off x="2494"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0" name="Rectangle 36"/>
            <p:cNvSpPr>
              <a:spLocks noChangeArrowheads="1"/>
            </p:cNvSpPr>
            <p:nvPr/>
          </p:nvSpPr>
          <p:spPr bwMode="auto">
            <a:xfrm>
              <a:off x="1988" y="123"/>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1" name="Rectangle 37"/>
            <p:cNvSpPr>
              <a:spLocks noChangeArrowheads="1"/>
            </p:cNvSpPr>
            <p:nvPr/>
          </p:nvSpPr>
          <p:spPr bwMode="auto">
            <a:xfrm>
              <a:off x="1694"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2" name="Rectangle 38"/>
            <p:cNvSpPr>
              <a:spLocks noChangeArrowheads="1"/>
            </p:cNvSpPr>
            <p:nvPr/>
          </p:nvSpPr>
          <p:spPr bwMode="auto">
            <a:xfrm>
              <a:off x="760" y="0"/>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3" name="Rectangle 39"/>
            <p:cNvSpPr>
              <a:spLocks noChangeArrowheads="1"/>
            </p:cNvSpPr>
            <p:nvPr/>
          </p:nvSpPr>
          <p:spPr bwMode="auto">
            <a:xfrm>
              <a:off x="2308" y="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54" name="Rectangle 40"/>
            <p:cNvSpPr>
              <a:spLocks noChangeArrowheads="1"/>
            </p:cNvSpPr>
            <p:nvPr/>
          </p:nvSpPr>
          <p:spPr bwMode="auto">
            <a:xfrm>
              <a:off x="2162" y="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5" name="Rectangle 41"/>
            <p:cNvSpPr>
              <a:spLocks noChangeArrowheads="1"/>
            </p:cNvSpPr>
            <p:nvPr/>
          </p:nvSpPr>
          <p:spPr bwMode="auto">
            <a:xfrm>
              <a:off x="1508" y="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56" name="Rectangle 42"/>
            <p:cNvSpPr>
              <a:spLocks noChangeArrowheads="1"/>
            </p:cNvSpPr>
            <p:nvPr/>
          </p:nvSpPr>
          <p:spPr bwMode="auto">
            <a:xfrm>
              <a:off x="1350" y="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57" name="Rectangle 43"/>
            <p:cNvSpPr>
              <a:spLocks noChangeArrowheads="1"/>
            </p:cNvSpPr>
            <p:nvPr/>
          </p:nvSpPr>
          <p:spPr bwMode="auto">
            <a:xfrm>
              <a:off x="973" y="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58" name="Rectangle 44"/>
            <p:cNvSpPr>
              <a:spLocks noChangeArrowheads="1"/>
            </p:cNvSpPr>
            <p:nvPr/>
          </p:nvSpPr>
          <p:spPr bwMode="auto">
            <a:xfrm>
              <a:off x="574" y="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59" name="Rectangle 45"/>
            <p:cNvSpPr>
              <a:spLocks noChangeArrowheads="1"/>
            </p:cNvSpPr>
            <p:nvPr/>
          </p:nvSpPr>
          <p:spPr bwMode="auto">
            <a:xfrm>
              <a:off x="416" y="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60" name="Rectangle 46"/>
            <p:cNvSpPr>
              <a:spLocks noChangeArrowheads="1"/>
            </p:cNvSpPr>
            <p:nvPr/>
          </p:nvSpPr>
          <p:spPr bwMode="auto">
            <a:xfrm>
              <a:off x="0" y="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grpSp>
      <p:sp>
        <p:nvSpPr>
          <p:cNvPr id="41007" name="Text Box 47"/>
          <p:cNvSpPr txBox="1">
            <a:spLocks noChangeArrowheads="1"/>
          </p:cNvSpPr>
          <p:nvPr/>
        </p:nvSpPr>
        <p:spPr bwMode="auto">
          <a:xfrm>
            <a:off x="685800" y="2819400"/>
            <a:ext cx="19812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向后差分  </a:t>
            </a:r>
          </a:p>
          <a:p>
            <a:pPr eaLnBrk="1" hangingPunct="1"/>
            <a:endParaRPr lang="zh-CN" altLang="en-US" sz="2000" b="1">
              <a:solidFill>
                <a:srgbClr val="008000"/>
              </a:solidFill>
              <a:ea typeface="楷体_GB2312" pitchFamily="49" charset="-122"/>
            </a:endParaRPr>
          </a:p>
        </p:txBody>
      </p:sp>
      <p:grpSp>
        <p:nvGrpSpPr>
          <p:cNvPr id="41008" name="Group 48"/>
          <p:cNvGrpSpPr/>
          <p:nvPr/>
        </p:nvGrpSpPr>
        <p:grpSpPr bwMode="auto">
          <a:xfrm>
            <a:off x="2743200" y="3376613"/>
            <a:ext cx="2633663" cy="407987"/>
            <a:chOff x="0" y="0"/>
            <a:chExt cx="1659" cy="257"/>
          </a:xfrm>
        </p:grpSpPr>
        <p:sp>
          <p:nvSpPr>
            <p:cNvPr id="64563" name="Rectangle 49"/>
            <p:cNvSpPr>
              <a:spLocks noChangeArrowheads="1"/>
            </p:cNvSpPr>
            <p:nvPr/>
          </p:nvSpPr>
          <p:spPr bwMode="auto">
            <a:xfrm>
              <a:off x="1607" y="131"/>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64" name="Rectangle 50"/>
            <p:cNvSpPr>
              <a:spLocks noChangeArrowheads="1"/>
            </p:cNvSpPr>
            <p:nvPr/>
          </p:nvSpPr>
          <p:spPr bwMode="auto">
            <a:xfrm>
              <a:off x="1356" y="37"/>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65" name="Rectangle 51"/>
            <p:cNvSpPr>
              <a:spLocks noChangeArrowheads="1"/>
            </p:cNvSpPr>
            <p:nvPr/>
          </p:nvSpPr>
          <p:spPr bwMode="auto">
            <a:xfrm>
              <a:off x="732" y="37"/>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66" name="Rectangle 52"/>
            <p:cNvSpPr>
              <a:spLocks noChangeArrowheads="1"/>
            </p:cNvSpPr>
            <p:nvPr/>
          </p:nvSpPr>
          <p:spPr bwMode="auto">
            <a:xfrm>
              <a:off x="1551" y="121"/>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67" name="Rectangle 53"/>
            <p:cNvSpPr>
              <a:spLocks noChangeArrowheads="1"/>
            </p:cNvSpPr>
            <p:nvPr/>
          </p:nvSpPr>
          <p:spPr bwMode="auto">
            <a:xfrm>
              <a:off x="1300" y="27"/>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68" name="Rectangle 54"/>
            <p:cNvSpPr>
              <a:spLocks noChangeArrowheads="1"/>
            </p:cNvSpPr>
            <p:nvPr/>
          </p:nvSpPr>
          <p:spPr bwMode="auto">
            <a:xfrm>
              <a:off x="676" y="27"/>
              <a:ext cx="57"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69" name="Rectangle 55"/>
            <p:cNvSpPr>
              <a:spLocks noChangeArrowheads="1"/>
            </p:cNvSpPr>
            <p:nvPr/>
          </p:nvSpPr>
          <p:spPr bwMode="auto">
            <a:xfrm>
              <a:off x="1104" y="33"/>
              <a:ext cx="12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70" name="Rectangle 56"/>
            <p:cNvSpPr>
              <a:spLocks noChangeArrowheads="1"/>
            </p:cNvSpPr>
            <p:nvPr/>
          </p:nvSpPr>
          <p:spPr bwMode="auto">
            <a:xfrm>
              <a:off x="984" y="0"/>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71" name="Rectangle 57"/>
            <p:cNvSpPr>
              <a:spLocks noChangeArrowheads="1"/>
            </p:cNvSpPr>
            <p:nvPr/>
          </p:nvSpPr>
          <p:spPr bwMode="auto">
            <a:xfrm>
              <a:off x="480" y="33"/>
              <a:ext cx="12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72" name="Rectangle 58"/>
            <p:cNvSpPr>
              <a:spLocks noChangeArrowheads="1"/>
            </p:cNvSpPr>
            <p:nvPr/>
          </p:nvSpPr>
          <p:spPr bwMode="auto">
            <a:xfrm>
              <a:off x="365" y="0"/>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73" name="Rectangle 59"/>
            <p:cNvSpPr>
              <a:spLocks noChangeArrowheads="1"/>
            </p:cNvSpPr>
            <p:nvPr/>
          </p:nvSpPr>
          <p:spPr bwMode="auto">
            <a:xfrm>
              <a:off x="0" y="33"/>
              <a:ext cx="12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p>
          </p:txBody>
        </p:sp>
        <p:sp>
          <p:nvSpPr>
            <p:cNvPr id="64574" name="Rectangle 60"/>
            <p:cNvSpPr>
              <a:spLocks noChangeArrowheads="1"/>
            </p:cNvSpPr>
            <p:nvPr/>
          </p:nvSpPr>
          <p:spPr bwMode="auto">
            <a:xfrm>
              <a:off x="1512" y="132"/>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75" name="Rectangle 61"/>
            <p:cNvSpPr>
              <a:spLocks noChangeArrowheads="1"/>
            </p:cNvSpPr>
            <p:nvPr/>
          </p:nvSpPr>
          <p:spPr bwMode="auto">
            <a:xfrm>
              <a:off x="1238" y="38"/>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76" name="Rectangle 62"/>
            <p:cNvSpPr>
              <a:spLocks noChangeArrowheads="1"/>
            </p:cNvSpPr>
            <p:nvPr/>
          </p:nvSpPr>
          <p:spPr bwMode="auto">
            <a:xfrm>
              <a:off x="904" y="132"/>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77" name="Rectangle 63"/>
            <p:cNvSpPr>
              <a:spLocks noChangeArrowheads="1"/>
            </p:cNvSpPr>
            <p:nvPr/>
          </p:nvSpPr>
          <p:spPr bwMode="auto">
            <a:xfrm>
              <a:off x="614" y="38"/>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78" name="Rectangle 64"/>
            <p:cNvSpPr>
              <a:spLocks noChangeArrowheads="1"/>
            </p:cNvSpPr>
            <p:nvPr/>
          </p:nvSpPr>
          <p:spPr bwMode="auto">
            <a:xfrm>
              <a:off x="275" y="132"/>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79" name="Rectangle 65"/>
            <p:cNvSpPr>
              <a:spLocks noChangeArrowheads="1"/>
            </p:cNvSpPr>
            <p:nvPr/>
          </p:nvSpPr>
          <p:spPr bwMode="auto">
            <a:xfrm>
              <a:off x="134" y="38"/>
              <a:ext cx="52"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k</a:t>
              </a:r>
              <a:endParaRPr lang="en-US" altLang="zh-CN" sz="2800">
                <a:solidFill>
                  <a:srgbClr val="000000"/>
                </a:solidFill>
                <a:latin typeface="Times New Roman" panose="02020603050405020304" pitchFamily="18" charset="0"/>
                <a:ea typeface="楷体_GB2312" pitchFamily="49" charset="-122"/>
              </a:endParaRPr>
            </a:p>
          </p:txBody>
        </p:sp>
        <p:sp>
          <p:nvSpPr>
            <p:cNvPr id="64580" name="Rectangle 66"/>
            <p:cNvSpPr>
              <a:spLocks noChangeArrowheads="1"/>
            </p:cNvSpPr>
            <p:nvPr/>
          </p:nvSpPr>
          <p:spPr bwMode="auto">
            <a:xfrm>
              <a:off x="1445" y="2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81" name="Rectangle 67"/>
            <p:cNvSpPr>
              <a:spLocks noChangeArrowheads="1"/>
            </p:cNvSpPr>
            <p:nvPr/>
          </p:nvSpPr>
          <p:spPr bwMode="auto">
            <a:xfrm>
              <a:off x="836" y="2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82" name="Rectangle 68"/>
            <p:cNvSpPr>
              <a:spLocks noChangeArrowheads="1"/>
            </p:cNvSpPr>
            <p:nvPr/>
          </p:nvSpPr>
          <p:spPr bwMode="auto">
            <a:xfrm>
              <a:off x="207" y="20"/>
              <a:ext cx="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3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41029" name="Group 69"/>
          <p:cNvGrpSpPr/>
          <p:nvPr/>
        </p:nvGrpSpPr>
        <p:grpSpPr bwMode="auto">
          <a:xfrm>
            <a:off x="2743200" y="2895600"/>
            <a:ext cx="1714500" cy="401638"/>
            <a:chOff x="0" y="0"/>
            <a:chExt cx="1080" cy="253"/>
          </a:xfrm>
        </p:grpSpPr>
        <p:sp>
          <p:nvSpPr>
            <p:cNvPr id="64584" name="Rectangle 70"/>
            <p:cNvSpPr>
              <a:spLocks noChangeArrowheads="1"/>
            </p:cNvSpPr>
            <p:nvPr/>
          </p:nvSpPr>
          <p:spPr bwMode="auto">
            <a:xfrm>
              <a:off x="942" y="128"/>
              <a:ext cx="138"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r>
                <a:rPr lang="en-US" altLang="zh-CN" sz="1300" b="1">
                  <a:solidFill>
                    <a:srgbClr val="000000"/>
                  </a:solidFill>
                  <a:latin typeface="Times New Roman" panose="02020603050405020304" pitchFamily="18" charset="0"/>
                  <a:ea typeface="楷体_GB2312" pitchFamily="49" charset="-122"/>
                  <a:sym typeface="Symbol" panose="05050102010706020507" pitchFamily="18" charset="2"/>
                </a:rPr>
                <a:t>1</a:t>
              </a:r>
              <a:endParaRPr lang="en-US" altLang="zh-CN" sz="2800">
                <a:solidFill>
                  <a:srgbClr val="000000"/>
                </a:solidFill>
                <a:latin typeface="Times New Roman" panose="02020603050405020304" pitchFamily="18" charset="0"/>
                <a:ea typeface="楷体_GB2312" pitchFamily="49" charset="-122"/>
              </a:endParaRPr>
            </a:p>
          </p:txBody>
        </p:sp>
        <p:sp>
          <p:nvSpPr>
            <p:cNvPr id="64585" name="Rectangle 71"/>
            <p:cNvSpPr>
              <a:spLocks noChangeArrowheads="1"/>
            </p:cNvSpPr>
            <p:nvPr/>
          </p:nvSpPr>
          <p:spPr bwMode="auto">
            <a:xfrm>
              <a:off x="599" y="128"/>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86" name="Rectangle 72"/>
            <p:cNvSpPr>
              <a:spLocks noChangeArrowheads="1"/>
            </p:cNvSpPr>
            <p:nvPr/>
          </p:nvSpPr>
          <p:spPr bwMode="auto">
            <a:xfrm>
              <a:off x="207" y="128"/>
              <a:ext cx="2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3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sp>
          <p:nvSpPr>
            <p:cNvPr id="64587" name="Rectangle 73"/>
            <p:cNvSpPr>
              <a:spLocks noChangeArrowheads="1"/>
            </p:cNvSpPr>
            <p:nvPr/>
          </p:nvSpPr>
          <p:spPr bwMode="auto">
            <a:xfrm>
              <a:off x="862"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88" name="Rectangle 74"/>
            <p:cNvSpPr>
              <a:spLocks noChangeArrowheads="1"/>
            </p:cNvSpPr>
            <p:nvPr/>
          </p:nvSpPr>
          <p:spPr bwMode="auto">
            <a:xfrm>
              <a:off x="518"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89" name="Rectangle 75"/>
            <p:cNvSpPr>
              <a:spLocks noChangeArrowheads="1"/>
            </p:cNvSpPr>
            <p:nvPr/>
          </p:nvSpPr>
          <p:spPr bwMode="auto">
            <a:xfrm>
              <a:off x="126" y="2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64590" name="Rectangle 76"/>
            <p:cNvSpPr>
              <a:spLocks noChangeArrowheads="1"/>
            </p:cNvSpPr>
            <p:nvPr/>
          </p:nvSpPr>
          <p:spPr bwMode="auto">
            <a:xfrm>
              <a:off x="672"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91" name="Rectangle 77"/>
            <p:cNvSpPr>
              <a:spLocks noChangeArrowheads="1"/>
            </p:cNvSpPr>
            <p:nvPr/>
          </p:nvSpPr>
          <p:spPr bwMode="auto">
            <a:xfrm>
              <a:off x="315" y="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2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4592" name="Rectangle 78"/>
            <p:cNvSpPr>
              <a:spLocks noChangeArrowheads="1"/>
            </p:cNvSpPr>
            <p:nvPr/>
          </p:nvSpPr>
          <p:spPr bwMode="auto">
            <a:xfrm>
              <a:off x="0" y="0"/>
              <a:ext cx="12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2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grpSp>
      <p:sp>
        <p:nvSpPr>
          <p:cNvPr id="41039" name="Text Box 79"/>
          <p:cNvSpPr txBox="1">
            <a:spLocks noChangeArrowheads="1"/>
          </p:cNvSpPr>
          <p:nvPr/>
        </p:nvSpPr>
        <p:spPr bwMode="auto">
          <a:xfrm>
            <a:off x="685800" y="4114800"/>
            <a:ext cx="19812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中心差分  </a:t>
            </a:r>
          </a:p>
          <a:p>
            <a:pPr eaLnBrk="1" hangingPunct="1"/>
            <a:endParaRPr lang="zh-CN" altLang="en-US" sz="2000" b="1">
              <a:solidFill>
                <a:srgbClr val="008000"/>
              </a:solidFill>
              <a:ea typeface="楷体_GB2312" pitchFamily="49" charset="-122"/>
            </a:endParaRPr>
          </a:p>
        </p:txBody>
      </p:sp>
      <p:grpSp>
        <p:nvGrpSpPr>
          <p:cNvPr id="41040" name="Group 80"/>
          <p:cNvGrpSpPr/>
          <p:nvPr/>
        </p:nvGrpSpPr>
        <p:grpSpPr bwMode="auto">
          <a:xfrm>
            <a:off x="2590800" y="4191000"/>
            <a:ext cx="3352800" cy="1027113"/>
            <a:chOff x="0" y="0"/>
            <a:chExt cx="2112" cy="647"/>
          </a:xfrm>
        </p:grpSpPr>
        <p:graphicFrame>
          <p:nvGraphicFramePr>
            <p:cNvPr id="64595" name="Object 81"/>
            <p:cNvGraphicFramePr>
              <a:graphicFrameLocks noChangeAspect="1"/>
            </p:cNvGraphicFramePr>
            <p:nvPr/>
          </p:nvGraphicFramePr>
          <p:xfrm>
            <a:off x="48" y="0"/>
            <a:ext cx="2064" cy="355"/>
          </p:xfrm>
          <a:graphic>
            <a:graphicData uri="http://schemas.openxmlformats.org/presentationml/2006/ole">
              <mc:AlternateContent xmlns:mc="http://schemas.openxmlformats.org/markup-compatibility/2006">
                <mc:Choice xmlns:v="urn:schemas-microsoft-com:vml" Requires="v">
                  <p:oleObj spid="_x0000_s64657" r:id="rId4" imgW="1626235" imgH="279400" progId="Equation.3">
                    <p:embed/>
                  </p:oleObj>
                </mc:Choice>
                <mc:Fallback>
                  <p:oleObj r:id="rId4" imgW="1626235" imgH="279400" progId="Equation.3">
                    <p:embed/>
                    <p:pic>
                      <p:nvPicPr>
                        <p:cNvPr id="0" name="Object 8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 y="0"/>
                          <a:ext cx="2064"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64596" name="Text Box 82"/>
            <p:cNvSpPr txBox="1">
              <a:spLocks noChangeArrowheads="1"/>
            </p:cNvSpPr>
            <p:nvPr/>
          </p:nvSpPr>
          <p:spPr bwMode="auto">
            <a:xfrm>
              <a:off x="0" y="336"/>
              <a:ext cx="5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其中</a:t>
              </a:r>
            </a:p>
          </p:txBody>
        </p:sp>
        <p:graphicFrame>
          <p:nvGraphicFramePr>
            <p:cNvPr id="64597" name="Object 83"/>
            <p:cNvGraphicFramePr>
              <a:graphicFrameLocks noChangeAspect="1"/>
            </p:cNvGraphicFramePr>
            <p:nvPr/>
          </p:nvGraphicFramePr>
          <p:xfrm>
            <a:off x="480" y="336"/>
            <a:ext cx="1200" cy="311"/>
          </p:xfrm>
          <a:graphic>
            <a:graphicData uri="http://schemas.openxmlformats.org/presentationml/2006/ole">
              <mc:AlternateContent xmlns:mc="http://schemas.openxmlformats.org/markup-compatibility/2006">
                <mc:Choice xmlns:v="urn:schemas-microsoft-com:vml" Requires="v">
                  <p:oleObj spid="_x0000_s64658" r:id="rId6" imgW="1028700" imgH="266700" progId="Equation.3">
                    <p:embed/>
                  </p:oleObj>
                </mc:Choice>
                <mc:Fallback>
                  <p:oleObj r:id="rId6" imgW="1028700" imgH="266700" progId="Equation.3">
                    <p:embed/>
                    <p:pic>
                      <p:nvPicPr>
                        <p:cNvPr id="0" name="Object 8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0" y="336"/>
                          <a:ext cx="1200"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41044" name="Group 84"/>
          <p:cNvGrpSpPr/>
          <p:nvPr/>
        </p:nvGrpSpPr>
        <p:grpSpPr bwMode="auto">
          <a:xfrm>
            <a:off x="685800" y="914400"/>
            <a:ext cx="6324600" cy="457200"/>
            <a:chOff x="0" y="0"/>
            <a:chExt cx="3984" cy="288"/>
          </a:xfrm>
        </p:grpSpPr>
        <p:sp>
          <p:nvSpPr>
            <p:cNvPr id="64599" name="Text Box 85"/>
            <p:cNvSpPr txBox="1">
              <a:spLocks noChangeArrowheads="1"/>
            </p:cNvSpPr>
            <p:nvPr/>
          </p:nvSpPr>
          <p:spPr bwMode="auto">
            <a:xfrm>
              <a:off x="0" y="0"/>
              <a:ext cx="20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当节点</a:t>
              </a:r>
              <a:r>
                <a:rPr lang="zh-CN" altLang="en-US" sz="2400" b="1">
                  <a:solidFill>
                    <a:srgbClr val="3333CC"/>
                  </a:solidFill>
                  <a:latin typeface="Times New Roman" panose="02020603050405020304" pitchFamily="18" charset="0"/>
                  <a:ea typeface="楷体_GB2312" pitchFamily="49" charset="-122"/>
                </a:rPr>
                <a:t>等距</a:t>
              </a:r>
              <a:r>
                <a:rPr lang="zh-CN" altLang="en-US" sz="2400" b="1">
                  <a:solidFill>
                    <a:srgbClr val="000000"/>
                  </a:solidFill>
                  <a:latin typeface="Times New Roman" panose="02020603050405020304" pitchFamily="18" charset="0"/>
                  <a:ea typeface="楷体_GB2312" pitchFamily="49" charset="-122"/>
                </a:rPr>
                <a:t>分布时</a:t>
              </a:r>
              <a:r>
                <a:rPr lang="en-US" altLang="zh-CN" sz="2400" b="1">
                  <a:solidFill>
                    <a:srgbClr val="000000"/>
                  </a:solidFill>
                  <a:latin typeface="Times New Roman" panose="02020603050405020304" pitchFamily="18" charset="0"/>
                  <a:ea typeface="楷体_GB2312" pitchFamily="49" charset="-122"/>
                </a:rPr>
                <a:t>:</a:t>
              </a:r>
            </a:p>
          </p:txBody>
        </p:sp>
        <p:graphicFrame>
          <p:nvGraphicFramePr>
            <p:cNvPr id="64600" name="Object 86"/>
            <p:cNvGraphicFramePr>
              <a:graphicFrameLocks noChangeAspect="1"/>
            </p:cNvGraphicFramePr>
            <p:nvPr/>
          </p:nvGraphicFramePr>
          <p:xfrm>
            <a:off x="1776" y="0"/>
            <a:ext cx="2208" cy="277"/>
          </p:xfrm>
          <a:graphic>
            <a:graphicData uri="http://schemas.openxmlformats.org/presentationml/2006/ole">
              <mc:AlternateContent xmlns:mc="http://schemas.openxmlformats.org/markup-compatibility/2006">
                <mc:Choice xmlns:v="urn:schemas-microsoft-com:vml" Requires="v">
                  <p:oleObj spid="_x0000_s64659" r:id="rId8" imgW="1651635" imgH="228600" progId="Equation.3">
                    <p:embed/>
                  </p:oleObj>
                </mc:Choice>
                <mc:Fallback>
                  <p:oleObj r:id="rId8" imgW="1651635" imgH="228600" progId="Equation.3">
                    <p:embed/>
                    <p:pic>
                      <p:nvPicPr>
                        <p:cNvPr id="0" name="Object 8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76" y="0"/>
                          <a:ext cx="2208"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962"/>
                                        </p:tgtEl>
                                        <p:attrNameLst>
                                          <p:attrName>style.visibility</p:attrName>
                                        </p:attrNameLst>
                                      </p:cBhvr>
                                      <p:to>
                                        <p:strVal val="visible"/>
                                      </p:to>
                                    </p:set>
                                    <p:animEffect transition="in" filter="wipe(left)">
                                      <p:cBhvr>
                                        <p:cTn id="7" dur="500"/>
                                        <p:tgtEl>
                                          <p:spTgt spid="40962"/>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044"/>
                                        </p:tgtEl>
                                        <p:attrNameLst>
                                          <p:attrName>style.visibility</p:attrName>
                                        </p:attrNameLst>
                                      </p:cBhvr>
                                      <p:to>
                                        <p:strVal val="visible"/>
                                      </p:to>
                                    </p:set>
                                    <p:animEffect transition="in" filter="wipe(left)">
                                      <p:cBhvr>
                                        <p:cTn id="12" dur="500"/>
                                        <p:tgtEl>
                                          <p:spTgt spid="41044"/>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0963"/>
                                        </p:tgtEl>
                                        <p:attrNameLst>
                                          <p:attrName>style.visibility</p:attrName>
                                        </p:attrNameLst>
                                      </p:cBhvr>
                                      <p:to>
                                        <p:strVal val="visible"/>
                                      </p:to>
                                    </p:set>
                                    <p:animEffect transition="in" filter="wipe(up)">
                                      <p:cBhvr>
                                        <p:cTn id="17" dur="500"/>
                                        <p:tgtEl>
                                          <p:spTgt spid="40963"/>
                                        </p:tgtEl>
                                      </p:cBhvr>
                                    </p:animEffect>
                                  </p:childTnLst>
                                  <p:subTnLst>
                                    <p:audio>
                                      <p:cMediaNode>
                                        <p:cTn display="0" masterRel="sameClick">
                                          <p:stCondLst>
                                            <p:cond evt="begin" delay="0">
                                              <p:tn val="15"/>
                                            </p:cond>
                                          </p:stCondLst>
                                          <p:endCondLst>
                                            <p:cond evt="onStopAudio" delay="0">
                                              <p:tgtEl>
                                                <p:sldTgt/>
                                              </p:tgtEl>
                                            </p:cond>
                                          </p:endCondLst>
                                        </p:cTn>
                                        <p:tgtEl>
                                          <p:sndTgt r:embed="rId3"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0964"/>
                                        </p:tgtEl>
                                        <p:attrNameLst>
                                          <p:attrName>style.visibility</p:attrName>
                                        </p:attrNameLst>
                                      </p:cBhvr>
                                      <p:to>
                                        <p:strVal val="visible"/>
                                      </p:to>
                                    </p:set>
                                    <p:animEffect transition="in" filter="wipe(left)">
                                      <p:cBhvr>
                                        <p:cTn id="22" dur="500"/>
                                        <p:tgtEl>
                                          <p:spTgt spid="40964"/>
                                        </p:tgtEl>
                                      </p:cBhvr>
                                    </p:animEffect>
                                  </p:childTnLst>
                                  <p:subTnLst>
                                    <p:audio>
                                      <p:cMediaNode>
                                        <p:cTn display="0" masterRel="sameClick">
                                          <p:stCondLst>
                                            <p:cond evt="begin" delay="0">
                                              <p:tn val="20"/>
                                            </p:cond>
                                          </p:stCondLst>
                                          <p:endCondLst>
                                            <p:cond evt="onStopAudio" delay="0">
                                              <p:tgtEl>
                                                <p:sldTgt/>
                                              </p:tgtEl>
                                            </p:cond>
                                          </p:endCondLst>
                                        </p:cTn>
                                        <p:tgtEl>
                                          <p:sndTgt r:embed="rId3" name="type.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0976"/>
                                        </p:tgtEl>
                                        <p:attrNameLst>
                                          <p:attrName>style.visibility</p:attrName>
                                        </p:attrNameLst>
                                      </p:cBhvr>
                                      <p:to>
                                        <p:strVal val="visible"/>
                                      </p:to>
                                    </p:set>
                                    <p:animEffect transition="in" filter="wipe(left)">
                                      <p:cBhvr>
                                        <p:cTn id="27" dur="500"/>
                                        <p:tgtEl>
                                          <p:spTgt spid="40976"/>
                                        </p:tgtEl>
                                      </p:cBhvr>
                                    </p:animEffect>
                                  </p:childTnLst>
                                  <p:subTnLst>
                                    <p:audio>
                                      <p:cMediaNode>
                                        <p:cTn display="0" masterRel="sameClick">
                                          <p:stCondLst>
                                            <p:cond evt="begin" delay="0">
                                              <p:tn val="25"/>
                                            </p:cond>
                                          </p:stCondLst>
                                          <p:endCondLst>
                                            <p:cond evt="onStopAudio" delay="0">
                                              <p:tgtEl>
                                                <p:sldTgt/>
                                              </p:tgtEl>
                                            </p:cond>
                                          </p:endCondLst>
                                        </p:cTn>
                                        <p:tgtEl>
                                          <p:sndTgt r:embed="rId3"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41007"/>
                                        </p:tgtEl>
                                        <p:attrNameLst>
                                          <p:attrName>style.visibility</p:attrName>
                                        </p:attrNameLst>
                                      </p:cBhvr>
                                      <p:to>
                                        <p:strVal val="visible"/>
                                      </p:to>
                                    </p:set>
                                    <p:animEffect transition="in" filter="wipe(up)">
                                      <p:cBhvr>
                                        <p:cTn id="32" dur="500"/>
                                        <p:tgtEl>
                                          <p:spTgt spid="41007"/>
                                        </p:tgtEl>
                                      </p:cBhvr>
                                    </p:animEffect>
                                  </p:childTnLst>
                                  <p:subTnLst>
                                    <p:audio>
                                      <p:cMediaNode>
                                        <p:cTn display="0" masterRel="sameClick">
                                          <p:stCondLst>
                                            <p:cond evt="begin" delay="0">
                                              <p:tn val="30"/>
                                            </p:cond>
                                          </p:stCondLst>
                                          <p:endCondLst>
                                            <p:cond evt="onStopAudio" delay="0">
                                              <p:tgtEl>
                                                <p:sldTgt/>
                                              </p:tgtEl>
                                            </p:cond>
                                          </p:endCondLst>
                                        </p:cTn>
                                        <p:tgtEl>
                                          <p:sndTgt r:embed="rId3" name="type.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1029"/>
                                        </p:tgtEl>
                                        <p:attrNameLst>
                                          <p:attrName>style.visibility</p:attrName>
                                        </p:attrNameLst>
                                      </p:cBhvr>
                                      <p:to>
                                        <p:strVal val="visible"/>
                                      </p:to>
                                    </p:set>
                                    <p:animEffect transition="in" filter="wipe(left)">
                                      <p:cBhvr>
                                        <p:cTn id="37" dur="500"/>
                                        <p:tgtEl>
                                          <p:spTgt spid="41029"/>
                                        </p:tgtEl>
                                      </p:cBhvr>
                                    </p:animEffect>
                                  </p:childTnLst>
                                  <p:subTnLst>
                                    <p:audio>
                                      <p:cMediaNode>
                                        <p:cTn display="0" masterRel="sameClick">
                                          <p:stCondLst>
                                            <p:cond evt="begin" delay="0">
                                              <p:tn val="35"/>
                                            </p:cond>
                                          </p:stCondLst>
                                          <p:endCondLst>
                                            <p:cond evt="onStopAudio" delay="0">
                                              <p:tgtEl>
                                                <p:sldTgt/>
                                              </p:tgtEl>
                                            </p:cond>
                                          </p:endCondLst>
                                        </p:cTn>
                                        <p:tgtEl>
                                          <p:sndTgt r:embed="rId3" name="type.wav"/>
                                        </p:tgtEl>
                                      </p:cMediaNode>
                                    </p:audio>
                                  </p:sub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41008"/>
                                        </p:tgtEl>
                                        <p:attrNameLst>
                                          <p:attrName>style.visibility</p:attrName>
                                        </p:attrNameLst>
                                      </p:cBhvr>
                                      <p:to>
                                        <p:strVal val="visible"/>
                                      </p:to>
                                    </p:set>
                                    <p:animEffect transition="in" filter="wipe(left)">
                                      <p:cBhvr>
                                        <p:cTn id="42" dur="500"/>
                                        <p:tgtEl>
                                          <p:spTgt spid="41008"/>
                                        </p:tgtEl>
                                      </p:cBhvr>
                                    </p:animEffect>
                                  </p:childTnLst>
                                  <p:subTnLst>
                                    <p:audio>
                                      <p:cMediaNode>
                                        <p:cTn display="0" masterRel="sameClick">
                                          <p:stCondLst>
                                            <p:cond evt="begin" delay="0">
                                              <p:tn val="40"/>
                                            </p:cond>
                                          </p:stCondLst>
                                          <p:endCondLst>
                                            <p:cond evt="onStopAudio" delay="0">
                                              <p:tgtEl>
                                                <p:sldTgt/>
                                              </p:tgtEl>
                                            </p:cond>
                                          </p:endCondLst>
                                        </p:cTn>
                                        <p:tgtEl>
                                          <p:sndTgt r:embed="rId3" name="type.wav"/>
                                        </p:tgtEl>
                                      </p:cMediaNode>
                                    </p:audio>
                                  </p:sub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41039"/>
                                        </p:tgtEl>
                                        <p:attrNameLst>
                                          <p:attrName>style.visibility</p:attrName>
                                        </p:attrNameLst>
                                      </p:cBhvr>
                                      <p:to>
                                        <p:strVal val="visible"/>
                                      </p:to>
                                    </p:set>
                                    <p:animEffect transition="in" filter="wipe(up)">
                                      <p:cBhvr>
                                        <p:cTn id="47" dur="500"/>
                                        <p:tgtEl>
                                          <p:spTgt spid="41039"/>
                                        </p:tgtEl>
                                      </p:cBhvr>
                                    </p:animEffect>
                                  </p:childTnLst>
                                  <p:subTnLst>
                                    <p:audio>
                                      <p:cMediaNode>
                                        <p:cTn display="0" masterRel="sameClick">
                                          <p:stCondLst>
                                            <p:cond evt="begin" delay="0">
                                              <p:tn val="45"/>
                                            </p:cond>
                                          </p:stCondLst>
                                          <p:endCondLst>
                                            <p:cond evt="onStopAudio" delay="0">
                                              <p:tgtEl>
                                                <p:sldTgt/>
                                              </p:tgtEl>
                                            </p:cond>
                                          </p:endCondLst>
                                        </p:cTn>
                                        <p:tgtEl>
                                          <p:sndTgt r:embed="rId3" name="type.wav"/>
                                        </p:tgtEl>
                                      </p:cMediaNode>
                                    </p:audio>
                                  </p:sub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41040"/>
                                        </p:tgtEl>
                                        <p:attrNameLst>
                                          <p:attrName>style.visibility</p:attrName>
                                        </p:attrNameLst>
                                      </p:cBhvr>
                                      <p:to>
                                        <p:strVal val="visible"/>
                                      </p:to>
                                    </p:set>
                                    <p:animEffect transition="in" filter="wipe(up)">
                                      <p:cBhvr>
                                        <p:cTn id="52" dur="500"/>
                                        <p:tgtEl>
                                          <p:spTgt spid="41040"/>
                                        </p:tgtEl>
                                      </p:cBhvr>
                                    </p:animEffect>
                                  </p:childTnLst>
                                  <p:subTnLst>
                                    <p:audio>
                                      <p:cMediaNode>
                                        <p:cTn display="0" masterRel="sameClick">
                                          <p:stCondLst>
                                            <p:cond evt="begin" delay="0">
                                              <p:tn val="50"/>
                                            </p:cond>
                                          </p:stCondLst>
                                          <p:endCondLst>
                                            <p:cond evt="onStopAudio" delay="0">
                                              <p:tgtEl>
                                                <p:sldTgt/>
                                              </p:tgtEl>
                                            </p:cond>
                                          </p:endCondLst>
                                        </p:cTn>
                                        <p:tgtEl>
                                          <p:sndTgt r:embed="rId3"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p:bldP spid="40963" grpId="0"/>
      <p:bldP spid="41007" grpId="0"/>
      <p:bldP spid="4103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533" name="Object 5"/>
          <p:cNvGraphicFramePr>
            <a:graphicFrameLocks noChangeAspect="1"/>
          </p:cNvGraphicFramePr>
          <p:nvPr/>
        </p:nvGraphicFramePr>
        <p:xfrm>
          <a:off x="752475" y="765175"/>
          <a:ext cx="7132638" cy="1114425"/>
        </p:xfrm>
        <a:graphic>
          <a:graphicData uri="http://schemas.openxmlformats.org/presentationml/2006/ole">
            <mc:AlternateContent xmlns:mc="http://schemas.openxmlformats.org/markup-compatibility/2006">
              <mc:Choice xmlns:v="urn:schemas-microsoft-com:vml" Requires="v">
                <p:oleObj spid="_x0000_s65692" r:id="rId3" imgW="3073400" imgH="482600" progId="Equation.DSMT4">
                  <p:embed/>
                </p:oleObj>
              </mc:Choice>
              <mc:Fallback>
                <p:oleObj r:id="rId3" imgW="3073400" imgH="482600" progId="Equation.DSMT4">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475" y="765175"/>
                        <a:ext cx="7132638" cy="111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2534" name="Object 6"/>
          <p:cNvGraphicFramePr>
            <a:graphicFrameLocks noChangeAspect="1"/>
          </p:cNvGraphicFramePr>
          <p:nvPr/>
        </p:nvGraphicFramePr>
        <p:xfrm>
          <a:off x="1820863" y="1849438"/>
          <a:ext cx="2151062" cy="495300"/>
        </p:xfrm>
        <a:graphic>
          <a:graphicData uri="http://schemas.openxmlformats.org/presentationml/2006/ole">
            <mc:AlternateContent xmlns:mc="http://schemas.openxmlformats.org/markup-compatibility/2006">
              <mc:Choice xmlns:v="urn:schemas-microsoft-com:vml" Requires="v">
                <p:oleObj spid="_x0000_s65693" r:id="rId5" imgW="926465" imgH="215900" progId="Equation.DSMT4">
                  <p:embed/>
                </p:oleObj>
              </mc:Choice>
              <mc:Fallback>
                <p:oleObj r:id="rId5" imgW="926465" imgH="2159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0863" y="1849438"/>
                        <a:ext cx="2151062"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2535" name="Object 7"/>
          <p:cNvGraphicFramePr>
            <a:graphicFrameLocks noChangeAspect="1"/>
          </p:cNvGraphicFramePr>
          <p:nvPr/>
        </p:nvGraphicFramePr>
        <p:xfrm>
          <a:off x="1833563" y="2492375"/>
          <a:ext cx="3979862" cy="530225"/>
        </p:xfrm>
        <a:graphic>
          <a:graphicData uri="http://schemas.openxmlformats.org/presentationml/2006/ole">
            <mc:AlternateContent xmlns:mc="http://schemas.openxmlformats.org/markup-compatibility/2006">
              <mc:Choice xmlns:v="urn:schemas-microsoft-com:vml" Requires="v">
                <p:oleObj spid="_x0000_s65694" r:id="rId7" imgW="1714500" imgH="228600" progId="Equation.DSMT4">
                  <p:embed/>
                </p:oleObj>
              </mc:Choice>
              <mc:Fallback>
                <p:oleObj r:id="rId7" imgW="1714500" imgH="2286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3563" y="2492375"/>
                        <a:ext cx="3979862"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2536" name="Object 8"/>
          <p:cNvGraphicFramePr>
            <a:graphicFrameLocks noChangeAspect="1"/>
          </p:cNvGraphicFramePr>
          <p:nvPr/>
        </p:nvGraphicFramePr>
        <p:xfrm>
          <a:off x="4581525" y="1865313"/>
          <a:ext cx="2387600" cy="441325"/>
        </p:xfrm>
        <a:graphic>
          <a:graphicData uri="http://schemas.openxmlformats.org/presentationml/2006/ole">
            <mc:AlternateContent xmlns:mc="http://schemas.openxmlformats.org/markup-compatibility/2006">
              <mc:Choice xmlns:v="urn:schemas-microsoft-com:vml" Requires="v">
                <p:oleObj spid="_x0000_s65695" r:id="rId9" imgW="1028700" imgH="190500" progId="Equation.DSMT4">
                  <p:embed/>
                </p:oleObj>
              </mc:Choice>
              <mc:Fallback>
                <p:oleObj r:id="rId9" imgW="1028700" imgH="190500" progId="Equation.DSMT4">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1525" y="1865313"/>
                        <a:ext cx="2387600"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3556" name="Object 4"/>
          <p:cNvGraphicFramePr>
            <a:graphicFrameLocks noChangeAspect="1"/>
          </p:cNvGraphicFramePr>
          <p:nvPr/>
        </p:nvGraphicFramePr>
        <p:xfrm>
          <a:off x="685800" y="4079875"/>
          <a:ext cx="2622550" cy="554038"/>
        </p:xfrm>
        <a:graphic>
          <a:graphicData uri="http://schemas.openxmlformats.org/presentationml/2006/ole">
            <mc:AlternateContent xmlns:mc="http://schemas.openxmlformats.org/markup-compatibility/2006">
              <mc:Choice xmlns:v="urn:schemas-microsoft-com:vml" Requires="v">
                <p:oleObj spid="_x0000_s65696" r:id="rId11" imgW="1129665" imgH="241300" progId="Equation.DSMT4">
                  <p:embed/>
                </p:oleObj>
              </mc:Choice>
              <mc:Fallback>
                <p:oleObj r:id="rId11" imgW="1129665" imgH="241300" progId="Equation.DSMT4">
                  <p:embed/>
                  <p:pic>
                    <p:nvPicPr>
                      <p:cNvPr id="0" name="Object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85800" y="4079875"/>
                        <a:ext cx="2622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3557" name="Object 5"/>
          <p:cNvGraphicFramePr>
            <a:graphicFrameLocks noChangeAspect="1"/>
          </p:cNvGraphicFramePr>
          <p:nvPr/>
        </p:nvGraphicFramePr>
        <p:xfrm>
          <a:off x="3846513" y="4149725"/>
          <a:ext cx="3979862" cy="530225"/>
        </p:xfrm>
        <a:graphic>
          <a:graphicData uri="http://schemas.openxmlformats.org/presentationml/2006/ole">
            <mc:AlternateContent xmlns:mc="http://schemas.openxmlformats.org/markup-compatibility/2006">
              <mc:Choice xmlns:v="urn:schemas-microsoft-com:vml" Requires="v">
                <p:oleObj spid="_x0000_s65697" r:id="rId13" imgW="1714500" imgH="228600" progId="Equation.DSMT4">
                  <p:embed/>
                </p:oleObj>
              </mc:Choice>
              <mc:Fallback>
                <p:oleObj r:id="rId13" imgW="1714500" imgH="228600" progId="Equation.DSMT4">
                  <p:embed/>
                  <p:pic>
                    <p:nvPicPr>
                      <p:cNvPr id="0" name="Object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46513" y="4149725"/>
                        <a:ext cx="3979862"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3560" name="Text Box 8"/>
          <p:cNvSpPr txBox="1">
            <a:spLocks noChangeArrowheads="1"/>
          </p:cNvSpPr>
          <p:nvPr/>
        </p:nvSpPr>
        <p:spPr bwMode="auto">
          <a:xfrm>
            <a:off x="304800" y="3213100"/>
            <a:ext cx="587375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latin typeface="Times New Roman" panose="02020603050405020304" pitchFamily="18" charset="0"/>
                <a:ea typeface="楷体_GB2312" pitchFamily="49" charset="-122"/>
              </a:rPr>
              <a:t>利用一阶差分可以定义二阶差分</a:t>
            </a:r>
          </a:p>
        </p:txBody>
      </p:sp>
      <p:graphicFrame>
        <p:nvGraphicFramePr>
          <p:cNvPr id="24580" name="Object 4"/>
          <p:cNvGraphicFramePr>
            <a:graphicFrameLocks noChangeAspect="1"/>
          </p:cNvGraphicFramePr>
          <p:nvPr/>
        </p:nvGraphicFramePr>
        <p:xfrm>
          <a:off x="350838" y="4983163"/>
          <a:ext cx="3565525" cy="554037"/>
        </p:xfrm>
        <a:graphic>
          <a:graphicData uri="http://schemas.openxmlformats.org/presentationml/2006/ole">
            <mc:AlternateContent xmlns:mc="http://schemas.openxmlformats.org/markup-compatibility/2006">
              <mc:Choice xmlns:v="urn:schemas-microsoft-com:vml" Requires="v">
                <p:oleObj spid="_x0000_s65698" r:id="rId15" imgW="1536700" imgH="241300" progId="Equation.DSMT4">
                  <p:embed/>
                </p:oleObj>
              </mc:Choice>
              <mc:Fallback>
                <p:oleObj r:id="rId15" imgW="1536700" imgH="241300" progId="Equation.DSMT4">
                  <p:embed/>
                  <p:pic>
                    <p:nvPicPr>
                      <p:cNvPr id="0" name="Object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0838" y="4983163"/>
                        <a:ext cx="3565525"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4581" name="Object 5"/>
          <p:cNvGraphicFramePr>
            <a:graphicFrameLocks noChangeAspect="1"/>
          </p:cNvGraphicFramePr>
          <p:nvPr/>
        </p:nvGraphicFramePr>
        <p:xfrm>
          <a:off x="4067175" y="5013325"/>
          <a:ext cx="3862388" cy="530225"/>
        </p:xfrm>
        <a:graphic>
          <a:graphicData uri="http://schemas.openxmlformats.org/presentationml/2006/ole">
            <mc:AlternateContent xmlns:mc="http://schemas.openxmlformats.org/markup-compatibility/2006">
              <mc:Choice xmlns:v="urn:schemas-microsoft-com:vml" Requires="v">
                <p:oleObj spid="_x0000_s65699" r:id="rId17" imgW="1663700" imgH="228600" progId="Equation.DSMT4">
                  <p:embed/>
                </p:oleObj>
              </mc:Choice>
              <mc:Fallback>
                <p:oleObj r:id="rId17" imgW="1663700" imgH="228600" progId="Equation.DSMT4">
                  <p:embed/>
                  <p:pic>
                    <p:nvPicPr>
                      <p:cNvPr id="0" name="Object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067175" y="5013325"/>
                        <a:ext cx="3862388"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2533"/>
                                        </p:tgtEl>
                                        <p:attrNameLst>
                                          <p:attrName>style.visibility</p:attrName>
                                        </p:attrNameLst>
                                      </p:cBhvr>
                                      <p:to>
                                        <p:strVal val="visible"/>
                                      </p:to>
                                    </p:set>
                                    <p:animEffect transition="in" filter="wipe(left)">
                                      <p:cBhvr>
                                        <p:cTn id="7" dur="500"/>
                                        <p:tgtEl>
                                          <p:spTgt spid="2253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2534"/>
                                        </p:tgtEl>
                                        <p:attrNameLst>
                                          <p:attrName>style.visibility</p:attrName>
                                        </p:attrNameLst>
                                      </p:cBhvr>
                                      <p:to>
                                        <p:strVal val="visible"/>
                                      </p:to>
                                    </p:set>
                                    <p:animEffect transition="in" filter="wipe(left)">
                                      <p:cBhvr>
                                        <p:cTn id="12" dur="500"/>
                                        <p:tgtEl>
                                          <p:spTgt spid="2253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2536"/>
                                        </p:tgtEl>
                                        <p:attrNameLst>
                                          <p:attrName>style.visibility</p:attrName>
                                        </p:attrNameLst>
                                      </p:cBhvr>
                                      <p:to>
                                        <p:strVal val="visible"/>
                                      </p:to>
                                    </p:set>
                                    <p:animEffect transition="in" filter="wipe(left)">
                                      <p:cBhvr>
                                        <p:cTn id="17" dur="500"/>
                                        <p:tgtEl>
                                          <p:spTgt spid="2253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2535"/>
                                        </p:tgtEl>
                                        <p:attrNameLst>
                                          <p:attrName>style.visibility</p:attrName>
                                        </p:attrNameLst>
                                      </p:cBhvr>
                                      <p:to>
                                        <p:strVal val="visible"/>
                                      </p:to>
                                    </p:set>
                                    <p:animEffect transition="in" filter="wipe(left)">
                                      <p:cBhvr>
                                        <p:cTn id="22" dur="500"/>
                                        <p:tgtEl>
                                          <p:spTgt spid="2253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3560">
                                            <p:txEl>
                                              <p:pRg st="0" end="0"/>
                                            </p:txEl>
                                          </p:spTgt>
                                        </p:tgtEl>
                                        <p:attrNameLst>
                                          <p:attrName>style.visibility</p:attrName>
                                        </p:attrNameLst>
                                      </p:cBhvr>
                                      <p:to>
                                        <p:strVal val="visible"/>
                                      </p:to>
                                    </p:set>
                                    <p:animEffect transition="in" filter="wipe(left)">
                                      <p:cBhvr>
                                        <p:cTn id="27" dur="500"/>
                                        <p:tgtEl>
                                          <p:spTgt spid="23560">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3556"/>
                                        </p:tgtEl>
                                        <p:attrNameLst>
                                          <p:attrName>style.visibility</p:attrName>
                                        </p:attrNameLst>
                                      </p:cBhvr>
                                      <p:to>
                                        <p:strVal val="visible"/>
                                      </p:to>
                                    </p:set>
                                    <p:animEffect transition="in" filter="wipe(left)">
                                      <p:cBhvr>
                                        <p:cTn id="32" dur="500"/>
                                        <p:tgtEl>
                                          <p:spTgt spid="2355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3557"/>
                                        </p:tgtEl>
                                        <p:attrNameLst>
                                          <p:attrName>style.visibility</p:attrName>
                                        </p:attrNameLst>
                                      </p:cBhvr>
                                      <p:to>
                                        <p:strVal val="visible"/>
                                      </p:to>
                                    </p:set>
                                    <p:animEffect transition="in" filter="wipe(left)">
                                      <p:cBhvr>
                                        <p:cTn id="37" dur="500"/>
                                        <p:tgtEl>
                                          <p:spTgt spid="23557"/>
                                        </p:tgtEl>
                                      </p:cBhvr>
                                    </p:animEffect>
                                  </p:childTnLst>
                                </p:cTn>
                              </p:par>
                            </p:childTnLst>
                          </p:cTn>
                        </p:par>
                      </p:childTnLst>
                    </p:cTn>
                  </p:par>
                  <p:par>
                    <p:cTn id="38" fill="hold">
                      <p:stCondLst>
                        <p:cond delay="indefinite"/>
                      </p:stCondLst>
                      <p:childTnLst>
                        <p:par>
                          <p:cTn id="39" fill="hold">
                            <p:stCondLst>
                              <p:cond delay="0"/>
                            </p:stCondLst>
                            <p:childTnLst>
                              <p:par>
                                <p:cTn id="40" presetID="12" presetClass="entr" presetSubtype="8" fill="hold" nodeType="clickEffect">
                                  <p:stCondLst>
                                    <p:cond delay="0"/>
                                  </p:stCondLst>
                                  <p:childTnLst>
                                    <p:set>
                                      <p:cBhvr>
                                        <p:cTn id="41" dur="1" fill="hold">
                                          <p:stCondLst>
                                            <p:cond delay="0"/>
                                          </p:stCondLst>
                                        </p:cTn>
                                        <p:tgtEl>
                                          <p:spTgt spid="24580"/>
                                        </p:tgtEl>
                                        <p:attrNameLst>
                                          <p:attrName>style.visibility</p:attrName>
                                        </p:attrNameLst>
                                      </p:cBhvr>
                                      <p:to>
                                        <p:strVal val="visible"/>
                                      </p:to>
                                    </p:set>
                                    <p:animEffect transition="in" filter="slide(fromLeft)">
                                      <p:cBhvr>
                                        <p:cTn id="42" dur="500"/>
                                        <p:tgtEl>
                                          <p:spTgt spid="24580"/>
                                        </p:tgtEl>
                                      </p:cBhvr>
                                    </p:animEffect>
                                  </p:childTnLst>
                                </p:cTn>
                              </p:par>
                            </p:childTnLst>
                          </p:cTn>
                        </p:par>
                      </p:childTnLst>
                    </p:cTn>
                  </p:par>
                  <p:par>
                    <p:cTn id="43" fill="hold">
                      <p:stCondLst>
                        <p:cond delay="indefinite"/>
                      </p:stCondLst>
                      <p:childTnLst>
                        <p:par>
                          <p:cTn id="44" fill="hold">
                            <p:stCondLst>
                              <p:cond delay="0"/>
                            </p:stCondLst>
                            <p:childTnLst>
                              <p:par>
                                <p:cTn id="45" presetID="12" presetClass="entr" presetSubtype="8" fill="hold" nodeType="clickEffect">
                                  <p:stCondLst>
                                    <p:cond delay="0"/>
                                  </p:stCondLst>
                                  <p:childTnLst>
                                    <p:set>
                                      <p:cBhvr>
                                        <p:cTn id="46" dur="1" fill="hold">
                                          <p:stCondLst>
                                            <p:cond delay="0"/>
                                          </p:stCondLst>
                                        </p:cTn>
                                        <p:tgtEl>
                                          <p:spTgt spid="24581"/>
                                        </p:tgtEl>
                                        <p:attrNameLst>
                                          <p:attrName>style.visibility</p:attrName>
                                        </p:attrNameLst>
                                      </p:cBhvr>
                                      <p:to>
                                        <p:strVal val="visible"/>
                                      </p:to>
                                    </p:set>
                                    <p:animEffect transition="in" filter="slide(fromLeft)">
                                      <p:cBhvr>
                                        <p:cTn id="47" dur="500"/>
                                        <p:tgtEl>
                                          <p:spTgt spid="245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60"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p:nvPr/>
        </p:nvGrpSpPr>
        <p:grpSpPr bwMode="auto">
          <a:xfrm>
            <a:off x="166688" y="1030288"/>
            <a:ext cx="8839200" cy="5029200"/>
            <a:chOff x="105" y="624"/>
            <a:chExt cx="5568" cy="3168"/>
          </a:xfrm>
        </p:grpSpPr>
        <p:grpSp>
          <p:nvGrpSpPr>
            <p:cNvPr id="66562" name="Group 6"/>
            <p:cNvGrpSpPr/>
            <p:nvPr/>
          </p:nvGrpSpPr>
          <p:grpSpPr bwMode="auto">
            <a:xfrm>
              <a:off x="105" y="624"/>
              <a:ext cx="5568" cy="3168"/>
              <a:chOff x="105" y="624"/>
              <a:chExt cx="5568" cy="3168"/>
            </a:xfrm>
          </p:grpSpPr>
          <p:graphicFrame>
            <p:nvGraphicFramePr>
              <p:cNvPr id="66563" name="Object 7"/>
              <p:cNvGraphicFramePr>
                <a:graphicFrameLocks noChangeAspect="1"/>
              </p:cNvGraphicFramePr>
              <p:nvPr/>
            </p:nvGraphicFramePr>
            <p:xfrm>
              <a:off x="288" y="689"/>
              <a:ext cx="5139" cy="3069"/>
            </p:xfrm>
            <a:graphic>
              <a:graphicData uri="http://schemas.openxmlformats.org/presentationml/2006/ole">
                <mc:AlternateContent xmlns:mc="http://schemas.openxmlformats.org/markup-compatibility/2006">
                  <mc:Choice xmlns:v="urn:schemas-microsoft-com:vml" Requires="v">
                    <p:oleObj spid="_x0000_s66810" r:id="rId3" imgW="3797300" imgH="2286000" progId="Equation.DSMT4">
                      <p:embed/>
                    </p:oleObj>
                  </mc:Choice>
                  <mc:Fallback>
                    <p:oleObj r:id="rId3" imgW="3797300" imgH="2286000"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 y="689"/>
                            <a:ext cx="5139" cy="3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66564" name="Line 8"/>
              <p:cNvSpPr>
                <a:spLocks noChangeShapeType="1"/>
              </p:cNvSpPr>
              <p:nvPr/>
            </p:nvSpPr>
            <p:spPr bwMode="auto">
              <a:xfrm>
                <a:off x="105" y="624"/>
                <a:ext cx="55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65" name="Line 9"/>
              <p:cNvSpPr>
                <a:spLocks noChangeShapeType="1"/>
              </p:cNvSpPr>
              <p:nvPr/>
            </p:nvSpPr>
            <p:spPr bwMode="auto">
              <a:xfrm>
                <a:off x="105" y="1008"/>
                <a:ext cx="556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66" name="Line 10"/>
              <p:cNvSpPr>
                <a:spLocks noChangeShapeType="1"/>
              </p:cNvSpPr>
              <p:nvPr/>
            </p:nvSpPr>
            <p:spPr bwMode="auto">
              <a:xfrm>
                <a:off x="105" y="3792"/>
                <a:ext cx="5568"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67" name="Line 11"/>
              <p:cNvSpPr>
                <a:spLocks noChangeShapeType="1"/>
              </p:cNvSpPr>
              <p:nvPr/>
            </p:nvSpPr>
            <p:spPr bwMode="auto">
              <a:xfrm>
                <a:off x="576" y="624"/>
                <a:ext cx="0" cy="316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66568" name="Line 12"/>
            <p:cNvSpPr>
              <a:spLocks noChangeShapeType="1"/>
            </p:cNvSpPr>
            <p:nvPr/>
          </p:nvSpPr>
          <p:spPr bwMode="auto">
            <a:xfrm>
              <a:off x="912" y="624"/>
              <a:ext cx="0" cy="3168"/>
            </a:xfrm>
            <a:prstGeom prst="line">
              <a:avLst/>
            </a:prstGeom>
            <a:noFill/>
            <a:ln w="6350">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25613" name="Object 13"/>
          <p:cNvGraphicFramePr>
            <a:graphicFrameLocks noChangeAspect="1"/>
          </p:cNvGraphicFramePr>
          <p:nvPr/>
        </p:nvGraphicFramePr>
        <p:xfrm>
          <a:off x="1905000" y="2097088"/>
          <a:ext cx="609600" cy="544512"/>
        </p:xfrm>
        <a:graphic>
          <a:graphicData uri="http://schemas.openxmlformats.org/presentationml/2006/ole">
            <mc:AlternateContent xmlns:mc="http://schemas.openxmlformats.org/markup-compatibility/2006">
              <mc:Choice xmlns:v="urn:schemas-microsoft-com:vml" Requires="v">
                <p:oleObj spid="_x0000_s66811" r:id="rId5" imgW="241300" imgH="215900" progId="Equation.DSMT4">
                  <p:embed/>
                </p:oleObj>
              </mc:Choice>
              <mc:Fallback>
                <p:oleObj r:id="rId5" imgW="241300" imgH="215900" progId="Equation.DSMT4">
                  <p:embed/>
                  <p:pic>
                    <p:nvPicPr>
                      <p:cNvPr id="0"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5000" y="2097088"/>
                        <a:ext cx="609600" cy="544512"/>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4" name="Group 14"/>
          <p:cNvGrpSpPr/>
          <p:nvPr/>
        </p:nvGrpSpPr>
        <p:grpSpPr bwMode="auto">
          <a:xfrm>
            <a:off x="1371600" y="1944688"/>
            <a:ext cx="533400" cy="838200"/>
            <a:chOff x="864" y="1200"/>
            <a:chExt cx="336" cy="528"/>
          </a:xfrm>
        </p:grpSpPr>
        <p:sp>
          <p:nvSpPr>
            <p:cNvPr id="66571" name="Line 15"/>
            <p:cNvSpPr>
              <a:spLocks noChangeShapeType="1"/>
            </p:cNvSpPr>
            <p:nvPr/>
          </p:nvSpPr>
          <p:spPr bwMode="auto">
            <a:xfrm>
              <a:off x="864" y="1200"/>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72" name="Line 16"/>
            <p:cNvSpPr>
              <a:spLocks noChangeShapeType="1"/>
            </p:cNvSpPr>
            <p:nvPr/>
          </p:nvSpPr>
          <p:spPr bwMode="auto">
            <a:xfrm flipV="1">
              <a:off x="864" y="1392"/>
              <a:ext cx="336" cy="336"/>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aphicFrame>
        <p:nvGraphicFramePr>
          <p:cNvPr id="25617" name="Object 17"/>
          <p:cNvGraphicFramePr>
            <a:graphicFrameLocks noChangeAspect="1"/>
          </p:cNvGraphicFramePr>
          <p:nvPr/>
        </p:nvGraphicFramePr>
        <p:xfrm>
          <a:off x="1905000" y="3103563"/>
          <a:ext cx="609600" cy="512762"/>
        </p:xfrm>
        <a:graphic>
          <a:graphicData uri="http://schemas.openxmlformats.org/presentationml/2006/ole">
            <mc:AlternateContent xmlns:mc="http://schemas.openxmlformats.org/markup-compatibility/2006">
              <mc:Choice xmlns:v="urn:schemas-microsoft-com:vml" Requires="v">
                <p:oleObj spid="_x0000_s66812" r:id="rId7" imgW="241300" imgH="203200" progId="Equation.DSMT4">
                  <p:embed/>
                </p:oleObj>
              </mc:Choice>
              <mc:Fallback>
                <p:oleObj r:id="rId7" imgW="241300" imgH="203200" progId="Equation.DSMT4">
                  <p:embed/>
                  <p:pic>
                    <p:nvPicPr>
                      <p:cNvPr id="0" name="Object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5000" y="3103563"/>
                        <a:ext cx="609600" cy="512762"/>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8" name="Object 18"/>
          <p:cNvGraphicFramePr>
            <a:graphicFrameLocks noChangeAspect="1"/>
          </p:cNvGraphicFramePr>
          <p:nvPr/>
        </p:nvGraphicFramePr>
        <p:xfrm>
          <a:off x="1908175" y="4076700"/>
          <a:ext cx="609600" cy="512763"/>
        </p:xfrm>
        <a:graphic>
          <a:graphicData uri="http://schemas.openxmlformats.org/presentationml/2006/ole">
            <mc:AlternateContent xmlns:mc="http://schemas.openxmlformats.org/markup-compatibility/2006">
              <mc:Choice xmlns:v="urn:schemas-microsoft-com:vml" Requires="v">
                <p:oleObj spid="_x0000_s66813" r:id="rId9" imgW="241300" imgH="228600" progId="Equation.DSMT4">
                  <p:embed/>
                </p:oleObj>
              </mc:Choice>
              <mc:Fallback>
                <p:oleObj r:id="rId9" imgW="241300" imgH="228600" progId="Equation.DSMT4">
                  <p:embed/>
                  <p:pic>
                    <p:nvPicPr>
                      <p:cNvPr id="0" name="Object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8175" y="4076700"/>
                        <a:ext cx="609600" cy="512763"/>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19" name="Object 19"/>
          <p:cNvGraphicFramePr>
            <a:graphicFrameLocks noChangeAspect="1"/>
          </p:cNvGraphicFramePr>
          <p:nvPr/>
        </p:nvGraphicFramePr>
        <p:xfrm>
          <a:off x="1905000" y="5129213"/>
          <a:ext cx="609600" cy="544512"/>
        </p:xfrm>
        <a:graphic>
          <a:graphicData uri="http://schemas.openxmlformats.org/presentationml/2006/ole">
            <mc:AlternateContent xmlns:mc="http://schemas.openxmlformats.org/markup-compatibility/2006">
              <mc:Choice xmlns:v="urn:schemas-microsoft-com:vml" Requires="v">
                <p:oleObj spid="_x0000_s66814" r:id="rId11" imgW="241300" imgH="215900" progId="Equation.DSMT4">
                  <p:embed/>
                </p:oleObj>
              </mc:Choice>
              <mc:Fallback>
                <p:oleObj r:id="rId11" imgW="241300" imgH="215900" progId="Equation.DSMT4">
                  <p:embed/>
                  <p:pic>
                    <p:nvPicPr>
                      <p:cNvPr id="0" name="Object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5000" y="5129213"/>
                        <a:ext cx="609600" cy="544512"/>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0" name="Object 20"/>
          <p:cNvGraphicFramePr>
            <a:graphicFrameLocks noChangeAspect="1"/>
          </p:cNvGraphicFramePr>
          <p:nvPr/>
        </p:nvGraphicFramePr>
        <p:xfrm>
          <a:off x="3571875" y="2603500"/>
          <a:ext cx="771525" cy="608013"/>
        </p:xfrm>
        <a:graphic>
          <a:graphicData uri="http://schemas.openxmlformats.org/presentationml/2006/ole">
            <mc:AlternateContent xmlns:mc="http://schemas.openxmlformats.org/markup-compatibility/2006">
              <mc:Choice xmlns:v="urn:schemas-microsoft-com:vml" Requires="v">
                <p:oleObj spid="_x0000_s66815" r:id="rId13" imgW="304800" imgH="241300" progId="Equation.DSMT4">
                  <p:embed/>
                </p:oleObj>
              </mc:Choice>
              <mc:Fallback>
                <p:oleObj r:id="rId13" imgW="304800" imgH="241300" progId="Equation.DSMT4">
                  <p:embed/>
                  <p:pic>
                    <p:nvPicPr>
                      <p:cNvPr id="0" name="Object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71875" y="2603500"/>
                        <a:ext cx="771525" cy="608013"/>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1" name="Object 21"/>
          <p:cNvGraphicFramePr>
            <a:graphicFrameLocks noChangeAspect="1"/>
          </p:cNvGraphicFramePr>
          <p:nvPr/>
        </p:nvGraphicFramePr>
        <p:xfrm>
          <a:off x="3571875" y="3608388"/>
          <a:ext cx="771525" cy="581025"/>
        </p:xfrm>
        <a:graphic>
          <a:graphicData uri="http://schemas.openxmlformats.org/presentationml/2006/ole">
            <mc:AlternateContent xmlns:mc="http://schemas.openxmlformats.org/markup-compatibility/2006">
              <mc:Choice xmlns:v="urn:schemas-microsoft-com:vml" Requires="v">
                <p:oleObj spid="_x0000_s66816" r:id="rId15" imgW="304800" imgH="228600" progId="Equation.DSMT4">
                  <p:embed/>
                </p:oleObj>
              </mc:Choice>
              <mc:Fallback>
                <p:oleObj r:id="rId15" imgW="304800" imgH="228600" progId="Equation.DSMT4">
                  <p:embed/>
                  <p:pic>
                    <p:nvPicPr>
                      <p:cNvPr id="0" name="Object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71875" y="3608388"/>
                        <a:ext cx="771525" cy="581025"/>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2" name="Object 22"/>
          <p:cNvGraphicFramePr>
            <a:graphicFrameLocks noChangeAspect="1"/>
          </p:cNvGraphicFramePr>
          <p:nvPr/>
        </p:nvGraphicFramePr>
        <p:xfrm>
          <a:off x="3616325" y="4603750"/>
          <a:ext cx="803275" cy="581025"/>
        </p:xfrm>
        <a:graphic>
          <a:graphicData uri="http://schemas.openxmlformats.org/presentationml/2006/ole">
            <mc:AlternateContent xmlns:mc="http://schemas.openxmlformats.org/markup-compatibility/2006">
              <mc:Choice xmlns:v="urn:schemas-microsoft-com:vml" Requires="v">
                <p:oleObj spid="_x0000_s66817" r:id="rId17" imgW="317500" imgH="228600" progId="Equation.DSMT4">
                  <p:embed/>
                </p:oleObj>
              </mc:Choice>
              <mc:Fallback>
                <p:oleObj r:id="rId17" imgW="317500" imgH="228600" progId="Equation.DSMT4">
                  <p:embed/>
                  <p:pic>
                    <p:nvPicPr>
                      <p:cNvPr id="0" name="Object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16325" y="4603750"/>
                        <a:ext cx="803275" cy="581025"/>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3" name="Object 23"/>
          <p:cNvGraphicFramePr>
            <a:graphicFrameLocks noChangeAspect="1"/>
          </p:cNvGraphicFramePr>
          <p:nvPr/>
        </p:nvGraphicFramePr>
        <p:xfrm>
          <a:off x="5638800" y="2949575"/>
          <a:ext cx="771525" cy="608013"/>
        </p:xfrm>
        <a:graphic>
          <a:graphicData uri="http://schemas.openxmlformats.org/presentationml/2006/ole">
            <mc:AlternateContent xmlns:mc="http://schemas.openxmlformats.org/markup-compatibility/2006">
              <mc:Choice xmlns:v="urn:schemas-microsoft-com:vml" Requires="v">
                <p:oleObj spid="_x0000_s66818" r:id="rId19" imgW="304800" imgH="241300" progId="Equation.DSMT4">
                  <p:embed/>
                </p:oleObj>
              </mc:Choice>
              <mc:Fallback>
                <p:oleObj r:id="rId19" imgW="304800" imgH="241300" progId="Equation.DSMT4">
                  <p:embed/>
                  <p:pic>
                    <p:nvPicPr>
                      <p:cNvPr id="0" name="Object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638800" y="2949575"/>
                        <a:ext cx="771525" cy="608013"/>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4" name="Object 24"/>
          <p:cNvGraphicFramePr>
            <a:graphicFrameLocks noChangeAspect="1"/>
          </p:cNvGraphicFramePr>
          <p:nvPr/>
        </p:nvGraphicFramePr>
        <p:xfrm>
          <a:off x="5705475" y="3954463"/>
          <a:ext cx="771525" cy="581025"/>
        </p:xfrm>
        <a:graphic>
          <a:graphicData uri="http://schemas.openxmlformats.org/presentationml/2006/ole">
            <mc:AlternateContent xmlns:mc="http://schemas.openxmlformats.org/markup-compatibility/2006">
              <mc:Choice xmlns:v="urn:schemas-microsoft-com:vml" Requires="v">
                <p:oleObj spid="_x0000_s66819" r:id="rId21" imgW="304800" imgH="228600" progId="Equation.DSMT4">
                  <p:embed/>
                </p:oleObj>
              </mc:Choice>
              <mc:Fallback>
                <p:oleObj r:id="rId21" imgW="304800" imgH="228600" progId="Equation.DSMT4">
                  <p:embed/>
                  <p:pic>
                    <p:nvPicPr>
                      <p:cNvPr id="0" name="Object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05475" y="3954463"/>
                        <a:ext cx="771525" cy="581025"/>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5625" name="Object 25"/>
          <p:cNvGraphicFramePr>
            <a:graphicFrameLocks noChangeAspect="1"/>
          </p:cNvGraphicFramePr>
          <p:nvPr/>
        </p:nvGraphicFramePr>
        <p:xfrm>
          <a:off x="7620000" y="3608388"/>
          <a:ext cx="771525" cy="608012"/>
        </p:xfrm>
        <a:graphic>
          <a:graphicData uri="http://schemas.openxmlformats.org/presentationml/2006/ole">
            <mc:AlternateContent xmlns:mc="http://schemas.openxmlformats.org/markup-compatibility/2006">
              <mc:Choice xmlns:v="urn:schemas-microsoft-com:vml" Requires="v">
                <p:oleObj spid="_x0000_s66820" r:id="rId23" imgW="304800" imgH="241300" progId="Equation.DSMT4">
                  <p:embed/>
                </p:oleObj>
              </mc:Choice>
              <mc:Fallback>
                <p:oleObj r:id="rId23" imgW="304800" imgH="241300" progId="Equation.DSMT4">
                  <p:embed/>
                  <p:pic>
                    <p:nvPicPr>
                      <p:cNvPr id="0" name="Object 25"/>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620000" y="3608388"/>
                        <a:ext cx="771525" cy="608012"/>
                      </a:xfrm>
                      <a:prstGeom prst="rect">
                        <a:avLst/>
                      </a:prstGeom>
                      <a:solidFill>
                        <a:srgbClr val="FFFF00"/>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5" name="Group 26"/>
          <p:cNvGrpSpPr/>
          <p:nvPr/>
        </p:nvGrpSpPr>
        <p:grpSpPr bwMode="auto">
          <a:xfrm>
            <a:off x="1371600" y="3011488"/>
            <a:ext cx="533400" cy="838200"/>
            <a:chOff x="864" y="1872"/>
            <a:chExt cx="336" cy="528"/>
          </a:xfrm>
        </p:grpSpPr>
        <p:sp>
          <p:nvSpPr>
            <p:cNvPr id="66583" name="Line 27"/>
            <p:cNvSpPr>
              <a:spLocks noChangeShapeType="1"/>
            </p:cNvSpPr>
            <p:nvPr/>
          </p:nvSpPr>
          <p:spPr bwMode="auto">
            <a:xfrm>
              <a:off x="864" y="1872"/>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84" name="Line 28"/>
            <p:cNvSpPr>
              <a:spLocks noChangeShapeType="1"/>
            </p:cNvSpPr>
            <p:nvPr/>
          </p:nvSpPr>
          <p:spPr bwMode="auto">
            <a:xfrm flipV="1">
              <a:off x="864" y="2064"/>
              <a:ext cx="336" cy="336"/>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6" name="Group 29"/>
          <p:cNvGrpSpPr/>
          <p:nvPr/>
        </p:nvGrpSpPr>
        <p:grpSpPr bwMode="auto">
          <a:xfrm>
            <a:off x="1447800" y="4002088"/>
            <a:ext cx="533400" cy="838200"/>
            <a:chOff x="912" y="2496"/>
            <a:chExt cx="336" cy="528"/>
          </a:xfrm>
        </p:grpSpPr>
        <p:sp>
          <p:nvSpPr>
            <p:cNvPr id="66586" name="Line 30"/>
            <p:cNvSpPr>
              <a:spLocks noChangeShapeType="1"/>
            </p:cNvSpPr>
            <p:nvPr/>
          </p:nvSpPr>
          <p:spPr bwMode="auto">
            <a:xfrm>
              <a:off x="912" y="2496"/>
              <a:ext cx="288" cy="192"/>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87" name="Line 31"/>
            <p:cNvSpPr>
              <a:spLocks noChangeShapeType="1"/>
            </p:cNvSpPr>
            <p:nvPr/>
          </p:nvSpPr>
          <p:spPr bwMode="auto">
            <a:xfrm flipV="1">
              <a:off x="912" y="2688"/>
              <a:ext cx="336" cy="336"/>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7" name="Group 32"/>
          <p:cNvGrpSpPr/>
          <p:nvPr/>
        </p:nvGrpSpPr>
        <p:grpSpPr bwMode="auto">
          <a:xfrm>
            <a:off x="1371600" y="4992688"/>
            <a:ext cx="533400" cy="838200"/>
            <a:chOff x="864" y="3120"/>
            <a:chExt cx="336" cy="528"/>
          </a:xfrm>
        </p:grpSpPr>
        <p:sp>
          <p:nvSpPr>
            <p:cNvPr id="66589" name="Line 33"/>
            <p:cNvSpPr>
              <a:spLocks noChangeShapeType="1"/>
            </p:cNvSpPr>
            <p:nvPr/>
          </p:nvSpPr>
          <p:spPr bwMode="auto">
            <a:xfrm>
              <a:off x="864" y="3120"/>
              <a:ext cx="288"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90" name="Line 34"/>
            <p:cNvSpPr>
              <a:spLocks noChangeShapeType="1"/>
            </p:cNvSpPr>
            <p:nvPr/>
          </p:nvSpPr>
          <p:spPr bwMode="auto">
            <a:xfrm flipV="1">
              <a:off x="864" y="3312"/>
              <a:ext cx="336" cy="336"/>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8" name="Group 35"/>
          <p:cNvGrpSpPr/>
          <p:nvPr/>
        </p:nvGrpSpPr>
        <p:grpSpPr bwMode="auto">
          <a:xfrm>
            <a:off x="2514600" y="2478088"/>
            <a:ext cx="990600" cy="838200"/>
            <a:chOff x="1584" y="1536"/>
            <a:chExt cx="624" cy="528"/>
          </a:xfrm>
        </p:grpSpPr>
        <p:sp>
          <p:nvSpPr>
            <p:cNvPr id="66592" name="Line 36"/>
            <p:cNvSpPr>
              <a:spLocks noChangeShapeType="1"/>
            </p:cNvSpPr>
            <p:nvPr/>
          </p:nvSpPr>
          <p:spPr bwMode="auto">
            <a:xfrm>
              <a:off x="1584" y="1536"/>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93" name="Line 37"/>
            <p:cNvSpPr>
              <a:spLocks noChangeShapeType="1"/>
            </p:cNvSpPr>
            <p:nvPr/>
          </p:nvSpPr>
          <p:spPr bwMode="auto">
            <a:xfrm flipV="1">
              <a:off x="1584" y="1776"/>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9" name="Group 38"/>
          <p:cNvGrpSpPr/>
          <p:nvPr/>
        </p:nvGrpSpPr>
        <p:grpSpPr bwMode="auto">
          <a:xfrm>
            <a:off x="2514600" y="3544888"/>
            <a:ext cx="990600" cy="838200"/>
            <a:chOff x="1584" y="2208"/>
            <a:chExt cx="624" cy="528"/>
          </a:xfrm>
        </p:grpSpPr>
        <p:sp>
          <p:nvSpPr>
            <p:cNvPr id="66595" name="Line 39"/>
            <p:cNvSpPr>
              <a:spLocks noChangeShapeType="1"/>
            </p:cNvSpPr>
            <p:nvPr/>
          </p:nvSpPr>
          <p:spPr bwMode="auto">
            <a:xfrm>
              <a:off x="1584" y="2208"/>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96" name="Line 40"/>
            <p:cNvSpPr>
              <a:spLocks noChangeShapeType="1"/>
            </p:cNvSpPr>
            <p:nvPr/>
          </p:nvSpPr>
          <p:spPr bwMode="auto">
            <a:xfrm flipV="1">
              <a:off x="1584" y="2448"/>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0" name="Group 41"/>
          <p:cNvGrpSpPr/>
          <p:nvPr/>
        </p:nvGrpSpPr>
        <p:grpSpPr bwMode="auto">
          <a:xfrm>
            <a:off x="2590800" y="4535488"/>
            <a:ext cx="990600" cy="838200"/>
            <a:chOff x="1632" y="2832"/>
            <a:chExt cx="624" cy="528"/>
          </a:xfrm>
        </p:grpSpPr>
        <p:sp>
          <p:nvSpPr>
            <p:cNvPr id="66598" name="Line 42"/>
            <p:cNvSpPr>
              <a:spLocks noChangeShapeType="1"/>
            </p:cNvSpPr>
            <p:nvPr/>
          </p:nvSpPr>
          <p:spPr bwMode="auto">
            <a:xfrm>
              <a:off x="1632" y="2832"/>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599" name="Line 43"/>
            <p:cNvSpPr>
              <a:spLocks noChangeShapeType="1"/>
            </p:cNvSpPr>
            <p:nvPr/>
          </p:nvSpPr>
          <p:spPr bwMode="auto">
            <a:xfrm flipV="1">
              <a:off x="1632" y="3072"/>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1" name="Group 44"/>
          <p:cNvGrpSpPr/>
          <p:nvPr/>
        </p:nvGrpSpPr>
        <p:grpSpPr bwMode="auto">
          <a:xfrm>
            <a:off x="4495800" y="2935288"/>
            <a:ext cx="990600" cy="838200"/>
            <a:chOff x="2832" y="1824"/>
            <a:chExt cx="624" cy="528"/>
          </a:xfrm>
        </p:grpSpPr>
        <p:sp>
          <p:nvSpPr>
            <p:cNvPr id="66601" name="Line 45"/>
            <p:cNvSpPr>
              <a:spLocks noChangeShapeType="1"/>
            </p:cNvSpPr>
            <p:nvPr/>
          </p:nvSpPr>
          <p:spPr bwMode="auto">
            <a:xfrm>
              <a:off x="2832" y="1824"/>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602" name="Line 46"/>
            <p:cNvSpPr>
              <a:spLocks noChangeShapeType="1"/>
            </p:cNvSpPr>
            <p:nvPr/>
          </p:nvSpPr>
          <p:spPr bwMode="auto">
            <a:xfrm flipV="1">
              <a:off x="2832" y="2064"/>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2" name="Group 47"/>
          <p:cNvGrpSpPr/>
          <p:nvPr/>
        </p:nvGrpSpPr>
        <p:grpSpPr bwMode="auto">
          <a:xfrm>
            <a:off x="4495800" y="3925888"/>
            <a:ext cx="990600" cy="838200"/>
            <a:chOff x="2832" y="2448"/>
            <a:chExt cx="624" cy="528"/>
          </a:xfrm>
        </p:grpSpPr>
        <p:sp>
          <p:nvSpPr>
            <p:cNvPr id="66604" name="Line 48"/>
            <p:cNvSpPr>
              <a:spLocks noChangeShapeType="1"/>
            </p:cNvSpPr>
            <p:nvPr/>
          </p:nvSpPr>
          <p:spPr bwMode="auto">
            <a:xfrm>
              <a:off x="2832" y="2448"/>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605" name="Line 49"/>
            <p:cNvSpPr>
              <a:spLocks noChangeShapeType="1"/>
            </p:cNvSpPr>
            <p:nvPr/>
          </p:nvSpPr>
          <p:spPr bwMode="auto">
            <a:xfrm flipV="1">
              <a:off x="2832" y="2688"/>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13" name="Group 50"/>
          <p:cNvGrpSpPr/>
          <p:nvPr/>
        </p:nvGrpSpPr>
        <p:grpSpPr bwMode="auto">
          <a:xfrm>
            <a:off x="6553200" y="3468688"/>
            <a:ext cx="990600" cy="838200"/>
            <a:chOff x="4128" y="2160"/>
            <a:chExt cx="624" cy="528"/>
          </a:xfrm>
        </p:grpSpPr>
        <p:sp>
          <p:nvSpPr>
            <p:cNvPr id="66607" name="Line 51"/>
            <p:cNvSpPr>
              <a:spLocks noChangeShapeType="1"/>
            </p:cNvSpPr>
            <p:nvPr/>
          </p:nvSpPr>
          <p:spPr bwMode="auto">
            <a:xfrm>
              <a:off x="4128" y="2160"/>
              <a:ext cx="624" cy="240"/>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sp>
          <p:nvSpPr>
            <p:cNvPr id="66608" name="Line 52"/>
            <p:cNvSpPr>
              <a:spLocks noChangeShapeType="1"/>
            </p:cNvSpPr>
            <p:nvPr/>
          </p:nvSpPr>
          <p:spPr bwMode="auto">
            <a:xfrm flipV="1">
              <a:off x="4128" y="2400"/>
              <a:ext cx="624" cy="288"/>
            </a:xfrm>
            <a:prstGeom prst="line">
              <a:avLst/>
            </a:prstGeom>
            <a:noFill/>
            <a:ln w="28575">
              <a:solidFill>
                <a:srgbClr val="FF0000"/>
              </a:solidFill>
              <a:prstDash val="dash"/>
              <a:round/>
            </a:ln>
            <a:extLst>
              <a:ext uri="{909E8E84-426E-40DD-AFC4-6F175D3DCCD1}">
                <a14:hiddenFill xmlns:a14="http://schemas.microsoft.com/office/drawing/2010/main">
                  <a:noFill/>
                </a14:hiddenFill>
              </a:ext>
            </a:extLst>
          </p:spPr>
          <p:txBody>
            <a:bodyPr/>
            <a:lstStyle/>
            <a:p>
              <a:endParaRPr lang="zh-CN" altLang="en-US"/>
            </a:p>
          </p:txBody>
        </p:sp>
      </p:grpSp>
      <p:sp>
        <p:nvSpPr>
          <p:cNvPr id="25653" name="Text Box 53"/>
          <p:cNvSpPr txBox="1">
            <a:spLocks noChangeArrowheads="1"/>
          </p:cNvSpPr>
          <p:nvPr/>
        </p:nvSpPr>
        <p:spPr bwMode="auto">
          <a:xfrm>
            <a:off x="671513" y="260350"/>
            <a:ext cx="1404937" cy="579438"/>
          </a:xfrm>
          <a:prstGeom prst="rect">
            <a:avLst/>
          </a:prstGeom>
          <a:solidFill>
            <a:srgbClr val="000099"/>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chemeClr val="bg1"/>
                </a:solidFill>
                <a:latin typeface="Times New Roman" panose="02020603050405020304" pitchFamily="18" charset="0"/>
                <a:ea typeface="楷体_GB2312" pitchFamily="49" charset="-122"/>
              </a:rPr>
              <a:t>差分表</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25653"/>
                                        </p:tgtEl>
                                        <p:attrNameLst>
                                          <p:attrName>style.visibility</p:attrName>
                                        </p:attrNameLst>
                                      </p:cBhvr>
                                      <p:to>
                                        <p:strVal val="visible"/>
                                      </p:to>
                                    </p:set>
                                    <p:anim calcmode="lin" valueType="num">
                                      <p:cBhvr>
                                        <p:cTn id="7" dur="500" fill="hold"/>
                                        <p:tgtEl>
                                          <p:spTgt spid="25653"/>
                                        </p:tgtEl>
                                        <p:attrNameLst>
                                          <p:attrName>ppt_x</p:attrName>
                                        </p:attrNameLst>
                                      </p:cBhvr>
                                      <p:tavLst>
                                        <p:tav tm="0">
                                          <p:val>
                                            <p:strVal val="#ppt_x-#ppt_w/2"/>
                                          </p:val>
                                        </p:tav>
                                        <p:tav tm="100000">
                                          <p:val>
                                            <p:strVal val="#ppt_x"/>
                                          </p:val>
                                        </p:tav>
                                      </p:tavLst>
                                    </p:anim>
                                    <p:anim calcmode="lin" valueType="num">
                                      <p:cBhvr>
                                        <p:cTn id="8" dur="500" fill="hold"/>
                                        <p:tgtEl>
                                          <p:spTgt spid="25653"/>
                                        </p:tgtEl>
                                        <p:attrNameLst>
                                          <p:attrName>ppt_y</p:attrName>
                                        </p:attrNameLst>
                                      </p:cBhvr>
                                      <p:tavLst>
                                        <p:tav tm="0">
                                          <p:val>
                                            <p:strVal val="#ppt_y"/>
                                          </p:val>
                                        </p:tav>
                                        <p:tav tm="100000">
                                          <p:val>
                                            <p:strVal val="#ppt_y"/>
                                          </p:val>
                                        </p:tav>
                                      </p:tavLst>
                                    </p:anim>
                                    <p:anim calcmode="lin" valueType="num">
                                      <p:cBhvr>
                                        <p:cTn id="9" dur="500" fill="hold"/>
                                        <p:tgtEl>
                                          <p:spTgt spid="25653"/>
                                        </p:tgtEl>
                                        <p:attrNameLst>
                                          <p:attrName>ppt_w</p:attrName>
                                        </p:attrNameLst>
                                      </p:cBhvr>
                                      <p:tavLst>
                                        <p:tav tm="0">
                                          <p:val>
                                            <p:fltVal val="0"/>
                                          </p:val>
                                        </p:tav>
                                        <p:tav tm="100000">
                                          <p:val>
                                            <p:strVal val="#ppt_w"/>
                                          </p:val>
                                        </p:tav>
                                      </p:tavLst>
                                    </p:anim>
                                    <p:anim calcmode="lin" valueType="num">
                                      <p:cBhvr>
                                        <p:cTn id="10" dur="500" fill="hold"/>
                                        <p:tgtEl>
                                          <p:spTgt spid="25653"/>
                                        </p:tgtEl>
                                        <p:attrNameLst>
                                          <p:attrName>ppt_h</p:attrName>
                                        </p:attrNameLst>
                                      </p:cBhvr>
                                      <p:tavLst>
                                        <p:tav tm="0">
                                          <p:val>
                                            <p:strVal val="#ppt_h"/>
                                          </p:val>
                                        </p:tav>
                                        <p:tav tm="100000">
                                          <p:val>
                                            <p:strVal val="#ppt_h"/>
                                          </p:val>
                                        </p:tav>
                                      </p:tavLst>
                                    </p:anim>
                                  </p:childTnLst>
                                </p:cTn>
                              </p:par>
                            </p:childTnLst>
                          </p:cTn>
                        </p:par>
                      </p:childTnLst>
                    </p:cTn>
                  </p:par>
                  <p:par>
                    <p:cTn id="11" fill="hold">
                      <p:stCondLst>
                        <p:cond delay="indefinite"/>
                      </p:stCondLst>
                      <p:childTnLst>
                        <p:par>
                          <p:cTn id="12" fill="hold">
                            <p:stCondLst>
                              <p:cond delay="0"/>
                            </p:stCondLst>
                            <p:childTnLst>
                              <p:par>
                                <p:cTn id="13" presetID="18" presetClass="entr" presetSubtype="6"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strips(downRight)">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17" presetClass="entr" presetSubtype="8" fill="hold" nodeType="clickEffect">
                                  <p:stCondLst>
                                    <p:cond delay="0"/>
                                  </p:stCondLst>
                                  <p:childTnLst>
                                    <p:set>
                                      <p:cBhvr>
                                        <p:cTn id="24" dur="1" fill="hold">
                                          <p:stCondLst>
                                            <p:cond delay="0"/>
                                          </p:stCondLst>
                                        </p:cTn>
                                        <p:tgtEl>
                                          <p:spTgt spid="25613"/>
                                        </p:tgtEl>
                                        <p:attrNameLst>
                                          <p:attrName>style.visibility</p:attrName>
                                        </p:attrNameLst>
                                      </p:cBhvr>
                                      <p:to>
                                        <p:strVal val="visible"/>
                                      </p:to>
                                    </p:set>
                                    <p:anim calcmode="lin" valueType="num">
                                      <p:cBhvr>
                                        <p:cTn id="25" dur="500" fill="hold"/>
                                        <p:tgtEl>
                                          <p:spTgt spid="25613"/>
                                        </p:tgtEl>
                                        <p:attrNameLst>
                                          <p:attrName>ppt_x</p:attrName>
                                        </p:attrNameLst>
                                      </p:cBhvr>
                                      <p:tavLst>
                                        <p:tav tm="0">
                                          <p:val>
                                            <p:strVal val="#ppt_x-#ppt_w/2"/>
                                          </p:val>
                                        </p:tav>
                                        <p:tav tm="100000">
                                          <p:val>
                                            <p:strVal val="#ppt_x"/>
                                          </p:val>
                                        </p:tav>
                                      </p:tavLst>
                                    </p:anim>
                                    <p:anim calcmode="lin" valueType="num">
                                      <p:cBhvr>
                                        <p:cTn id="26" dur="500" fill="hold"/>
                                        <p:tgtEl>
                                          <p:spTgt spid="25613"/>
                                        </p:tgtEl>
                                        <p:attrNameLst>
                                          <p:attrName>ppt_y</p:attrName>
                                        </p:attrNameLst>
                                      </p:cBhvr>
                                      <p:tavLst>
                                        <p:tav tm="0">
                                          <p:val>
                                            <p:strVal val="#ppt_y"/>
                                          </p:val>
                                        </p:tav>
                                        <p:tav tm="100000">
                                          <p:val>
                                            <p:strVal val="#ppt_y"/>
                                          </p:val>
                                        </p:tav>
                                      </p:tavLst>
                                    </p:anim>
                                    <p:anim calcmode="lin" valueType="num">
                                      <p:cBhvr>
                                        <p:cTn id="27" dur="500" fill="hold"/>
                                        <p:tgtEl>
                                          <p:spTgt spid="25613"/>
                                        </p:tgtEl>
                                        <p:attrNameLst>
                                          <p:attrName>ppt_w</p:attrName>
                                        </p:attrNameLst>
                                      </p:cBhvr>
                                      <p:tavLst>
                                        <p:tav tm="0">
                                          <p:val>
                                            <p:fltVal val="0"/>
                                          </p:val>
                                        </p:tav>
                                        <p:tav tm="100000">
                                          <p:val>
                                            <p:strVal val="#ppt_w"/>
                                          </p:val>
                                        </p:tav>
                                      </p:tavLst>
                                    </p:anim>
                                    <p:anim calcmode="lin" valueType="num">
                                      <p:cBhvr>
                                        <p:cTn id="28" dur="500" fill="hold"/>
                                        <p:tgtEl>
                                          <p:spTgt spid="25613"/>
                                        </p:tgtEl>
                                        <p:attrNameLst>
                                          <p:attrName>ppt_h</p:attrName>
                                        </p:attrNameLst>
                                      </p:cBhvr>
                                      <p:tavLst>
                                        <p:tav tm="0">
                                          <p:val>
                                            <p:strVal val="#ppt_h"/>
                                          </p:val>
                                        </p:tav>
                                        <p:tav tm="100000">
                                          <p:val>
                                            <p:strVal val="#ppt_h"/>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childTnLst>
                          </p:cTn>
                        </p:par>
                      </p:childTnLst>
                    </p:cTn>
                  </p:par>
                  <p:par>
                    <p:cTn id="34" fill="hold">
                      <p:stCondLst>
                        <p:cond delay="indefinite"/>
                      </p:stCondLst>
                      <p:childTnLst>
                        <p:par>
                          <p:cTn id="35" fill="hold">
                            <p:stCondLst>
                              <p:cond delay="0"/>
                            </p:stCondLst>
                            <p:childTnLst>
                              <p:par>
                                <p:cTn id="36" presetID="17" presetClass="entr" presetSubtype="8" fill="hold" nodeType="clickEffect">
                                  <p:stCondLst>
                                    <p:cond delay="0"/>
                                  </p:stCondLst>
                                  <p:childTnLst>
                                    <p:set>
                                      <p:cBhvr>
                                        <p:cTn id="37" dur="1" fill="hold">
                                          <p:stCondLst>
                                            <p:cond delay="0"/>
                                          </p:stCondLst>
                                        </p:cTn>
                                        <p:tgtEl>
                                          <p:spTgt spid="25617"/>
                                        </p:tgtEl>
                                        <p:attrNameLst>
                                          <p:attrName>style.visibility</p:attrName>
                                        </p:attrNameLst>
                                      </p:cBhvr>
                                      <p:to>
                                        <p:strVal val="visible"/>
                                      </p:to>
                                    </p:set>
                                    <p:anim calcmode="lin" valueType="num">
                                      <p:cBhvr>
                                        <p:cTn id="38" dur="500" fill="hold"/>
                                        <p:tgtEl>
                                          <p:spTgt spid="25617"/>
                                        </p:tgtEl>
                                        <p:attrNameLst>
                                          <p:attrName>ppt_x</p:attrName>
                                        </p:attrNameLst>
                                      </p:cBhvr>
                                      <p:tavLst>
                                        <p:tav tm="0">
                                          <p:val>
                                            <p:strVal val="#ppt_x-#ppt_w/2"/>
                                          </p:val>
                                        </p:tav>
                                        <p:tav tm="100000">
                                          <p:val>
                                            <p:strVal val="#ppt_x"/>
                                          </p:val>
                                        </p:tav>
                                      </p:tavLst>
                                    </p:anim>
                                    <p:anim calcmode="lin" valueType="num">
                                      <p:cBhvr>
                                        <p:cTn id="39" dur="500" fill="hold"/>
                                        <p:tgtEl>
                                          <p:spTgt spid="25617"/>
                                        </p:tgtEl>
                                        <p:attrNameLst>
                                          <p:attrName>ppt_y</p:attrName>
                                        </p:attrNameLst>
                                      </p:cBhvr>
                                      <p:tavLst>
                                        <p:tav tm="0">
                                          <p:val>
                                            <p:strVal val="#ppt_y"/>
                                          </p:val>
                                        </p:tav>
                                        <p:tav tm="100000">
                                          <p:val>
                                            <p:strVal val="#ppt_y"/>
                                          </p:val>
                                        </p:tav>
                                      </p:tavLst>
                                    </p:anim>
                                    <p:anim calcmode="lin" valueType="num">
                                      <p:cBhvr>
                                        <p:cTn id="40" dur="500" fill="hold"/>
                                        <p:tgtEl>
                                          <p:spTgt spid="25617"/>
                                        </p:tgtEl>
                                        <p:attrNameLst>
                                          <p:attrName>ppt_w</p:attrName>
                                        </p:attrNameLst>
                                      </p:cBhvr>
                                      <p:tavLst>
                                        <p:tav tm="0">
                                          <p:val>
                                            <p:fltVal val="0"/>
                                          </p:val>
                                        </p:tav>
                                        <p:tav tm="100000">
                                          <p:val>
                                            <p:strVal val="#ppt_w"/>
                                          </p:val>
                                        </p:tav>
                                      </p:tavLst>
                                    </p:anim>
                                    <p:anim calcmode="lin" valueType="num">
                                      <p:cBhvr>
                                        <p:cTn id="41" dur="500" fill="hold"/>
                                        <p:tgtEl>
                                          <p:spTgt spid="25617"/>
                                        </p:tgtEl>
                                        <p:attrNameLst>
                                          <p:attrName>ppt_h</p:attrName>
                                        </p:attrNameLst>
                                      </p:cBhvr>
                                      <p:tavLst>
                                        <p:tav tm="0">
                                          <p:val>
                                            <p:strVal val="#ppt_h"/>
                                          </p:val>
                                        </p:tav>
                                        <p:tav tm="100000">
                                          <p:val>
                                            <p:strVal val="#ppt_h"/>
                                          </p:val>
                                        </p:tav>
                                      </p:tavLst>
                                    </p:anim>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wipe(left)">
                                      <p:cBhvr>
                                        <p:cTn id="46" dur="500"/>
                                        <p:tgtEl>
                                          <p:spTgt spid="6"/>
                                        </p:tgtEl>
                                      </p:cBhvr>
                                    </p:animEffect>
                                  </p:childTnLst>
                                </p:cTn>
                              </p:par>
                            </p:childTnLst>
                          </p:cTn>
                        </p:par>
                      </p:childTnLst>
                    </p:cTn>
                  </p:par>
                  <p:par>
                    <p:cTn id="47" fill="hold">
                      <p:stCondLst>
                        <p:cond delay="indefinite"/>
                      </p:stCondLst>
                      <p:childTnLst>
                        <p:par>
                          <p:cTn id="48" fill="hold">
                            <p:stCondLst>
                              <p:cond delay="0"/>
                            </p:stCondLst>
                            <p:childTnLst>
                              <p:par>
                                <p:cTn id="49" presetID="17" presetClass="entr" presetSubtype="8" fill="hold" nodeType="clickEffect">
                                  <p:stCondLst>
                                    <p:cond delay="0"/>
                                  </p:stCondLst>
                                  <p:childTnLst>
                                    <p:set>
                                      <p:cBhvr>
                                        <p:cTn id="50" dur="1" fill="hold">
                                          <p:stCondLst>
                                            <p:cond delay="0"/>
                                          </p:stCondLst>
                                        </p:cTn>
                                        <p:tgtEl>
                                          <p:spTgt spid="25618"/>
                                        </p:tgtEl>
                                        <p:attrNameLst>
                                          <p:attrName>style.visibility</p:attrName>
                                        </p:attrNameLst>
                                      </p:cBhvr>
                                      <p:to>
                                        <p:strVal val="visible"/>
                                      </p:to>
                                    </p:set>
                                    <p:anim calcmode="lin" valueType="num">
                                      <p:cBhvr>
                                        <p:cTn id="51" dur="500" fill="hold"/>
                                        <p:tgtEl>
                                          <p:spTgt spid="25618"/>
                                        </p:tgtEl>
                                        <p:attrNameLst>
                                          <p:attrName>ppt_x</p:attrName>
                                        </p:attrNameLst>
                                      </p:cBhvr>
                                      <p:tavLst>
                                        <p:tav tm="0">
                                          <p:val>
                                            <p:strVal val="#ppt_x-#ppt_w/2"/>
                                          </p:val>
                                        </p:tav>
                                        <p:tav tm="100000">
                                          <p:val>
                                            <p:strVal val="#ppt_x"/>
                                          </p:val>
                                        </p:tav>
                                      </p:tavLst>
                                    </p:anim>
                                    <p:anim calcmode="lin" valueType="num">
                                      <p:cBhvr>
                                        <p:cTn id="52" dur="500" fill="hold"/>
                                        <p:tgtEl>
                                          <p:spTgt spid="25618"/>
                                        </p:tgtEl>
                                        <p:attrNameLst>
                                          <p:attrName>ppt_y</p:attrName>
                                        </p:attrNameLst>
                                      </p:cBhvr>
                                      <p:tavLst>
                                        <p:tav tm="0">
                                          <p:val>
                                            <p:strVal val="#ppt_y"/>
                                          </p:val>
                                        </p:tav>
                                        <p:tav tm="100000">
                                          <p:val>
                                            <p:strVal val="#ppt_y"/>
                                          </p:val>
                                        </p:tav>
                                      </p:tavLst>
                                    </p:anim>
                                    <p:anim calcmode="lin" valueType="num">
                                      <p:cBhvr>
                                        <p:cTn id="53" dur="500" fill="hold"/>
                                        <p:tgtEl>
                                          <p:spTgt spid="25618"/>
                                        </p:tgtEl>
                                        <p:attrNameLst>
                                          <p:attrName>ppt_w</p:attrName>
                                        </p:attrNameLst>
                                      </p:cBhvr>
                                      <p:tavLst>
                                        <p:tav tm="0">
                                          <p:val>
                                            <p:fltVal val="0"/>
                                          </p:val>
                                        </p:tav>
                                        <p:tav tm="100000">
                                          <p:val>
                                            <p:strVal val="#ppt_w"/>
                                          </p:val>
                                        </p:tav>
                                      </p:tavLst>
                                    </p:anim>
                                    <p:anim calcmode="lin" valueType="num">
                                      <p:cBhvr>
                                        <p:cTn id="54" dur="500" fill="hold"/>
                                        <p:tgtEl>
                                          <p:spTgt spid="25618"/>
                                        </p:tgtEl>
                                        <p:attrNameLst>
                                          <p:attrName>ppt_h</p:attrName>
                                        </p:attrNameLst>
                                      </p:cBhvr>
                                      <p:tavLst>
                                        <p:tav tm="0">
                                          <p:val>
                                            <p:strVal val="#ppt_h"/>
                                          </p:val>
                                        </p:tav>
                                        <p:tav tm="100000">
                                          <p:val>
                                            <p:strVal val="#ppt_h"/>
                                          </p:val>
                                        </p:tav>
                                      </p:tavLst>
                                    </p:anim>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nodeType="clickEffect">
                                  <p:stCondLst>
                                    <p:cond delay="0"/>
                                  </p:stCondLst>
                                  <p:childTnLst>
                                    <p:set>
                                      <p:cBhvr>
                                        <p:cTn id="58" dur="1" fill="hold">
                                          <p:stCondLst>
                                            <p:cond delay="0"/>
                                          </p:stCondLst>
                                        </p:cTn>
                                        <p:tgtEl>
                                          <p:spTgt spid="7"/>
                                        </p:tgtEl>
                                        <p:attrNameLst>
                                          <p:attrName>style.visibility</p:attrName>
                                        </p:attrNameLst>
                                      </p:cBhvr>
                                      <p:to>
                                        <p:strVal val="visible"/>
                                      </p:to>
                                    </p:set>
                                    <p:animEffect transition="in" filter="wipe(left)">
                                      <p:cBhvr>
                                        <p:cTn id="59" dur="500"/>
                                        <p:tgtEl>
                                          <p:spTgt spid="7"/>
                                        </p:tgtEl>
                                      </p:cBhvr>
                                    </p:animEffect>
                                  </p:childTnLst>
                                </p:cTn>
                              </p:par>
                            </p:childTnLst>
                          </p:cTn>
                        </p:par>
                      </p:childTnLst>
                    </p:cTn>
                  </p:par>
                  <p:par>
                    <p:cTn id="60" fill="hold">
                      <p:stCondLst>
                        <p:cond delay="indefinite"/>
                      </p:stCondLst>
                      <p:childTnLst>
                        <p:par>
                          <p:cTn id="61" fill="hold">
                            <p:stCondLst>
                              <p:cond delay="0"/>
                            </p:stCondLst>
                            <p:childTnLst>
                              <p:par>
                                <p:cTn id="62" presetID="17" presetClass="entr" presetSubtype="8" fill="hold" nodeType="clickEffect">
                                  <p:stCondLst>
                                    <p:cond delay="0"/>
                                  </p:stCondLst>
                                  <p:childTnLst>
                                    <p:set>
                                      <p:cBhvr>
                                        <p:cTn id="63" dur="1" fill="hold">
                                          <p:stCondLst>
                                            <p:cond delay="0"/>
                                          </p:stCondLst>
                                        </p:cTn>
                                        <p:tgtEl>
                                          <p:spTgt spid="25619"/>
                                        </p:tgtEl>
                                        <p:attrNameLst>
                                          <p:attrName>style.visibility</p:attrName>
                                        </p:attrNameLst>
                                      </p:cBhvr>
                                      <p:to>
                                        <p:strVal val="visible"/>
                                      </p:to>
                                    </p:set>
                                    <p:anim calcmode="lin" valueType="num">
                                      <p:cBhvr>
                                        <p:cTn id="64" dur="500" fill="hold"/>
                                        <p:tgtEl>
                                          <p:spTgt spid="25619"/>
                                        </p:tgtEl>
                                        <p:attrNameLst>
                                          <p:attrName>ppt_x</p:attrName>
                                        </p:attrNameLst>
                                      </p:cBhvr>
                                      <p:tavLst>
                                        <p:tav tm="0">
                                          <p:val>
                                            <p:strVal val="#ppt_x-#ppt_w/2"/>
                                          </p:val>
                                        </p:tav>
                                        <p:tav tm="100000">
                                          <p:val>
                                            <p:strVal val="#ppt_x"/>
                                          </p:val>
                                        </p:tav>
                                      </p:tavLst>
                                    </p:anim>
                                    <p:anim calcmode="lin" valueType="num">
                                      <p:cBhvr>
                                        <p:cTn id="65" dur="500" fill="hold"/>
                                        <p:tgtEl>
                                          <p:spTgt spid="25619"/>
                                        </p:tgtEl>
                                        <p:attrNameLst>
                                          <p:attrName>ppt_y</p:attrName>
                                        </p:attrNameLst>
                                      </p:cBhvr>
                                      <p:tavLst>
                                        <p:tav tm="0">
                                          <p:val>
                                            <p:strVal val="#ppt_y"/>
                                          </p:val>
                                        </p:tav>
                                        <p:tav tm="100000">
                                          <p:val>
                                            <p:strVal val="#ppt_y"/>
                                          </p:val>
                                        </p:tav>
                                      </p:tavLst>
                                    </p:anim>
                                    <p:anim calcmode="lin" valueType="num">
                                      <p:cBhvr>
                                        <p:cTn id="66" dur="500" fill="hold"/>
                                        <p:tgtEl>
                                          <p:spTgt spid="25619"/>
                                        </p:tgtEl>
                                        <p:attrNameLst>
                                          <p:attrName>ppt_w</p:attrName>
                                        </p:attrNameLst>
                                      </p:cBhvr>
                                      <p:tavLst>
                                        <p:tav tm="0">
                                          <p:val>
                                            <p:fltVal val="0"/>
                                          </p:val>
                                        </p:tav>
                                        <p:tav tm="100000">
                                          <p:val>
                                            <p:strVal val="#ppt_w"/>
                                          </p:val>
                                        </p:tav>
                                      </p:tavLst>
                                    </p:anim>
                                    <p:anim calcmode="lin" valueType="num">
                                      <p:cBhvr>
                                        <p:cTn id="67" dur="500" fill="hold"/>
                                        <p:tgtEl>
                                          <p:spTgt spid="25619"/>
                                        </p:tgtEl>
                                        <p:attrNameLst>
                                          <p:attrName>ppt_h</p:attrName>
                                        </p:attrNameLst>
                                      </p:cBhvr>
                                      <p:tavLst>
                                        <p:tav tm="0">
                                          <p:val>
                                            <p:strVal val="#ppt_h"/>
                                          </p:val>
                                        </p:tav>
                                        <p:tav tm="100000">
                                          <p:val>
                                            <p:strVal val="#ppt_h"/>
                                          </p:val>
                                        </p:tav>
                                      </p:tavLst>
                                    </p:anim>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8"/>
                                        </p:tgtEl>
                                        <p:attrNameLst>
                                          <p:attrName>style.visibility</p:attrName>
                                        </p:attrNameLst>
                                      </p:cBhvr>
                                      <p:to>
                                        <p:strVal val="visible"/>
                                      </p:to>
                                    </p:set>
                                    <p:animEffect transition="in" filter="wipe(left)">
                                      <p:cBhvr>
                                        <p:cTn id="72" dur="500"/>
                                        <p:tgtEl>
                                          <p:spTgt spid="8"/>
                                        </p:tgtEl>
                                      </p:cBhvr>
                                    </p:animEffect>
                                  </p:childTnLst>
                                </p:cTn>
                              </p:par>
                            </p:childTnLst>
                          </p:cTn>
                        </p:par>
                      </p:childTnLst>
                    </p:cTn>
                  </p:par>
                  <p:par>
                    <p:cTn id="73" fill="hold">
                      <p:stCondLst>
                        <p:cond delay="indefinite"/>
                      </p:stCondLst>
                      <p:childTnLst>
                        <p:par>
                          <p:cTn id="74" fill="hold">
                            <p:stCondLst>
                              <p:cond delay="0"/>
                            </p:stCondLst>
                            <p:childTnLst>
                              <p:par>
                                <p:cTn id="75" presetID="17" presetClass="entr" presetSubtype="8" fill="hold" nodeType="clickEffect">
                                  <p:stCondLst>
                                    <p:cond delay="0"/>
                                  </p:stCondLst>
                                  <p:childTnLst>
                                    <p:set>
                                      <p:cBhvr>
                                        <p:cTn id="76" dur="1" fill="hold">
                                          <p:stCondLst>
                                            <p:cond delay="0"/>
                                          </p:stCondLst>
                                        </p:cTn>
                                        <p:tgtEl>
                                          <p:spTgt spid="25620"/>
                                        </p:tgtEl>
                                        <p:attrNameLst>
                                          <p:attrName>style.visibility</p:attrName>
                                        </p:attrNameLst>
                                      </p:cBhvr>
                                      <p:to>
                                        <p:strVal val="visible"/>
                                      </p:to>
                                    </p:set>
                                    <p:anim calcmode="lin" valueType="num">
                                      <p:cBhvr>
                                        <p:cTn id="77" dur="500" fill="hold"/>
                                        <p:tgtEl>
                                          <p:spTgt spid="25620"/>
                                        </p:tgtEl>
                                        <p:attrNameLst>
                                          <p:attrName>ppt_x</p:attrName>
                                        </p:attrNameLst>
                                      </p:cBhvr>
                                      <p:tavLst>
                                        <p:tav tm="0">
                                          <p:val>
                                            <p:strVal val="#ppt_x-#ppt_w/2"/>
                                          </p:val>
                                        </p:tav>
                                        <p:tav tm="100000">
                                          <p:val>
                                            <p:strVal val="#ppt_x"/>
                                          </p:val>
                                        </p:tav>
                                      </p:tavLst>
                                    </p:anim>
                                    <p:anim calcmode="lin" valueType="num">
                                      <p:cBhvr>
                                        <p:cTn id="78" dur="500" fill="hold"/>
                                        <p:tgtEl>
                                          <p:spTgt spid="25620"/>
                                        </p:tgtEl>
                                        <p:attrNameLst>
                                          <p:attrName>ppt_y</p:attrName>
                                        </p:attrNameLst>
                                      </p:cBhvr>
                                      <p:tavLst>
                                        <p:tav tm="0">
                                          <p:val>
                                            <p:strVal val="#ppt_y"/>
                                          </p:val>
                                        </p:tav>
                                        <p:tav tm="100000">
                                          <p:val>
                                            <p:strVal val="#ppt_y"/>
                                          </p:val>
                                        </p:tav>
                                      </p:tavLst>
                                    </p:anim>
                                    <p:anim calcmode="lin" valueType="num">
                                      <p:cBhvr>
                                        <p:cTn id="79" dur="500" fill="hold"/>
                                        <p:tgtEl>
                                          <p:spTgt spid="25620"/>
                                        </p:tgtEl>
                                        <p:attrNameLst>
                                          <p:attrName>ppt_w</p:attrName>
                                        </p:attrNameLst>
                                      </p:cBhvr>
                                      <p:tavLst>
                                        <p:tav tm="0">
                                          <p:val>
                                            <p:fltVal val="0"/>
                                          </p:val>
                                        </p:tav>
                                        <p:tav tm="100000">
                                          <p:val>
                                            <p:strVal val="#ppt_w"/>
                                          </p:val>
                                        </p:tav>
                                      </p:tavLst>
                                    </p:anim>
                                    <p:anim calcmode="lin" valueType="num">
                                      <p:cBhvr>
                                        <p:cTn id="80" dur="500" fill="hold"/>
                                        <p:tgtEl>
                                          <p:spTgt spid="25620"/>
                                        </p:tgtEl>
                                        <p:attrNameLst>
                                          <p:attrName>ppt_h</p:attrName>
                                        </p:attrNameLst>
                                      </p:cBhvr>
                                      <p:tavLst>
                                        <p:tav tm="0">
                                          <p:val>
                                            <p:strVal val="#ppt_h"/>
                                          </p:val>
                                        </p:tav>
                                        <p:tav tm="100000">
                                          <p:val>
                                            <p:strVal val="#ppt_h"/>
                                          </p:val>
                                        </p:tav>
                                      </p:tavLst>
                                    </p:anim>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nodeType="clickEffect">
                                  <p:stCondLst>
                                    <p:cond delay="0"/>
                                  </p:stCondLst>
                                  <p:childTnLst>
                                    <p:set>
                                      <p:cBhvr>
                                        <p:cTn id="84" dur="1" fill="hold">
                                          <p:stCondLst>
                                            <p:cond delay="0"/>
                                          </p:stCondLst>
                                        </p:cTn>
                                        <p:tgtEl>
                                          <p:spTgt spid="9"/>
                                        </p:tgtEl>
                                        <p:attrNameLst>
                                          <p:attrName>style.visibility</p:attrName>
                                        </p:attrNameLst>
                                      </p:cBhvr>
                                      <p:to>
                                        <p:strVal val="visible"/>
                                      </p:to>
                                    </p:set>
                                    <p:animEffect transition="in" filter="wipe(left)">
                                      <p:cBhvr>
                                        <p:cTn id="85" dur="500"/>
                                        <p:tgtEl>
                                          <p:spTgt spid="9"/>
                                        </p:tgtEl>
                                      </p:cBhvr>
                                    </p:animEffect>
                                  </p:childTnLst>
                                </p:cTn>
                              </p:par>
                            </p:childTnLst>
                          </p:cTn>
                        </p:par>
                      </p:childTnLst>
                    </p:cTn>
                  </p:par>
                  <p:par>
                    <p:cTn id="86" fill="hold">
                      <p:stCondLst>
                        <p:cond delay="indefinite"/>
                      </p:stCondLst>
                      <p:childTnLst>
                        <p:par>
                          <p:cTn id="87" fill="hold">
                            <p:stCondLst>
                              <p:cond delay="0"/>
                            </p:stCondLst>
                            <p:childTnLst>
                              <p:par>
                                <p:cTn id="88" presetID="17" presetClass="entr" presetSubtype="8" fill="hold" nodeType="clickEffect">
                                  <p:stCondLst>
                                    <p:cond delay="0"/>
                                  </p:stCondLst>
                                  <p:childTnLst>
                                    <p:set>
                                      <p:cBhvr>
                                        <p:cTn id="89" dur="1" fill="hold">
                                          <p:stCondLst>
                                            <p:cond delay="0"/>
                                          </p:stCondLst>
                                        </p:cTn>
                                        <p:tgtEl>
                                          <p:spTgt spid="25621"/>
                                        </p:tgtEl>
                                        <p:attrNameLst>
                                          <p:attrName>style.visibility</p:attrName>
                                        </p:attrNameLst>
                                      </p:cBhvr>
                                      <p:to>
                                        <p:strVal val="visible"/>
                                      </p:to>
                                    </p:set>
                                    <p:anim calcmode="lin" valueType="num">
                                      <p:cBhvr>
                                        <p:cTn id="90" dur="500" fill="hold"/>
                                        <p:tgtEl>
                                          <p:spTgt spid="25621"/>
                                        </p:tgtEl>
                                        <p:attrNameLst>
                                          <p:attrName>ppt_x</p:attrName>
                                        </p:attrNameLst>
                                      </p:cBhvr>
                                      <p:tavLst>
                                        <p:tav tm="0">
                                          <p:val>
                                            <p:strVal val="#ppt_x-#ppt_w/2"/>
                                          </p:val>
                                        </p:tav>
                                        <p:tav tm="100000">
                                          <p:val>
                                            <p:strVal val="#ppt_x"/>
                                          </p:val>
                                        </p:tav>
                                      </p:tavLst>
                                    </p:anim>
                                    <p:anim calcmode="lin" valueType="num">
                                      <p:cBhvr>
                                        <p:cTn id="91" dur="500" fill="hold"/>
                                        <p:tgtEl>
                                          <p:spTgt spid="25621"/>
                                        </p:tgtEl>
                                        <p:attrNameLst>
                                          <p:attrName>ppt_y</p:attrName>
                                        </p:attrNameLst>
                                      </p:cBhvr>
                                      <p:tavLst>
                                        <p:tav tm="0">
                                          <p:val>
                                            <p:strVal val="#ppt_y"/>
                                          </p:val>
                                        </p:tav>
                                        <p:tav tm="100000">
                                          <p:val>
                                            <p:strVal val="#ppt_y"/>
                                          </p:val>
                                        </p:tav>
                                      </p:tavLst>
                                    </p:anim>
                                    <p:anim calcmode="lin" valueType="num">
                                      <p:cBhvr>
                                        <p:cTn id="92" dur="500" fill="hold"/>
                                        <p:tgtEl>
                                          <p:spTgt spid="25621"/>
                                        </p:tgtEl>
                                        <p:attrNameLst>
                                          <p:attrName>ppt_w</p:attrName>
                                        </p:attrNameLst>
                                      </p:cBhvr>
                                      <p:tavLst>
                                        <p:tav tm="0">
                                          <p:val>
                                            <p:fltVal val="0"/>
                                          </p:val>
                                        </p:tav>
                                        <p:tav tm="100000">
                                          <p:val>
                                            <p:strVal val="#ppt_w"/>
                                          </p:val>
                                        </p:tav>
                                      </p:tavLst>
                                    </p:anim>
                                    <p:anim calcmode="lin" valueType="num">
                                      <p:cBhvr>
                                        <p:cTn id="93" dur="500" fill="hold"/>
                                        <p:tgtEl>
                                          <p:spTgt spid="25621"/>
                                        </p:tgtEl>
                                        <p:attrNameLst>
                                          <p:attrName>ppt_h</p:attrName>
                                        </p:attrNameLst>
                                      </p:cBhvr>
                                      <p:tavLst>
                                        <p:tav tm="0">
                                          <p:val>
                                            <p:strVal val="#ppt_h"/>
                                          </p:val>
                                        </p:tav>
                                        <p:tav tm="100000">
                                          <p:val>
                                            <p:strVal val="#ppt_h"/>
                                          </p:val>
                                        </p:tav>
                                      </p:tavLst>
                                    </p:anim>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nodeType="clickEffect">
                                  <p:stCondLst>
                                    <p:cond delay="0"/>
                                  </p:stCondLst>
                                  <p:childTnLst>
                                    <p:set>
                                      <p:cBhvr>
                                        <p:cTn id="97" dur="1" fill="hold">
                                          <p:stCondLst>
                                            <p:cond delay="0"/>
                                          </p:stCondLst>
                                        </p:cTn>
                                        <p:tgtEl>
                                          <p:spTgt spid="10"/>
                                        </p:tgtEl>
                                        <p:attrNameLst>
                                          <p:attrName>style.visibility</p:attrName>
                                        </p:attrNameLst>
                                      </p:cBhvr>
                                      <p:to>
                                        <p:strVal val="visible"/>
                                      </p:to>
                                    </p:set>
                                    <p:animEffect transition="in" filter="wipe(left)">
                                      <p:cBhvr>
                                        <p:cTn id="98" dur="500"/>
                                        <p:tgtEl>
                                          <p:spTgt spid="10"/>
                                        </p:tgtEl>
                                      </p:cBhvr>
                                    </p:animEffect>
                                  </p:childTnLst>
                                </p:cTn>
                              </p:par>
                            </p:childTnLst>
                          </p:cTn>
                        </p:par>
                      </p:childTnLst>
                    </p:cTn>
                  </p:par>
                  <p:par>
                    <p:cTn id="99" fill="hold">
                      <p:stCondLst>
                        <p:cond delay="indefinite"/>
                      </p:stCondLst>
                      <p:childTnLst>
                        <p:par>
                          <p:cTn id="100" fill="hold">
                            <p:stCondLst>
                              <p:cond delay="0"/>
                            </p:stCondLst>
                            <p:childTnLst>
                              <p:par>
                                <p:cTn id="101" presetID="17" presetClass="entr" presetSubtype="8" fill="hold" nodeType="clickEffect">
                                  <p:stCondLst>
                                    <p:cond delay="0"/>
                                  </p:stCondLst>
                                  <p:childTnLst>
                                    <p:set>
                                      <p:cBhvr>
                                        <p:cTn id="102" dur="1" fill="hold">
                                          <p:stCondLst>
                                            <p:cond delay="0"/>
                                          </p:stCondLst>
                                        </p:cTn>
                                        <p:tgtEl>
                                          <p:spTgt spid="25622"/>
                                        </p:tgtEl>
                                        <p:attrNameLst>
                                          <p:attrName>style.visibility</p:attrName>
                                        </p:attrNameLst>
                                      </p:cBhvr>
                                      <p:to>
                                        <p:strVal val="visible"/>
                                      </p:to>
                                    </p:set>
                                    <p:anim calcmode="lin" valueType="num">
                                      <p:cBhvr>
                                        <p:cTn id="103" dur="500" fill="hold"/>
                                        <p:tgtEl>
                                          <p:spTgt spid="25622"/>
                                        </p:tgtEl>
                                        <p:attrNameLst>
                                          <p:attrName>ppt_x</p:attrName>
                                        </p:attrNameLst>
                                      </p:cBhvr>
                                      <p:tavLst>
                                        <p:tav tm="0">
                                          <p:val>
                                            <p:strVal val="#ppt_x-#ppt_w/2"/>
                                          </p:val>
                                        </p:tav>
                                        <p:tav tm="100000">
                                          <p:val>
                                            <p:strVal val="#ppt_x"/>
                                          </p:val>
                                        </p:tav>
                                      </p:tavLst>
                                    </p:anim>
                                    <p:anim calcmode="lin" valueType="num">
                                      <p:cBhvr>
                                        <p:cTn id="104" dur="500" fill="hold"/>
                                        <p:tgtEl>
                                          <p:spTgt spid="25622"/>
                                        </p:tgtEl>
                                        <p:attrNameLst>
                                          <p:attrName>ppt_y</p:attrName>
                                        </p:attrNameLst>
                                      </p:cBhvr>
                                      <p:tavLst>
                                        <p:tav tm="0">
                                          <p:val>
                                            <p:strVal val="#ppt_y"/>
                                          </p:val>
                                        </p:tav>
                                        <p:tav tm="100000">
                                          <p:val>
                                            <p:strVal val="#ppt_y"/>
                                          </p:val>
                                        </p:tav>
                                      </p:tavLst>
                                    </p:anim>
                                    <p:anim calcmode="lin" valueType="num">
                                      <p:cBhvr>
                                        <p:cTn id="105" dur="500" fill="hold"/>
                                        <p:tgtEl>
                                          <p:spTgt spid="25622"/>
                                        </p:tgtEl>
                                        <p:attrNameLst>
                                          <p:attrName>ppt_w</p:attrName>
                                        </p:attrNameLst>
                                      </p:cBhvr>
                                      <p:tavLst>
                                        <p:tav tm="0">
                                          <p:val>
                                            <p:fltVal val="0"/>
                                          </p:val>
                                        </p:tav>
                                        <p:tav tm="100000">
                                          <p:val>
                                            <p:strVal val="#ppt_w"/>
                                          </p:val>
                                        </p:tav>
                                      </p:tavLst>
                                    </p:anim>
                                    <p:anim calcmode="lin" valueType="num">
                                      <p:cBhvr>
                                        <p:cTn id="106" dur="500" fill="hold"/>
                                        <p:tgtEl>
                                          <p:spTgt spid="25622"/>
                                        </p:tgtEl>
                                        <p:attrNameLst>
                                          <p:attrName>ppt_h</p:attrName>
                                        </p:attrNameLst>
                                      </p:cBhvr>
                                      <p:tavLst>
                                        <p:tav tm="0">
                                          <p:val>
                                            <p:strVal val="#ppt_h"/>
                                          </p:val>
                                        </p:tav>
                                        <p:tav tm="100000">
                                          <p:val>
                                            <p:strVal val="#ppt_h"/>
                                          </p:val>
                                        </p:tav>
                                      </p:tavLst>
                                    </p:anim>
                                  </p:childTnLst>
                                </p:cTn>
                              </p:par>
                            </p:childTnLst>
                          </p:cTn>
                        </p:par>
                      </p:childTnLst>
                    </p:cTn>
                  </p:par>
                  <p:par>
                    <p:cTn id="107" fill="hold">
                      <p:stCondLst>
                        <p:cond delay="indefinite"/>
                      </p:stCondLst>
                      <p:childTnLst>
                        <p:par>
                          <p:cTn id="108" fill="hold">
                            <p:stCondLst>
                              <p:cond delay="0"/>
                            </p:stCondLst>
                            <p:childTnLst>
                              <p:par>
                                <p:cTn id="109" presetID="22" presetClass="entr" presetSubtype="8" fill="hold" nodeType="clickEffect">
                                  <p:stCondLst>
                                    <p:cond delay="0"/>
                                  </p:stCondLst>
                                  <p:childTnLst>
                                    <p:set>
                                      <p:cBhvr>
                                        <p:cTn id="110" dur="1" fill="hold">
                                          <p:stCondLst>
                                            <p:cond delay="0"/>
                                          </p:stCondLst>
                                        </p:cTn>
                                        <p:tgtEl>
                                          <p:spTgt spid="11"/>
                                        </p:tgtEl>
                                        <p:attrNameLst>
                                          <p:attrName>style.visibility</p:attrName>
                                        </p:attrNameLst>
                                      </p:cBhvr>
                                      <p:to>
                                        <p:strVal val="visible"/>
                                      </p:to>
                                    </p:set>
                                    <p:animEffect transition="in" filter="wipe(left)">
                                      <p:cBhvr>
                                        <p:cTn id="111" dur="500"/>
                                        <p:tgtEl>
                                          <p:spTgt spid="11"/>
                                        </p:tgtEl>
                                      </p:cBhvr>
                                    </p:animEffect>
                                  </p:childTnLst>
                                </p:cTn>
                              </p:par>
                            </p:childTnLst>
                          </p:cTn>
                        </p:par>
                      </p:childTnLst>
                    </p:cTn>
                  </p:par>
                  <p:par>
                    <p:cTn id="112" fill="hold">
                      <p:stCondLst>
                        <p:cond delay="indefinite"/>
                      </p:stCondLst>
                      <p:childTnLst>
                        <p:par>
                          <p:cTn id="113" fill="hold">
                            <p:stCondLst>
                              <p:cond delay="0"/>
                            </p:stCondLst>
                            <p:childTnLst>
                              <p:par>
                                <p:cTn id="114" presetID="17" presetClass="entr" presetSubtype="8" fill="hold" nodeType="clickEffect">
                                  <p:stCondLst>
                                    <p:cond delay="0"/>
                                  </p:stCondLst>
                                  <p:childTnLst>
                                    <p:set>
                                      <p:cBhvr>
                                        <p:cTn id="115" dur="1" fill="hold">
                                          <p:stCondLst>
                                            <p:cond delay="0"/>
                                          </p:stCondLst>
                                        </p:cTn>
                                        <p:tgtEl>
                                          <p:spTgt spid="25623"/>
                                        </p:tgtEl>
                                        <p:attrNameLst>
                                          <p:attrName>style.visibility</p:attrName>
                                        </p:attrNameLst>
                                      </p:cBhvr>
                                      <p:to>
                                        <p:strVal val="visible"/>
                                      </p:to>
                                    </p:set>
                                    <p:anim calcmode="lin" valueType="num">
                                      <p:cBhvr>
                                        <p:cTn id="116" dur="500" fill="hold"/>
                                        <p:tgtEl>
                                          <p:spTgt spid="25623"/>
                                        </p:tgtEl>
                                        <p:attrNameLst>
                                          <p:attrName>ppt_x</p:attrName>
                                        </p:attrNameLst>
                                      </p:cBhvr>
                                      <p:tavLst>
                                        <p:tav tm="0">
                                          <p:val>
                                            <p:strVal val="#ppt_x-#ppt_w/2"/>
                                          </p:val>
                                        </p:tav>
                                        <p:tav tm="100000">
                                          <p:val>
                                            <p:strVal val="#ppt_x"/>
                                          </p:val>
                                        </p:tav>
                                      </p:tavLst>
                                    </p:anim>
                                    <p:anim calcmode="lin" valueType="num">
                                      <p:cBhvr>
                                        <p:cTn id="117" dur="500" fill="hold"/>
                                        <p:tgtEl>
                                          <p:spTgt spid="25623"/>
                                        </p:tgtEl>
                                        <p:attrNameLst>
                                          <p:attrName>ppt_y</p:attrName>
                                        </p:attrNameLst>
                                      </p:cBhvr>
                                      <p:tavLst>
                                        <p:tav tm="0">
                                          <p:val>
                                            <p:strVal val="#ppt_y"/>
                                          </p:val>
                                        </p:tav>
                                        <p:tav tm="100000">
                                          <p:val>
                                            <p:strVal val="#ppt_y"/>
                                          </p:val>
                                        </p:tav>
                                      </p:tavLst>
                                    </p:anim>
                                    <p:anim calcmode="lin" valueType="num">
                                      <p:cBhvr>
                                        <p:cTn id="118" dur="500" fill="hold"/>
                                        <p:tgtEl>
                                          <p:spTgt spid="25623"/>
                                        </p:tgtEl>
                                        <p:attrNameLst>
                                          <p:attrName>ppt_w</p:attrName>
                                        </p:attrNameLst>
                                      </p:cBhvr>
                                      <p:tavLst>
                                        <p:tav tm="0">
                                          <p:val>
                                            <p:fltVal val="0"/>
                                          </p:val>
                                        </p:tav>
                                        <p:tav tm="100000">
                                          <p:val>
                                            <p:strVal val="#ppt_w"/>
                                          </p:val>
                                        </p:tav>
                                      </p:tavLst>
                                    </p:anim>
                                    <p:anim calcmode="lin" valueType="num">
                                      <p:cBhvr>
                                        <p:cTn id="119" dur="500" fill="hold"/>
                                        <p:tgtEl>
                                          <p:spTgt spid="25623"/>
                                        </p:tgtEl>
                                        <p:attrNameLst>
                                          <p:attrName>ppt_h</p:attrName>
                                        </p:attrNameLst>
                                      </p:cBhvr>
                                      <p:tavLst>
                                        <p:tav tm="0">
                                          <p:val>
                                            <p:strVal val="#ppt_h"/>
                                          </p:val>
                                        </p:tav>
                                        <p:tav tm="100000">
                                          <p:val>
                                            <p:strVal val="#ppt_h"/>
                                          </p:val>
                                        </p:tav>
                                      </p:tavLst>
                                    </p:anim>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nodeType="clickEffect">
                                  <p:stCondLst>
                                    <p:cond delay="0"/>
                                  </p:stCondLst>
                                  <p:childTnLst>
                                    <p:set>
                                      <p:cBhvr>
                                        <p:cTn id="123" dur="1" fill="hold">
                                          <p:stCondLst>
                                            <p:cond delay="0"/>
                                          </p:stCondLst>
                                        </p:cTn>
                                        <p:tgtEl>
                                          <p:spTgt spid="12"/>
                                        </p:tgtEl>
                                        <p:attrNameLst>
                                          <p:attrName>style.visibility</p:attrName>
                                        </p:attrNameLst>
                                      </p:cBhvr>
                                      <p:to>
                                        <p:strVal val="visible"/>
                                      </p:to>
                                    </p:set>
                                    <p:animEffect transition="in" filter="wipe(left)">
                                      <p:cBhvr>
                                        <p:cTn id="124" dur="500"/>
                                        <p:tgtEl>
                                          <p:spTgt spid="12"/>
                                        </p:tgtEl>
                                      </p:cBhvr>
                                    </p:animEffect>
                                  </p:childTnLst>
                                </p:cTn>
                              </p:par>
                            </p:childTnLst>
                          </p:cTn>
                        </p:par>
                      </p:childTnLst>
                    </p:cTn>
                  </p:par>
                  <p:par>
                    <p:cTn id="125" fill="hold">
                      <p:stCondLst>
                        <p:cond delay="indefinite"/>
                      </p:stCondLst>
                      <p:childTnLst>
                        <p:par>
                          <p:cTn id="126" fill="hold">
                            <p:stCondLst>
                              <p:cond delay="0"/>
                            </p:stCondLst>
                            <p:childTnLst>
                              <p:par>
                                <p:cTn id="127" presetID="17" presetClass="entr" presetSubtype="8" fill="hold" nodeType="clickEffect">
                                  <p:stCondLst>
                                    <p:cond delay="0"/>
                                  </p:stCondLst>
                                  <p:childTnLst>
                                    <p:set>
                                      <p:cBhvr>
                                        <p:cTn id="128" dur="1" fill="hold">
                                          <p:stCondLst>
                                            <p:cond delay="0"/>
                                          </p:stCondLst>
                                        </p:cTn>
                                        <p:tgtEl>
                                          <p:spTgt spid="25624"/>
                                        </p:tgtEl>
                                        <p:attrNameLst>
                                          <p:attrName>style.visibility</p:attrName>
                                        </p:attrNameLst>
                                      </p:cBhvr>
                                      <p:to>
                                        <p:strVal val="visible"/>
                                      </p:to>
                                    </p:set>
                                    <p:anim calcmode="lin" valueType="num">
                                      <p:cBhvr>
                                        <p:cTn id="129" dur="500" fill="hold"/>
                                        <p:tgtEl>
                                          <p:spTgt spid="25624"/>
                                        </p:tgtEl>
                                        <p:attrNameLst>
                                          <p:attrName>ppt_x</p:attrName>
                                        </p:attrNameLst>
                                      </p:cBhvr>
                                      <p:tavLst>
                                        <p:tav tm="0">
                                          <p:val>
                                            <p:strVal val="#ppt_x-#ppt_w/2"/>
                                          </p:val>
                                        </p:tav>
                                        <p:tav tm="100000">
                                          <p:val>
                                            <p:strVal val="#ppt_x"/>
                                          </p:val>
                                        </p:tav>
                                      </p:tavLst>
                                    </p:anim>
                                    <p:anim calcmode="lin" valueType="num">
                                      <p:cBhvr>
                                        <p:cTn id="130" dur="500" fill="hold"/>
                                        <p:tgtEl>
                                          <p:spTgt spid="25624"/>
                                        </p:tgtEl>
                                        <p:attrNameLst>
                                          <p:attrName>ppt_y</p:attrName>
                                        </p:attrNameLst>
                                      </p:cBhvr>
                                      <p:tavLst>
                                        <p:tav tm="0">
                                          <p:val>
                                            <p:strVal val="#ppt_y"/>
                                          </p:val>
                                        </p:tav>
                                        <p:tav tm="100000">
                                          <p:val>
                                            <p:strVal val="#ppt_y"/>
                                          </p:val>
                                        </p:tav>
                                      </p:tavLst>
                                    </p:anim>
                                    <p:anim calcmode="lin" valueType="num">
                                      <p:cBhvr>
                                        <p:cTn id="131" dur="500" fill="hold"/>
                                        <p:tgtEl>
                                          <p:spTgt spid="25624"/>
                                        </p:tgtEl>
                                        <p:attrNameLst>
                                          <p:attrName>ppt_w</p:attrName>
                                        </p:attrNameLst>
                                      </p:cBhvr>
                                      <p:tavLst>
                                        <p:tav tm="0">
                                          <p:val>
                                            <p:fltVal val="0"/>
                                          </p:val>
                                        </p:tav>
                                        <p:tav tm="100000">
                                          <p:val>
                                            <p:strVal val="#ppt_w"/>
                                          </p:val>
                                        </p:tav>
                                      </p:tavLst>
                                    </p:anim>
                                    <p:anim calcmode="lin" valueType="num">
                                      <p:cBhvr>
                                        <p:cTn id="132" dur="500" fill="hold"/>
                                        <p:tgtEl>
                                          <p:spTgt spid="25624"/>
                                        </p:tgtEl>
                                        <p:attrNameLst>
                                          <p:attrName>ppt_h</p:attrName>
                                        </p:attrNameLst>
                                      </p:cBhvr>
                                      <p:tavLst>
                                        <p:tav tm="0">
                                          <p:val>
                                            <p:strVal val="#ppt_h"/>
                                          </p:val>
                                        </p:tav>
                                        <p:tav tm="100000">
                                          <p:val>
                                            <p:strVal val="#ppt_h"/>
                                          </p:val>
                                        </p:tav>
                                      </p:tavLst>
                                    </p:anim>
                                  </p:childTnLst>
                                </p:cTn>
                              </p:par>
                            </p:childTnLst>
                          </p:cTn>
                        </p:par>
                      </p:childTnLst>
                    </p:cTn>
                  </p:par>
                  <p:par>
                    <p:cTn id="133" fill="hold">
                      <p:stCondLst>
                        <p:cond delay="indefinite"/>
                      </p:stCondLst>
                      <p:childTnLst>
                        <p:par>
                          <p:cTn id="134" fill="hold">
                            <p:stCondLst>
                              <p:cond delay="0"/>
                            </p:stCondLst>
                            <p:childTnLst>
                              <p:par>
                                <p:cTn id="135" presetID="22" presetClass="entr" presetSubtype="8" fill="hold" nodeType="clickEffect">
                                  <p:stCondLst>
                                    <p:cond delay="0"/>
                                  </p:stCondLst>
                                  <p:childTnLst>
                                    <p:set>
                                      <p:cBhvr>
                                        <p:cTn id="136" dur="1" fill="hold">
                                          <p:stCondLst>
                                            <p:cond delay="0"/>
                                          </p:stCondLst>
                                        </p:cTn>
                                        <p:tgtEl>
                                          <p:spTgt spid="13"/>
                                        </p:tgtEl>
                                        <p:attrNameLst>
                                          <p:attrName>style.visibility</p:attrName>
                                        </p:attrNameLst>
                                      </p:cBhvr>
                                      <p:to>
                                        <p:strVal val="visible"/>
                                      </p:to>
                                    </p:set>
                                    <p:animEffect transition="in" filter="wipe(left)">
                                      <p:cBhvr>
                                        <p:cTn id="137" dur="500"/>
                                        <p:tgtEl>
                                          <p:spTgt spid="13"/>
                                        </p:tgtEl>
                                      </p:cBhvr>
                                    </p:animEffect>
                                  </p:childTnLst>
                                </p:cTn>
                              </p:par>
                            </p:childTnLst>
                          </p:cTn>
                        </p:par>
                      </p:childTnLst>
                    </p:cTn>
                  </p:par>
                  <p:par>
                    <p:cTn id="138" fill="hold">
                      <p:stCondLst>
                        <p:cond delay="indefinite"/>
                      </p:stCondLst>
                      <p:childTnLst>
                        <p:par>
                          <p:cTn id="139" fill="hold">
                            <p:stCondLst>
                              <p:cond delay="0"/>
                            </p:stCondLst>
                            <p:childTnLst>
                              <p:par>
                                <p:cTn id="140" presetID="17" presetClass="entr" presetSubtype="8" fill="hold" nodeType="clickEffect">
                                  <p:stCondLst>
                                    <p:cond delay="0"/>
                                  </p:stCondLst>
                                  <p:childTnLst>
                                    <p:set>
                                      <p:cBhvr>
                                        <p:cTn id="141" dur="1" fill="hold">
                                          <p:stCondLst>
                                            <p:cond delay="0"/>
                                          </p:stCondLst>
                                        </p:cTn>
                                        <p:tgtEl>
                                          <p:spTgt spid="25625"/>
                                        </p:tgtEl>
                                        <p:attrNameLst>
                                          <p:attrName>style.visibility</p:attrName>
                                        </p:attrNameLst>
                                      </p:cBhvr>
                                      <p:to>
                                        <p:strVal val="visible"/>
                                      </p:to>
                                    </p:set>
                                    <p:anim calcmode="lin" valueType="num">
                                      <p:cBhvr>
                                        <p:cTn id="142" dur="500" fill="hold"/>
                                        <p:tgtEl>
                                          <p:spTgt spid="25625"/>
                                        </p:tgtEl>
                                        <p:attrNameLst>
                                          <p:attrName>ppt_x</p:attrName>
                                        </p:attrNameLst>
                                      </p:cBhvr>
                                      <p:tavLst>
                                        <p:tav tm="0">
                                          <p:val>
                                            <p:strVal val="#ppt_x-#ppt_w/2"/>
                                          </p:val>
                                        </p:tav>
                                        <p:tav tm="100000">
                                          <p:val>
                                            <p:strVal val="#ppt_x"/>
                                          </p:val>
                                        </p:tav>
                                      </p:tavLst>
                                    </p:anim>
                                    <p:anim calcmode="lin" valueType="num">
                                      <p:cBhvr>
                                        <p:cTn id="143" dur="500" fill="hold"/>
                                        <p:tgtEl>
                                          <p:spTgt spid="25625"/>
                                        </p:tgtEl>
                                        <p:attrNameLst>
                                          <p:attrName>ppt_y</p:attrName>
                                        </p:attrNameLst>
                                      </p:cBhvr>
                                      <p:tavLst>
                                        <p:tav tm="0">
                                          <p:val>
                                            <p:strVal val="#ppt_y"/>
                                          </p:val>
                                        </p:tav>
                                        <p:tav tm="100000">
                                          <p:val>
                                            <p:strVal val="#ppt_y"/>
                                          </p:val>
                                        </p:tav>
                                      </p:tavLst>
                                    </p:anim>
                                    <p:anim calcmode="lin" valueType="num">
                                      <p:cBhvr>
                                        <p:cTn id="144" dur="500" fill="hold"/>
                                        <p:tgtEl>
                                          <p:spTgt spid="25625"/>
                                        </p:tgtEl>
                                        <p:attrNameLst>
                                          <p:attrName>ppt_w</p:attrName>
                                        </p:attrNameLst>
                                      </p:cBhvr>
                                      <p:tavLst>
                                        <p:tav tm="0">
                                          <p:val>
                                            <p:fltVal val="0"/>
                                          </p:val>
                                        </p:tav>
                                        <p:tav tm="100000">
                                          <p:val>
                                            <p:strVal val="#ppt_w"/>
                                          </p:val>
                                        </p:tav>
                                      </p:tavLst>
                                    </p:anim>
                                    <p:anim calcmode="lin" valueType="num">
                                      <p:cBhvr>
                                        <p:cTn id="145" dur="500" fill="hold"/>
                                        <p:tgtEl>
                                          <p:spTgt spid="2562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5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Text Box 4"/>
          <p:cNvSpPr txBox="1">
            <a:spLocks noChangeArrowheads="1"/>
          </p:cNvSpPr>
          <p:nvPr/>
        </p:nvSpPr>
        <p:spPr bwMode="auto">
          <a:xfrm>
            <a:off x="539750" y="692150"/>
            <a:ext cx="8305800" cy="579438"/>
          </a:xfrm>
          <a:prstGeom prst="rect">
            <a:avLst/>
          </a:prstGeom>
          <a:solidFill>
            <a:srgbClr val="000099"/>
          </a:solidFill>
          <a:ln>
            <a:noFill/>
          </a:ln>
          <a:scene3d>
            <a:camera prst="legacyObliqueFront"/>
            <a:lightRig rig="legacyFlat3" dir="b"/>
          </a:scene3d>
          <a:sp3d extrusionH="430200" prstMaterial="legacyMatte">
            <a:bevelT w="13500" h="13500" prst="angle"/>
            <a:bevelB w="13500" h="13500" prst="angle"/>
            <a:extrusionClr>
              <a:srgbClr val="000099"/>
            </a:extrusionClr>
            <a:contourClr>
              <a:srgbClr val="000099"/>
            </a:contourClr>
          </a:sp3d>
          <a:extLst>
            <a:ext uri="{91240B29-F687-4F45-9708-019B960494DF}">
              <a14:hiddenLine xmlns:a14="http://schemas.microsoft.com/office/drawing/2010/main" w="9525">
                <a:noFill/>
                <a:miter lim="800000"/>
                <a:headEnd/>
                <a:tailEnd/>
              </a14:hiddenLine>
            </a:ext>
          </a:extLst>
        </p:spPr>
        <p:txBody>
          <a:bodyPr lIns="90000" tIns="46800" rIns="90000" bIns="46800">
            <a:spAutoFit/>
            <a:flatTx/>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chemeClr val="bg1"/>
                </a:solidFill>
                <a:latin typeface="Times New Roman" panose="02020603050405020304" pitchFamily="18" charset="0"/>
                <a:ea typeface="楷体_GB2312" pitchFamily="49" charset="-122"/>
              </a:rPr>
              <a:t>差分与函数值之间的关系</a:t>
            </a:r>
          </a:p>
        </p:txBody>
      </p:sp>
      <p:graphicFrame>
        <p:nvGraphicFramePr>
          <p:cNvPr id="34821" name="Object 5"/>
          <p:cNvGraphicFramePr>
            <a:graphicFrameLocks noChangeAspect="1"/>
          </p:cNvGraphicFramePr>
          <p:nvPr/>
        </p:nvGraphicFramePr>
        <p:xfrm>
          <a:off x="931863" y="1963738"/>
          <a:ext cx="7770812" cy="563562"/>
        </p:xfrm>
        <a:graphic>
          <a:graphicData uri="http://schemas.openxmlformats.org/presentationml/2006/ole">
            <mc:AlternateContent xmlns:mc="http://schemas.openxmlformats.org/markup-compatibility/2006">
              <mc:Choice xmlns:v="urn:schemas-microsoft-com:vml" Requires="v">
                <p:oleObj spid="_x0000_s67760" r:id="rId3" imgW="3060700" imgH="228600" progId="Equation.DSMT4">
                  <p:embed/>
                </p:oleObj>
              </mc:Choice>
              <mc:Fallback>
                <p:oleObj r:id="rId3" imgW="3060700" imgH="228600" progId="Equation.DSMT4">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1863" y="1963738"/>
                        <a:ext cx="7770812"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2" name="Object 6"/>
          <p:cNvGraphicFramePr>
            <a:graphicFrameLocks noChangeAspect="1"/>
          </p:cNvGraphicFramePr>
          <p:nvPr/>
        </p:nvGraphicFramePr>
        <p:xfrm>
          <a:off x="1920875" y="3489325"/>
          <a:ext cx="5189538" cy="1844675"/>
        </p:xfrm>
        <a:graphic>
          <a:graphicData uri="http://schemas.openxmlformats.org/presentationml/2006/ole">
            <mc:AlternateContent xmlns:mc="http://schemas.openxmlformats.org/markup-compatibility/2006">
              <mc:Choice xmlns:v="urn:schemas-microsoft-com:vml" Requires="v">
                <p:oleObj spid="_x0000_s67761" r:id="rId5" imgW="2044700" imgH="749300" progId="Equation.DSMT4">
                  <p:embed/>
                </p:oleObj>
              </mc:Choice>
              <mc:Fallback>
                <p:oleObj r:id="rId5" imgW="2044700" imgH="7493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0875" y="3489325"/>
                        <a:ext cx="5189538" cy="184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4" name="Object 8"/>
          <p:cNvGraphicFramePr>
            <a:graphicFrameLocks noChangeAspect="1"/>
          </p:cNvGraphicFramePr>
          <p:nvPr/>
        </p:nvGraphicFramePr>
        <p:xfrm>
          <a:off x="3429000" y="5241925"/>
          <a:ext cx="3675063" cy="563563"/>
        </p:xfrm>
        <a:graphic>
          <a:graphicData uri="http://schemas.openxmlformats.org/presentationml/2006/ole">
            <mc:AlternateContent xmlns:mc="http://schemas.openxmlformats.org/markup-compatibility/2006">
              <mc:Choice xmlns:v="urn:schemas-microsoft-com:vml" Requires="v">
                <p:oleObj spid="_x0000_s67762" r:id="rId7" imgW="1447800" imgH="228600" progId="Equation.DSMT4">
                  <p:embed/>
                </p:oleObj>
              </mc:Choice>
              <mc:Fallback>
                <p:oleObj r:id="rId7" imgW="1447800" imgH="228600" progId="Equation.DSMT4">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29000" y="5241925"/>
                        <a:ext cx="3675063"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6" name="Object 10"/>
          <p:cNvGraphicFramePr>
            <a:graphicFrameLocks noChangeAspect="1"/>
          </p:cNvGraphicFramePr>
          <p:nvPr/>
        </p:nvGraphicFramePr>
        <p:xfrm>
          <a:off x="2987675" y="2420938"/>
          <a:ext cx="2417763" cy="563562"/>
        </p:xfrm>
        <a:graphic>
          <a:graphicData uri="http://schemas.openxmlformats.org/presentationml/2006/ole">
            <mc:AlternateContent xmlns:mc="http://schemas.openxmlformats.org/markup-compatibility/2006">
              <mc:Choice xmlns:v="urn:schemas-microsoft-com:vml" Requires="v">
                <p:oleObj spid="_x0000_s67763" r:id="rId9" imgW="951865" imgH="228600" progId="Equation.DSMT4">
                  <p:embed/>
                </p:oleObj>
              </mc:Choice>
              <mc:Fallback>
                <p:oleObj r:id="rId9" imgW="951865" imgH="228600" progId="Equation.DSMT4">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87675" y="2420938"/>
                        <a:ext cx="2417763"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7" name="Object 11"/>
          <p:cNvGraphicFramePr>
            <a:graphicFrameLocks noChangeAspect="1"/>
          </p:cNvGraphicFramePr>
          <p:nvPr/>
        </p:nvGraphicFramePr>
        <p:xfrm>
          <a:off x="755650" y="1052513"/>
          <a:ext cx="6446838" cy="1844675"/>
        </p:xfrm>
        <a:graphic>
          <a:graphicData uri="http://schemas.openxmlformats.org/presentationml/2006/ole">
            <mc:AlternateContent xmlns:mc="http://schemas.openxmlformats.org/markup-compatibility/2006">
              <mc:Choice xmlns:v="urn:schemas-microsoft-com:vml" Requires="v">
                <p:oleObj spid="_x0000_s67764" r:id="rId11" imgW="2540000" imgH="749300" progId="Equation.DSMT4">
                  <p:embed/>
                </p:oleObj>
              </mc:Choice>
              <mc:Fallback>
                <p:oleObj r:id="rId11" imgW="2540000" imgH="749300" progId="Equation.DSMT4">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5650" y="1052513"/>
                        <a:ext cx="6446838" cy="1844675"/>
                      </a:xfrm>
                      <a:prstGeom prst="rect">
                        <a:avLst/>
                      </a:prstGeom>
                      <a:solidFill>
                        <a:srgbClr val="CCFFFF"/>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8" name="Object 12"/>
          <p:cNvGraphicFramePr>
            <a:graphicFrameLocks noChangeAspect="1"/>
          </p:cNvGraphicFramePr>
          <p:nvPr/>
        </p:nvGraphicFramePr>
        <p:xfrm>
          <a:off x="2644775" y="2881313"/>
          <a:ext cx="4835525" cy="563562"/>
        </p:xfrm>
        <a:graphic>
          <a:graphicData uri="http://schemas.openxmlformats.org/presentationml/2006/ole">
            <mc:AlternateContent xmlns:mc="http://schemas.openxmlformats.org/markup-compatibility/2006">
              <mc:Choice xmlns:v="urn:schemas-microsoft-com:vml" Requires="v">
                <p:oleObj spid="_x0000_s67765" r:id="rId13" imgW="1905000" imgH="228600" progId="Equation.DSMT4">
                  <p:embed/>
                </p:oleObj>
              </mc:Choice>
              <mc:Fallback>
                <p:oleObj r:id="rId13" imgW="1905000" imgH="228600" progId="Equation.DSMT4">
                  <p:embed/>
                  <p:pic>
                    <p:nvPicPr>
                      <p:cNvPr id="0"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44775" y="2881313"/>
                        <a:ext cx="4835525" cy="563562"/>
                      </a:xfrm>
                      <a:prstGeom prst="rect">
                        <a:avLst/>
                      </a:prstGeom>
                      <a:solidFill>
                        <a:srgbClr val="CCFFFF"/>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29" name="Object 13"/>
          <p:cNvGraphicFramePr>
            <a:graphicFrameLocks noChangeAspect="1"/>
          </p:cNvGraphicFramePr>
          <p:nvPr/>
        </p:nvGraphicFramePr>
        <p:xfrm>
          <a:off x="684213" y="3500438"/>
          <a:ext cx="7413625" cy="1844675"/>
        </p:xfrm>
        <a:graphic>
          <a:graphicData uri="http://schemas.openxmlformats.org/presentationml/2006/ole">
            <mc:AlternateContent xmlns:mc="http://schemas.openxmlformats.org/markup-compatibility/2006">
              <mc:Choice xmlns:v="urn:schemas-microsoft-com:vml" Requires="v">
                <p:oleObj spid="_x0000_s67766" r:id="rId15" imgW="2921000" imgH="749300" progId="Equation.DSMT4">
                  <p:embed/>
                </p:oleObj>
              </mc:Choice>
              <mc:Fallback>
                <p:oleObj r:id="rId15" imgW="2921000" imgH="749300" progId="Equation.DSMT4">
                  <p:embed/>
                  <p:pic>
                    <p:nvPicPr>
                      <p:cNvPr id="0" name="Object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4213" y="3500438"/>
                        <a:ext cx="7413625" cy="1844675"/>
                      </a:xfrm>
                      <a:prstGeom prst="rect">
                        <a:avLst/>
                      </a:prstGeom>
                      <a:solidFill>
                        <a:srgbClr val="FFFFCC"/>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34830" name="Object 14"/>
          <p:cNvGraphicFramePr>
            <a:graphicFrameLocks noChangeAspect="1"/>
          </p:cNvGraphicFramePr>
          <p:nvPr/>
        </p:nvGraphicFramePr>
        <p:xfrm>
          <a:off x="2665413" y="5300663"/>
          <a:ext cx="5486400" cy="563562"/>
        </p:xfrm>
        <a:graphic>
          <a:graphicData uri="http://schemas.openxmlformats.org/presentationml/2006/ole">
            <mc:AlternateContent xmlns:mc="http://schemas.openxmlformats.org/markup-compatibility/2006">
              <mc:Choice xmlns:v="urn:schemas-microsoft-com:vml" Requires="v">
                <p:oleObj spid="_x0000_s67767" r:id="rId17" imgW="2425700" imgH="228600" progId="Equation.DSMT4">
                  <p:embed/>
                </p:oleObj>
              </mc:Choice>
              <mc:Fallback>
                <p:oleObj r:id="rId17" imgW="2425700" imgH="228600" progId="Equation.DSMT4">
                  <p:embed/>
                  <p:pic>
                    <p:nvPicPr>
                      <p:cNvPr id="0" name="Object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65413" y="5300663"/>
                        <a:ext cx="5486400" cy="563562"/>
                      </a:xfrm>
                      <a:prstGeom prst="rect">
                        <a:avLst/>
                      </a:prstGeom>
                      <a:solidFill>
                        <a:srgbClr val="FFFFCC"/>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34831" name="Text Box 15"/>
          <p:cNvSpPr txBox="1">
            <a:spLocks noChangeArrowheads="1"/>
          </p:cNvSpPr>
          <p:nvPr/>
        </p:nvSpPr>
        <p:spPr bwMode="auto">
          <a:xfrm>
            <a:off x="468313" y="3644900"/>
            <a:ext cx="7924800" cy="488950"/>
          </a:xfrm>
          <a:prstGeom prst="rect">
            <a:avLst/>
          </a:prstGeom>
          <a:solidFill>
            <a:srgbClr val="FF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600" b="1"/>
              <a:t>归纳可知，</a:t>
            </a:r>
            <a:r>
              <a:rPr lang="en-US" altLang="zh-CN" sz="2600" b="1"/>
              <a:t>k</a:t>
            </a:r>
            <a:r>
              <a:rPr lang="zh-CN" altLang="en-US" sz="2600" b="1"/>
              <a:t>阶差商可表示为          </a:t>
            </a:r>
          </a:p>
        </p:txBody>
      </p:sp>
      <p:graphicFrame>
        <p:nvGraphicFramePr>
          <p:cNvPr id="34832" name="Object 16"/>
          <p:cNvGraphicFramePr>
            <a:graphicFrameLocks noChangeAspect="1"/>
          </p:cNvGraphicFramePr>
          <p:nvPr/>
        </p:nvGraphicFramePr>
        <p:xfrm>
          <a:off x="814388" y="4194175"/>
          <a:ext cx="7350125" cy="593725"/>
        </p:xfrm>
        <a:graphic>
          <a:graphicData uri="http://schemas.openxmlformats.org/presentationml/2006/ole">
            <mc:AlternateContent xmlns:mc="http://schemas.openxmlformats.org/markup-compatibility/2006">
              <mc:Choice xmlns:v="urn:schemas-microsoft-com:vml" Requires="v">
                <p:oleObj spid="_x0000_s67768" r:id="rId19" imgW="2895600" imgH="241300" progId="Equation.DSMT4">
                  <p:embed/>
                </p:oleObj>
              </mc:Choice>
              <mc:Fallback>
                <p:oleObj r:id="rId19" imgW="2895600" imgH="241300" progId="Equation.DSMT4">
                  <p:embed/>
                  <p:pic>
                    <p:nvPicPr>
                      <p:cNvPr id="0" name="Object 1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14388" y="4194175"/>
                        <a:ext cx="7350125" cy="593725"/>
                      </a:xfrm>
                      <a:prstGeom prst="rect">
                        <a:avLst/>
                      </a:prstGeom>
                      <a:solidFill>
                        <a:srgbClr val="FF99FF"/>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4821"/>
                                        </p:tgtEl>
                                        <p:attrNameLst>
                                          <p:attrName>style.visibility</p:attrName>
                                        </p:attrNameLst>
                                      </p:cBhvr>
                                      <p:to>
                                        <p:strVal val="visible"/>
                                      </p:to>
                                    </p:set>
                                    <p:animEffect transition="in" filter="wipe(left)">
                                      <p:cBhvr>
                                        <p:cTn id="7" dur="500"/>
                                        <p:tgtEl>
                                          <p:spTgt spid="348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4822"/>
                                        </p:tgtEl>
                                        <p:attrNameLst>
                                          <p:attrName>style.visibility</p:attrName>
                                        </p:attrNameLst>
                                      </p:cBhvr>
                                      <p:to>
                                        <p:strVal val="visible"/>
                                      </p:to>
                                    </p:set>
                                    <p:animEffect transition="in" filter="wipe(left)">
                                      <p:cBhvr>
                                        <p:cTn id="12" dur="500"/>
                                        <p:tgtEl>
                                          <p:spTgt spid="348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4826"/>
                                        </p:tgtEl>
                                        <p:attrNameLst>
                                          <p:attrName>style.visibility</p:attrName>
                                        </p:attrNameLst>
                                      </p:cBhvr>
                                      <p:to>
                                        <p:strVal val="visible"/>
                                      </p:to>
                                    </p:set>
                                    <p:animEffect transition="in" filter="wipe(left)">
                                      <p:cBhvr>
                                        <p:cTn id="17" dur="500"/>
                                        <p:tgtEl>
                                          <p:spTgt spid="3482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4824"/>
                                        </p:tgtEl>
                                        <p:attrNameLst>
                                          <p:attrName>style.visibility</p:attrName>
                                        </p:attrNameLst>
                                      </p:cBhvr>
                                      <p:to>
                                        <p:strVal val="visible"/>
                                      </p:to>
                                    </p:set>
                                    <p:animEffect transition="in" filter="wipe(left)">
                                      <p:cBhvr>
                                        <p:cTn id="22" dur="500"/>
                                        <p:tgtEl>
                                          <p:spTgt spid="3482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4827"/>
                                        </p:tgtEl>
                                        <p:attrNameLst>
                                          <p:attrName>style.visibility</p:attrName>
                                        </p:attrNameLst>
                                      </p:cBhvr>
                                      <p:to>
                                        <p:strVal val="visible"/>
                                      </p:to>
                                    </p:set>
                                    <p:animEffect transition="in" filter="wipe(left)">
                                      <p:cBhvr>
                                        <p:cTn id="27" dur="500"/>
                                        <p:tgtEl>
                                          <p:spTgt spid="348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4828"/>
                                        </p:tgtEl>
                                        <p:attrNameLst>
                                          <p:attrName>style.visibility</p:attrName>
                                        </p:attrNameLst>
                                      </p:cBhvr>
                                      <p:to>
                                        <p:strVal val="visible"/>
                                      </p:to>
                                    </p:set>
                                    <p:animEffect transition="in" filter="wipe(left)">
                                      <p:cBhvr>
                                        <p:cTn id="32" dur="500"/>
                                        <p:tgtEl>
                                          <p:spTgt spid="3482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34829"/>
                                        </p:tgtEl>
                                        <p:attrNameLst>
                                          <p:attrName>style.visibility</p:attrName>
                                        </p:attrNameLst>
                                      </p:cBhvr>
                                      <p:to>
                                        <p:strVal val="visible"/>
                                      </p:to>
                                    </p:set>
                                    <p:animEffect transition="in" filter="wipe(left)">
                                      <p:cBhvr>
                                        <p:cTn id="37" dur="500"/>
                                        <p:tgtEl>
                                          <p:spTgt spid="3482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4830"/>
                                        </p:tgtEl>
                                        <p:attrNameLst>
                                          <p:attrName>style.visibility</p:attrName>
                                        </p:attrNameLst>
                                      </p:cBhvr>
                                      <p:to>
                                        <p:strVal val="visible"/>
                                      </p:to>
                                    </p:set>
                                    <p:animEffect transition="in" filter="wipe(left)">
                                      <p:cBhvr>
                                        <p:cTn id="42" dur="500"/>
                                        <p:tgtEl>
                                          <p:spTgt spid="3483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34831"/>
                                        </p:tgtEl>
                                        <p:attrNameLst>
                                          <p:attrName>style.visibility</p:attrName>
                                        </p:attrNameLst>
                                      </p:cBhvr>
                                      <p:to>
                                        <p:strVal val="visible"/>
                                      </p:to>
                                    </p:set>
                                    <p:animEffect transition="in" filter="wipe(left)">
                                      <p:cBhvr>
                                        <p:cTn id="47" dur="500"/>
                                        <p:tgtEl>
                                          <p:spTgt spid="3483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34832"/>
                                        </p:tgtEl>
                                        <p:attrNameLst>
                                          <p:attrName>style.visibility</p:attrName>
                                        </p:attrNameLst>
                                      </p:cBhvr>
                                      <p:to>
                                        <p:strVal val="visible"/>
                                      </p:to>
                                    </p:set>
                                    <p:animEffect transition="in" filter="wipe(left)">
                                      <p:cBhvr>
                                        <p:cTn id="52" dur="500"/>
                                        <p:tgtEl>
                                          <p:spTgt spid="348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3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8" name="Rectangle 4"/>
          <p:cNvSpPr>
            <a:spLocks noChangeArrowheads="1"/>
          </p:cNvSpPr>
          <p:nvPr/>
        </p:nvSpPr>
        <p:spPr bwMode="auto">
          <a:xfrm>
            <a:off x="1295400" y="2033588"/>
            <a:ext cx="4648200" cy="9906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26629" name="Rectangle 5"/>
          <p:cNvSpPr>
            <a:spLocks noChangeArrowheads="1"/>
          </p:cNvSpPr>
          <p:nvPr/>
        </p:nvSpPr>
        <p:spPr bwMode="auto">
          <a:xfrm>
            <a:off x="609600" y="3176588"/>
            <a:ext cx="8305800" cy="9906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26633" name="Text Box 9"/>
          <p:cNvSpPr txBox="1">
            <a:spLocks noChangeArrowheads="1"/>
          </p:cNvSpPr>
          <p:nvPr/>
        </p:nvSpPr>
        <p:spPr bwMode="auto">
          <a:xfrm>
            <a:off x="395288" y="765175"/>
            <a:ext cx="81375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latin typeface="楷体_GB2312" pitchFamily="49" charset="-122"/>
                <a:ea typeface="楷体_GB2312" pitchFamily="49" charset="-122"/>
              </a:rPr>
              <a:t>在等距节点的前提下</a:t>
            </a:r>
            <a:r>
              <a:rPr lang="en-US" altLang="zh-CN" sz="3200" b="1">
                <a:latin typeface="楷体_GB2312" pitchFamily="49" charset="-122"/>
                <a:ea typeface="楷体_GB2312" pitchFamily="49" charset="-122"/>
              </a:rPr>
              <a:t>,</a:t>
            </a:r>
            <a:r>
              <a:rPr lang="zh-CN" altLang="en-US" sz="3200" b="1">
                <a:latin typeface="楷体_GB2312" pitchFamily="49" charset="-122"/>
                <a:ea typeface="楷体_GB2312" pitchFamily="49" charset="-122"/>
              </a:rPr>
              <a:t>差商与差分有如下关系</a:t>
            </a:r>
          </a:p>
        </p:txBody>
      </p:sp>
      <p:graphicFrame>
        <p:nvGraphicFramePr>
          <p:cNvPr id="26634" name="Object 10"/>
          <p:cNvGraphicFramePr>
            <a:graphicFrameLocks noChangeAspect="1"/>
          </p:cNvGraphicFramePr>
          <p:nvPr/>
        </p:nvGraphicFramePr>
        <p:xfrm>
          <a:off x="1304925" y="2344738"/>
          <a:ext cx="1363663" cy="450850"/>
        </p:xfrm>
        <a:graphic>
          <a:graphicData uri="http://schemas.openxmlformats.org/presentationml/2006/ole">
            <mc:AlternateContent xmlns:mc="http://schemas.openxmlformats.org/markup-compatibility/2006">
              <mc:Choice xmlns:v="urn:schemas-microsoft-com:vml" Requires="v">
                <p:oleObj spid="_x0000_s68747" r:id="rId3" imgW="647700" imgH="215900" progId="Equation.DSMT4">
                  <p:embed/>
                </p:oleObj>
              </mc:Choice>
              <mc:Fallback>
                <p:oleObj r:id="rId3" imgW="647700" imgH="215900" progId="Equation.DSMT4">
                  <p:embed/>
                  <p:pic>
                    <p:nvPicPr>
                      <p:cNvPr id="0"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4925" y="2344738"/>
                        <a:ext cx="1363663"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5" name="Object 11"/>
          <p:cNvGraphicFramePr>
            <a:graphicFrameLocks noChangeAspect="1"/>
          </p:cNvGraphicFramePr>
          <p:nvPr/>
        </p:nvGraphicFramePr>
        <p:xfrm>
          <a:off x="4151313" y="2109788"/>
          <a:ext cx="801687" cy="823912"/>
        </p:xfrm>
        <a:graphic>
          <a:graphicData uri="http://schemas.openxmlformats.org/presentationml/2006/ole">
            <mc:AlternateContent xmlns:mc="http://schemas.openxmlformats.org/markup-compatibility/2006">
              <mc:Choice xmlns:v="urn:schemas-microsoft-com:vml" Requires="v">
                <p:oleObj spid="_x0000_s68748" r:id="rId5" imgW="381000" imgH="393700" progId="Equation.DSMT4">
                  <p:embed/>
                </p:oleObj>
              </mc:Choice>
              <mc:Fallback>
                <p:oleObj r:id="rId5" imgW="381000" imgH="393700" progId="Equation.DSMT4">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51313" y="2109788"/>
                        <a:ext cx="801687" cy="823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6" name="Object 12"/>
          <p:cNvGraphicFramePr>
            <a:graphicFrameLocks noChangeAspect="1"/>
          </p:cNvGraphicFramePr>
          <p:nvPr/>
        </p:nvGraphicFramePr>
        <p:xfrm>
          <a:off x="685800" y="3335338"/>
          <a:ext cx="1951038" cy="450850"/>
        </p:xfrm>
        <a:graphic>
          <a:graphicData uri="http://schemas.openxmlformats.org/presentationml/2006/ole">
            <mc:AlternateContent xmlns:mc="http://schemas.openxmlformats.org/markup-compatibility/2006">
              <mc:Choice xmlns:v="urn:schemas-microsoft-com:vml" Requires="v">
                <p:oleObj spid="_x0000_s68749" r:id="rId7" imgW="926465" imgH="215900" progId="Equation.DSMT4">
                  <p:embed/>
                </p:oleObj>
              </mc:Choice>
              <mc:Fallback>
                <p:oleObj r:id="rId7" imgW="926465" imgH="215900" progId="Equation.DSMT4">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335338"/>
                        <a:ext cx="1951038"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7" name="Object 13"/>
          <p:cNvGraphicFramePr>
            <a:graphicFrameLocks noChangeAspect="1"/>
          </p:cNvGraphicFramePr>
          <p:nvPr/>
        </p:nvGraphicFramePr>
        <p:xfrm>
          <a:off x="6188075" y="3252788"/>
          <a:ext cx="1658938" cy="825500"/>
        </p:xfrm>
        <a:graphic>
          <a:graphicData uri="http://schemas.openxmlformats.org/presentationml/2006/ole">
            <mc:AlternateContent xmlns:mc="http://schemas.openxmlformats.org/markup-compatibility/2006">
              <mc:Choice xmlns:v="urn:schemas-microsoft-com:vml" Requires="v">
                <p:oleObj spid="_x0000_s68750" r:id="rId9" imgW="786765" imgH="393700" progId="Equation.DSMT4">
                  <p:embed/>
                </p:oleObj>
              </mc:Choice>
              <mc:Fallback>
                <p:oleObj r:id="rId9" imgW="786765" imgH="393700" progId="Equation.DSMT4">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88075" y="3252788"/>
                        <a:ext cx="1658938"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38" name="Object 14"/>
          <p:cNvGraphicFramePr>
            <a:graphicFrameLocks noChangeAspect="1"/>
          </p:cNvGraphicFramePr>
          <p:nvPr/>
        </p:nvGraphicFramePr>
        <p:xfrm>
          <a:off x="7983538" y="3238500"/>
          <a:ext cx="931862" cy="852488"/>
        </p:xfrm>
        <a:graphic>
          <a:graphicData uri="http://schemas.openxmlformats.org/presentationml/2006/ole">
            <mc:AlternateContent xmlns:mc="http://schemas.openxmlformats.org/markup-compatibility/2006">
              <mc:Choice xmlns:v="urn:schemas-microsoft-com:vml" Requires="v">
                <p:oleObj spid="_x0000_s68751" r:id="rId11" imgW="443865" imgH="405765" progId="Equation.DSMT4">
                  <p:embed/>
                </p:oleObj>
              </mc:Choice>
              <mc:Fallback>
                <p:oleObj r:id="rId11" imgW="443865" imgH="405765" progId="Equation.DSMT4">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983538" y="3238500"/>
                        <a:ext cx="931862" cy="85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45" name="Object 21"/>
          <p:cNvGraphicFramePr>
            <a:graphicFrameLocks noChangeAspect="1"/>
          </p:cNvGraphicFramePr>
          <p:nvPr/>
        </p:nvGraphicFramePr>
        <p:xfrm>
          <a:off x="2635250" y="2109788"/>
          <a:ext cx="1444625" cy="904875"/>
        </p:xfrm>
        <a:graphic>
          <a:graphicData uri="http://schemas.openxmlformats.org/presentationml/2006/ole">
            <mc:AlternateContent xmlns:mc="http://schemas.openxmlformats.org/markup-compatibility/2006">
              <mc:Choice xmlns:v="urn:schemas-microsoft-com:vml" Requires="v">
                <p:oleObj spid="_x0000_s68752" r:id="rId13" imgW="685800" imgH="431800" progId="Equation.DSMT4">
                  <p:embed/>
                </p:oleObj>
              </mc:Choice>
              <mc:Fallback>
                <p:oleObj r:id="rId13" imgW="685800" imgH="431800" progId="Equation.DSMT4">
                  <p:embed/>
                  <p:pic>
                    <p:nvPicPr>
                      <p:cNvPr id="0" name="Object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35250" y="2109788"/>
                        <a:ext cx="1444625"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6646" name="Object 22"/>
          <p:cNvGraphicFramePr>
            <a:graphicFrameLocks noChangeAspect="1"/>
          </p:cNvGraphicFramePr>
          <p:nvPr/>
        </p:nvGraphicFramePr>
        <p:xfrm>
          <a:off x="2667000" y="3176588"/>
          <a:ext cx="3449638" cy="904875"/>
        </p:xfrm>
        <a:graphic>
          <a:graphicData uri="http://schemas.openxmlformats.org/presentationml/2006/ole">
            <mc:AlternateContent xmlns:mc="http://schemas.openxmlformats.org/markup-compatibility/2006">
              <mc:Choice xmlns:v="urn:schemas-microsoft-com:vml" Requires="v">
                <p:oleObj spid="_x0000_s68753" r:id="rId15" imgW="1637665" imgH="431800" progId="Equation.DSMT4">
                  <p:embed/>
                </p:oleObj>
              </mc:Choice>
              <mc:Fallback>
                <p:oleObj r:id="rId15" imgW="1637665" imgH="431800" progId="Equation.DSMT4">
                  <p:embed/>
                  <p:pic>
                    <p:nvPicPr>
                      <p:cNvPr id="0" name="Object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67000" y="3176588"/>
                        <a:ext cx="3449638"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633"/>
                                        </p:tgtEl>
                                        <p:attrNameLst>
                                          <p:attrName>style.visibility</p:attrName>
                                        </p:attrNameLst>
                                      </p:cBhvr>
                                      <p:to>
                                        <p:strVal val="visible"/>
                                      </p:to>
                                    </p:set>
                                    <p:animEffect transition="in" filter="wipe(left)">
                                      <p:cBhvr>
                                        <p:cTn id="7" dur="500"/>
                                        <p:tgtEl>
                                          <p:spTgt spid="2663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6628"/>
                                        </p:tgtEl>
                                        <p:attrNameLst>
                                          <p:attrName>style.visibility</p:attrName>
                                        </p:attrNameLst>
                                      </p:cBhvr>
                                      <p:to>
                                        <p:strVal val="visible"/>
                                      </p:to>
                                    </p:set>
                                    <p:animEffect transition="in" filter="wipe(left)">
                                      <p:cBhvr>
                                        <p:cTn id="12" dur="500"/>
                                        <p:tgtEl>
                                          <p:spTgt spid="2662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634"/>
                                        </p:tgtEl>
                                        <p:attrNameLst>
                                          <p:attrName>style.visibility</p:attrName>
                                        </p:attrNameLst>
                                      </p:cBhvr>
                                      <p:to>
                                        <p:strVal val="visible"/>
                                      </p:to>
                                    </p:set>
                                    <p:animEffect transition="in" filter="wipe(left)">
                                      <p:cBhvr>
                                        <p:cTn id="17" dur="500"/>
                                        <p:tgtEl>
                                          <p:spTgt spid="2663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6645"/>
                                        </p:tgtEl>
                                        <p:attrNameLst>
                                          <p:attrName>style.visibility</p:attrName>
                                        </p:attrNameLst>
                                      </p:cBhvr>
                                      <p:to>
                                        <p:strVal val="visible"/>
                                      </p:to>
                                    </p:set>
                                    <p:animEffect transition="in" filter="wipe(left)">
                                      <p:cBhvr>
                                        <p:cTn id="22" dur="500"/>
                                        <p:tgtEl>
                                          <p:spTgt spid="2664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6635"/>
                                        </p:tgtEl>
                                        <p:attrNameLst>
                                          <p:attrName>style.visibility</p:attrName>
                                        </p:attrNameLst>
                                      </p:cBhvr>
                                      <p:to>
                                        <p:strVal val="visible"/>
                                      </p:to>
                                    </p:set>
                                    <p:animEffect transition="in" filter="wipe(left)">
                                      <p:cBhvr>
                                        <p:cTn id="27" dur="500"/>
                                        <p:tgtEl>
                                          <p:spTgt spid="2663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6629"/>
                                        </p:tgtEl>
                                        <p:attrNameLst>
                                          <p:attrName>style.visibility</p:attrName>
                                        </p:attrNameLst>
                                      </p:cBhvr>
                                      <p:to>
                                        <p:strVal val="visible"/>
                                      </p:to>
                                    </p:set>
                                    <p:animEffect transition="in" filter="wipe(left)">
                                      <p:cBhvr>
                                        <p:cTn id="32" dur="500"/>
                                        <p:tgtEl>
                                          <p:spTgt spid="2662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6636"/>
                                        </p:tgtEl>
                                        <p:attrNameLst>
                                          <p:attrName>style.visibility</p:attrName>
                                        </p:attrNameLst>
                                      </p:cBhvr>
                                      <p:to>
                                        <p:strVal val="visible"/>
                                      </p:to>
                                    </p:set>
                                    <p:animEffect transition="in" filter="wipe(left)">
                                      <p:cBhvr>
                                        <p:cTn id="37" dur="500"/>
                                        <p:tgtEl>
                                          <p:spTgt spid="2663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26646"/>
                                        </p:tgtEl>
                                        <p:attrNameLst>
                                          <p:attrName>style.visibility</p:attrName>
                                        </p:attrNameLst>
                                      </p:cBhvr>
                                      <p:to>
                                        <p:strVal val="visible"/>
                                      </p:to>
                                    </p:set>
                                    <p:animEffect transition="in" filter="wipe(left)">
                                      <p:cBhvr>
                                        <p:cTn id="42" dur="500"/>
                                        <p:tgtEl>
                                          <p:spTgt spid="2664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6637"/>
                                        </p:tgtEl>
                                        <p:attrNameLst>
                                          <p:attrName>style.visibility</p:attrName>
                                        </p:attrNameLst>
                                      </p:cBhvr>
                                      <p:to>
                                        <p:strVal val="visible"/>
                                      </p:to>
                                    </p:set>
                                    <p:animEffect transition="in" filter="wipe(left)">
                                      <p:cBhvr>
                                        <p:cTn id="47" dur="500"/>
                                        <p:tgtEl>
                                          <p:spTgt spid="26637"/>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6638"/>
                                        </p:tgtEl>
                                        <p:attrNameLst>
                                          <p:attrName>style.visibility</p:attrName>
                                        </p:attrNameLst>
                                      </p:cBhvr>
                                      <p:to>
                                        <p:strVal val="visible"/>
                                      </p:to>
                                    </p:set>
                                    <p:animEffect transition="in" filter="wipe(left)">
                                      <p:cBhvr>
                                        <p:cTn id="52" dur="500"/>
                                        <p:tgtEl>
                                          <p:spTgt spid="26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8" grpId="0" animBg="1"/>
      <p:bldP spid="26629" grpId="0" animBg="1"/>
      <p:bldP spid="26633"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6" name="Rectangle 4"/>
          <p:cNvSpPr>
            <a:spLocks noChangeArrowheads="1"/>
          </p:cNvSpPr>
          <p:nvPr/>
        </p:nvSpPr>
        <p:spPr bwMode="auto">
          <a:xfrm>
            <a:off x="544513" y="692150"/>
            <a:ext cx="7391400" cy="9144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28677" name="Rectangle 5"/>
          <p:cNvSpPr>
            <a:spLocks noChangeArrowheads="1"/>
          </p:cNvSpPr>
          <p:nvPr/>
        </p:nvSpPr>
        <p:spPr bwMode="auto">
          <a:xfrm>
            <a:off x="2982913" y="1758950"/>
            <a:ext cx="3505200" cy="9144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aphicFrame>
        <p:nvGraphicFramePr>
          <p:cNvPr id="28678" name="Object 6"/>
          <p:cNvGraphicFramePr>
            <a:graphicFrameLocks noChangeAspect="1"/>
          </p:cNvGraphicFramePr>
          <p:nvPr/>
        </p:nvGraphicFramePr>
        <p:xfrm>
          <a:off x="617538" y="919163"/>
          <a:ext cx="2566987" cy="450850"/>
        </p:xfrm>
        <a:graphic>
          <a:graphicData uri="http://schemas.openxmlformats.org/presentationml/2006/ole">
            <mc:AlternateContent xmlns:mc="http://schemas.openxmlformats.org/markup-compatibility/2006">
              <mc:Choice xmlns:v="urn:schemas-microsoft-com:vml" Requires="v">
                <p:oleObj spid="_x0000_s69792" r:id="rId3" imgW="1218565" imgH="215900" progId="Equation.DSMT4">
                  <p:embed/>
                </p:oleObj>
              </mc:Choice>
              <mc:Fallback>
                <p:oleObj r:id="rId3" imgW="1218565" imgH="215900" progId="Equation.DSMT4">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7538" y="919163"/>
                        <a:ext cx="2566987"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79" name="Object 7"/>
          <p:cNvGraphicFramePr>
            <a:graphicFrameLocks noChangeAspect="1"/>
          </p:cNvGraphicFramePr>
          <p:nvPr/>
        </p:nvGraphicFramePr>
        <p:xfrm>
          <a:off x="3132138" y="1773238"/>
          <a:ext cx="2005012" cy="852487"/>
        </p:xfrm>
        <a:graphic>
          <a:graphicData uri="http://schemas.openxmlformats.org/presentationml/2006/ole">
            <mc:AlternateContent xmlns:mc="http://schemas.openxmlformats.org/markup-compatibility/2006">
              <mc:Choice xmlns:v="urn:schemas-microsoft-com:vml" Requires="v">
                <p:oleObj spid="_x0000_s69793" r:id="rId5" imgW="951865" imgH="406400" progId="Equation.DSMT4">
                  <p:embed/>
                </p:oleObj>
              </mc:Choice>
              <mc:Fallback>
                <p:oleObj r:id="rId5" imgW="951865" imgH="406400" progId="Equation.DSMT4">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2138" y="1773238"/>
                        <a:ext cx="2005012" cy="852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80" name="Object 8"/>
          <p:cNvGraphicFramePr>
            <a:graphicFrameLocks noChangeAspect="1"/>
          </p:cNvGraphicFramePr>
          <p:nvPr/>
        </p:nvGraphicFramePr>
        <p:xfrm>
          <a:off x="5345113" y="1758950"/>
          <a:ext cx="989012" cy="852488"/>
        </p:xfrm>
        <a:graphic>
          <a:graphicData uri="http://schemas.openxmlformats.org/presentationml/2006/ole">
            <mc:AlternateContent xmlns:mc="http://schemas.openxmlformats.org/markup-compatibility/2006">
              <mc:Choice xmlns:v="urn:schemas-microsoft-com:vml" Requires="v">
                <p:oleObj spid="_x0000_s69794" r:id="rId7" imgW="469900" imgH="406400" progId="Equation.DSMT4">
                  <p:embed/>
                </p:oleObj>
              </mc:Choice>
              <mc:Fallback>
                <p:oleObj r:id="rId7" imgW="469900" imgH="406400" progId="Equation.DSMT4">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45113" y="1758950"/>
                        <a:ext cx="989012" cy="85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81" name="Object 9"/>
          <p:cNvGraphicFramePr>
            <a:graphicFrameLocks noChangeAspect="1"/>
          </p:cNvGraphicFramePr>
          <p:nvPr/>
        </p:nvGraphicFramePr>
        <p:xfrm>
          <a:off x="3132138" y="692150"/>
          <a:ext cx="4651375" cy="904875"/>
        </p:xfrm>
        <a:graphic>
          <a:graphicData uri="http://schemas.openxmlformats.org/presentationml/2006/ole">
            <mc:AlternateContent xmlns:mc="http://schemas.openxmlformats.org/markup-compatibility/2006">
              <mc:Choice xmlns:v="urn:schemas-microsoft-com:vml" Requires="v">
                <p:oleObj spid="_x0000_s69795" r:id="rId9" imgW="2209800" imgH="431800" progId="Equation.DSMT4">
                  <p:embed/>
                </p:oleObj>
              </mc:Choice>
              <mc:Fallback>
                <p:oleObj r:id="rId9" imgW="2209800" imgH="4318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2138" y="692150"/>
                        <a:ext cx="4651375"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85" name="Rectangle 13"/>
          <p:cNvSpPr>
            <a:spLocks noChangeArrowheads="1"/>
          </p:cNvSpPr>
          <p:nvPr/>
        </p:nvSpPr>
        <p:spPr bwMode="auto">
          <a:xfrm>
            <a:off x="1649413" y="3998913"/>
            <a:ext cx="5181600" cy="9144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sp>
        <p:nvSpPr>
          <p:cNvPr id="28686" name="Rectangle 14"/>
          <p:cNvSpPr>
            <a:spLocks noChangeArrowheads="1"/>
          </p:cNvSpPr>
          <p:nvPr/>
        </p:nvSpPr>
        <p:spPr bwMode="auto">
          <a:xfrm>
            <a:off x="2030413" y="5218113"/>
            <a:ext cx="4800600" cy="990600"/>
          </a:xfrm>
          <a:prstGeom prst="rect">
            <a:avLst/>
          </a:prstGeom>
          <a:solidFill>
            <a:srgbClr val="FFFF00"/>
          </a:solidFill>
          <a:ln>
            <a:noFill/>
          </a:ln>
          <a:extLs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en-GB" altLang="zh-CN">
              <a:latin typeface="Verdana" panose="020B0604030504040204" pitchFamily="34" charset="0"/>
            </a:endParaRPr>
          </a:p>
        </p:txBody>
      </p:sp>
      <p:graphicFrame>
        <p:nvGraphicFramePr>
          <p:cNvPr id="28687" name="Object 15"/>
          <p:cNvGraphicFramePr>
            <a:graphicFrameLocks noChangeAspect="1"/>
          </p:cNvGraphicFramePr>
          <p:nvPr/>
        </p:nvGraphicFramePr>
        <p:xfrm>
          <a:off x="1835150" y="4219575"/>
          <a:ext cx="2405063" cy="450850"/>
        </p:xfrm>
        <a:graphic>
          <a:graphicData uri="http://schemas.openxmlformats.org/presentationml/2006/ole">
            <mc:AlternateContent xmlns:mc="http://schemas.openxmlformats.org/markup-compatibility/2006">
              <mc:Choice xmlns:v="urn:schemas-microsoft-com:vml" Requires="v">
                <p:oleObj spid="_x0000_s69796" r:id="rId11" imgW="1143000" imgH="215900" progId="Equation.DSMT4">
                  <p:embed/>
                </p:oleObj>
              </mc:Choice>
              <mc:Fallback>
                <p:oleObj r:id="rId11" imgW="1143000" imgH="215900" progId="Equation.DSMT4">
                  <p:embed/>
                  <p:pic>
                    <p:nvPicPr>
                      <p:cNvPr id="0" name="Object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35150" y="4219575"/>
                        <a:ext cx="2405063"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8688" name="Text Box 16"/>
          <p:cNvSpPr txBox="1">
            <a:spLocks noChangeArrowheads="1"/>
          </p:cNvSpPr>
          <p:nvPr/>
        </p:nvSpPr>
        <p:spPr bwMode="auto">
          <a:xfrm>
            <a:off x="735013" y="3389313"/>
            <a:ext cx="15017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non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600">
                <a:latin typeface="Times New Roman" panose="02020603050405020304" pitchFamily="18" charset="0"/>
              </a:rPr>
              <a:t>依此类推</a:t>
            </a:r>
          </a:p>
        </p:txBody>
      </p:sp>
      <p:graphicFrame>
        <p:nvGraphicFramePr>
          <p:cNvPr id="28689" name="Object 17"/>
          <p:cNvGraphicFramePr>
            <a:graphicFrameLocks noChangeAspect="1"/>
          </p:cNvGraphicFramePr>
          <p:nvPr/>
        </p:nvGraphicFramePr>
        <p:xfrm>
          <a:off x="4316413" y="3984625"/>
          <a:ext cx="1119187" cy="852488"/>
        </p:xfrm>
        <a:graphic>
          <a:graphicData uri="http://schemas.openxmlformats.org/presentationml/2006/ole">
            <mc:AlternateContent xmlns:mc="http://schemas.openxmlformats.org/markup-compatibility/2006">
              <mc:Choice xmlns:v="urn:schemas-microsoft-com:vml" Requires="v">
                <p:oleObj spid="_x0000_s69797" r:id="rId13" imgW="533400" imgH="406400" progId="Equation.DSMT4">
                  <p:embed/>
                </p:oleObj>
              </mc:Choice>
              <mc:Fallback>
                <p:oleObj r:id="rId13" imgW="533400" imgH="406400" progId="Equation.DSMT4">
                  <p:embed/>
                  <p:pic>
                    <p:nvPicPr>
                      <p:cNvPr id="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16413" y="3984625"/>
                        <a:ext cx="1119187" cy="85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91" name="Object 19"/>
          <p:cNvGraphicFramePr>
            <a:graphicFrameLocks noChangeAspect="1"/>
          </p:cNvGraphicFramePr>
          <p:nvPr/>
        </p:nvGraphicFramePr>
        <p:xfrm>
          <a:off x="2208213" y="5514975"/>
          <a:ext cx="2032000" cy="450850"/>
        </p:xfrm>
        <a:graphic>
          <a:graphicData uri="http://schemas.openxmlformats.org/presentationml/2006/ole">
            <mc:AlternateContent xmlns:mc="http://schemas.openxmlformats.org/markup-compatibility/2006">
              <mc:Choice xmlns:v="urn:schemas-microsoft-com:vml" Requires="v">
                <p:oleObj spid="_x0000_s69798" r:id="rId15" imgW="964565" imgH="215900" progId="Equation.DSMT4">
                  <p:embed/>
                </p:oleObj>
              </mc:Choice>
              <mc:Fallback>
                <p:oleObj r:id="rId15" imgW="964565" imgH="215900" progId="Equation.DSMT4">
                  <p:embed/>
                  <p:pic>
                    <p:nvPicPr>
                      <p:cNvPr id="0" name="Object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08213" y="5514975"/>
                        <a:ext cx="2032000"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28692" name="Object 20"/>
          <p:cNvGraphicFramePr>
            <a:graphicFrameLocks noChangeAspect="1"/>
          </p:cNvGraphicFramePr>
          <p:nvPr/>
        </p:nvGraphicFramePr>
        <p:xfrm>
          <a:off x="4294188" y="5280025"/>
          <a:ext cx="1012825" cy="852488"/>
        </p:xfrm>
        <a:graphic>
          <a:graphicData uri="http://schemas.openxmlformats.org/presentationml/2006/ole">
            <mc:AlternateContent xmlns:mc="http://schemas.openxmlformats.org/markup-compatibility/2006">
              <mc:Choice xmlns:v="urn:schemas-microsoft-com:vml" Requires="v">
                <p:oleObj spid="_x0000_s69799" r:id="rId17" imgW="482600" imgH="406400" progId="Equation.DSMT4">
                  <p:embed/>
                </p:oleObj>
              </mc:Choice>
              <mc:Fallback>
                <p:oleObj r:id="rId17" imgW="482600" imgH="406400" progId="Equation.DSMT4">
                  <p:embed/>
                  <p:pic>
                    <p:nvPicPr>
                      <p:cNvPr id="0" name="Object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94188" y="5280025"/>
                        <a:ext cx="1012825" cy="85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8676"/>
                                        </p:tgtEl>
                                        <p:attrNameLst>
                                          <p:attrName>style.visibility</p:attrName>
                                        </p:attrNameLst>
                                      </p:cBhvr>
                                      <p:to>
                                        <p:strVal val="visible"/>
                                      </p:to>
                                    </p:set>
                                    <p:animEffect transition="in" filter="wipe(left)">
                                      <p:cBhvr>
                                        <p:cTn id="7" dur="500"/>
                                        <p:tgtEl>
                                          <p:spTgt spid="2867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678"/>
                                        </p:tgtEl>
                                        <p:attrNameLst>
                                          <p:attrName>style.visibility</p:attrName>
                                        </p:attrNameLst>
                                      </p:cBhvr>
                                      <p:to>
                                        <p:strVal val="visible"/>
                                      </p:to>
                                    </p:set>
                                    <p:animEffect transition="in" filter="wipe(left)">
                                      <p:cBhvr>
                                        <p:cTn id="12" dur="500"/>
                                        <p:tgtEl>
                                          <p:spTgt spid="2867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8681"/>
                                        </p:tgtEl>
                                        <p:attrNameLst>
                                          <p:attrName>style.visibility</p:attrName>
                                        </p:attrNameLst>
                                      </p:cBhvr>
                                      <p:to>
                                        <p:strVal val="visible"/>
                                      </p:to>
                                    </p:set>
                                    <p:animEffect transition="in" filter="wipe(left)">
                                      <p:cBhvr>
                                        <p:cTn id="17" dur="500"/>
                                        <p:tgtEl>
                                          <p:spTgt spid="2868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8677"/>
                                        </p:tgtEl>
                                        <p:attrNameLst>
                                          <p:attrName>style.visibility</p:attrName>
                                        </p:attrNameLst>
                                      </p:cBhvr>
                                      <p:to>
                                        <p:strVal val="visible"/>
                                      </p:to>
                                    </p:set>
                                    <p:animEffect transition="in" filter="wipe(left)">
                                      <p:cBhvr>
                                        <p:cTn id="22" dur="500"/>
                                        <p:tgtEl>
                                          <p:spTgt spid="2867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8679"/>
                                        </p:tgtEl>
                                        <p:attrNameLst>
                                          <p:attrName>style.visibility</p:attrName>
                                        </p:attrNameLst>
                                      </p:cBhvr>
                                      <p:to>
                                        <p:strVal val="visible"/>
                                      </p:to>
                                    </p:set>
                                    <p:animEffect transition="in" filter="wipe(left)">
                                      <p:cBhvr>
                                        <p:cTn id="27" dur="500"/>
                                        <p:tgtEl>
                                          <p:spTgt spid="2867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8680"/>
                                        </p:tgtEl>
                                        <p:attrNameLst>
                                          <p:attrName>style.visibility</p:attrName>
                                        </p:attrNameLst>
                                      </p:cBhvr>
                                      <p:to>
                                        <p:strVal val="visible"/>
                                      </p:to>
                                    </p:set>
                                    <p:animEffect transition="in" filter="wipe(left)">
                                      <p:cBhvr>
                                        <p:cTn id="32" dur="500"/>
                                        <p:tgtEl>
                                          <p:spTgt spid="28680"/>
                                        </p:tgtEl>
                                      </p:cBhvr>
                                    </p:animEffect>
                                  </p:childTnLst>
                                </p:cTn>
                              </p:par>
                            </p:childTnLst>
                          </p:cTn>
                        </p:par>
                      </p:childTnLst>
                    </p:cTn>
                  </p:par>
                  <p:par>
                    <p:cTn id="33" fill="hold">
                      <p:stCondLst>
                        <p:cond delay="indefinite"/>
                      </p:stCondLst>
                      <p:childTnLst>
                        <p:par>
                          <p:cTn id="34" fill="hold">
                            <p:stCondLst>
                              <p:cond delay="0"/>
                            </p:stCondLst>
                            <p:childTnLst>
                              <p:par>
                                <p:cTn id="35" presetID="17" presetClass="entr" presetSubtype="8" fill="hold" grpId="0" nodeType="clickEffect">
                                  <p:stCondLst>
                                    <p:cond delay="0"/>
                                  </p:stCondLst>
                                  <p:childTnLst>
                                    <p:set>
                                      <p:cBhvr>
                                        <p:cTn id="36" dur="1" fill="hold">
                                          <p:stCondLst>
                                            <p:cond delay="0"/>
                                          </p:stCondLst>
                                        </p:cTn>
                                        <p:tgtEl>
                                          <p:spTgt spid="28688"/>
                                        </p:tgtEl>
                                        <p:attrNameLst>
                                          <p:attrName>style.visibility</p:attrName>
                                        </p:attrNameLst>
                                      </p:cBhvr>
                                      <p:to>
                                        <p:strVal val="visible"/>
                                      </p:to>
                                    </p:set>
                                    <p:anim calcmode="lin" valueType="num">
                                      <p:cBhvr>
                                        <p:cTn id="37" dur="500" fill="hold"/>
                                        <p:tgtEl>
                                          <p:spTgt spid="28688"/>
                                        </p:tgtEl>
                                        <p:attrNameLst>
                                          <p:attrName>ppt_x</p:attrName>
                                        </p:attrNameLst>
                                      </p:cBhvr>
                                      <p:tavLst>
                                        <p:tav tm="0">
                                          <p:val>
                                            <p:strVal val="#ppt_x-#ppt_w/2"/>
                                          </p:val>
                                        </p:tav>
                                        <p:tav tm="100000">
                                          <p:val>
                                            <p:strVal val="#ppt_x"/>
                                          </p:val>
                                        </p:tav>
                                      </p:tavLst>
                                    </p:anim>
                                    <p:anim calcmode="lin" valueType="num">
                                      <p:cBhvr>
                                        <p:cTn id="38" dur="500" fill="hold"/>
                                        <p:tgtEl>
                                          <p:spTgt spid="28688"/>
                                        </p:tgtEl>
                                        <p:attrNameLst>
                                          <p:attrName>ppt_y</p:attrName>
                                        </p:attrNameLst>
                                      </p:cBhvr>
                                      <p:tavLst>
                                        <p:tav tm="0">
                                          <p:val>
                                            <p:strVal val="#ppt_y"/>
                                          </p:val>
                                        </p:tav>
                                        <p:tav tm="100000">
                                          <p:val>
                                            <p:strVal val="#ppt_y"/>
                                          </p:val>
                                        </p:tav>
                                      </p:tavLst>
                                    </p:anim>
                                    <p:anim calcmode="lin" valueType="num">
                                      <p:cBhvr>
                                        <p:cTn id="39" dur="500" fill="hold"/>
                                        <p:tgtEl>
                                          <p:spTgt spid="28688"/>
                                        </p:tgtEl>
                                        <p:attrNameLst>
                                          <p:attrName>ppt_w</p:attrName>
                                        </p:attrNameLst>
                                      </p:cBhvr>
                                      <p:tavLst>
                                        <p:tav tm="0">
                                          <p:val>
                                            <p:fltVal val="0"/>
                                          </p:val>
                                        </p:tav>
                                        <p:tav tm="100000">
                                          <p:val>
                                            <p:strVal val="#ppt_w"/>
                                          </p:val>
                                        </p:tav>
                                      </p:tavLst>
                                    </p:anim>
                                    <p:anim calcmode="lin" valueType="num">
                                      <p:cBhvr>
                                        <p:cTn id="40" dur="500" fill="hold"/>
                                        <p:tgtEl>
                                          <p:spTgt spid="28688"/>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7" presetClass="entr" presetSubtype="8" fill="hold" grpId="0" nodeType="clickEffect">
                                  <p:stCondLst>
                                    <p:cond delay="0"/>
                                  </p:stCondLst>
                                  <p:childTnLst>
                                    <p:set>
                                      <p:cBhvr>
                                        <p:cTn id="44" dur="1" fill="hold">
                                          <p:stCondLst>
                                            <p:cond delay="0"/>
                                          </p:stCondLst>
                                        </p:cTn>
                                        <p:tgtEl>
                                          <p:spTgt spid="28685"/>
                                        </p:tgtEl>
                                        <p:attrNameLst>
                                          <p:attrName>style.visibility</p:attrName>
                                        </p:attrNameLst>
                                      </p:cBhvr>
                                      <p:to>
                                        <p:strVal val="visible"/>
                                      </p:to>
                                    </p:set>
                                    <p:anim calcmode="lin" valueType="num">
                                      <p:cBhvr>
                                        <p:cTn id="45" dur="500" fill="hold"/>
                                        <p:tgtEl>
                                          <p:spTgt spid="28685"/>
                                        </p:tgtEl>
                                        <p:attrNameLst>
                                          <p:attrName>ppt_x</p:attrName>
                                        </p:attrNameLst>
                                      </p:cBhvr>
                                      <p:tavLst>
                                        <p:tav tm="0">
                                          <p:val>
                                            <p:strVal val="#ppt_x-#ppt_w/2"/>
                                          </p:val>
                                        </p:tav>
                                        <p:tav tm="100000">
                                          <p:val>
                                            <p:strVal val="#ppt_x"/>
                                          </p:val>
                                        </p:tav>
                                      </p:tavLst>
                                    </p:anim>
                                    <p:anim calcmode="lin" valueType="num">
                                      <p:cBhvr>
                                        <p:cTn id="46" dur="500" fill="hold"/>
                                        <p:tgtEl>
                                          <p:spTgt spid="28685"/>
                                        </p:tgtEl>
                                        <p:attrNameLst>
                                          <p:attrName>ppt_y</p:attrName>
                                        </p:attrNameLst>
                                      </p:cBhvr>
                                      <p:tavLst>
                                        <p:tav tm="0">
                                          <p:val>
                                            <p:strVal val="#ppt_y"/>
                                          </p:val>
                                        </p:tav>
                                        <p:tav tm="100000">
                                          <p:val>
                                            <p:strVal val="#ppt_y"/>
                                          </p:val>
                                        </p:tav>
                                      </p:tavLst>
                                    </p:anim>
                                    <p:anim calcmode="lin" valueType="num">
                                      <p:cBhvr>
                                        <p:cTn id="47" dur="500" fill="hold"/>
                                        <p:tgtEl>
                                          <p:spTgt spid="28685"/>
                                        </p:tgtEl>
                                        <p:attrNameLst>
                                          <p:attrName>ppt_w</p:attrName>
                                        </p:attrNameLst>
                                      </p:cBhvr>
                                      <p:tavLst>
                                        <p:tav tm="0">
                                          <p:val>
                                            <p:fltVal val="0"/>
                                          </p:val>
                                        </p:tav>
                                        <p:tav tm="100000">
                                          <p:val>
                                            <p:strVal val="#ppt_w"/>
                                          </p:val>
                                        </p:tav>
                                      </p:tavLst>
                                    </p:anim>
                                    <p:anim calcmode="lin" valueType="num">
                                      <p:cBhvr>
                                        <p:cTn id="48" dur="500" fill="hold"/>
                                        <p:tgtEl>
                                          <p:spTgt spid="28685"/>
                                        </p:tgtEl>
                                        <p:attrNameLst>
                                          <p:attrName>ppt_h</p:attrName>
                                        </p:attrNameLst>
                                      </p:cBhvr>
                                      <p:tavLst>
                                        <p:tav tm="0">
                                          <p:val>
                                            <p:strVal val="#ppt_h"/>
                                          </p:val>
                                        </p:tav>
                                        <p:tav tm="100000">
                                          <p:val>
                                            <p:strVal val="#ppt_h"/>
                                          </p:val>
                                        </p:tav>
                                      </p:tavLst>
                                    </p:anim>
                                  </p:childTnLst>
                                </p:cTn>
                              </p:par>
                            </p:childTnLst>
                          </p:cTn>
                        </p:par>
                      </p:childTnLst>
                    </p:cTn>
                  </p:par>
                  <p:par>
                    <p:cTn id="49" fill="hold">
                      <p:stCondLst>
                        <p:cond delay="indefinite"/>
                      </p:stCondLst>
                      <p:childTnLst>
                        <p:par>
                          <p:cTn id="50" fill="hold">
                            <p:stCondLst>
                              <p:cond delay="0"/>
                            </p:stCondLst>
                            <p:childTnLst>
                              <p:par>
                                <p:cTn id="51" presetID="17" presetClass="entr" presetSubtype="8" fill="hold" nodeType="clickEffect">
                                  <p:stCondLst>
                                    <p:cond delay="0"/>
                                  </p:stCondLst>
                                  <p:childTnLst>
                                    <p:set>
                                      <p:cBhvr>
                                        <p:cTn id="52" dur="1" fill="hold">
                                          <p:stCondLst>
                                            <p:cond delay="0"/>
                                          </p:stCondLst>
                                        </p:cTn>
                                        <p:tgtEl>
                                          <p:spTgt spid="28687"/>
                                        </p:tgtEl>
                                        <p:attrNameLst>
                                          <p:attrName>style.visibility</p:attrName>
                                        </p:attrNameLst>
                                      </p:cBhvr>
                                      <p:to>
                                        <p:strVal val="visible"/>
                                      </p:to>
                                    </p:set>
                                    <p:anim calcmode="lin" valueType="num">
                                      <p:cBhvr>
                                        <p:cTn id="53" dur="500" fill="hold"/>
                                        <p:tgtEl>
                                          <p:spTgt spid="28687"/>
                                        </p:tgtEl>
                                        <p:attrNameLst>
                                          <p:attrName>ppt_x</p:attrName>
                                        </p:attrNameLst>
                                      </p:cBhvr>
                                      <p:tavLst>
                                        <p:tav tm="0">
                                          <p:val>
                                            <p:strVal val="#ppt_x-#ppt_w/2"/>
                                          </p:val>
                                        </p:tav>
                                        <p:tav tm="100000">
                                          <p:val>
                                            <p:strVal val="#ppt_x"/>
                                          </p:val>
                                        </p:tav>
                                      </p:tavLst>
                                    </p:anim>
                                    <p:anim calcmode="lin" valueType="num">
                                      <p:cBhvr>
                                        <p:cTn id="54" dur="500" fill="hold"/>
                                        <p:tgtEl>
                                          <p:spTgt spid="28687"/>
                                        </p:tgtEl>
                                        <p:attrNameLst>
                                          <p:attrName>ppt_y</p:attrName>
                                        </p:attrNameLst>
                                      </p:cBhvr>
                                      <p:tavLst>
                                        <p:tav tm="0">
                                          <p:val>
                                            <p:strVal val="#ppt_y"/>
                                          </p:val>
                                        </p:tav>
                                        <p:tav tm="100000">
                                          <p:val>
                                            <p:strVal val="#ppt_y"/>
                                          </p:val>
                                        </p:tav>
                                      </p:tavLst>
                                    </p:anim>
                                    <p:anim calcmode="lin" valueType="num">
                                      <p:cBhvr>
                                        <p:cTn id="55" dur="500" fill="hold"/>
                                        <p:tgtEl>
                                          <p:spTgt spid="28687"/>
                                        </p:tgtEl>
                                        <p:attrNameLst>
                                          <p:attrName>ppt_w</p:attrName>
                                        </p:attrNameLst>
                                      </p:cBhvr>
                                      <p:tavLst>
                                        <p:tav tm="0">
                                          <p:val>
                                            <p:fltVal val="0"/>
                                          </p:val>
                                        </p:tav>
                                        <p:tav tm="100000">
                                          <p:val>
                                            <p:strVal val="#ppt_w"/>
                                          </p:val>
                                        </p:tav>
                                      </p:tavLst>
                                    </p:anim>
                                    <p:anim calcmode="lin" valueType="num">
                                      <p:cBhvr>
                                        <p:cTn id="56" dur="500" fill="hold"/>
                                        <p:tgtEl>
                                          <p:spTgt spid="28687"/>
                                        </p:tgtEl>
                                        <p:attrNameLst>
                                          <p:attrName>ppt_h</p:attrName>
                                        </p:attrNameLst>
                                      </p:cBhvr>
                                      <p:tavLst>
                                        <p:tav tm="0">
                                          <p:val>
                                            <p:strVal val="#ppt_h"/>
                                          </p:val>
                                        </p:tav>
                                        <p:tav tm="100000">
                                          <p:val>
                                            <p:strVal val="#ppt_h"/>
                                          </p:val>
                                        </p:tav>
                                      </p:tavLst>
                                    </p:anim>
                                  </p:childTnLst>
                                </p:cTn>
                              </p:par>
                            </p:childTnLst>
                          </p:cTn>
                        </p:par>
                      </p:childTnLst>
                    </p:cTn>
                  </p:par>
                  <p:par>
                    <p:cTn id="57" fill="hold">
                      <p:stCondLst>
                        <p:cond delay="indefinite"/>
                      </p:stCondLst>
                      <p:childTnLst>
                        <p:par>
                          <p:cTn id="58" fill="hold">
                            <p:stCondLst>
                              <p:cond delay="0"/>
                            </p:stCondLst>
                            <p:childTnLst>
                              <p:par>
                                <p:cTn id="59" presetID="17" presetClass="entr" presetSubtype="8" fill="hold" nodeType="clickEffect">
                                  <p:stCondLst>
                                    <p:cond delay="0"/>
                                  </p:stCondLst>
                                  <p:childTnLst>
                                    <p:set>
                                      <p:cBhvr>
                                        <p:cTn id="60" dur="1" fill="hold">
                                          <p:stCondLst>
                                            <p:cond delay="0"/>
                                          </p:stCondLst>
                                        </p:cTn>
                                        <p:tgtEl>
                                          <p:spTgt spid="28689"/>
                                        </p:tgtEl>
                                        <p:attrNameLst>
                                          <p:attrName>style.visibility</p:attrName>
                                        </p:attrNameLst>
                                      </p:cBhvr>
                                      <p:to>
                                        <p:strVal val="visible"/>
                                      </p:to>
                                    </p:set>
                                    <p:anim calcmode="lin" valueType="num">
                                      <p:cBhvr>
                                        <p:cTn id="61" dur="500" fill="hold"/>
                                        <p:tgtEl>
                                          <p:spTgt spid="28689"/>
                                        </p:tgtEl>
                                        <p:attrNameLst>
                                          <p:attrName>ppt_x</p:attrName>
                                        </p:attrNameLst>
                                      </p:cBhvr>
                                      <p:tavLst>
                                        <p:tav tm="0">
                                          <p:val>
                                            <p:strVal val="#ppt_x-#ppt_w/2"/>
                                          </p:val>
                                        </p:tav>
                                        <p:tav tm="100000">
                                          <p:val>
                                            <p:strVal val="#ppt_x"/>
                                          </p:val>
                                        </p:tav>
                                      </p:tavLst>
                                    </p:anim>
                                    <p:anim calcmode="lin" valueType="num">
                                      <p:cBhvr>
                                        <p:cTn id="62" dur="500" fill="hold"/>
                                        <p:tgtEl>
                                          <p:spTgt spid="28689"/>
                                        </p:tgtEl>
                                        <p:attrNameLst>
                                          <p:attrName>ppt_y</p:attrName>
                                        </p:attrNameLst>
                                      </p:cBhvr>
                                      <p:tavLst>
                                        <p:tav tm="0">
                                          <p:val>
                                            <p:strVal val="#ppt_y"/>
                                          </p:val>
                                        </p:tav>
                                        <p:tav tm="100000">
                                          <p:val>
                                            <p:strVal val="#ppt_y"/>
                                          </p:val>
                                        </p:tav>
                                      </p:tavLst>
                                    </p:anim>
                                    <p:anim calcmode="lin" valueType="num">
                                      <p:cBhvr>
                                        <p:cTn id="63" dur="500" fill="hold"/>
                                        <p:tgtEl>
                                          <p:spTgt spid="28689"/>
                                        </p:tgtEl>
                                        <p:attrNameLst>
                                          <p:attrName>ppt_w</p:attrName>
                                        </p:attrNameLst>
                                      </p:cBhvr>
                                      <p:tavLst>
                                        <p:tav tm="0">
                                          <p:val>
                                            <p:fltVal val="0"/>
                                          </p:val>
                                        </p:tav>
                                        <p:tav tm="100000">
                                          <p:val>
                                            <p:strVal val="#ppt_w"/>
                                          </p:val>
                                        </p:tav>
                                      </p:tavLst>
                                    </p:anim>
                                    <p:anim calcmode="lin" valueType="num">
                                      <p:cBhvr>
                                        <p:cTn id="64" dur="500" fill="hold"/>
                                        <p:tgtEl>
                                          <p:spTgt spid="28689"/>
                                        </p:tgtEl>
                                        <p:attrNameLst>
                                          <p:attrName>ppt_h</p:attrName>
                                        </p:attrNameLst>
                                      </p:cBhvr>
                                      <p:tavLst>
                                        <p:tav tm="0">
                                          <p:val>
                                            <p:strVal val="#ppt_h"/>
                                          </p:val>
                                        </p:tav>
                                        <p:tav tm="100000">
                                          <p:val>
                                            <p:strVal val="#ppt_h"/>
                                          </p:val>
                                        </p:tav>
                                      </p:tavLst>
                                    </p:anim>
                                  </p:childTnLst>
                                </p:cTn>
                              </p:par>
                            </p:childTnLst>
                          </p:cTn>
                        </p:par>
                      </p:childTnLst>
                    </p:cTn>
                  </p:par>
                  <p:par>
                    <p:cTn id="65" fill="hold">
                      <p:stCondLst>
                        <p:cond delay="indefinite"/>
                      </p:stCondLst>
                      <p:childTnLst>
                        <p:par>
                          <p:cTn id="66" fill="hold">
                            <p:stCondLst>
                              <p:cond delay="0"/>
                            </p:stCondLst>
                            <p:childTnLst>
                              <p:par>
                                <p:cTn id="67" presetID="17" presetClass="entr" presetSubtype="8" fill="hold" grpId="0" nodeType="clickEffect">
                                  <p:stCondLst>
                                    <p:cond delay="0"/>
                                  </p:stCondLst>
                                  <p:childTnLst>
                                    <p:set>
                                      <p:cBhvr>
                                        <p:cTn id="68" dur="1" fill="hold">
                                          <p:stCondLst>
                                            <p:cond delay="0"/>
                                          </p:stCondLst>
                                        </p:cTn>
                                        <p:tgtEl>
                                          <p:spTgt spid="28686"/>
                                        </p:tgtEl>
                                        <p:attrNameLst>
                                          <p:attrName>style.visibility</p:attrName>
                                        </p:attrNameLst>
                                      </p:cBhvr>
                                      <p:to>
                                        <p:strVal val="visible"/>
                                      </p:to>
                                    </p:set>
                                    <p:anim calcmode="lin" valueType="num">
                                      <p:cBhvr>
                                        <p:cTn id="69" dur="500" fill="hold"/>
                                        <p:tgtEl>
                                          <p:spTgt spid="28686"/>
                                        </p:tgtEl>
                                        <p:attrNameLst>
                                          <p:attrName>ppt_x</p:attrName>
                                        </p:attrNameLst>
                                      </p:cBhvr>
                                      <p:tavLst>
                                        <p:tav tm="0">
                                          <p:val>
                                            <p:strVal val="#ppt_x-#ppt_w/2"/>
                                          </p:val>
                                        </p:tav>
                                        <p:tav tm="100000">
                                          <p:val>
                                            <p:strVal val="#ppt_x"/>
                                          </p:val>
                                        </p:tav>
                                      </p:tavLst>
                                    </p:anim>
                                    <p:anim calcmode="lin" valueType="num">
                                      <p:cBhvr>
                                        <p:cTn id="70" dur="500" fill="hold"/>
                                        <p:tgtEl>
                                          <p:spTgt spid="28686"/>
                                        </p:tgtEl>
                                        <p:attrNameLst>
                                          <p:attrName>ppt_y</p:attrName>
                                        </p:attrNameLst>
                                      </p:cBhvr>
                                      <p:tavLst>
                                        <p:tav tm="0">
                                          <p:val>
                                            <p:strVal val="#ppt_y"/>
                                          </p:val>
                                        </p:tav>
                                        <p:tav tm="100000">
                                          <p:val>
                                            <p:strVal val="#ppt_y"/>
                                          </p:val>
                                        </p:tav>
                                      </p:tavLst>
                                    </p:anim>
                                    <p:anim calcmode="lin" valueType="num">
                                      <p:cBhvr>
                                        <p:cTn id="71" dur="500" fill="hold"/>
                                        <p:tgtEl>
                                          <p:spTgt spid="28686"/>
                                        </p:tgtEl>
                                        <p:attrNameLst>
                                          <p:attrName>ppt_w</p:attrName>
                                        </p:attrNameLst>
                                      </p:cBhvr>
                                      <p:tavLst>
                                        <p:tav tm="0">
                                          <p:val>
                                            <p:fltVal val="0"/>
                                          </p:val>
                                        </p:tav>
                                        <p:tav tm="100000">
                                          <p:val>
                                            <p:strVal val="#ppt_w"/>
                                          </p:val>
                                        </p:tav>
                                      </p:tavLst>
                                    </p:anim>
                                    <p:anim calcmode="lin" valueType="num">
                                      <p:cBhvr>
                                        <p:cTn id="72" dur="500" fill="hold"/>
                                        <p:tgtEl>
                                          <p:spTgt spid="28686"/>
                                        </p:tgtEl>
                                        <p:attrNameLst>
                                          <p:attrName>ppt_h</p:attrName>
                                        </p:attrNameLst>
                                      </p:cBhvr>
                                      <p:tavLst>
                                        <p:tav tm="0">
                                          <p:val>
                                            <p:strVal val="#ppt_h"/>
                                          </p:val>
                                        </p:tav>
                                        <p:tav tm="100000">
                                          <p:val>
                                            <p:strVal val="#ppt_h"/>
                                          </p:val>
                                        </p:tav>
                                      </p:tavLst>
                                    </p:anim>
                                  </p:childTnLst>
                                </p:cTn>
                              </p:par>
                            </p:childTnLst>
                          </p:cTn>
                        </p:par>
                      </p:childTnLst>
                    </p:cTn>
                  </p:par>
                  <p:par>
                    <p:cTn id="73" fill="hold">
                      <p:stCondLst>
                        <p:cond delay="indefinite"/>
                      </p:stCondLst>
                      <p:childTnLst>
                        <p:par>
                          <p:cTn id="74" fill="hold">
                            <p:stCondLst>
                              <p:cond delay="0"/>
                            </p:stCondLst>
                            <p:childTnLst>
                              <p:par>
                                <p:cTn id="75" presetID="17" presetClass="entr" presetSubtype="8" fill="hold" nodeType="clickEffect">
                                  <p:stCondLst>
                                    <p:cond delay="0"/>
                                  </p:stCondLst>
                                  <p:childTnLst>
                                    <p:set>
                                      <p:cBhvr>
                                        <p:cTn id="76" dur="1" fill="hold">
                                          <p:stCondLst>
                                            <p:cond delay="0"/>
                                          </p:stCondLst>
                                        </p:cTn>
                                        <p:tgtEl>
                                          <p:spTgt spid="28691"/>
                                        </p:tgtEl>
                                        <p:attrNameLst>
                                          <p:attrName>style.visibility</p:attrName>
                                        </p:attrNameLst>
                                      </p:cBhvr>
                                      <p:to>
                                        <p:strVal val="visible"/>
                                      </p:to>
                                    </p:set>
                                    <p:anim calcmode="lin" valueType="num">
                                      <p:cBhvr>
                                        <p:cTn id="77" dur="500" fill="hold"/>
                                        <p:tgtEl>
                                          <p:spTgt spid="28691"/>
                                        </p:tgtEl>
                                        <p:attrNameLst>
                                          <p:attrName>ppt_x</p:attrName>
                                        </p:attrNameLst>
                                      </p:cBhvr>
                                      <p:tavLst>
                                        <p:tav tm="0">
                                          <p:val>
                                            <p:strVal val="#ppt_x-#ppt_w/2"/>
                                          </p:val>
                                        </p:tav>
                                        <p:tav tm="100000">
                                          <p:val>
                                            <p:strVal val="#ppt_x"/>
                                          </p:val>
                                        </p:tav>
                                      </p:tavLst>
                                    </p:anim>
                                    <p:anim calcmode="lin" valueType="num">
                                      <p:cBhvr>
                                        <p:cTn id="78" dur="500" fill="hold"/>
                                        <p:tgtEl>
                                          <p:spTgt spid="28691"/>
                                        </p:tgtEl>
                                        <p:attrNameLst>
                                          <p:attrName>ppt_y</p:attrName>
                                        </p:attrNameLst>
                                      </p:cBhvr>
                                      <p:tavLst>
                                        <p:tav tm="0">
                                          <p:val>
                                            <p:strVal val="#ppt_y"/>
                                          </p:val>
                                        </p:tav>
                                        <p:tav tm="100000">
                                          <p:val>
                                            <p:strVal val="#ppt_y"/>
                                          </p:val>
                                        </p:tav>
                                      </p:tavLst>
                                    </p:anim>
                                    <p:anim calcmode="lin" valueType="num">
                                      <p:cBhvr>
                                        <p:cTn id="79" dur="500" fill="hold"/>
                                        <p:tgtEl>
                                          <p:spTgt spid="28691"/>
                                        </p:tgtEl>
                                        <p:attrNameLst>
                                          <p:attrName>ppt_w</p:attrName>
                                        </p:attrNameLst>
                                      </p:cBhvr>
                                      <p:tavLst>
                                        <p:tav tm="0">
                                          <p:val>
                                            <p:fltVal val="0"/>
                                          </p:val>
                                        </p:tav>
                                        <p:tav tm="100000">
                                          <p:val>
                                            <p:strVal val="#ppt_w"/>
                                          </p:val>
                                        </p:tav>
                                      </p:tavLst>
                                    </p:anim>
                                    <p:anim calcmode="lin" valueType="num">
                                      <p:cBhvr>
                                        <p:cTn id="80" dur="500" fill="hold"/>
                                        <p:tgtEl>
                                          <p:spTgt spid="28691"/>
                                        </p:tgtEl>
                                        <p:attrNameLst>
                                          <p:attrName>ppt_h</p:attrName>
                                        </p:attrNameLst>
                                      </p:cBhvr>
                                      <p:tavLst>
                                        <p:tav tm="0">
                                          <p:val>
                                            <p:strVal val="#ppt_h"/>
                                          </p:val>
                                        </p:tav>
                                        <p:tav tm="100000">
                                          <p:val>
                                            <p:strVal val="#ppt_h"/>
                                          </p:val>
                                        </p:tav>
                                      </p:tavLst>
                                    </p:anim>
                                  </p:childTnLst>
                                </p:cTn>
                              </p:par>
                            </p:childTnLst>
                          </p:cTn>
                        </p:par>
                      </p:childTnLst>
                    </p:cTn>
                  </p:par>
                  <p:par>
                    <p:cTn id="81" fill="hold">
                      <p:stCondLst>
                        <p:cond delay="indefinite"/>
                      </p:stCondLst>
                      <p:childTnLst>
                        <p:par>
                          <p:cTn id="82" fill="hold">
                            <p:stCondLst>
                              <p:cond delay="0"/>
                            </p:stCondLst>
                            <p:childTnLst>
                              <p:par>
                                <p:cTn id="83" presetID="17" presetClass="entr" presetSubtype="8" fill="hold" nodeType="clickEffect">
                                  <p:stCondLst>
                                    <p:cond delay="0"/>
                                  </p:stCondLst>
                                  <p:childTnLst>
                                    <p:set>
                                      <p:cBhvr>
                                        <p:cTn id="84" dur="1" fill="hold">
                                          <p:stCondLst>
                                            <p:cond delay="0"/>
                                          </p:stCondLst>
                                        </p:cTn>
                                        <p:tgtEl>
                                          <p:spTgt spid="28692"/>
                                        </p:tgtEl>
                                        <p:attrNameLst>
                                          <p:attrName>style.visibility</p:attrName>
                                        </p:attrNameLst>
                                      </p:cBhvr>
                                      <p:to>
                                        <p:strVal val="visible"/>
                                      </p:to>
                                    </p:set>
                                    <p:anim calcmode="lin" valueType="num">
                                      <p:cBhvr>
                                        <p:cTn id="85" dur="500" fill="hold"/>
                                        <p:tgtEl>
                                          <p:spTgt spid="28692"/>
                                        </p:tgtEl>
                                        <p:attrNameLst>
                                          <p:attrName>ppt_x</p:attrName>
                                        </p:attrNameLst>
                                      </p:cBhvr>
                                      <p:tavLst>
                                        <p:tav tm="0">
                                          <p:val>
                                            <p:strVal val="#ppt_x-#ppt_w/2"/>
                                          </p:val>
                                        </p:tav>
                                        <p:tav tm="100000">
                                          <p:val>
                                            <p:strVal val="#ppt_x"/>
                                          </p:val>
                                        </p:tav>
                                      </p:tavLst>
                                    </p:anim>
                                    <p:anim calcmode="lin" valueType="num">
                                      <p:cBhvr>
                                        <p:cTn id="86" dur="500" fill="hold"/>
                                        <p:tgtEl>
                                          <p:spTgt spid="28692"/>
                                        </p:tgtEl>
                                        <p:attrNameLst>
                                          <p:attrName>ppt_y</p:attrName>
                                        </p:attrNameLst>
                                      </p:cBhvr>
                                      <p:tavLst>
                                        <p:tav tm="0">
                                          <p:val>
                                            <p:strVal val="#ppt_y"/>
                                          </p:val>
                                        </p:tav>
                                        <p:tav tm="100000">
                                          <p:val>
                                            <p:strVal val="#ppt_y"/>
                                          </p:val>
                                        </p:tav>
                                      </p:tavLst>
                                    </p:anim>
                                    <p:anim calcmode="lin" valueType="num">
                                      <p:cBhvr>
                                        <p:cTn id="87" dur="500" fill="hold"/>
                                        <p:tgtEl>
                                          <p:spTgt spid="28692"/>
                                        </p:tgtEl>
                                        <p:attrNameLst>
                                          <p:attrName>ppt_w</p:attrName>
                                        </p:attrNameLst>
                                      </p:cBhvr>
                                      <p:tavLst>
                                        <p:tav tm="0">
                                          <p:val>
                                            <p:fltVal val="0"/>
                                          </p:val>
                                        </p:tav>
                                        <p:tav tm="100000">
                                          <p:val>
                                            <p:strVal val="#ppt_w"/>
                                          </p:val>
                                        </p:tav>
                                      </p:tavLst>
                                    </p:anim>
                                    <p:anim calcmode="lin" valueType="num">
                                      <p:cBhvr>
                                        <p:cTn id="88" dur="500" fill="hold"/>
                                        <p:tgtEl>
                                          <p:spTgt spid="2869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6" grpId="0" animBg="1"/>
      <p:bldP spid="28677" grpId="0" animBg="1"/>
      <p:bldP spid="28685" grpId="0" animBg="1"/>
      <p:bldP spid="28686" grpId="0" animBg="1"/>
      <p:bldP spid="2868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Rectangle 2"/>
          <p:cNvSpPr>
            <a:spLocks noGrp="1" noChangeArrowheads="1"/>
          </p:cNvSpPr>
          <p:nvPr>
            <p:ph type="title"/>
          </p:nvPr>
        </p:nvSpPr>
        <p:spPr>
          <a:xfrm>
            <a:off x="1524000" y="228600"/>
            <a:ext cx="7010400" cy="1527175"/>
          </a:xfrm>
        </p:spPr>
        <p:txBody>
          <a:bodyPr/>
          <a:lstStyle/>
          <a:p>
            <a:pPr eaLnBrk="1" hangingPunct="1"/>
            <a:r>
              <a:rPr lang="zh-CN" altLang="en-US"/>
              <a:t>提纲</a:t>
            </a:r>
          </a:p>
        </p:txBody>
      </p:sp>
      <p:sp>
        <p:nvSpPr>
          <p:cNvPr id="9218" name="Rectangle 3"/>
          <p:cNvSpPr>
            <a:spLocks noGrp="1" noChangeArrowheads="1"/>
          </p:cNvSpPr>
          <p:nvPr>
            <p:ph idx="1"/>
          </p:nvPr>
        </p:nvSpPr>
        <p:spPr/>
        <p:txBody>
          <a:bodyPr/>
          <a:lstStyle/>
          <a:p>
            <a:pPr eaLnBrk="1" hangingPunct="1"/>
            <a:r>
              <a:rPr lang="zh-CN" altLang="en-US" dirty="0"/>
              <a:t>插值的基本概念</a:t>
            </a:r>
          </a:p>
          <a:p>
            <a:pPr eaLnBrk="1" hangingPunct="1"/>
            <a:endParaRPr lang="zh-CN" altLang="en-US" dirty="0">
              <a:solidFill>
                <a:srgbClr val="FF0000"/>
              </a:solidFill>
            </a:endParaRPr>
          </a:p>
          <a:p>
            <a:pPr eaLnBrk="1" hangingPunct="1"/>
            <a:r>
              <a:rPr lang="zh-CN" altLang="en-US" dirty="0"/>
              <a:t>拉格朗日插值</a:t>
            </a:r>
          </a:p>
          <a:p>
            <a:pPr eaLnBrk="1" hangingPunct="1"/>
            <a:endParaRPr lang="zh-CN" altLang="en-US" dirty="0"/>
          </a:p>
          <a:p>
            <a:pPr eaLnBrk="1" hangingPunct="1"/>
            <a:r>
              <a:rPr lang="zh-CN" altLang="en-US" dirty="0"/>
              <a:t>牛顿插值</a:t>
            </a:r>
            <a:endParaRPr lang="en-US" altLang="zh-CN" dirty="0"/>
          </a:p>
          <a:p>
            <a:pPr eaLnBrk="1" hangingPunct="1"/>
            <a:endParaRPr lang="en-US" altLang="zh-CN" dirty="0"/>
          </a:p>
          <a:p>
            <a:pPr eaLnBrk="1" hangingPunct="1"/>
            <a:r>
              <a:rPr lang="zh-CN" altLang="en-US" dirty="0">
                <a:solidFill>
                  <a:srgbClr val="FF0000"/>
                </a:solidFill>
              </a:rPr>
              <a:t>厄尔米特插值</a:t>
            </a:r>
          </a:p>
          <a:p>
            <a:pPr lvl="1" eaLnBrk="1" hangingPunct="1"/>
            <a:endParaRPr lang="en-US" altLang="zh-CN" dirty="0"/>
          </a:p>
        </p:txBody>
      </p:sp>
    </p:spTree>
    <p:extLst>
      <p:ext uri="{BB962C8B-B14F-4D97-AF65-F5344CB8AC3E}">
        <p14:creationId xmlns:p14="http://schemas.microsoft.com/office/powerpoint/2010/main" val="3358667395"/>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DC3CD195-CA0B-4C73-94BD-0993677E43D4}"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7065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7065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868790D7-FFA2-417A-BA76-2EEE78892E13}" type="slidenum">
              <a:rPr lang="zh-CN" altLang="en-US" smtClean="0">
                <a:solidFill>
                  <a:srgbClr val="000000"/>
                </a:solidFill>
                <a:latin typeface="Times New Roman" panose="02020603050405020304" pitchFamily="18" charset="0"/>
              </a:rPr>
              <a:t>60</a:t>
            </a:fld>
            <a:endParaRPr lang="zh-CN" altLang="en-US">
              <a:solidFill>
                <a:srgbClr val="000000"/>
              </a:solidFill>
              <a:latin typeface="Times New Roman" panose="02020603050405020304" pitchFamily="18" charset="0"/>
            </a:endParaRPr>
          </a:p>
        </p:txBody>
      </p:sp>
      <p:sp>
        <p:nvSpPr>
          <p:cNvPr id="44034" name="Text Box 2"/>
          <p:cNvSpPr txBox="1">
            <a:spLocks noChangeArrowheads="1"/>
          </p:cNvSpPr>
          <p:nvPr/>
        </p:nvSpPr>
        <p:spPr bwMode="auto">
          <a:xfrm>
            <a:off x="381000" y="304800"/>
            <a:ext cx="60960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dirty="0">
                <a:solidFill>
                  <a:srgbClr val="000000"/>
                </a:solidFill>
                <a:latin typeface="Times New Roman" panose="02020603050405020304" pitchFamily="18" charset="0"/>
              </a:rPr>
              <a:t>§3  </a:t>
            </a:r>
            <a:r>
              <a:rPr lang="zh-CN" altLang="en-US" sz="2800" b="1" dirty="0">
                <a:solidFill>
                  <a:srgbClr val="000000"/>
                </a:solidFill>
                <a:latin typeface="Times New Roman" panose="02020603050405020304" pitchFamily="18" charset="0"/>
                <a:ea typeface="楷体_GB2312" pitchFamily="49" charset="-122"/>
              </a:rPr>
              <a:t>厄尔米特插值  </a:t>
            </a:r>
            <a:endParaRPr lang="zh-CN" altLang="en-US" sz="2000" b="1" dirty="0">
              <a:solidFill>
                <a:srgbClr val="008000"/>
              </a:solidFill>
              <a:ea typeface="楷体_GB2312" pitchFamily="49" charset="-122"/>
            </a:endParaRPr>
          </a:p>
        </p:txBody>
      </p:sp>
      <p:grpSp>
        <p:nvGrpSpPr>
          <p:cNvPr id="44035" name="Group 3"/>
          <p:cNvGrpSpPr/>
          <p:nvPr/>
        </p:nvGrpSpPr>
        <p:grpSpPr bwMode="auto">
          <a:xfrm>
            <a:off x="533400" y="990600"/>
            <a:ext cx="8077200" cy="1136650"/>
            <a:chOff x="0" y="0"/>
            <a:chExt cx="5088" cy="716"/>
          </a:xfrm>
        </p:grpSpPr>
        <p:pic>
          <p:nvPicPr>
            <p:cNvPr id="70662" name="Picture 4" descr="DARTS"/>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0" y="0"/>
              <a:ext cx="38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63" name="Text Box 5"/>
            <p:cNvSpPr txBox="1">
              <a:spLocks noChangeArrowheads="1"/>
            </p:cNvSpPr>
            <p:nvPr/>
          </p:nvSpPr>
          <p:spPr bwMode="auto">
            <a:xfrm>
              <a:off x="432" y="0"/>
              <a:ext cx="4656" cy="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不仅要求函数值重合，而且要求若干阶</a:t>
              </a:r>
              <a:r>
                <a:rPr lang="zh-CN" altLang="en-US" sz="2400" b="1">
                  <a:solidFill>
                    <a:srgbClr val="3333CC"/>
                  </a:solidFill>
                  <a:latin typeface="Times New Roman" panose="02020603050405020304" pitchFamily="18" charset="0"/>
                  <a:ea typeface="楷体_GB2312" pitchFamily="49" charset="-122"/>
                </a:rPr>
                <a:t>导数</a:t>
              </a:r>
              <a:r>
                <a:rPr lang="zh-CN" altLang="en-US" sz="2400" b="1">
                  <a:solidFill>
                    <a:srgbClr val="000000"/>
                  </a:solidFill>
                  <a:latin typeface="Times New Roman" panose="02020603050405020304" pitchFamily="18" charset="0"/>
                  <a:ea typeface="楷体_GB2312" pitchFamily="49" charset="-122"/>
                </a:rPr>
                <a:t>也重合。</a:t>
              </a:r>
            </a:p>
            <a:p>
              <a:pPr eaLnBrk="1" hangingPunct="1"/>
              <a:r>
                <a:rPr lang="zh-CN" altLang="en-US" sz="2400" b="1">
                  <a:solidFill>
                    <a:srgbClr val="000000"/>
                  </a:solidFill>
                  <a:latin typeface="Times New Roman" panose="02020603050405020304" pitchFamily="18" charset="0"/>
                  <a:ea typeface="楷体_GB2312" pitchFamily="49" charset="-122"/>
                </a:rPr>
                <a:t>即：要求插值函数 </a:t>
              </a:r>
              <a:r>
                <a:rPr lang="zh-CN" altLang="en-US" sz="2000" b="1" i="1">
                  <a:solidFill>
                    <a:srgbClr val="000000"/>
                  </a:solidFill>
                  <a:latin typeface="Times New Roman" panose="02020603050405020304" pitchFamily="18" charset="0"/>
                  <a:ea typeface="楷体_GB2312" pitchFamily="49" charset="-122"/>
                  <a:sym typeface="Symbol" panose="05050102010706020507" pitchFamily="18" charset="2"/>
                </a:rPr>
                <a:t></a:t>
              </a:r>
              <a:r>
                <a:rPr lang="zh-CN" altLang="en-US"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满足</a:t>
              </a:r>
              <a:r>
                <a:rPr lang="zh-CN" altLang="en-US" sz="2000" b="1" i="1">
                  <a:solidFill>
                    <a:srgbClr val="000000"/>
                  </a:solidFill>
                  <a:latin typeface="Times New Roman" panose="02020603050405020304" pitchFamily="18" charset="0"/>
                  <a:ea typeface="楷体_GB2312" pitchFamily="49" charset="-122"/>
                  <a:sym typeface="Symbol" panose="05050102010706020507" pitchFamily="18" charset="2"/>
                </a:rPr>
                <a:t></a:t>
              </a:r>
              <a:r>
                <a:rPr lang="zh-CN" altLang="en-US"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f</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f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p>
            <a:p>
              <a:pPr eaLnBrk="1" hangingPunct="1"/>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baseline="30000">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baseline="30000">
                  <a:solidFill>
                    <a:srgbClr val="000000"/>
                  </a:solidFill>
                  <a:latin typeface="Times New Roman" panose="02020603050405020304" pitchFamily="18" charset="0"/>
                  <a:ea typeface="楷体_GB2312" pitchFamily="49" charset="-122"/>
                  <a:sym typeface="Symbol" panose="05050102010706020507" pitchFamily="18" charset="2"/>
                </a:rPr>
                <a:t>m</a:t>
              </a:r>
              <a:r>
                <a:rPr lang="en-US" altLang="zh-CN" sz="1200" b="1" i="1" baseline="30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baseline="30000">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f</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baseline="30000">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baseline="30000">
                  <a:solidFill>
                    <a:srgbClr val="000000"/>
                  </a:solidFill>
                  <a:latin typeface="Times New Roman" panose="02020603050405020304" pitchFamily="18" charset="0"/>
                  <a:ea typeface="楷体_GB2312" pitchFamily="49" charset="-122"/>
                  <a:sym typeface="Symbol" panose="05050102010706020507" pitchFamily="18" charset="2"/>
                </a:rPr>
                <a:t>m</a:t>
              </a:r>
              <a:r>
                <a:rPr lang="en-US" altLang="zh-CN" sz="1200" b="1" i="1" baseline="30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baseline="30000">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000" b="1" i="1" baseline="-25000">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p>
          </p:txBody>
        </p:sp>
      </p:grpSp>
      <p:sp>
        <p:nvSpPr>
          <p:cNvPr id="44038" name="AutoShape 6" descr="再生纸"/>
          <p:cNvSpPr>
            <a:spLocks noChangeArrowheads="1"/>
          </p:cNvSpPr>
          <p:nvPr/>
        </p:nvSpPr>
        <p:spPr bwMode="auto">
          <a:xfrm>
            <a:off x="533400" y="2362200"/>
            <a:ext cx="8001000" cy="4038600"/>
          </a:xfrm>
          <a:prstGeom prst="roundRect">
            <a:avLst>
              <a:gd name="adj" fmla="val 9935"/>
            </a:avLst>
          </a:prstGeom>
          <a:blipFill dpi="0" rotWithShape="0">
            <a:blip r:embed="rId8"/>
            <a:srcRect/>
            <a:tile tx="0" ty="0" sx="100000" sy="100000" flip="none" algn="tl"/>
          </a:bli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注：</a:t>
            </a:r>
            <a:r>
              <a:rPr lang="zh-CN" altLang="en-US" sz="32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个条件可以确定           阶多项式。</a:t>
            </a:r>
          </a:p>
        </p:txBody>
      </p:sp>
      <p:sp>
        <p:nvSpPr>
          <p:cNvPr id="44039" name="Text Box 7"/>
          <p:cNvSpPr txBox="1">
            <a:spLocks noChangeArrowheads="1"/>
          </p:cNvSpPr>
          <p:nvPr/>
        </p:nvSpPr>
        <p:spPr bwMode="auto">
          <a:xfrm>
            <a:off x="4191000" y="2590800"/>
            <a:ext cx="99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3333CC"/>
                </a:solidFill>
                <a:latin typeface="Times New Roman" panose="02020603050405020304" pitchFamily="18" charset="0"/>
                <a:ea typeface="楷体_GB2312" pitchFamily="49" charset="-122"/>
              </a:rPr>
              <a:t>N</a:t>
            </a:r>
            <a:r>
              <a:rPr lang="en-US" altLang="zh-CN" sz="2400" b="1">
                <a:solidFill>
                  <a:srgbClr val="3333CC"/>
                </a:solidFill>
                <a:latin typeface="Times New Roman" panose="02020603050405020304" pitchFamily="18" charset="0"/>
                <a:ea typeface="楷体_GB2312" pitchFamily="49" charset="-122"/>
              </a:rPr>
              <a:t> </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 1</a:t>
            </a:r>
            <a:endParaRPr lang="en-US" altLang="zh-CN" sz="2400" b="1" i="1">
              <a:solidFill>
                <a:srgbClr val="3333CC"/>
              </a:solidFill>
              <a:latin typeface="Times New Roman" panose="02020603050405020304" pitchFamily="18" charset="0"/>
              <a:ea typeface="楷体_GB2312" pitchFamily="49" charset="-122"/>
            </a:endParaRPr>
          </a:p>
        </p:txBody>
      </p:sp>
      <p:grpSp>
        <p:nvGrpSpPr>
          <p:cNvPr id="44040" name="Group 8"/>
          <p:cNvGrpSpPr/>
          <p:nvPr/>
        </p:nvGrpSpPr>
        <p:grpSpPr bwMode="auto">
          <a:xfrm>
            <a:off x="1295400" y="3200400"/>
            <a:ext cx="6934200" cy="2324100"/>
            <a:chOff x="0" y="0"/>
            <a:chExt cx="4368" cy="1464"/>
          </a:xfrm>
        </p:grpSpPr>
        <p:sp>
          <p:nvSpPr>
            <p:cNvPr id="70667" name="Text Box 9"/>
            <p:cNvSpPr txBox="1">
              <a:spLocks noChangeArrowheads="1"/>
            </p:cNvSpPr>
            <p:nvPr/>
          </p:nvSpPr>
          <p:spPr bwMode="auto">
            <a:xfrm>
              <a:off x="0" y="0"/>
              <a:ext cx="4368" cy="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77825" indent="-377825"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rPr>
                <a:t>要求在</a:t>
              </a:r>
              <a:r>
                <a:rPr lang="en-US" altLang="zh-CN" sz="2400" b="1">
                  <a:solidFill>
                    <a:srgbClr val="3333CC"/>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个节点 </a:t>
              </a:r>
              <a:r>
                <a:rPr lang="en-US" altLang="zh-CN" sz="2400" b="1" i="1">
                  <a:solidFill>
                    <a:srgbClr val="000000"/>
                  </a:solidFill>
                  <a:latin typeface="Times New Roman" panose="02020603050405020304" pitchFamily="18" charset="0"/>
                  <a:ea typeface="楷体_GB2312" pitchFamily="49" charset="-122"/>
                </a:rPr>
                <a:t>x</a:t>
              </a:r>
              <a:r>
                <a:rPr lang="en-US" altLang="zh-CN" sz="2400" b="1" baseline="-25000">
                  <a:solidFill>
                    <a:srgbClr val="000000"/>
                  </a:solidFill>
                  <a:latin typeface="Times New Roman" panose="02020603050405020304" pitchFamily="18" charset="0"/>
                  <a:ea typeface="楷体_GB2312" pitchFamily="49" charset="-122"/>
                </a:rPr>
                <a:t>0 </a:t>
              </a:r>
              <a:r>
                <a:rPr lang="zh-CN" altLang="en-US" sz="2400" b="1">
                  <a:solidFill>
                    <a:srgbClr val="000000"/>
                  </a:solidFill>
                  <a:latin typeface="Times New Roman" panose="02020603050405020304" pitchFamily="18" charset="0"/>
                  <a:ea typeface="楷体_GB2312" pitchFamily="49" charset="-122"/>
                </a:rPr>
                <a:t>处直到</a:t>
              </a:r>
              <a:r>
                <a:rPr lang="en-US" altLang="zh-CN" sz="2400" b="1" i="1">
                  <a:solidFill>
                    <a:srgbClr val="3333CC"/>
                  </a:solidFill>
                  <a:latin typeface="Times New Roman" panose="02020603050405020304" pitchFamily="18" charset="0"/>
                  <a:ea typeface="楷体_GB2312" pitchFamily="49" charset="-122"/>
                </a:rPr>
                <a:t>m</a:t>
              </a:r>
              <a:r>
                <a:rPr lang="en-US" altLang="zh-CN" sz="2400" b="1" baseline="-25000">
                  <a:solidFill>
                    <a:srgbClr val="3333CC"/>
                  </a:solidFill>
                  <a:latin typeface="Times New Roman" panose="02020603050405020304" pitchFamily="18" charset="0"/>
                  <a:ea typeface="楷体_GB2312" pitchFamily="49" charset="-122"/>
                </a:rPr>
                <a:t>0</a:t>
              </a:r>
              <a:r>
                <a:rPr lang="en-US" altLang="zh-CN" sz="2400" b="1" baseline="-25000">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阶导数都重合的插值多项式即为</a:t>
              </a:r>
              <a:r>
                <a:rPr lang="en-US" altLang="zh-CN" sz="2400" b="1">
                  <a:solidFill>
                    <a:srgbClr val="3333CC"/>
                  </a:solidFill>
                  <a:latin typeface="Times New Roman" panose="02020603050405020304" pitchFamily="18" charset="0"/>
                  <a:ea typeface="楷体_GB2312" pitchFamily="49" charset="-122"/>
                </a:rPr>
                <a:t>Taylor</a:t>
              </a:r>
              <a:r>
                <a:rPr lang="zh-CN" altLang="en-US" sz="2400" b="1">
                  <a:solidFill>
                    <a:srgbClr val="3333CC"/>
                  </a:solidFill>
                  <a:latin typeface="Times New Roman" panose="02020603050405020304" pitchFamily="18" charset="0"/>
                  <a:ea typeface="楷体_GB2312" pitchFamily="49" charset="-122"/>
                </a:rPr>
                <a:t>多项式</a:t>
              </a:r>
            </a:p>
          </p:txBody>
        </p:sp>
        <p:graphicFrame>
          <p:nvGraphicFramePr>
            <p:cNvPr id="70668" name="Object 10"/>
            <p:cNvGraphicFramePr>
              <a:graphicFrameLocks noChangeAspect="1"/>
            </p:cNvGraphicFramePr>
            <p:nvPr/>
          </p:nvGraphicFramePr>
          <p:xfrm>
            <a:off x="384" y="576"/>
            <a:ext cx="3552" cy="457"/>
          </p:xfrm>
          <a:graphic>
            <a:graphicData uri="http://schemas.openxmlformats.org/presentationml/2006/ole">
              <mc:AlternateContent xmlns:mc="http://schemas.openxmlformats.org/markup-compatibility/2006">
                <mc:Choice xmlns:v="urn:schemas-microsoft-com:vml" Requires="v">
                  <p:oleObj spid="_x0000_s70710" r:id="rId9" imgW="3554730" imgH="431800" progId="Equation.3">
                    <p:embed/>
                  </p:oleObj>
                </mc:Choice>
                <mc:Fallback>
                  <p:oleObj r:id="rId9" imgW="3554730" imgH="43180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4" y="576"/>
                          <a:ext cx="3552" cy="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70669" name="Text Box 11"/>
            <p:cNvSpPr txBox="1">
              <a:spLocks noChangeArrowheads="1"/>
            </p:cNvSpPr>
            <p:nvPr/>
          </p:nvSpPr>
          <p:spPr bwMode="auto">
            <a:xfrm>
              <a:off x="240" y="1056"/>
              <a:ext cx="10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其余项为</a:t>
              </a:r>
            </a:p>
          </p:txBody>
        </p:sp>
        <p:graphicFrame>
          <p:nvGraphicFramePr>
            <p:cNvPr id="70670" name="Object 12"/>
            <p:cNvGraphicFramePr>
              <a:graphicFrameLocks noChangeAspect="1"/>
            </p:cNvGraphicFramePr>
            <p:nvPr/>
          </p:nvGraphicFramePr>
          <p:xfrm>
            <a:off x="1104" y="1008"/>
            <a:ext cx="2928" cy="456"/>
          </p:xfrm>
          <a:graphic>
            <a:graphicData uri="http://schemas.openxmlformats.org/presentationml/2006/ole">
              <mc:AlternateContent xmlns:mc="http://schemas.openxmlformats.org/markup-compatibility/2006">
                <mc:Choice xmlns:v="urn:schemas-microsoft-com:vml" Requires="v">
                  <p:oleObj spid="_x0000_s70711" r:id="rId11" imgW="2857500" imgH="457200" progId="Equation.3">
                    <p:embed/>
                  </p:oleObj>
                </mc:Choice>
                <mc:Fallback>
                  <p:oleObj r:id="rId11" imgW="2857500" imgH="45720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04" y="1008"/>
                          <a:ext cx="2928"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44045" name="Text Box 13"/>
          <p:cNvSpPr txBox="1">
            <a:spLocks noChangeArrowheads="1"/>
          </p:cNvSpPr>
          <p:nvPr/>
        </p:nvSpPr>
        <p:spPr bwMode="auto">
          <a:xfrm>
            <a:off x="1295400" y="5562600"/>
            <a:ext cx="411480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32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rPr>
              <a:t>一般只考虑 </a:t>
            </a:r>
            <a:r>
              <a:rPr lang="en-US" altLang="zh-CN" sz="2400" b="1" i="1">
                <a:solidFill>
                  <a:srgbClr val="000000"/>
                </a:solidFill>
                <a:latin typeface="Times New Roman" panose="02020603050405020304" pitchFamily="18" charset="0"/>
                <a:ea typeface="楷体_GB2312" pitchFamily="49" charset="-122"/>
              </a:rPr>
              <a:t>f</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与</a:t>
            </a:r>
            <a:r>
              <a:rPr lang="en-US" altLang="zh-CN" sz="2400" b="1" i="1">
                <a:solidFill>
                  <a:srgbClr val="000000"/>
                </a:solidFill>
                <a:latin typeface="Times New Roman" panose="02020603050405020304" pitchFamily="18" charset="0"/>
                <a:ea typeface="楷体_GB2312" pitchFamily="49" charset="-122"/>
              </a:rPr>
              <a:t>f ’</a:t>
            </a:r>
            <a:r>
              <a:rPr lang="zh-CN" altLang="en-US" sz="2400" b="1">
                <a:solidFill>
                  <a:srgbClr val="000000"/>
                </a:solidFill>
                <a:latin typeface="Times New Roman" panose="02020603050405020304" pitchFamily="18" charset="0"/>
                <a:ea typeface="楷体_GB2312" pitchFamily="49" charset="-122"/>
              </a:rPr>
              <a:t>的值。</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4034"/>
                                        </p:tgtEl>
                                        <p:attrNameLst>
                                          <p:attrName>style.visibility</p:attrName>
                                        </p:attrNameLst>
                                      </p:cBhvr>
                                      <p:to>
                                        <p:strVal val="visible"/>
                                      </p:to>
                                    </p:set>
                                    <p:animEffect transition="in" filter="wipe(left)">
                                      <p:cBhvr>
                                        <p:cTn id="7" dur="500"/>
                                        <p:tgtEl>
                                          <p:spTgt spid="44034"/>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 presetClass="entr" presetSubtype="2" fill="hold" nodeType="clickEffect">
                                  <p:stCondLst>
                                    <p:cond delay="0"/>
                                  </p:stCondLst>
                                  <p:childTnLst>
                                    <p:set>
                                      <p:cBhvr>
                                        <p:cTn id="11" dur="1" fill="hold">
                                          <p:stCondLst>
                                            <p:cond delay="0"/>
                                          </p:stCondLst>
                                        </p:cTn>
                                        <p:tgtEl>
                                          <p:spTgt spid="44035"/>
                                        </p:tgtEl>
                                        <p:attrNameLst>
                                          <p:attrName>style.visibility</p:attrName>
                                        </p:attrNameLst>
                                      </p:cBhvr>
                                      <p:to>
                                        <p:strVal val="visible"/>
                                      </p:to>
                                    </p:set>
                                    <p:anim calcmode="lin" valueType="num">
                                      <p:cBhvr>
                                        <p:cTn id="12" dur="500" fill="hold"/>
                                        <p:tgtEl>
                                          <p:spTgt spid="44035"/>
                                        </p:tgtEl>
                                        <p:attrNameLst>
                                          <p:attrName>ppt_x</p:attrName>
                                        </p:attrNameLst>
                                      </p:cBhvr>
                                      <p:tavLst>
                                        <p:tav tm="0">
                                          <p:val>
                                            <p:strVal val="1+#ppt_w/2"/>
                                          </p:val>
                                        </p:tav>
                                        <p:tav tm="100000">
                                          <p:val>
                                            <p:strVal val="#ppt_x"/>
                                          </p:val>
                                        </p:tav>
                                      </p:tavLst>
                                    </p:anim>
                                    <p:anim calcmode="lin" valueType="num">
                                      <p:cBhvr>
                                        <p:cTn id="13" dur="500" fill="hold"/>
                                        <p:tgtEl>
                                          <p:spTgt spid="44035"/>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4" name="whoosh.wav"/>
                                        </p:tgtEl>
                                      </p:cMediaNode>
                                    </p:audio>
                                  </p:subTnLst>
                                </p:cTn>
                              </p:par>
                            </p:childTnLst>
                          </p:cTn>
                        </p:par>
                      </p:childTnLst>
                    </p:cTn>
                  </p:par>
                  <p:par>
                    <p:cTn id="14" fill="hold">
                      <p:stCondLst>
                        <p:cond delay="indefinite"/>
                      </p:stCondLst>
                      <p:childTnLst>
                        <p:par>
                          <p:cTn id="15" fill="hold">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44038"/>
                                        </p:tgtEl>
                                        <p:attrNameLst>
                                          <p:attrName>style.visibility</p:attrName>
                                        </p:attrNameLst>
                                      </p:cBhvr>
                                      <p:to>
                                        <p:strVal val="visible"/>
                                      </p:to>
                                    </p:set>
                                    <p:animEffect transition="in" filter="box(in)">
                                      <p:cBhvr>
                                        <p:cTn id="18" dur="500"/>
                                        <p:tgtEl>
                                          <p:spTgt spid="44038"/>
                                        </p:tgtEl>
                                      </p:cBhvr>
                                    </p:animEffect>
                                  </p:childTnLst>
                                  <p:subTnLst>
                                    <p:audio>
                                      <p:cMediaNode>
                                        <p:cTn display="0" masterRel="sameClick">
                                          <p:stCondLst>
                                            <p:cond evt="begin" delay="0">
                                              <p:tn val="16"/>
                                            </p:cond>
                                          </p:stCondLst>
                                          <p:endCondLst>
                                            <p:cond evt="onStopAudio" delay="0">
                                              <p:tgtEl>
                                                <p:sldTgt/>
                                              </p:tgtEl>
                                            </p:cond>
                                          </p:endCondLst>
                                        </p:cTn>
                                        <p:tgtEl>
                                          <p:sndTgt r:embed="rId5" name="camera.wav"/>
                                        </p:tgtEl>
                                      </p:cMediaNode>
                                    </p:audio>
                                  </p:sub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44039"/>
                                        </p:tgtEl>
                                        <p:attrNameLst>
                                          <p:attrName>style.visibility</p:attrName>
                                        </p:attrNameLst>
                                      </p:cBhvr>
                                      <p:to>
                                        <p:strVal val="visible"/>
                                      </p:to>
                                    </p:set>
                                    <p:animEffect transition="in" filter="wipe(up)">
                                      <p:cBhvr>
                                        <p:cTn id="23" dur="500"/>
                                        <p:tgtEl>
                                          <p:spTgt spid="44039"/>
                                        </p:tgtEl>
                                      </p:cBhvr>
                                    </p:animEffect>
                                  </p:childTnLst>
                                  <p:subTnLst>
                                    <p:audio>
                                      <p:cMediaNode>
                                        <p:cTn display="0" masterRel="sameClick">
                                          <p:stCondLst>
                                            <p:cond evt="begin" delay="0">
                                              <p:tn val="21"/>
                                            </p:cond>
                                          </p:stCondLst>
                                          <p:endCondLst>
                                            <p:cond evt="onStopAudio" delay="0">
                                              <p:tgtEl>
                                                <p:sldTgt/>
                                              </p:tgtEl>
                                            </p:cond>
                                          </p:endCondLst>
                                        </p:cTn>
                                        <p:tgtEl>
                                          <p:sndTgt r:embed="rId6" name="type.wav"/>
                                        </p:tgtEl>
                                      </p:cMediaNode>
                                    </p:audio>
                                  </p:subTnLst>
                                </p:cTn>
                              </p:par>
                            </p:childTnLst>
                          </p:cTn>
                        </p:par>
                      </p:childTnLst>
                    </p:cTn>
                  </p:par>
                  <p:par>
                    <p:cTn id="24" fill="hold">
                      <p:stCondLst>
                        <p:cond delay="indefinite"/>
                      </p:stCondLst>
                      <p:childTnLst>
                        <p:par>
                          <p:cTn id="25" fill="hold">
                            <p:stCondLst>
                              <p:cond delay="0"/>
                            </p:stCondLst>
                            <p:childTnLst>
                              <p:par>
                                <p:cTn id="26" presetID="18" presetClass="entr" presetSubtype="6" fill="hold" nodeType="clickEffect">
                                  <p:stCondLst>
                                    <p:cond delay="0"/>
                                  </p:stCondLst>
                                  <p:childTnLst>
                                    <p:set>
                                      <p:cBhvr>
                                        <p:cTn id="27" dur="1" fill="hold">
                                          <p:stCondLst>
                                            <p:cond delay="0"/>
                                          </p:stCondLst>
                                        </p:cTn>
                                        <p:tgtEl>
                                          <p:spTgt spid="44040"/>
                                        </p:tgtEl>
                                        <p:attrNameLst>
                                          <p:attrName>style.visibility</p:attrName>
                                        </p:attrNameLst>
                                      </p:cBhvr>
                                      <p:to>
                                        <p:strVal val="visible"/>
                                      </p:to>
                                    </p:set>
                                    <p:animEffect transition="in" filter="strips(downRight)">
                                      <p:cBhvr>
                                        <p:cTn id="28" dur="500"/>
                                        <p:tgtEl>
                                          <p:spTgt spid="44040"/>
                                        </p:tgtEl>
                                      </p:cBhvr>
                                    </p:animEffect>
                                  </p:childTnLst>
                                  <p:subTnLst>
                                    <p:audio>
                                      <p:cMediaNode>
                                        <p:cTn display="0" masterRel="sameClick">
                                          <p:stCondLst>
                                            <p:cond evt="begin" delay="0">
                                              <p:tn val="26"/>
                                            </p:cond>
                                          </p:stCondLst>
                                          <p:endCondLst>
                                            <p:cond evt="onStopAudio" delay="0">
                                              <p:tgtEl>
                                                <p:sldTgt/>
                                              </p:tgtEl>
                                            </p:cond>
                                          </p:endCondLst>
                                        </p:cTn>
                                        <p:tgtEl>
                                          <p:sndTgt r:embed="rId6" name="type.wav"/>
                                        </p:tgtEl>
                                      </p:cMediaNode>
                                    </p:audio>
                                  </p:sub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44045"/>
                                        </p:tgtEl>
                                        <p:attrNameLst>
                                          <p:attrName>style.visibility</p:attrName>
                                        </p:attrNameLst>
                                      </p:cBhvr>
                                      <p:to>
                                        <p:strVal val="visible"/>
                                      </p:to>
                                    </p:set>
                                    <p:animEffect transition="in" filter="wipe(left)">
                                      <p:cBhvr>
                                        <p:cTn id="33" dur="500"/>
                                        <p:tgtEl>
                                          <p:spTgt spid="44045"/>
                                        </p:tgtEl>
                                      </p:cBhvr>
                                    </p:animEffect>
                                  </p:childTnLst>
                                  <p:subTnLst>
                                    <p:audio>
                                      <p:cMediaNode>
                                        <p:cTn display="0" masterRel="sameClick">
                                          <p:stCondLst>
                                            <p:cond evt="begin" delay="0">
                                              <p:tn val="31"/>
                                            </p:cond>
                                          </p:stCondLst>
                                          <p:endCondLst>
                                            <p:cond evt="onStopAudio" delay="0">
                                              <p:tgtEl>
                                                <p:sldTgt/>
                                              </p:tgtEl>
                                            </p:cond>
                                          </p:endCondLst>
                                        </p:cTn>
                                        <p:tgtEl>
                                          <p:sndTgt r:embed="rId6"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p:bldP spid="44038" grpId="0" animBg="1"/>
      <p:bldP spid="44039" grpId="0"/>
      <p:bldP spid="4404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2"/>
          <p:cNvSpPr txBox="1">
            <a:spLocks noChangeArrowheads="1"/>
          </p:cNvSpPr>
          <p:nvPr/>
        </p:nvSpPr>
        <p:spPr bwMode="auto">
          <a:xfrm>
            <a:off x="381000" y="304800"/>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4675" indent="-574675"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例：</a:t>
            </a:r>
            <a:r>
              <a:rPr lang="zh-CN" altLang="en-US" sz="2400" b="1">
                <a:solidFill>
                  <a:srgbClr val="000000"/>
                </a:solidFill>
                <a:latin typeface="Times New Roman" panose="02020603050405020304" pitchFamily="18" charset="0"/>
                <a:ea typeface="楷体_GB2312" pitchFamily="49" charset="-122"/>
              </a:rPr>
              <a:t>设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a:solidFill>
                  <a:srgbClr val="000000"/>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2</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已知 </a:t>
            </a:r>
            <a:r>
              <a:rPr lang="en-US" altLang="zh-CN" sz="2000" b="1" i="1">
                <a:solidFill>
                  <a:srgbClr val="3333CC"/>
                </a:solidFill>
                <a:latin typeface="Times New Roman" panose="02020603050405020304" pitchFamily="18" charset="0"/>
                <a:ea typeface="楷体_GB2312" pitchFamily="49" charset="-122"/>
              </a:rPr>
              <a:t>f</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a:solidFill>
                  <a:srgbClr val="3333CC"/>
                </a:solidFill>
                <a:latin typeface="Times New Roman" panose="02020603050405020304" pitchFamily="18" charset="0"/>
                <a:ea typeface="楷体_GB2312" pitchFamily="49" charset="-122"/>
              </a:rPr>
              <a:t>)</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3333CC"/>
                </a:solidFill>
                <a:latin typeface="Times New Roman" panose="02020603050405020304" pitchFamily="18" charset="0"/>
                <a:ea typeface="楷体_GB2312" pitchFamily="49" charset="-122"/>
              </a:rPr>
              <a:t>f</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3333CC"/>
                </a:solidFill>
                <a:latin typeface="Times New Roman" panose="02020603050405020304" pitchFamily="18" charset="0"/>
                <a:ea typeface="楷体_GB2312" pitchFamily="49" charset="-122"/>
              </a:rPr>
              <a:t>)</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3333CC"/>
                </a:solidFill>
                <a:latin typeface="Times New Roman" panose="02020603050405020304" pitchFamily="18" charset="0"/>
                <a:ea typeface="楷体_GB2312" pitchFamily="49" charset="-122"/>
              </a:rPr>
              <a:t>f</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2</a:t>
            </a:r>
            <a:r>
              <a:rPr lang="en-US" altLang="zh-CN" sz="2000" b="1">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和 </a:t>
            </a:r>
            <a:r>
              <a:rPr lang="en-US" altLang="zh-CN" sz="2000" b="1" i="1">
                <a:solidFill>
                  <a:srgbClr val="3333CC"/>
                </a:solidFill>
                <a:latin typeface="Times New Roman" panose="02020603050405020304" pitchFamily="18" charset="0"/>
                <a:ea typeface="楷体_GB2312" pitchFamily="49" charset="-122"/>
              </a:rPr>
              <a:t>f ’</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求多项式 </a:t>
            </a:r>
            <a:r>
              <a:rPr lang="en-US" altLang="zh-CN" sz="2000" b="1" i="1">
                <a:solidFill>
                  <a:srgbClr val="FF3300"/>
                </a:solidFill>
                <a:latin typeface="Times New Roman" panose="02020603050405020304" pitchFamily="18" charset="0"/>
                <a:ea typeface="楷体_GB2312" pitchFamily="49" charset="-122"/>
              </a:rPr>
              <a:t>P</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x</a:t>
            </a:r>
            <a:r>
              <a:rPr lang="en-US" altLang="zh-CN" sz="2000" b="1">
                <a:solidFill>
                  <a:srgbClr val="0000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满足 </a:t>
            </a:r>
            <a:r>
              <a:rPr lang="en-US" altLang="zh-CN" sz="2000" b="1" i="1">
                <a:solidFill>
                  <a:srgbClr val="FF3300"/>
                </a:solidFill>
                <a:latin typeface="Times New Roman" panose="02020603050405020304" pitchFamily="18" charset="0"/>
                <a:ea typeface="楷体_GB2312" pitchFamily="49" charset="-122"/>
              </a:rPr>
              <a:t>P</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i</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f </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i</a:t>
            </a:r>
            <a:r>
              <a:rPr lang="en-US" altLang="zh-CN" sz="2000" b="1">
                <a:solidFill>
                  <a:srgbClr val="3333CC"/>
                </a:solidFill>
                <a:latin typeface="Times New Roman" panose="02020603050405020304" pitchFamily="18" charset="0"/>
                <a:ea typeface="楷体_GB2312" pitchFamily="49" charset="-122"/>
              </a:rPr>
              <a:t>)</a:t>
            </a:r>
            <a:r>
              <a:rPr lang="zh-CN" altLang="en-US"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i </a:t>
            </a:r>
            <a:r>
              <a:rPr lang="en-US" altLang="zh-CN" sz="2000" b="1">
                <a:solidFill>
                  <a:srgbClr val="000000"/>
                </a:solidFill>
                <a:latin typeface="Times New Roman" panose="02020603050405020304" pitchFamily="18" charset="0"/>
                <a:ea typeface="楷体_GB2312" pitchFamily="49" charset="-122"/>
              </a:rPr>
              <a:t>= 0, 1, 2</a:t>
            </a:r>
            <a:r>
              <a:rPr lang="zh-CN" altLang="en-US" sz="20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且 </a:t>
            </a:r>
            <a:r>
              <a:rPr lang="en-US" altLang="zh-CN" sz="2000" b="1" i="1">
                <a:solidFill>
                  <a:srgbClr val="FF3300"/>
                </a:solidFill>
                <a:latin typeface="Times New Roman" panose="02020603050405020304" pitchFamily="18" charset="0"/>
                <a:ea typeface="楷体_GB2312" pitchFamily="49" charset="-122"/>
              </a:rPr>
              <a:t>P’</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f ’</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并估计误差。</a:t>
            </a:r>
          </a:p>
        </p:txBody>
      </p:sp>
      <p:sp>
        <p:nvSpPr>
          <p:cNvPr id="45059" name="Text Box 3"/>
          <p:cNvSpPr txBox="1">
            <a:spLocks noChangeArrowheads="1"/>
          </p:cNvSpPr>
          <p:nvPr/>
        </p:nvSpPr>
        <p:spPr bwMode="auto">
          <a:xfrm>
            <a:off x="3962400" y="1143000"/>
            <a:ext cx="4876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模仿 </a:t>
            </a:r>
            <a:r>
              <a:rPr lang="en-US" altLang="zh-CN" sz="2400" b="1">
                <a:solidFill>
                  <a:srgbClr val="000000"/>
                </a:solidFill>
                <a:latin typeface="Times New Roman" panose="02020603050405020304" pitchFamily="18" charset="0"/>
                <a:ea typeface="楷体_GB2312" pitchFamily="49" charset="-122"/>
              </a:rPr>
              <a:t>Lagrange </a:t>
            </a:r>
            <a:r>
              <a:rPr lang="zh-CN" altLang="en-US" sz="2400" b="1">
                <a:solidFill>
                  <a:srgbClr val="000000"/>
                </a:solidFill>
                <a:latin typeface="Times New Roman" panose="02020603050405020304" pitchFamily="18" charset="0"/>
                <a:ea typeface="楷体_GB2312" pitchFamily="49" charset="-122"/>
              </a:rPr>
              <a:t>多项式的思想，设</a:t>
            </a:r>
          </a:p>
        </p:txBody>
      </p:sp>
      <p:sp>
        <p:nvSpPr>
          <p:cNvPr id="45060" name="Text Box 4"/>
          <p:cNvSpPr txBox="1">
            <a:spLocks noChangeArrowheads="1"/>
          </p:cNvSpPr>
          <p:nvPr/>
        </p:nvSpPr>
        <p:spPr bwMode="auto">
          <a:xfrm>
            <a:off x="457200" y="1143000"/>
            <a:ext cx="3429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解：</a:t>
            </a:r>
            <a:r>
              <a:rPr lang="zh-CN" altLang="en-US" sz="2400" b="1">
                <a:solidFill>
                  <a:srgbClr val="000000"/>
                </a:solidFill>
                <a:latin typeface="Times New Roman" panose="02020603050405020304" pitchFamily="18" charset="0"/>
                <a:ea typeface="楷体_GB2312" pitchFamily="49" charset="-122"/>
              </a:rPr>
              <a:t>首先，</a:t>
            </a:r>
            <a:r>
              <a:rPr lang="en-US" altLang="zh-CN" sz="2400" b="1" i="1">
                <a:solidFill>
                  <a:srgbClr val="FF3300"/>
                </a:solidFill>
                <a:latin typeface="Times New Roman" panose="02020603050405020304" pitchFamily="18" charset="0"/>
                <a:ea typeface="楷体_GB2312" pitchFamily="49" charset="-122"/>
              </a:rPr>
              <a:t>P</a:t>
            </a:r>
            <a:r>
              <a:rPr lang="en-US" altLang="zh-CN" sz="2400" b="1" i="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的阶数 </a:t>
            </a:r>
            <a:r>
              <a:rPr lang="en-US" altLang="zh-CN" sz="2400" b="1">
                <a:solidFill>
                  <a:srgbClr val="000000"/>
                </a:solidFill>
                <a:latin typeface="Times New Roman" panose="02020603050405020304" pitchFamily="18" charset="0"/>
                <a:ea typeface="楷体_GB2312" pitchFamily="49" charset="-122"/>
              </a:rPr>
              <a:t>=</a:t>
            </a:r>
          </a:p>
        </p:txBody>
      </p:sp>
      <p:sp>
        <p:nvSpPr>
          <p:cNvPr id="45061" name="Text Box 5"/>
          <p:cNvSpPr txBox="1">
            <a:spLocks noChangeArrowheads="1"/>
          </p:cNvSpPr>
          <p:nvPr/>
        </p:nvSpPr>
        <p:spPr bwMode="auto">
          <a:xfrm>
            <a:off x="3581400" y="1143000"/>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a:solidFill>
                  <a:srgbClr val="3333CC"/>
                </a:solidFill>
                <a:latin typeface="Times New Roman" panose="02020603050405020304" pitchFamily="18" charset="0"/>
                <a:ea typeface="楷体_GB2312" pitchFamily="49" charset="-122"/>
              </a:rPr>
              <a:t>3</a:t>
            </a:r>
          </a:p>
        </p:txBody>
      </p:sp>
      <p:grpSp>
        <p:nvGrpSpPr>
          <p:cNvPr id="6" name="组合 5"/>
          <p:cNvGrpSpPr/>
          <p:nvPr/>
        </p:nvGrpSpPr>
        <p:grpSpPr>
          <a:xfrm>
            <a:off x="1100931" y="1752644"/>
            <a:ext cx="6865938" cy="2181802"/>
            <a:chOff x="1100931" y="1752644"/>
            <a:chExt cx="6865938" cy="2181802"/>
          </a:xfrm>
        </p:grpSpPr>
        <p:sp>
          <p:nvSpPr>
            <p:cNvPr id="71689" name="Rectangle 7"/>
            <p:cNvSpPr>
              <a:spLocks noChangeArrowheads="1"/>
            </p:cNvSpPr>
            <p:nvPr/>
          </p:nvSpPr>
          <p:spPr bwMode="auto">
            <a:xfrm>
              <a:off x="2960687" y="1820189"/>
              <a:ext cx="2413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3200">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71690" name="Rectangle 8"/>
            <p:cNvSpPr>
              <a:spLocks noChangeArrowheads="1"/>
            </p:cNvSpPr>
            <p:nvPr/>
          </p:nvSpPr>
          <p:spPr bwMode="auto">
            <a:xfrm>
              <a:off x="5059362" y="1877339"/>
              <a:ext cx="2667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100">
                  <a:solidFill>
                    <a:srgbClr val="3333CC"/>
                  </a:solidFill>
                  <a:latin typeface="Symbol" panose="05050102010706020507" pitchFamily="18" charset="2"/>
                  <a:ea typeface="楷体_GB2312" pitchFamily="49" charset="-122"/>
                </a:rPr>
                <a:t></a:t>
              </a:r>
              <a:endParaRPr lang="zh-CN" altLang="en-US" sz="2800">
                <a:solidFill>
                  <a:srgbClr val="3333CC"/>
                </a:solidFill>
                <a:latin typeface="Times New Roman" panose="02020603050405020304" pitchFamily="18" charset="0"/>
                <a:ea typeface="楷体_GB2312" pitchFamily="49" charset="-122"/>
              </a:endParaRPr>
            </a:p>
          </p:txBody>
        </p:sp>
        <p:sp>
          <p:nvSpPr>
            <p:cNvPr id="71691" name="Rectangle 9"/>
            <p:cNvSpPr>
              <a:spLocks noChangeArrowheads="1"/>
            </p:cNvSpPr>
            <p:nvPr/>
          </p:nvSpPr>
          <p:spPr bwMode="auto">
            <a:xfrm>
              <a:off x="4664075" y="1891626"/>
              <a:ext cx="1460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692" name="Rectangle 10"/>
            <p:cNvSpPr>
              <a:spLocks noChangeArrowheads="1"/>
            </p:cNvSpPr>
            <p:nvPr/>
          </p:nvSpPr>
          <p:spPr bwMode="auto">
            <a:xfrm>
              <a:off x="2754312" y="1891626"/>
              <a:ext cx="1460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693" name="Rectangle 11"/>
            <p:cNvSpPr>
              <a:spLocks noChangeArrowheads="1"/>
            </p:cNvSpPr>
            <p:nvPr/>
          </p:nvSpPr>
          <p:spPr bwMode="auto">
            <a:xfrm>
              <a:off x="3032918" y="1752644"/>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000000"/>
                  </a:solidFill>
                  <a:latin typeface="Times New Roman" panose="02020603050405020304" pitchFamily="18" charset="0"/>
                  <a:ea typeface="楷体_GB2312" pitchFamily="49" charset="-122"/>
                </a:rPr>
                <a:t>2</a:t>
              </a:r>
              <a:endParaRPr lang="en-US" altLang="zh-CN" sz="2800" dirty="0">
                <a:solidFill>
                  <a:srgbClr val="000000"/>
                </a:solidFill>
                <a:latin typeface="Times New Roman" panose="02020603050405020304" pitchFamily="18" charset="0"/>
                <a:ea typeface="楷体_GB2312" pitchFamily="49" charset="-122"/>
              </a:endParaRPr>
            </a:p>
          </p:txBody>
        </p:sp>
        <p:sp>
          <p:nvSpPr>
            <p:cNvPr id="71694" name="Rectangle 12"/>
            <p:cNvSpPr>
              <a:spLocks noChangeArrowheads="1"/>
            </p:cNvSpPr>
            <p:nvPr/>
          </p:nvSpPr>
          <p:spPr bwMode="auto">
            <a:xfrm>
              <a:off x="5810250" y="2086889"/>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71695" name="Rectangle 13"/>
            <p:cNvSpPr>
              <a:spLocks noChangeArrowheads="1"/>
            </p:cNvSpPr>
            <p:nvPr/>
          </p:nvSpPr>
          <p:spPr bwMode="auto">
            <a:xfrm>
              <a:off x="2233612" y="2086889"/>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3</a:t>
              </a:r>
              <a:endParaRPr lang="en-US" altLang="zh-CN" sz="2800">
                <a:solidFill>
                  <a:srgbClr val="FF3300"/>
                </a:solidFill>
                <a:latin typeface="Times New Roman" panose="02020603050405020304" pitchFamily="18" charset="0"/>
                <a:ea typeface="楷体_GB2312" pitchFamily="49" charset="-122"/>
              </a:endParaRPr>
            </a:p>
          </p:txBody>
        </p:sp>
        <p:sp>
          <p:nvSpPr>
            <p:cNvPr id="71696" name="Rectangle 14"/>
            <p:cNvSpPr>
              <a:spLocks noChangeArrowheads="1"/>
            </p:cNvSpPr>
            <p:nvPr/>
          </p:nvSpPr>
          <p:spPr bwMode="auto">
            <a:xfrm>
              <a:off x="6180137"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697" name="Rectangle 15"/>
            <p:cNvSpPr>
              <a:spLocks noChangeArrowheads="1"/>
            </p:cNvSpPr>
            <p:nvPr/>
          </p:nvSpPr>
          <p:spPr bwMode="auto">
            <a:xfrm>
              <a:off x="5908675"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698" name="Rectangle 16"/>
            <p:cNvSpPr>
              <a:spLocks noChangeArrowheads="1"/>
            </p:cNvSpPr>
            <p:nvPr/>
          </p:nvSpPr>
          <p:spPr bwMode="auto">
            <a:xfrm>
              <a:off x="5468937"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71699" name="Rectangle 17"/>
            <p:cNvSpPr>
              <a:spLocks noChangeArrowheads="1"/>
            </p:cNvSpPr>
            <p:nvPr/>
          </p:nvSpPr>
          <p:spPr bwMode="auto">
            <a:xfrm>
              <a:off x="5118100"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71700" name="Rectangle 18"/>
            <p:cNvSpPr>
              <a:spLocks noChangeArrowheads="1"/>
            </p:cNvSpPr>
            <p:nvPr/>
          </p:nvSpPr>
          <p:spPr bwMode="auto">
            <a:xfrm>
              <a:off x="4533900"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701" name="Rectangle 19"/>
            <p:cNvSpPr>
              <a:spLocks noChangeArrowheads="1"/>
            </p:cNvSpPr>
            <p:nvPr/>
          </p:nvSpPr>
          <p:spPr bwMode="auto">
            <a:xfrm>
              <a:off x="4264025"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702" name="Rectangle 20"/>
            <p:cNvSpPr>
              <a:spLocks noChangeArrowheads="1"/>
            </p:cNvSpPr>
            <p:nvPr/>
          </p:nvSpPr>
          <p:spPr bwMode="auto">
            <a:xfrm>
              <a:off x="3832225"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71703" name="Rectangle 21"/>
            <p:cNvSpPr>
              <a:spLocks noChangeArrowheads="1"/>
            </p:cNvSpPr>
            <p:nvPr/>
          </p:nvSpPr>
          <p:spPr bwMode="auto">
            <a:xfrm>
              <a:off x="3481387"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71704" name="Rectangle 22"/>
            <p:cNvSpPr>
              <a:spLocks noChangeArrowheads="1"/>
            </p:cNvSpPr>
            <p:nvPr/>
          </p:nvSpPr>
          <p:spPr bwMode="auto">
            <a:xfrm>
              <a:off x="2608262"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705" name="Rectangle 23"/>
            <p:cNvSpPr>
              <a:spLocks noChangeArrowheads="1"/>
            </p:cNvSpPr>
            <p:nvPr/>
          </p:nvSpPr>
          <p:spPr bwMode="auto">
            <a:xfrm>
              <a:off x="2336800"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nvGrpSpPr>
            <p:cNvPr id="71706" name="Group 24"/>
            <p:cNvGrpSpPr/>
            <p:nvPr/>
          </p:nvGrpSpPr>
          <p:grpSpPr bwMode="auto">
            <a:xfrm>
              <a:off x="3008312" y="2207539"/>
              <a:ext cx="228600" cy="198438"/>
              <a:chOff x="0" y="0"/>
              <a:chExt cx="144" cy="125"/>
            </a:xfrm>
          </p:grpSpPr>
          <p:sp>
            <p:nvSpPr>
              <p:cNvPr id="71707" name="Rectangle 25"/>
              <p:cNvSpPr>
                <a:spLocks noChangeArrowheads="1"/>
              </p:cNvSpPr>
              <p:nvPr/>
            </p:nvSpPr>
            <p:spPr bwMode="auto">
              <a:xfrm>
                <a:off x="38" y="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1708" name="Rectangle 26"/>
              <p:cNvSpPr>
                <a:spLocks noChangeArrowheads="1"/>
              </p:cNvSpPr>
              <p:nvPr/>
            </p:nvSpPr>
            <p:spPr bwMode="auto">
              <a:xfrm>
                <a:off x="96" y="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0</a:t>
                </a:r>
                <a:endParaRPr lang="en-US" altLang="zh-CN" sz="2800">
                  <a:solidFill>
                    <a:srgbClr val="000000"/>
                  </a:solidFill>
                  <a:latin typeface="Times New Roman" panose="02020603050405020304" pitchFamily="18" charset="0"/>
                  <a:ea typeface="楷体_GB2312" pitchFamily="49" charset="-122"/>
                </a:endParaRPr>
              </a:p>
            </p:txBody>
          </p:sp>
          <p:sp>
            <p:nvSpPr>
              <p:cNvPr id="71709" name="Rectangle 27"/>
              <p:cNvSpPr>
                <a:spLocks noChangeArrowheads="1"/>
              </p:cNvSpPr>
              <p:nvPr/>
            </p:nvSpPr>
            <p:spPr bwMode="auto">
              <a:xfrm>
                <a:off x="0" y="1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i</a:t>
                </a:r>
                <a:endParaRPr lang="en-US" altLang="zh-CN" sz="2800">
                  <a:solidFill>
                    <a:srgbClr val="000000"/>
                  </a:solidFill>
                  <a:latin typeface="Times New Roman" panose="02020603050405020304" pitchFamily="18" charset="0"/>
                  <a:ea typeface="楷体_GB2312" pitchFamily="49" charset="-122"/>
                </a:endParaRPr>
              </a:p>
            </p:txBody>
          </p:sp>
        </p:grpSp>
        <p:sp>
          <p:nvSpPr>
            <p:cNvPr id="71710" name="Rectangle 28"/>
            <p:cNvSpPr>
              <a:spLocks noChangeArrowheads="1"/>
            </p:cNvSpPr>
            <p:nvPr/>
          </p:nvSpPr>
          <p:spPr bwMode="auto">
            <a:xfrm>
              <a:off x="4184650" y="2088476"/>
              <a:ext cx="428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i</a:t>
              </a:r>
              <a:endParaRPr lang="en-US" altLang="zh-CN" sz="2800">
                <a:solidFill>
                  <a:srgbClr val="FF3300"/>
                </a:solidFill>
                <a:latin typeface="Times New Roman" panose="02020603050405020304" pitchFamily="18" charset="0"/>
                <a:ea typeface="楷体_GB2312" pitchFamily="49" charset="-122"/>
              </a:endParaRPr>
            </a:p>
          </p:txBody>
        </p:sp>
        <p:sp>
          <p:nvSpPr>
            <p:cNvPr id="71711" name="Rectangle 29"/>
            <p:cNvSpPr>
              <a:spLocks noChangeArrowheads="1"/>
            </p:cNvSpPr>
            <p:nvPr/>
          </p:nvSpPr>
          <p:spPr bwMode="auto">
            <a:xfrm>
              <a:off x="3744912" y="2088476"/>
              <a:ext cx="428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i</a:t>
              </a:r>
              <a:endParaRPr lang="en-US" altLang="zh-CN" sz="2800">
                <a:solidFill>
                  <a:srgbClr val="3333CC"/>
                </a:solidFill>
                <a:latin typeface="Times New Roman" panose="02020603050405020304" pitchFamily="18" charset="0"/>
                <a:ea typeface="楷体_GB2312" pitchFamily="49" charset="-122"/>
              </a:endParaRPr>
            </a:p>
          </p:txBody>
        </p:sp>
        <p:sp>
          <p:nvSpPr>
            <p:cNvPr id="71712" name="Rectangle 30"/>
            <p:cNvSpPr>
              <a:spLocks noChangeArrowheads="1"/>
            </p:cNvSpPr>
            <p:nvPr/>
          </p:nvSpPr>
          <p:spPr bwMode="auto">
            <a:xfrm>
              <a:off x="6030912" y="1921789"/>
              <a:ext cx="1333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dirty="0">
                  <a:solidFill>
                    <a:srgbClr val="000000"/>
                  </a:solidFill>
                  <a:latin typeface="Times New Roman" panose="02020603050405020304" pitchFamily="18" charset="0"/>
                  <a:ea typeface="楷体_GB2312" pitchFamily="49" charset="-122"/>
                </a:rPr>
                <a:t>x</a:t>
              </a:r>
              <a:endParaRPr lang="en-US" altLang="zh-CN" sz="2800" dirty="0">
                <a:solidFill>
                  <a:srgbClr val="000000"/>
                </a:solidFill>
                <a:latin typeface="Times New Roman" panose="02020603050405020304" pitchFamily="18" charset="0"/>
                <a:ea typeface="楷体_GB2312" pitchFamily="49" charset="-122"/>
              </a:endParaRPr>
            </a:p>
          </p:txBody>
        </p:sp>
        <p:sp>
          <p:nvSpPr>
            <p:cNvPr id="71713" name="Rectangle 31"/>
            <p:cNvSpPr>
              <a:spLocks noChangeArrowheads="1"/>
            </p:cNvSpPr>
            <p:nvPr/>
          </p:nvSpPr>
          <p:spPr bwMode="auto">
            <a:xfrm>
              <a:off x="5638772" y="1921789"/>
              <a:ext cx="20999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dirty="0">
                  <a:solidFill>
                    <a:srgbClr val="FF3300"/>
                  </a:solidFill>
                  <a:latin typeface="Times New Roman" panose="02020603050405020304" pitchFamily="18" charset="0"/>
                  <a:ea typeface="楷体_GB2312" pitchFamily="49" charset="-122"/>
                </a:rPr>
                <a:t>H</a:t>
              </a:r>
              <a:endParaRPr lang="en-US" altLang="zh-CN" sz="2800" dirty="0">
                <a:solidFill>
                  <a:srgbClr val="FF3300"/>
                </a:solidFill>
                <a:latin typeface="Times New Roman" panose="02020603050405020304" pitchFamily="18" charset="0"/>
                <a:ea typeface="楷体_GB2312" pitchFamily="49" charset="-122"/>
              </a:endParaRPr>
            </a:p>
          </p:txBody>
        </p:sp>
        <p:sp>
          <p:nvSpPr>
            <p:cNvPr id="71714" name="Rectangle 32"/>
            <p:cNvSpPr>
              <a:spLocks noChangeArrowheads="1"/>
            </p:cNvSpPr>
            <p:nvPr/>
          </p:nvSpPr>
          <p:spPr bwMode="auto">
            <a:xfrm>
              <a:off x="5238750" y="1921789"/>
              <a:ext cx="2222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r>
                <a:rPr lang="en-US" altLang="zh-CN" sz="2100" b="1" baseline="-25000">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71715" name="Rectangle 33"/>
            <p:cNvSpPr>
              <a:spLocks noChangeArrowheads="1"/>
            </p:cNvSpPr>
            <p:nvPr/>
          </p:nvSpPr>
          <p:spPr bwMode="auto">
            <a:xfrm>
              <a:off x="4838700" y="1921789"/>
              <a:ext cx="280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f ’</a:t>
              </a:r>
              <a:endParaRPr lang="en-US" altLang="zh-CN" sz="2800">
                <a:solidFill>
                  <a:srgbClr val="3333CC"/>
                </a:solidFill>
                <a:latin typeface="Times New Roman" panose="02020603050405020304" pitchFamily="18" charset="0"/>
                <a:ea typeface="楷体_GB2312" pitchFamily="49" charset="-122"/>
              </a:endParaRPr>
            </a:p>
          </p:txBody>
        </p:sp>
        <p:sp>
          <p:nvSpPr>
            <p:cNvPr id="71716" name="Rectangle 34"/>
            <p:cNvSpPr>
              <a:spLocks noChangeArrowheads="1"/>
            </p:cNvSpPr>
            <p:nvPr/>
          </p:nvSpPr>
          <p:spPr bwMode="auto">
            <a:xfrm>
              <a:off x="4384675" y="1921789"/>
              <a:ext cx="1333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71717" name="Rectangle 35"/>
            <p:cNvSpPr>
              <a:spLocks noChangeArrowheads="1"/>
            </p:cNvSpPr>
            <p:nvPr/>
          </p:nvSpPr>
          <p:spPr bwMode="auto">
            <a:xfrm>
              <a:off x="3949700" y="1884482"/>
              <a:ext cx="1859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600" b="1" i="1" dirty="0">
                  <a:solidFill>
                    <a:srgbClr val="FF3300"/>
                  </a:solidFill>
                  <a:latin typeface="Times New Roman" panose="02020603050405020304" pitchFamily="18" charset="0"/>
                  <a:ea typeface="楷体_GB2312" pitchFamily="49" charset="-122"/>
                </a:rPr>
                <a:t>h</a:t>
              </a:r>
            </a:p>
          </p:txBody>
        </p:sp>
        <p:sp>
          <p:nvSpPr>
            <p:cNvPr id="71718" name="Rectangle 36"/>
            <p:cNvSpPr>
              <a:spLocks noChangeArrowheads="1"/>
            </p:cNvSpPr>
            <p:nvPr/>
          </p:nvSpPr>
          <p:spPr bwMode="auto">
            <a:xfrm>
              <a:off x="3602037" y="1921789"/>
              <a:ext cx="1333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dirty="0">
                  <a:solidFill>
                    <a:srgbClr val="3333CC"/>
                  </a:solidFill>
                  <a:latin typeface="Times New Roman" panose="02020603050405020304" pitchFamily="18" charset="0"/>
                  <a:ea typeface="楷体_GB2312" pitchFamily="49" charset="-122"/>
                </a:rPr>
                <a:t>x</a:t>
              </a:r>
              <a:endParaRPr lang="en-US" altLang="zh-CN" sz="2800" dirty="0">
                <a:solidFill>
                  <a:srgbClr val="3333CC"/>
                </a:solidFill>
                <a:latin typeface="Times New Roman" panose="02020603050405020304" pitchFamily="18" charset="0"/>
                <a:ea typeface="楷体_GB2312" pitchFamily="49" charset="-122"/>
              </a:endParaRPr>
            </a:p>
          </p:txBody>
        </p:sp>
        <p:sp>
          <p:nvSpPr>
            <p:cNvPr id="71719" name="Rectangle 37"/>
            <p:cNvSpPr>
              <a:spLocks noChangeArrowheads="1"/>
            </p:cNvSpPr>
            <p:nvPr/>
          </p:nvSpPr>
          <p:spPr bwMode="auto">
            <a:xfrm>
              <a:off x="3335337" y="1921789"/>
              <a:ext cx="889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f</a:t>
              </a:r>
              <a:endParaRPr lang="en-US" altLang="zh-CN" sz="2800">
                <a:solidFill>
                  <a:srgbClr val="3333CC"/>
                </a:solidFill>
                <a:latin typeface="Times New Roman" panose="02020603050405020304" pitchFamily="18" charset="0"/>
                <a:ea typeface="楷体_GB2312" pitchFamily="49" charset="-122"/>
              </a:endParaRPr>
            </a:p>
          </p:txBody>
        </p:sp>
        <p:sp>
          <p:nvSpPr>
            <p:cNvPr id="71720" name="Rectangle 38"/>
            <p:cNvSpPr>
              <a:spLocks noChangeArrowheads="1"/>
            </p:cNvSpPr>
            <p:nvPr/>
          </p:nvSpPr>
          <p:spPr bwMode="auto">
            <a:xfrm>
              <a:off x="2459037" y="1921789"/>
              <a:ext cx="1333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71721" name="Rectangle 39"/>
            <p:cNvSpPr>
              <a:spLocks noChangeArrowheads="1"/>
            </p:cNvSpPr>
            <p:nvPr/>
          </p:nvSpPr>
          <p:spPr bwMode="auto">
            <a:xfrm>
              <a:off x="2093912" y="1921789"/>
              <a:ext cx="163513"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P</a:t>
              </a:r>
              <a:endParaRPr lang="en-US" altLang="zh-CN" sz="2800">
                <a:solidFill>
                  <a:srgbClr val="FF3300"/>
                </a:solidFill>
                <a:latin typeface="Times New Roman" panose="02020603050405020304" pitchFamily="18" charset="0"/>
                <a:ea typeface="楷体_GB2312" pitchFamily="49" charset="-122"/>
              </a:endParaRPr>
            </a:p>
          </p:txBody>
        </p:sp>
        <mc:AlternateContent xmlns:mc="http://schemas.openxmlformats.org/markup-compatibility/2006" xmlns:a14="http://schemas.microsoft.com/office/drawing/2010/main">
          <mc:Choice Requires="a14">
            <p:sp>
              <p:nvSpPr>
                <p:cNvPr id="71818" name="Text Box 136"/>
                <p:cNvSpPr txBox="1">
                  <a:spLocks noChangeArrowheads="1"/>
                </p:cNvSpPr>
                <p:nvPr/>
              </p:nvSpPr>
              <p:spPr bwMode="auto">
                <a:xfrm>
                  <a:off x="1100931" y="2604565"/>
                  <a:ext cx="6865938" cy="46166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rPr>
                    <a:t>其中 </a:t>
                  </a:r>
                  <a:r>
                    <a:rPr lang="en-US" altLang="zh-CN" sz="2400" b="1" i="1" dirty="0">
                      <a:solidFill>
                        <a:srgbClr val="FF3300"/>
                      </a:solidFill>
                      <a:latin typeface="Times New Roman" panose="02020603050405020304" pitchFamily="18" charset="0"/>
                      <a:ea typeface="楷体_GB2312" pitchFamily="49" charset="-122"/>
                    </a:rPr>
                    <a:t>h</a:t>
                  </a:r>
                  <a:r>
                    <a:rPr lang="en-US" altLang="zh-CN" sz="2400" b="1" i="1" baseline="-25000" dirty="0">
                      <a:solidFill>
                        <a:srgbClr val="FF3300"/>
                      </a:solidFill>
                      <a:latin typeface="Times New Roman" panose="02020603050405020304" pitchFamily="18" charset="0"/>
                      <a:ea typeface="楷体_GB2312" pitchFamily="49" charset="-122"/>
                    </a:rPr>
                    <a:t>i</a:t>
                  </a:r>
                  <a:r>
                    <a:rPr lang="en-US" altLang="zh-CN" sz="2400" b="1" dirty="0">
                      <a:solidFill>
                        <a:srgbClr val="000000"/>
                      </a:solidFill>
                      <a:latin typeface="Times New Roman" panose="02020603050405020304" pitchFamily="18" charset="0"/>
                      <a:ea typeface="楷体_GB2312" pitchFamily="49" charset="-122"/>
                    </a:rPr>
                    <a:t>(</a:t>
                  </a:r>
                  <a:r>
                    <a:rPr lang="en-US" altLang="zh-CN" sz="2400" b="1" i="1" dirty="0" err="1">
                      <a:solidFill>
                        <a:srgbClr val="3333CC"/>
                      </a:solidFill>
                      <a:latin typeface="Times New Roman" panose="02020603050405020304" pitchFamily="18" charset="0"/>
                      <a:ea typeface="楷体_GB2312" pitchFamily="49" charset="-122"/>
                    </a:rPr>
                    <a:t>x</a:t>
                  </a:r>
                  <a:r>
                    <a:rPr lang="en-US" altLang="zh-CN" sz="2400" b="1" i="1" baseline="-25000" dirty="0" err="1">
                      <a:solidFill>
                        <a:srgbClr val="3333CC"/>
                      </a:solidFill>
                      <a:latin typeface="Times New Roman" panose="02020603050405020304" pitchFamily="18" charset="0"/>
                      <a:ea typeface="楷体_GB2312" pitchFamily="49" charset="-122"/>
                    </a:rPr>
                    <a:t>j</a:t>
                  </a:r>
                  <a:r>
                    <a:rPr lang="en-US" altLang="zh-CN" sz="2400" b="1" dirty="0">
                      <a:solidFill>
                        <a:srgbClr val="000000"/>
                      </a:solidFill>
                      <a:latin typeface="Times New Roman" panose="02020603050405020304" pitchFamily="18" charset="0"/>
                      <a:ea typeface="楷体_GB2312" pitchFamily="49" charset="-122"/>
                    </a:rPr>
                    <a:t>) = </a:t>
                  </a:r>
                  <a:r>
                    <a:rPr lang="en-US" altLang="zh-CN" sz="2400" b="1" i="1" dirty="0">
                      <a:solidFill>
                        <a:srgbClr val="000000"/>
                      </a:solidFill>
                      <a:latin typeface="Times New Roman" panose="02020603050405020304" pitchFamily="18" charset="0"/>
                      <a:ea typeface="楷体_GB2312" pitchFamily="49" charset="-122"/>
                      <a:sym typeface="Symbol" panose="05050102010706020507" pitchFamily="18" charset="2"/>
                    </a:rPr>
                    <a:t>0</a:t>
                  </a:r>
                  <a:r>
                    <a:rPr lang="en-US" altLang="zh-CN" sz="2400" b="1" dirty="0">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dirty="0" err="1">
                      <a:solidFill>
                        <a:srgbClr val="000000"/>
                      </a:solidFill>
                      <a:latin typeface="Times New Roman" panose="02020603050405020304" pitchFamily="18" charset="0"/>
                      <a:ea typeface="楷体_GB2312" pitchFamily="49" charset="-122"/>
                      <a:sym typeface="Symbol" panose="05050102010706020507" pitchFamily="18" charset="2"/>
                    </a:rPr>
                    <a:t>i</a:t>
                  </a:r>
                  <a:r>
                    <a:rPr lang="en-US" altLang="zh-CN" sz="2400" b="1" dirty="0">
                      <a:solidFill>
                        <a:srgbClr val="000000"/>
                      </a:solidFill>
                      <a:latin typeface="Times New Roman" panose="02020603050405020304" pitchFamily="18" charset="0"/>
                      <a:ea typeface="楷体_GB2312" pitchFamily="49" charset="-122"/>
                      <a:sym typeface="Symbol" panose="05050102010706020507" pitchFamily="18" charset="2"/>
                    </a:rPr>
                    <a:t>=j, </a:t>
                  </a:r>
                  <a:r>
                    <a:rPr lang="en-US" altLang="zh-CN" sz="2400" b="1" i="1" dirty="0">
                      <a:solidFill>
                        <a:srgbClr val="FF3300"/>
                      </a:solidFill>
                      <a:latin typeface="Times New Roman" panose="02020603050405020304" pitchFamily="18" charset="0"/>
                      <a:ea typeface="楷体_GB2312" pitchFamily="49" charset="-122"/>
                    </a:rPr>
                    <a:t>h</a:t>
                  </a:r>
                  <a:r>
                    <a:rPr lang="en-US" altLang="zh-CN" sz="2400" b="1" i="1" baseline="-25000" dirty="0">
                      <a:solidFill>
                        <a:srgbClr val="FF3300"/>
                      </a:solidFill>
                      <a:latin typeface="Times New Roman" panose="02020603050405020304" pitchFamily="18" charset="0"/>
                      <a:ea typeface="楷体_GB2312" pitchFamily="49" charset="-122"/>
                    </a:rPr>
                    <a:t>i</a:t>
                  </a:r>
                  <a:r>
                    <a:rPr lang="en-US" altLang="zh-CN" sz="2400" b="1" dirty="0">
                      <a:solidFill>
                        <a:srgbClr val="000000"/>
                      </a:solidFill>
                      <a:latin typeface="Times New Roman" panose="02020603050405020304" pitchFamily="18" charset="0"/>
                      <a:ea typeface="楷体_GB2312" pitchFamily="49" charset="-122"/>
                    </a:rPr>
                    <a:t>(</a:t>
                  </a:r>
                  <a:r>
                    <a:rPr lang="en-US" altLang="zh-CN" sz="2400" b="1" i="1" dirty="0" err="1">
                      <a:solidFill>
                        <a:srgbClr val="3333CC"/>
                      </a:solidFill>
                      <a:latin typeface="Times New Roman" panose="02020603050405020304" pitchFamily="18" charset="0"/>
                      <a:ea typeface="楷体_GB2312" pitchFamily="49" charset="-122"/>
                    </a:rPr>
                    <a:t>x</a:t>
                  </a:r>
                  <a:r>
                    <a:rPr lang="en-US" altLang="zh-CN" sz="2400" b="1" i="1" baseline="-25000" dirty="0" err="1">
                      <a:solidFill>
                        <a:srgbClr val="3333CC"/>
                      </a:solidFill>
                      <a:latin typeface="Times New Roman" panose="02020603050405020304" pitchFamily="18" charset="0"/>
                      <a:ea typeface="楷体_GB2312" pitchFamily="49" charset="-122"/>
                    </a:rPr>
                    <a:t>j</a:t>
                  </a:r>
                  <a:r>
                    <a:rPr lang="en-US" altLang="zh-CN" sz="2400" b="1" dirty="0">
                      <a:solidFill>
                        <a:srgbClr val="000000"/>
                      </a:solidFill>
                      <a:latin typeface="Times New Roman" panose="02020603050405020304" pitchFamily="18" charset="0"/>
                      <a:ea typeface="楷体_GB2312" pitchFamily="49" charset="-122"/>
                    </a:rPr>
                    <a:t>) = </a:t>
                  </a:r>
                  <a:r>
                    <a:rPr lang="en-US" altLang="zh-CN" sz="2400" b="1" i="1" dirty="0">
                      <a:solidFill>
                        <a:srgbClr val="000000"/>
                      </a:solidFill>
                      <a:latin typeface="Times New Roman" panose="02020603050405020304" pitchFamily="18" charset="0"/>
                      <a:ea typeface="楷体_GB2312" pitchFamily="49" charset="-122"/>
                      <a:sym typeface="Symbol" panose="05050102010706020507" pitchFamily="18" charset="2"/>
                    </a:rPr>
                    <a:t>1</a:t>
                  </a:r>
                  <a:r>
                    <a:rPr lang="en-US" altLang="zh-CN" sz="2400" b="1" dirty="0">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dirty="0" err="1">
                      <a:solidFill>
                        <a:srgbClr val="000000"/>
                      </a:solidFill>
                      <a:latin typeface="Times New Roman" panose="02020603050405020304" pitchFamily="18" charset="0"/>
                      <a:ea typeface="楷体_GB2312" pitchFamily="49" charset="-122"/>
                      <a:sym typeface="Symbol" panose="05050102010706020507" pitchFamily="18" charset="2"/>
                    </a:rPr>
                    <a:t>i</a:t>
                  </a:r>
                  <a14:m>
                    <m:oMath xmlns:m="http://schemas.openxmlformats.org/officeDocument/2006/math">
                      <m:r>
                        <a:rPr lang="en-US" altLang="zh-CN" sz="2400" b="1" i="1" dirty="0" smtClean="0">
                          <a:solidFill>
                            <a:srgbClr val="000000"/>
                          </a:solidFill>
                          <a:latin typeface="Cambria Math" panose="02040503050406030204" pitchFamily="18" charset="0"/>
                          <a:ea typeface="Cambria Math" panose="02040503050406030204" pitchFamily="18" charset="0"/>
                          <a:sym typeface="Symbol" panose="05050102010706020507" pitchFamily="18" charset="2"/>
                        </a:rPr>
                        <m:t>≠</m:t>
                      </m:r>
                    </m:oMath>
                  </a14:m>
                  <a:r>
                    <a:rPr lang="en-US" altLang="zh-CN" sz="2400" b="1" dirty="0">
                      <a:solidFill>
                        <a:srgbClr val="000000"/>
                      </a:solidFill>
                      <a:latin typeface="Times New Roman" panose="02020603050405020304" pitchFamily="18" charset="0"/>
                      <a:ea typeface="楷体_GB2312" pitchFamily="49" charset="-122"/>
                      <a:sym typeface="Symbol" panose="05050102010706020507" pitchFamily="18" charset="2"/>
                    </a:rPr>
                    <a:t>j, </a:t>
                  </a:r>
                </a:p>
              </p:txBody>
            </p:sp>
          </mc:Choice>
          <mc:Fallback xmlns="">
            <p:sp>
              <p:nvSpPr>
                <p:cNvPr id="71818" name="Text Box 136"/>
                <p:cNvSpPr txBox="1">
                  <a:spLocks noRot="1" noChangeAspect="1" noMove="1" noResize="1" noEditPoints="1" noAdjustHandles="1" noChangeArrowheads="1" noChangeShapeType="1" noTextEdit="1"/>
                </p:cNvSpPr>
                <p:nvPr/>
              </p:nvSpPr>
              <p:spPr bwMode="auto">
                <a:xfrm>
                  <a:off x="1100931" y="2604565"/>
                  <a:ext cx="6865938" cy="461665"/>
                </a:xfrm>
                <a:prstGeom prst="rect">
                  <a:avLst/>
                </a:prstGeom>
                <a:blipFill rotWithShape="1">
                  <a:blip r:embed="rId5"/>
                  <a:stretch>
                    <a:fillRect l="-1421" t="-10526" b="-2894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noFill/>
                    </a:rPr>
                    <a:t> </a:t>
                  </a:r>
                  <a:endParaRPr lang="zh-CN" altLang="en-US">
                    <a:noFill/>
                  </a:endParaRPr>
                </a:p>
              </p:txBody>
            </p:sp>
          </mc:Fallback>
        </mc:AlternateContent>
        <p:sp>
          <p:nvSpPr>
            <p:cNvPr id="71821" name="Text Box 139"/>
            <p:cNvSpPr txBox="1">
              <a:spLocks noChangeArrowheads="1"/>
            </p:cNvSpPr>
            <p:nvPr/>
          </p:nvSpPr>
          <p:spPr bwMode="auto">
            <a:xfrm>
              <a:off x="1712988" y="3472781"/>
              <a:ext cx="5968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dirty="0">
                  <a:solidFill>
                    <a:srgbClr val="FF3300"/>
                  </a:solidFill>
                  <a:latin typeface="Times New Roman" panose="02020603050405020304" pitchFamily="18" charset="0"/>
                  <a:ea typeface="楷体_GB2312" pitchFamily="49" charset="-122"/>
                </a:rPr>
                <a:t>H</a:t>
              </a:r>
              <a:r>
                <a:rPr lang="en-US" altLang="zh-CN" sz="2400" b="1" baseline="-25000" dirty="0">
                  <a:solidFill>
                    <a:srgbClr val="FF3300"/>
                  </a:solidFill>
                  <a:latin typeface="Times New Roman" panose="02020603050405020304" pitchFamily="18" charset="0"/>
                  <a:ea typeface="楷体_GB2312" pitchFamily="49" charset="-122"/>
                </a:rPr>
                <a:t>1</a:t>
              </a:r>
              <a:endParaRPr lang="en-US" altLang="zh-CN" sz="2400" b="1" i="1" dirty="0">
                <a:solidFill>
                  <a:srgbClr val="FF3300"/>
                </a:solidFill>
                <a:latin typeface="Times New Roman" panose="02020603050405020304" pitchFamily="18" charset="0"/>
                <a:ea typeface="楷体_GB2312" pitchFamily="49" charset="-122"/>
              </a:endParaRPr>
            </a:p>
          </p:txBody>
        </p:sp>
        <p:sp>
          <p:nvSpPr>
            <p:cNvPr id="71824" name="Text Box 142"/>
            <p:cNvSpPr txBox="1">
              <a:spLocks noChangeArrowheads="1"/>
            </p:cNvSpPr>
            <p:nvPr/>
          </p:nvSpPr>
          <p:spPr bwMode="auto">
            <a:xfrm>
              <a:off x="3198812" y="3469331"/>
              <a:ext cx="7413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dirty="0">
                  <a:solidFill>
                    <a:srgbClr val="FF3300"/>
                  </a:solidFill>
                  <a:latin typeface="Times New Roman" panose="02020603050405020304" pitchFamily="18" charset="0"/>
                  <a:ea typeface="楷体_GB2312" pitchFamily="49" charset="-122"/>
                </a:rPr>
                <a:t>H</a:t>
              </a:r>
              <a:r>
                <a:rPr lang="en-US" altLang="zh-CN" sz="2400" b="1" baseline="-25000" dirty="0">
                  <a:solidFill>
                    <a:srgbClr val="FF3300"/>
                  </a:solidFill>
                  <a:latin typeface="Times New Roman" panose="02020603050405020304" pitchFamily="18" charset="0"/>
                  <a:ea typeface="楷体_GB2312" pitchFamily="49" charset="-122"/>
                </a:rPr>
                <a:t>1</a:t>
              </a:r>
              <a:endParaRPr lang="en-US" altLang="zh-CN" sz="2400" b="1" i="1" dirty="0">
                <a:solidFill>
                  <a:srgbClr val="FF3300"/>
                </a:solidFill>
                <a:latin typeface="Times New Roman" panose="02020603050405020304" pitchFamily="18" charset="0"/>
                <a:ea typeface="楷体_GB2312" pitchFamily="49" charset="-122"/>
              </a:endParaRPr>
            </a:p>
          </p:txBody>
        </p:sp>
        <p:sp>
          <p:nvSpPr>
            <p:cNvPr id="3" name="矩形 2"/>
            <p:cNvSpPr/>
            <p:nvPr/>
          </p:nvSpPr>
          <p:spPr>
            <a:xfrm>
              <a:off x="1827212" y="3469331"/>
              <a:ext cx="2977097" cy="461665"/>
            </a:xfrm>
            <a:prstGeom prst="rect">
              <a:avLst/>
            </a:prstGeom>
          </p:spPr>
          <p:txBody>
            <a:bodyPr wrap="none">
              <a:spAutoFit/>
            </a:bodyPr>
            <a:lstStyle/>
            <a:p>
              <a:pPr eaLnBrk="1" hangingPunct="1">
                <a:spcBef>
                  <a:spcPct val="50000"/>
                </a:spcBef>
              </a:pPr>
              <a:r>
                <a:rPr lang="en-US" altLang="zh-CN" sz="2400" b="1" dirty="0">
                  <a:solidFill>
                    <a:srgbClr val="000000"/>
                  </a:solidFill>
                  <a:latin typeface="Times New Roman" panose="02020603050405020304" pitchFamily="18" charset="0"/>
                  <a:ea typeface="楷体_GB2312" pitchFamily="49" charset="-122"/>
                </a:rPr>
                <a:t>  </a:t>
              </a:r>
              <a:r>
                <a:rPr lang="en-US" altLang="zh-CN" sz="2400" b="1" i="1" dirty="0">
                  <a:solidFill>
                    <a:srgbClr val="000000"/>
                  </a:solidFill>
                  <a:latin typeface="Times New Roman" panose="02020603050405020304" pitchFamily="18" charset="0"/>
                  <a:ea typeface="楷体_GB2312" pitchFamily="49" charset="-122"/>
                </a:rPr>
                <a:t>  </a:t>
              </a:r>
              <a:r>
                <a:rPr lang="en-US" altLang="zh-CN" sz="2400" b="1" dirty="0">
                  <a:solidFill>
                    <a:srgbClr val="000000"/>
                  </a:solidFill>
                  <a:latin typeface="Times New Roman" panose="02020603050405020304" pitchFamily="18" charset="0"/>
                  <a:ea typeface="楷体_GB2312" pitchFamily="49" charset="-122"/>
                </a:rPr>
                <a:t>(</a:t>
              </a:r>
              <a:r>
                <a:rPr lang="en-US" altLang="zh-CN" sz="2400" b="1" i="1" dirty="0">
                  <a:solidFill>
                    <a:srgbClr val="3333CC"/>
                  </a:solidFill>
                  <a:latin typeface="Times New Roman" panose="02020603050405020304" pitchFamily="18" charset="0"/>
                  <a:ea typeface="楷体_GB2312" pitchFamily="49" charset="-122"/>
                </a:rPr>
                <a:t>x</a:t>
              </a:r>
              <a:r>
                <a:rPr lang="en-US" altLang="zh-CN" sz="2400" b="1" i="1" baseline="-25000" dirty="0">
                  <a:solidFill>
                    <a:srgbClr val="3333CC"/>
                  </a:solidFill>
                  <a:latin typeface="Times New Roman" panose="02020603050405020304" pitchFamily="18" charset="0"/>
                  <a:ea typeface="楷体_GB2312" pitchFamily="49" charset="-122"/>
                </a:rPr>
                <a:t>i</a:t>
              </a:r>
              <a:r>
                <a:rPr lang="en-US" altLang="zh-CN" sz="2400" b="1" dirty="0">
                  <a:solidFill>
                    <a:srgbClr val="000000"/>
                  </a:solidFill>
                  <a:latin typeface="Times New Roman" panose="02020603050405020304" pitchFamily="18" charset="0"/>
                  <a:ea typeface="楷体_GB2312" pitchFamily="49" charset="-122"/>
                </a:rPr>
                <a:t>) = 0,  </a:t>
              </a:r>
              <a:r>
                <a:rPr lang="en-US" altLang="zh-CN" sz="2400" b="1" i="1" dirty="0">
                  <a:solidFill>
                    <a:srgbClr val="000000"/>
                  </a:solidFill>
                  <a:latin typeface="Times New Roman" panose="02020603050405020304" pitchFamily="18" charset="0"/>
                  <a:ea typeface="楷体_GB2312" pitchFamily="49" charset="-122"/>
                </a:rPr>
                <a:t>    </a:t>
              </a:r>
              <a:r>
                <a:rPr lang="en-US" altLang="zh-CN" sz="2400" b="1" i="1" dirty="0">
                  <a:solidFill>
                    <a:srgbClr val="FF3300"/>
                  </a:solidFill>
                  <a:latin typeface="Times New Roman" panose="02020603050405020304" pitchFamily="18" charset="0"/>
                  <a:ea typeface="楷体_GB2312" pitchFamily="49" charset="-122"/>
                </a:rPr>
                <a:t>’</a:t>
              </a:r>
              <a:r>
                <a:rPr lang="en-US" altLang="zh-CN" sz="2400" b="1" dirty="0">
                  <a:solidFill>
                    <a:srgbClr val="000000"/>
                  </a:solidFill>
                  <a:latin typeface="Times New Roman" panose="02020603050405020304" pitchFamily="18" charset="0"/>
                  <a:ea typeface="楷体_GB2312" pitchFamily="49" charset="-122"/>
                </a:rPr>
                <a:t>(</a:t>
              </a:r>
              <a:r>
                <a:rPr lang="en-US" altLang="zh-CN" sz="2400" b="1" i="1" dirty="0">
                  <a:solidFill>
                    <a:srgbClr val="3333CC"/>
                  </a:solidFill>
                  <a:latin typeface="Times New Roman" panose="02020603050405020304" pitchFamily="18" charset="0"/>
                  <a:ea typeface="楷体_GB2312" pitchFamily="49" charset="-122"/>
                </a:rPr>
                <a:t>x</a:t>
              </a:r>
              <a:r>
                <a:rPr lang="en-US" altLang="zh-CN" sz="2400" b="1" baseline="-25000" dirty="0">
                  <a:solidFill>
                    <a:srgbClr val="3333CC"/>
                  </a:solidFill>
                  <a:latin typeface="Times New Roman" panose="02020603050405020304" pitchFamily="18" charset="0"/>
                  <a:ea typeface="楷体_GB2312" pitchFamily="49" charset="-122"/>
                </a:rPr>
                <a:t>1</a:t>
              </a:r>
              <a:r>
                <a:rPr lang="en-US" altLang="zh-CN" sz="2400" b="1" dirty="0">
                  <a:solidFill>
                    <a:srgbClr val="000000"/>
                  </a:solidFill>
                  <a:latin typeface="Times New Roman" panose="02020603050405020304" pitchFamily="18" charset="0"/>
                  <a:ea typeface="楷体_GB2312" pitchFamily="49" charset="-122"/>
                </a:rPr>
                <a:t>) = 1</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45058"/>
                                        </p:tgtEl>
                                        <p:attrNameLst>
                                          <p:attrName>style.visibility</p:attrName>
                                        </p:attrNameLst>
                                      </p:cBhvr>
                                      <p:to>
                                        <p:strVal val="visible"/>
                                      </p:to>
                                    </p:set>
                                    <p:animEffect transition="in" filter="strips(downRight)">
                                      <p:cBhvr>
                                        <p:cTn id="7" dur="500"/>
                                        <p:tgtEl>
                                          <p:spTgt spid="45058"/>
                                        </p:tgtEl>
                                      </p:cBhvr>
                                    </p:animEffect>
                                  </p:childTnLst>
                                  <p:subTnLst>
                                    <p:audio>
                                      <p:cMediaNode>
                                        <p:cTn display="0" masterRel="sameClick">
                                          <p:stCondLst>
                                            <p:cond evt="begin" delay="0">
                                              <p:tn val="5"/>
                                            </p:cond>
                                          </p:stCondLst>
                                          <p:endCondLst>
                                            <p:cond evt="onStopAudio" delay="0">
                                              <p:tgtEl>
                                                <p:sldTgt/>
                                              </p:tgtEl>
                                            </p:cond>
                                          </p:endCondLst>
                                        </p:cTn>
                                        <p:tgtEl>
                                          <p:sndTgt r:embed="rId2"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5060"/>
                                        </p:tgtEl>
                                        <p:attrNameLst>
                                          <p:attrName>style.visibility</p:attrName>
                                        </p:attrNameLst>
                                      </p:cBhvr>
                                      <p:to>
                                        <p:strVal val="visible"/>
                                      </p:to>
                                    </p:set>
                                    <p:animEffect transition="in" filter="wipe(left)">
                                      <p:cBhvr>
                                        <p:cTn id="12" dur="500"/>
                                        <p:tgtEl>
                                          <p:spTgt spid="45060"/>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23" presetClass="entr" presetSubtype="16" fill="hold" grpId="0" nodeType="clickEffect">
                                  <p:stCondLst>
                                    <p:cond delay="0"/>
                                  </p:stCondLst>
                                  <p:childTnLst>
                                    <p:set>
                                      <p:cBhvr>
                                        <p:cTn id="16" dur="1" fill="hold">
                                          <p:stCondLst>
                                            <p:cond delay="0"/>
                                          </p:stCondLst>
                                        </p:cTn>
                                        <p:tgtEl>
                                          <p:spTgt spid="45061"/>
                                        </p:tgtEl>
                                        <p:attrNameLst>
                                          <p:attrName>style.visibility</p:attrName>
                                        </p:attrNameLst>
                                      </p:cBhvr>
                                      <p:to>
                                        <p:strVal val="visible"/>
                                      </p:to>
                                    </p:set>
                                    <p:anim calcmode="lin" valueType="num">
                                      <p:cBhvr>
                                        <p:cTn id="17" dur="500" fill="hold"/>
                                        <p:tgtEl>
                                          <p:spTgt spid="45061"/>
                                        </p:tgtEl>
                                        <p:attrNameLst>
                                          <p:attrName>ppt_w</p:attrName>
                                        </p:attrNameLst>
                                      </p:cBhvr>
                                      <p:tavLst>
                                        <p:tav tm="0">
                                          <p:val>
                                            <p:fltVal val="0"/>
                                          </p:val>
                                        </p:tav>
                                        <p:tav tm="100000">
                                          <p:val>
                                            <p:strVal val="#ppt_w"/>
                                          </p:val>
                                        </p:tav>
                                      </p:tavLst>
                                    </p:anim>
                                    <p:anim calcmode="lin" valueType="num">
                                      <p:cBhvr>
                                        <p:cTn id="18" dur="500" fill="hold"/>
                                        <p:tgtEl>
                                          <p:spTgt spid="45061"/>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15"/>
                                            </p:cond>
                                          </p:stCondLst>
                                          <p:endCondLst>
                                            <p:cond evt="onStopAudio" delay="0">
                                              <p:tgtEl>
                                                <p:sldTgt/>
                                              </p:tgtEl>
                                            </p:cond>
                                          </p:endCondLst>
                                        </p:cTn>
                                        <p:tgtEl>
                                          <p:sndTgt r:embed="rId4" name="chimes.wav"/>
                                        </p:tgtEl>
                                      </p:cMediaNode>
                                    </p:audio>
                                  </p:sub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45059"/>
                                        </p:tgtEl>
                                        <p:attrNameLst>
                                          <p:attrName>style.visibility</p:attrName>
                                        </p:attrNameLst>
                                      </p:cBhvr>
                                      <p:to>
                                        <p:strVal val="visible"/>
                                      </p:to>
                                    </p:set>
                                    <p:animEffect transition="in" filter="wipe(left)">
                                      <p:cBhvr>
                                        <p:cTn id="23" dur="500"/>
                                        <p:tgtEl>
                                          <p:spTgt spid="45059"/>
                                        </p:tgtEl>
                                      </p:cBhvr>
                                    </p:animEffect>
                                  </p:childTnLst>
                                  <p:subTnLst>
                                    <p:audio>
                                      <p:cMediaNode>
                                        <p:cTn display="0" masterRel="sameClick">
                                          <p:stCondLst>
                                            <p:cond evt="begin" delay="0">
                                              <p:tn val="21"/>
                                            </p:cond>
                                          </p:stCondLst>
                                          <p:endCondLst>
                                            <p:cond evt="onStopAudio" delay="0">
                                              <p:tgtEl>
                                                <p:sldTgt/>
                                              </p:tgtEl>
                                            </p:cond>
                                          </p:endCondLst>
                                        </p:cTn>
                                        <p:tgtEl>
                                          <p:sndTgt r:embed="rId3" name="type.wav"/>
                                        </p:tgtEl>
                                      </p:cMediaNode>
                                    </p:audio>
                                  </p:sub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500" fill="hold"/>
                                        <p:tgtEl>
                                          <p:spTgt spid="6"/>
                                        </p:tgtEl>
                                        <p:attrNameLst>
                                          <p:attrName>ppt_x</p:attrName>
                                        </p:attrNameLst>
                                      </p:cBhvr>
                                      <p:tavLst>
                                        <p:tav tm="0">
                                          <p:val>
                                            <p:strVal val="#ppt_x"/>
                                          </p:val>
                                        </p:tav>
                                        <p:tav tm="100000">
                                          <p:val>
                                            <p:strVal val="#ppt_x"/>
                                          </p:val>
                                        </p:tav>
                                      </p:tavLst>
                                    </p:anim>
                                    <p:anim calcmode="lin" valueType="num">
                                      <p:cBhvr additive="base">
                                        <p:cTn id="29"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p:bldP spid="45059" grpId="0"/>
      <p:bldP spid="45060" grpId="0"/>
      <p:bldP spid="4506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41" descr="新闻纸"/>
          <p:cNvSpPr>
            <a:spLocks noChangeArrowheads="1"/>
          </p:cNvSpPr>
          <p:nvPr/>
        </p:nvSpPr>
        <p:spPr bwMode="auto">
          <a:xfrm>
            <a:off x="457200" y="762072"/>
            <a:ext cx="762000" cy="457200"/>
          </a:xfrm>
          <a:prstGeom prst="bevel">
            <a:avLst>
              <a:gd name="adj" fmla="val 12500"/>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0</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a:t>
            </a:r>
          </a:p>
        </p:txBody>
      </p:sp>
      <p:sp>
        <p:nvSpPr>
          <p:cNvPr id="7" name="Text Box 42"/>
          <p:cNvSpPr txBox="1">
            <a:spLocks noChangeArrowheads="1"/>
          </p:cNvSpPr>
          <p:nvPr/>
        </p:nvSpPr>
        <p:spPr bwMode="auto">
          <a:xfrm>
            <a:off x="1219200" y="685872"/>
            <a:ext cx="91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有根</a:t>
            </a:r>
          </a:p>
        </p:txBody>
      </p:sp>
      <p:sp>
        <p:nvSpPr>
          <p:cNvPr id="8" name="Text Box 43"/>
          <p:cNvSpPr txBox="1">
            <a:spLocks noChangeArrowheads="1"/>
          </p:cNvSpPr>
          <p:nvPr/>
        </p:nvSpPr>
        <p:spPr bwMode="auto">
          <a:xfrm>
            <a:off x="1905000" y="685872"/>
            <a:ext cx="464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1</a:t>
            </a:r>
            <a:r>
              <a:rPr lang="en-US" altLang="zh-CN" sz="2000" b="1" dirty="0">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2</a:t>
            </a:r>
            <a:r>
              <a:rPr lang="zh-CN" altLang="en-US" sz="2000" b="1" dirty="0">
                <a:solidFill>
                  <a:srgbClr val="000000"/>
                </a:solidFill>
                <a:latin typeface="Times New Roman" panose="02020603050405020304" pitchFamily="18" charset="0"/>
                <a:ea typeface="楷体_GB2312" pitchFamily="49" charset="-122"/>
              </a:rPr>
              <a:t>，</a:t>
            </a:r>
            <a:r>
              <a:rPr lang="zh-CN" altLang="en-US" sz="2400" b="1" dirty="0">
                <a:solidFill>
                  <a:srgbClr val="000000"/>
                </a:solidFill>
                <a:latin typeface="Times New Roman" panose="02020603050405020304" pitchFamily="18" charset="0"/>
                <a:ea typeface="楷体_GB2312" pitchFamily="49" charset="-122"/>
              </a:rPr>
              <a:t>且 </a:t>
            </a:r>
            <a:r>
              <a:rPr lang="en-US" altLang="zh-CN" sz="2000" b="1" i="1" dirty="0">
                <a:solidFill>
                  <a:srgbClr val="000000"/>
                </a:solidFill>
                <a:latin typeface="Times New Roman" panose="02020603050405020304" pitchFamily="18" charset="0"/>
                <a:ea typeface="楷体_GB2312" pitchFamily="49" charset="-122"/>
              </a:rPr>
              <a:t>h</a:t>
            </a:r>
            <a:r>
              <a:rPr lang="en-US" altLang="zh-CN" sz="2000" b="1" baseline="-25000" dirty="0">
                <a:solidFill>
                  <a:srgbClr val="000000"/>
                </a:solidFill>
                <a:latin typeface="Times New Roman" panose="02020603050405020304" pitchFamily="18" charset="0"/>
                <a:ea typeface="楷体_GB2312" pitchFamily="49" charset="-122"/>
              </a:rPr>
              <a:t>0</a:t>
            </a:r>
            <a:r>
              <a:rPr lang="en-US" altLang="zh-CN" sz="2000" b="1" i="1" dirty="0">
                <a:solidFill>
                  <a:srgbClr val="000000"/>
                </a:solidFill>
                <a:latin typeface="Times New Roman" panose="02020603050405020304" pitchFamily="18" charset="0"/>
                <a:ea typeface="楷体_GB2312" pitchFamily="49" charset="-122"/>
              </a:rPr>
              <a:t>’</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1</a:t>
            </a:r>
            <a:r>
              <a:rPr lang="en-US" altLang="zh-CN" sz="2000" b="1" dirty="0">
                <a:solidFill>
                  <a:srgbClr val="000000"/>
                </a:solidFill>
                <a:latin typeface="Times New Roman" panose="02020603050405020304" pitchFamily="18" charset="0"/>
                <a:ea typeface="楷体_GB2312" pitchFamily="49" charset="-122"/>
              </a:rPr>
              <a:t>) = 0 </a:t>
            </a:r>
            <a:r>
              <a:rPr lang="en-US" altLang="zh-CN" sz="2000" b="1" dirty="0">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1 </a:t>
            </a:r>
            <a:r>
              <a:rPr lang="zh-CN" altLang="en-US" sz="2400" b="1" dirty="0">
                <a:solidFill>
                  <a:srgbClr val="000000"/>
                </a:solidFill>
                <a:latin typeface="Times New Roman" panose="02020603050405020304" pitchFamily="18" charset="0"/>
                <a:ea typeface="楷体_GB2312" pitchFamily="49" charset="-122"/>
              </a:rPr>
              <a:t>是重根。</a:t>
            </a:r>
          </a:p>
        </p:txBody>
      </p:sp>
      <p:grpSp>
        <p:nvGrpSpPr>
          <p:cNvPr id="103" name="组合 102"/>
          <p:cNvGrpSpPr/>
          <p:nvPr/>
        </p:nvGrpSpPr>
        <p:grpSpPr>
          <a:xfrm>
            <a:off x="6096000" y="762072"/>
            <a:ext cx="2819401" cy="363538"/>
            <a:chOff x="6096000" y="762072"/>
            <a:chExt cx="2819401" cy="363538"/>
          </a:xfrm>
        </p:grpSpPr>
        <p:sp>
          <p:nvSpPr>
            <p:cNvPr id="10" name="Rectangle 45"/>
            <p:cNvSpPr>
              <a:spLocks noChangeArrowheads="1"/>
            </p:cNvSpPr>
            <p:nvPr/>
          </p:nvSpPr>
          <p:spPr bwMode="auto">
            <a:xfrm>
              <a:off x="8831263"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1" name="Rectangle 46"/>
            <p:cNvSpPr>
              <a:spLocks noChangeArrowheads="1"/>
            </p:cNvSpPr>
            <p:nvPr/>
          </p:nvSpPr>
          <p:spPr bwMode="auto">
            <a:xfrm>
              <a:off x="8094663"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2" name="Rectangle 47"/>
            <p:cNvSpPr>
              <a:spLocks noChangeArrowheads="1"/>
            </p:cNvSpPr>
            <p:nvPr/>
          </p:nvSpPr>
          <p:spPr bwMode="auto">
            <a:xfrm>
              <a:off x="7905750"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3" name="Rectangle 48"/>
            <p:cNvSpPr>
              <a:spLocks noChangeArrowheads="1"/>
            </p:cNvSpPr>
            <p:nvPr/>
          </p:nvSpPr>
          <p:spPr bwMode="auto">
            <a:xfrm>
              <a:off x="7183438"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4" name="Rectangle 49"/>
            <p:cNvSpPr>
              <a:spLocks noChangeArrowheads="1"/>
            </p:cNvSpPr>
            <p:nvPr/>
          </p:nvSpPr>
          <p:spPr bwMode="auto">
            <a:xfrm>
              <a:off x="6573838"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5" name="Rectangle 50"/>
            <p:cNvSpPr>
              <a:spLocks noChangeArrowheads="1"/>
            </p:cNvSpPr>
            <p:nvPr/>
          </p:nvSpPr>
          <p:spPr bwMode="auto">
            <a:xfrm>
              <a:off x="6318250" y="790647"/>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16" name="Rectangle 51"/>
            <p:cNvSpPr>
              <a:spLocks noChangeArrowheads="1"/>
            </p:cNvSpPr>
            <p:nvPr/>
          </p:nvSpPr>
          <p:spPr bwMode="auto">
            <a:xfrm>
              <a:off x="8724900" y="943047"/>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17" name="Rectangle 52"/>
            <p:cNvSpPr>
              <a:spLocks noChangeArrowheads="1"/>
            </p:cNvSpPr>
            <p:nvPr/>
          </p:nvSpPr>
          <p:spPr bwMode="auto">
            <a:xfrm>
              <a:off x="7997825" y="768422"/>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18" name="Rectangle 53"/>
            <p:cNvSpPr>
              <a:spLocks noChangeArrowheads="1"/>
            </p:cNvSpPr>
            <p:nvPr/>
          </p:nvSpPr>
          <p:spPr bwMode="auto">
            <a:xfrm>
              <a:off x="7804150" y="943047"/>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19" name="Rectangle 54"/>
            <p:cNvSpPr>
              <a:spLocks noChangeArrowheads="1"/>
            </p:cNvSpPr>
            <p:nvPr/>
          </p:nvSpPr>
          <p:spPr bwMode="auto">
            <a:xfrm>
              <a:off x="7085013" y="943047"/>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8000"/>
                  </a:solidFill>
                  <a:latin typeface="Times New Roman" panose="02020603050405020304" pitchFamily="18" charset="0"/>
                  <a:ea typeface="楷体_GB2312" pitchFamily="49" charset="-122"/>
                </a:rPr>
                <a:t>0</a:t>
              </a:r>
              <a:endParaRPr lang="en-US" altLang="zh-CN" sz="2800">
                <a:solidFill>
                  <a:srgbClr val="008000"/>
                </a:solidFill>
                <a:latin typeface="Times New Roman" panose="02020603050405020304" pitchFamily="18" charset="0"/>
                <a:ea typeface="楷体_GB2312" pitchFamily="49" charset="-122"/>
              </a:endParaRPr>
            </a:p>
          </p:txBody>
        </p:sp>
        <p:sp>
          <p:nvSpPr>
            <p:cNvPr id="20" name="Rectangle 55"/>
            <p:cNvSpPr>
              <a:spLocks noChangeArrowheads="1"/>
            </p:cNvSpPr>
            <p:nvPr/>
          </p:nvSpPr>
          <p:spPr bwMode="auto">
            <a:xfrm>
              <a:off x="6248356" y="943047"/>
              <a:ext cx="762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solidFill>
                    <a:srgbClr val="FF3300"/>
                  </a:solidFill>
                  <a:latin typeface="Times New Roman" panose="02020603050405020304" pitchFamily="18" charset="0"/>
                  <a:ea typeface="楷体_GB2312" pitchFamily="49" charset="-122"/>
                </a:rPr>
                <a:t>0</a:t>
              </a:r>
              <a:endParaRPr lang="en-US" altLang="zh-CN" sz="2800" dirty="0">
                <a:solidFill>
                  <a:srgbClr val="FF3300"/>
                </a:solidFill>
                <a:latin typeface="Times New Roman" panose="02020603050405020304" pitchFamily="18" charset="0"/>
                <a:ea typeface="楷体_GB2312" pitchFamily="49" charset="-122"/>
              </a:endParaRPr>
            </a:p>
          </p:txBody>
        </p:sp>
        <p:sp>
          <p:nvSpPr>
            <p:cNvPr id="21" name="Rectangle 56"/>
            <p:cNvSpPr>
              <a:spLocks noChangeArrowheads="1"/>
            </p:cNvSpPr>
            <p:nvPr/>
          </p:nvSpPr>
          <p:spPr bwMode="auto">
            <a:xfrm>
              <a:off x="8591550" y="790647"/>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2" name="Rectangle 57"/>
            <p:cNvSpPr>
              <a:spLocks noChangeArrowheads="1"/>
            </p:cNvSpPr>
            <p:nvPr/>
          </p:nvSpPr>
          <p:spPr bwMode="auto">
            <a:xfrm>
              <a:off x="8208963" y="790647"/>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3" name="Rectangle 58"/>
            <p:cNvSpPr>
              <a:spLocks noChangeArrowheads="1"/>
            </p:cNvSpPr>
            <p:nvPr/>
          </p:nvSpPr>
          <p:spPr bwMode="auto">
            <a:xfrm>
              <a:off x="7678738" y="790647"/>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24" name="Rectangle 59"/>
            <p:cNvSpPr>
              <a:spLocks noChangeArrowheads="1"/>
            </p:cNvSpPr>
            <p:nvPr/>
          </p:nvSpPr>
          <p:spPr bwMode="auto">
            <a:xfrm>
              <a:off x="7297738" y="790647"/>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25" name="Rectangle 60"/>
            <p:cNvSpPr>
              <a:spLocks noChangeArrowheads="1"/>
            </p:cNvSpPr>
            <p:nvPr/>
          </p:nvSpPr>
          <p:spPr bwMode="auto">
            <a:xfrm>
              <a:off x="6905625" y="790647"/>
              <a:ext cx="169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26" name="Rectangle 61"/>
            <p:cNvSpPr>
              <a:spLocks noChangeArrowheads="1"/>
            </p:cNvSpPr>
            <p:nvPr/>
          </p:nvSpPr>
          <p:spPr bwMode="auto">
            <a:xfrm>
              <a:off x="6432550" y="790647"/>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dirty="0">
                  <a:solidFill>
                    <a:srgbClr val="000000"/>
                  </a:solidFill>
                  <a:latin typeface="Times New Roman" panose="02020603050405020304" pitchFamily="18" charset="0"/>
                  <a:ea typeface="楷体_GB2312" pitchFamily="49" charset="-122"/>
                </a:rPr>
                <a:t>x</a:t>
              </a:r>
              <a:endParaRPr lang="en-US" altLang="zh-CN" sz="2800" dirty="0">
                <a:solidFill>
                  <a:srgbClr val="000000"/>
                </a:solidFill>
                <a:latin typeface="Times New Roman" panose="02020603050405020304" pitchFamily="18" charset="0"/>
                <a:ea typeface="楷体_GB2312" pitchFamily="49" charset="-122"/>
              </a:endParaRPr>
            </a:p>
          </p:txBody>
        </p:sp>
        <p:sp>
          <p:nvSpPr>
            <p:cNvPr id="27" name="Rectangle 62"/>
            <p:cNvSpPr>
              <a:spLocks noChangeArrowheads="1"/>
            </p:cNvSpPr>
            <p:nvPr/>
          </p:nvSpPr>
          <p:spPr bwMode="auto">
            <a:xfrm>
              <a:off x="6096000" y="790647"/>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dirty="0">
                  <a:solidFill>
                    <a:srgbClr val="FF3300"/>
                  </a:solidFill>
                  <a:latin typeface="Times New Roman" panose="02020603050405020304" pitchFamily="18" charset="0"/>
                  <a:ea typeface="楷体_GB2312" pitchFamily="49" charset="-122"/>
                </a:rPr>
                <a:t>h</a:t>
              </a:r>
              <a:endParaRPr lang="en-US" altLang="zh-CN" sz="2800" dirty="0">
                <a:solidFill>
                  <a:srgbClr val="FF3300"/>
                </a:solidFill>
                <a:latin typeface="Times New Roman" panose="02020603050405020304" pitchFamily="18" charset="0"/>
                <a:ea typeface="楷体_GB2312" pitchFamily="49" charset="-122"/>
              </a:endParaRPr>
            </a:p>
          </p:txBody>
        </p:sp>
        <p:sp>
          <p:nvSpPr>
            <p:cNvPr id="28" name="Rectangle 63"/>
            <p:cNvSpPr>
              <a:spLocks noChangeArrowheads="1"/>
            </p:cNvSpPr>
            <p:nvPr/>
          </p:nvSpPr>
          <p:spPr bwMode="auto">
            <a:xfrm>
              <a:off x="8386763" y="762072"/>
              <a:ext cx="139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29" name="Rectangle 64"/>
            <p:cNvSpPr>
              <a:spLocks noChangeArrowheads="1"/>
            </p:cNvSpPr>
            <p:nvPr/>
          </p:nvSpPr>
          <p:spPr bwMode="auto">
            <a:xfrm>
              <a:off x="7473950" y="762072"/>
              <a:ext cx="139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dirty="0">
                  <a:solidFill>
                    <a:srgbClr val="000000"/>
                  </a:solidFill>
                  <a:latin typeface="Symbol" panose="05050102010706020507" pitchFamily="18" charset="2"/>
                  <a:ea typeface="楷体_GB2312" pitchFamily="49" charset="-122"/>
                </a:rPr>
                <a:t>-</a:t>
              </a:r>
              <a:endParaRPr lang="en-US" altLang="zh-CN" sz="2800" dirty="0">
                <a:solidFill>
                  <a:srgbClr val="000000"/>
                </a:solidFill>
                <a:latin typeface="Times New Roman" panose="02020603050405020304" pitchFamily="18" charset="0"/>
                <a:ea typeface="楷体_GB2312" pitchFamily="49" charset="-122"/>
              </a:endParaRPr>
            </a:p>
          </p:txBody>
        </p:sp>
        <p:sp>
          <p:nvSpPr>
            <p:cNvPr id="30" name="Rectangle 65"/>
            <p:cNvSpPr>
              <a:spLocks noChangeArrowheads="1"/>
            </p:cNvSpPr>
            <p:nvPr/>
          </p:nvSpPr>
          <p:spPr bwMode="auto">
            <a:xfrm>
              <a:off x="6711950" y="762072"/>
              <a:ext cx="139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31" name="Text Box 66"/>
          <p:cNvSpPr txBox="1">
            <a:spLocks noChangeArrowheads="1"/>
          </p:cNvSpPr>
          <p:nvPr/>
        </p:nvSpPr>
        <p:spPr bwMode="auto">
          <a:xfrm>
            <a:off x="1219200" y="1143072"/>
            <a:ext cx="259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rPr>
              <a:t>又</a:t>
            </a:r>
            <a:r>
              <a:rPr lang="en-US" altLang="zh-CN" sz="2400" b="1" dirty="0">
                <a:solidFill>
                  <a:srgbClr val="000000"/>
                </a:solidFill>
                <a:latin typeface="Times New Roman" panose="02020603050405020304" pitchFamily="18" charset="0"/>
                <a:ea typeface="楷体_GB2312" pitchFamily="49" charset="-122"/>
              </a:rPr>
              <a:t>:  </a:t>
            </a:r>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0</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0</a:t>
            </a:r>
            <a:r>
              <a:rPr lang="en-US" altLang="zh-CN" sz="2000" b="1" dirty="0">
                <a:solidFill>
                  <a:srgbClr val="000000"/>
                </a:solidFill>
                <a:latin typeface="Times New Roman" panose="02020603050405020304" pitchFamily="18" charset="0"/>
                <a:ea typeface="楷体_GB2312" pitchFamily="49" charset="-122"/>
              </a:rPr>
              <a:t>) = </a:t>
            </a:r>
            <a:r>
              <a:rPr lang="en-US" altLang="zh-CN" sz="2000" b="1" dirty="0">
                <a:solidFill>
                  <a:srgbClr val="000000"/>
                </a:solidFill>
                <a:latin typeface="Times New Roman" panose="02020603050405020304" pitchFamily="18" charset="0"/>
                <a:ea typeface="楷体_GB2312" pitchFamily="49" charset="-122"/>
                <a:sym typeface="Symbol" panose="05050102010706020507" pitchFamily="18" charset="2"/>
              </a:rPr>
              <a:t>1    </a:t>
            </a:r>
            <a:r>
              <a:rPr lang="en-US" altLang="zh-CN" sz="2000" b="1" i="1" dirty="0">
                <a:solidFill>
                  <a:srgbClr val="008000"/>
                </a:solidFill>
                <a:latin typeface="Times New Roman" panose="02020603050405020304" pitchFamily="18" charset="0"/>
                <a:ea typeface="楷体_GB2312" pitchFamily="49" charset="-122"/>
              </a:rPr>
              <a:t>C</a:t>
            </a:r>
            <a:r>
              <a:rPr lang="en-US" altLang="zh-CN" sz="2000" b="1" baseline="-25000" dirty="0">
                <a:solidFill>
                  <a:srgbClr val="008000"/>
                </a:solidFill>
                <a:latin typeface="Times New Roman" panose="02020603050405020304" pitchFamily="18" charset="0"/>
                <a:ea typeface="楷体_GB2312" pitchFamily="49" charset="-122"/>
              </a:rPr>
              <a:t>0 </a:t>
            </a:r>
          </a:p>
        </p:txBody>
      </p:sp>
      <p:grpSp>
        <p:nvGrpSpPr>
          <p:cNvPr id="105" name="组合 104"/>
          <p:cNvGrpSpPr/>
          <p:nvPr/>
        </p:nvGrpSpPr>
        <p:grpSpPr>
          <a:xfrm>
            <a:off x="4648200" y="1143000"/>
            <a:ext cx="3341688" cy="754063"/>
            <a:chOff x="4648200" y="1143000"/>
            <a:chExt cx="3341688" cy="754063"/>
          </a:xfrm>
        </p:grpSpPr>
        <p:sp>
          <p:nvSpPr>
            <p:cNvPr id="33" name="AutoShape 68" descr="再生纸"/>
            <p:cNvSpPr>
              <a:spLocks noChangeArrowheads="1"/>
            </p:cNvSpPr>
            <p:nvPr/>
          </p:nvSpPr>
          <p:spPr bwMode="auto">
            <a:xfrm>
              <a:off x="4648200" y="1143071"/>
              <a:ext cx="3341688" cy="744539"/>
            </a:xfrm>
            <a:prstGeom prst="bevel">
              <a:avLst>
                <a:gd name="adj" fmla="val 3958"/>
              </a:avLst>
            </a:prstGeom>
            <a:blipFill dpi="0" rotWithShape="0">
              <a:blip r:embed="rId8"/>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34" name="Object 69"/>
            <p:cNvGraphicFramePr>
              <a:graphicFrameLocks noChangeAspect="1"/>
            </p:cNvGraphicFramePr>
            <p:nvPr/>
          </p:nvGraphicFramePr>
          <p:xfrm>
            <a:off x="4675188" y="1143000"/>
            <a:ext cx="3098800" cy="754063"/>
          </p:xfrm>
          <a:graphic>
            <a:graphicData uri="http://schemas.openxmlformats.org/presentationml/2006/ole">
              <mc:AlternateContent xmlns:mc="http://schemas.openxmlformats.org/markup-compatibility/2006">
                <mc:Choice xmlns:v="urn:schemas-microsoft-com:vml" Requires="v">
                  <p:oleObj spid="_x0000_s91191" name="公式" r:id="rId9" imgW="45110400" imgH="10972800" progId="Equation.3">
                    <p:embed/>
                  </p:oleObj>
                </mc:Choice>
                <mc:Fallback>
                  <p:oleObj name="公式" r:id="rId9" imgW="45110400" imgH="10972800" progId="Equation.3">
                    <p:embed/>
                    <p:pic>
                      <p:nvPicPr>
                        <p:cNvPr id="0" name="Object 69"/>
                        <p:cNvPicPr>
                          <a:picLocks noChangeAspect="1" noChangeArrowheads="1"/>
                        </p:cNvPicPr>
                        <p:nvPr/>
                      </p:nvPicPr>
                      <p:blipFill>
                        <a:blip r:embed="rId10"/>
                        <a:srcRect/>
                        <a:stretch>
                          <a:fillRect/>
                        </a:stretch>
                      </p:blipFill>
                      <p:spPr bwMode="auto">
                        <a:xfrm>
                          <a:off x="4675188" y="1143000"/>
                          <a:ext cx="3098800" cy="754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35" name="AutoShape 70"/>
          <p:cNvSpPr>
            <a:spLocks noChangeArrowheads="1"/>
          </p:cNvSpPr>
          <p:nvPr/>
        </p:nvSpPr>
        <p:spPr bwMode="auto">
          <a:xfrm>
            <a:off x="4038600" y="1371672"/>
            <a:ext cx="381000" cy="152400"/>
          </a:xfrm>
          <a:prstGeom prst="rightArrow">
            <a:avLst>
              <a:gd name="adj1" fmla="val 50000"/>
              <a:gd name="adj2" fmla="val 62500"/>
            </a:avLst>
          </a:prstGeom>
          <a:solidFill>
            <a:schemeClr val="tx1"/>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36" name="AutoShape 71" descr="新闻纸"/>
          <p:cNvSpPr>
            <a:spLocks noChangeArrowheads="1"/>
          </p:cNvSpPr>
          <p:nvPr/>
        </p:nvSpPr>
        <p:spPr bwMode="auto">
          <a:xfrm>
            <a:off x="457200" y="1676472"/>
            <a:ext cx="762000" cy="457200"/>
          </a:xfrm>
          <a:prstGeom prst="bevel">
            <a:avLst>
              <a:gd name="adj" fmla="val 12500"/>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2</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a:t>
            </a:r>
          </a:p>
        </p:txBody>
      </p:sp>
      <p:sp>
        <p:nvSpPr>
          <p:cNvPr id="37" name="AutoShape 72" descr="新闻纸"/>
          <p:cNvSpPr>
            <a:spLocks noChangeArrowheads="1"/>
          </p:cNvSpPr>
          <p:nvPr/>
        </p:nvSpPr>
        <p:spPr bwMode="auto">
          <a:xfrm>
            <a:off x="457200" y="2209872"/>
            <a:ext cx="762000" cy="457200"/>
          </a:xfrm>
          <a:prstGeom prst="bevel">
            <a:avLst>
              <a:gd name="adj" fmla="val 12500"/>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1</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a:t>
            </a:r>
          </a:p>
        </p:txBody>
      </p:sp>
      <p:sp>
        <p:nvSpPr>
          <p:cNvPr id="38" name="Text Box 73"/>
          <p:cNvSpPr txBox="1">
            <a:spLocks noChangeArrowheads="1"/>
          </p:cNvSpPr>
          <p:nvPr/>
        </p:nvSpPr>
        <p:spPr bwMode="auto">
          <a:xfrm>
            <a:off x="1219200" y="2209872"/>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有根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2</a:t>
            </a:r>
            <a:r>
              <a:rPr lang="en-US" altLang="zh-CN" sz="2000" b="1">
                <a:solidFill>
                  <a:srgbClr val="3333CC"/>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p>
        </p:txBody>
      </p:sp>
      <p:grpSp>
        <p:nvGrpSpPr>
          <p:cNvPr id="39" name="Group 74"/>
          <p:cNvGrpSpPr/>
          <p:nvPr/>
        </p:nvGrpSpPr>
        <p:grpSpPr bwMode="auto">
          <a:xfrm>
            <a:off x="3048000" y="2286072"/>
            <a:ext cx="3522663" cy="373063"/>
            <a:chOff x="0" y="0"/>
            <a:chExt cx="2219" cy="235"/>
          </a:xfrm>
        </p:grpSpPr>
        <p:sp>
          <p:nvSpPr>
            <p:cNvPr id="40" name="Rectangle 75"/>
            <p:cNvSpPr>
              <a:spLocks noChangeArrowheads="1"/>
            </p:cNvSpPr>
            <p:nvPr/>
          </p:nvSpPr>
          <p:spPr bwMode="auto">
            <a:xfrm>
              <a:off x="2163"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1" name="Rectangle 76"/>
            <p:cNvSpPr>
              <a:spLocks noChangeArrowheads="1"/>
            </p:cNvSpPr>
            <p:nvPr/>
          </p:nvSpPr>
          <p:spPr bwMode="auto">
            <a:xfrm>
              <a:off x="1622" y="20"/>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2" name="Rectangle 77"/>
            <p:cNvSpPr>
              <a:spLocks noChangeArrowheads="1"/>
            </p:cNvSpPr>
            <p:nvPr/>
          </p:nvSpPr>
          <p:spPr bwMode="auto">
            <a:xfrm>
              <a:off x="1083" y="20"/>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3" name="Rectangle 78"/>
            <p:cNvSpPr>
              <a:spLocks noChangeArrowheads="1"/>
            </p:cNvSpPr>
            <p:nvPr/>
          </p:nvSpPr>
          <p:spPr bwMode="auto">
            <a:xfrm>
              <a:off x="528"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4" name="Rectangle 79"/>
            <p:cNvSpPr>
              <a:spLocks noChangeArrowheads="1"/>
            </p:cNvSpPr>
            <p:nvPr/>
          </p:nvSpPr>
          <p:spPr bwMode="auto">
            <a:xfrm>
              <a:off x="310"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5" name="Rectangle 80"/>
            <p:cNvSpPr>
              <a:spLocks noChangeArrowheads="1"/>
            </p:cNvSpPr>
            <p:nvPr/>
          </p:nvSpPr>
          <p:spPr bwMode="auto">
            <a:xfrm>
              <a:off x="140"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46" name="Rectangle 81"/>
            <p:cNvSpPr>
              <a:spLocks noChangeArrowheads="1"/>
            </p:cNvSpPr>
            <p:nvPr/>
          </p:nvSpPr>
          <p:spPr bwMode="auto">
            <a:xfrm>
              <a:off x="2094" y="120"/>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47" name="Rectangle 82"/>
            <p:cNvSpPr>
              <a:spLocks noChangeArrowheads="1"/>
            </p:cNvSpPr>
            <p:nvPr/>
          </p:nvSpPr>
          <p:spPr bwMode="auto">
            <a:xfrm>
              <a:off x="1552" y="120"/>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48" name="Rectangle 83"/>
            <p:cNvSpPr>
              <a:spLocks noChangeArrowheads="1"/>
            </p:cNvSpPr>
            <p:nvPr/>
          </p:nvSpPr>
          <p:spPr bwMode="auto">
            <a:xfrm>
              <a:off x="79" y="120"/>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49" name="Rectangle 84"/>
            <p:cNvSpPr>
              <a:spLocks noChangeArrowheads="1"/>
            </p:cNvSpPr>
            <p:nvPr/>
          </p:nvSpPr>
          <p:spPr bwMode="auto">
            <a:xfrm>
              <a:off x="2005"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50" name="Rectangle 85"/>
            <p:cNvSpPr>
              <a:spLocks noChangeArrowheads="1"/>
            </p:cNvSpPr>
            <p:nvPr/>
          </p:nvSpPr>
          <p:spPr bwMode="auto">
            <a:xfrm>
              <a:off x="1752"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51" name="Rectangle 86"/>
            <p:cNvSpPr>
              <a:spLocks noChangeArrowheads="1"/>
            </p:cNvSpPr>
            <p:nvPr/>
          </p:nvSpPr>
          <p:spPr bwMode="auto">
            <a:xfrm>
              <a:off x="1465"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52" name="Rectangle 87"/>
            <p:cNvSpPr>
              <a:spLocks noChangeArrowheads="1"/>
            </p:cNvSpPr>
            <p:nvPr/>
          </p:nvSpPr>
          <p:spPr bwMode="auto">
            <a:xfrm>
              <a:off x="1213"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53" name="Rectangle 88"/>
            <p:cNvSpPr>
              <a:spLocks noChangeArrowheads="1"/>
            </p:cNvSpPr>
            <p:nvPr/>
          </p:nvSpPr>
          <p:spPr bwMode="auto">
            <a:xfrm>
              <a:off x="963" y="20"/>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8000"/>
                  </a:solidFill>
                  <a:latin typeface="Times New Roman" panose="02020603050405020304" pitchFamily="18" charset="0"/>
                  <a:ea typeface="楷体_GB2312" pitchFamily="49" charset="-122"/>
                </a:rPr>
                <a:t>B</a:t>
              </a:r>
              <a:endParaRPr lang="en-US" altLang="zh-CN" sz="2800">
                <a:solidFill>
                  <a:srgbClr val="008000"/>
                </a:solidFill>
                <a:latin typeface="Times New Roman" panose="02020603050405020304" pitchFamily="18" charset="0"/>
                <a:ea typeface="楷体_GB2312" pitchFamily="49" charset="-122"/>
              </a:endParaRPr>
            </a:p>
          </p:txBody>
        </p:sp>
        <p:sp>
          <p:nvSpPr>
            <p:cNvPr id="54" name="Rectangle 89"/>
            <p:cNvSpPr>
              <a:spLocks noChangeArrowheads="1"/>
            </p:cNvSpPr>
            <p:nvPr/>
          </p:nvSpPr>
          <p:spPr bwMode="auto">
            <a:xfrm>
              <a:off x="604" y="20"/>
              <a:ext cx="19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8000"/>
                  </a:solidFill>
                  <a:latin typeface="Times New Roman" panose="02020603050405020304" pitchFamily="18" charset="0"/>
                  <a:ea typeface="楷体_GB2312" pitchFamily="49" charset="-122"/>
                </a:rPr>
                <a:t>A</a:t>
              </a:r>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55" name="Rectangle 90"/>
            <p:cNvSpPr>
              <a:spLocks noChangeArrowheads="1"/>
            </p:cNvSpPr>
            <p:nvPr/>
          </p:nvSpPr>
          <p:spPr bwMode="auto">
            <a:xfrm>
              <a:off x="216"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56" name="Rectangle 91"/>
            <p:cNvSpPr>
              <a:spLocks noChangeArrowheads="1"/>
            </p:cNvSpPr>
            <p:nvPr/>
          </p:nvSpPr>
          <p:spPr bwMode="auto">
            <a:xfrm>
              <a:off x="0" y="2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h</a:t>
              </a:r>
              <a:endParaRPr lang="en-US" altLang="zh-CN" sz="2800">
                <a:solidFill>
                  <a:srgbClr val="FF3300"/>
                </a:solidFill>
                <a:latin typeface="Times New Roman" panose="02020603050405020304" pitchFamily="18" charset="0"/>
                <a:ea typeface="楷体_GB2312" pitchFamily="49" charset="-122"/>
              </a:endParaRPr>
            </a:p>
          </p:txBody>
        </p:sp>
        <p:sp>
          <p:nvSpPr>
            <p:cNvPr id="57" name="Rectangle 92"/>
            <p:cNvSpPr>
              <a:spLocks noChangeArrowheads="1"/>
            </p:cNvSpPr>
            <p:nvPr/>
          </p:nvSpPr>
          <p:spPr bwMode="auto">
            <a:xfrm>
              <a:off x="1869"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58" name="Rectangle 93"/>
            <p:cNvSpPr>
              <a:spLocks noChangeArrowheads="1"/>
            </p:cNvSpPr>
            <p:nvPr/>
          </p:nvSpPr>
          <p:spPr bwMode="auto">
            <a:xfrm>
              <a:off x="1330"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59" name="Rectangle 94"/>
            <p:cNvSpPr>
              <a:spLocks noChangeArrowheads="1"/>
            </p:cNvSpPr>
            <p:nvPr/>
          </p:nvSpPr>
          <p:spPr bwMode="auto">
            <a:xfrm>
              <a:off x="833"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60" name="Rectangle 95"/>
            <p:cNvSpPr>
              <a:spLocks noChangeArrowheads="1"/>
            </p:cNvSpPr>
            <p:nvPr/>
          </p:nvSpPr>
          <p:spPr bwMode="auto">
            <a:xfrm>
              <a:off x="401"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61" name="Text Box 96"/>
          <p:cNvSpPr txBox="1">
            <a:spLocks noChangeArrowheads="1"/>
          </p:cNvSpPr>
          <p:nvPr/>
        </p:nvSpPr>
        <p:spPr bwMode="auto">
          <a:xfrm>
            <a:off x="1219200" y="2667072"/>
            <a:ext cx="5257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由余下条件 </a:t>
            </a:r>
            <a:r>
              <a:rPr lang="en-US" altLang="zh-CN" sz="2000" b="1" i="1">
                <a:solidFill>
                  <a:srgbClr val="FF3300"/>
                </a:solidFill>
                <a:latin typeface="Times New Roman" panose="02020603050405020304" pitchFamily="18" charset="0"/>
                <a:ea typeface="楷体_GB2312" pitchFamily="49" charset="-122"/>
              </a:rPr>
              <a:t>h</a:t>
            </a:r>
            <a:r>
              <a:rPr lang="en-US" altLang="zh-CN" sz="2000" b="1" baseline="-25000">
                <a:solidFill>
                  <a:srgbClr val="FF3300"/>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rPr>
              <a:t>) =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1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和</a:t>
            </a:r>
            <a:r>
              <a:rPr lang="zh-CN" altLang="en-US"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FF3300"/>
                </a:solidFill>
                <a:latin typeface="Times New Roman" panose="02020603050405020304" pitchFamily="18" charset="0"/>
                <a:ea typeface="楷体_GB2312" pitchFamily="49" charset="-122"/>
              </a:rPr>
              <a:t>h</a:t>
            </a:r>
            <a:r>
              <a:rPr lang="en-US" altLang="zh-CN" sz="2000" b="1" baseline="-25000">
                <a:solidFill>
                  <a:srgbClr val="FF3300"/>
                </a:solidFill>
                <a:latin typeface="Times New Roman" panose="02020603050405020304" pitchFamily="18" charset="0"/>
                <a:ea typeface="楷体_GB2312" pitchFamily="49" charset="-122"/>
              </a:rPr>
              <a:t>1</a:t>
            </a:r>
            <a:r>
              <a:rPr lang="en-US" altLang="zh-CN" sz="2000" b="1" i="1">
                <a:solidFill>
                  <a:srgbClr val="FF3300"/>
                </a:solidFill>
                <a:latin typeface="Times New Roman" panose="02020603050405020304" pitchFamily="18" charset="0"/>
                <a:ea typeface="楷体_GB2312" pitchFamily="49" charset="-122"/>
              </a:rPr>
              <a:t>’</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rPr>
              <a:t>) = 0 </a:t>
            </a:r>
            <a:r>
              <a:rPr lang="zh-CN" altLang="en-US" sz="2400" b="1">
                <a:solidFill>
                  <a:srgbClr val="000000"/>
                </a:solidFill>
                <a:latin typeface="Times New Roman" panose="02020603050405020304" pitchFamily="18" charset="0"/>
                <a:ea typeface="楷体_GB2312" pitchFamily="49" charset="-122"/>
              </a:rPr>
              <a:t>可解。</a:t>
            </a:r>
          </a:p>
        </p:txBody>
      </p:sp>
      <p:sp>
        <p:nvSpPr>
          <p:cNvPr id="62" name="Text Box 97"/>
          <p:cNvSpPr txBox="1">
            <a:spLocks noChangeArrowheads="1"/>
          </p:cNvSpPr>
          <p:nvPr/>
        </p:nvSpPr>
        <p:spPr bwMode="auto">
          <a:xfrm>
            <a:off x="1219200" y="1676472"/>
            <a:ext cx="281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rPr>
              <a:t>与</a:t>
            </a:r>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0</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 </a:t>
            </a:r>
            <a:r>
              <a:rPr lang="zh-CN" altLang="en-US" sz="2400" b="1" dirty="0">
                <a:solidFill>
                  <a:srgbClr val="000000"/>
                </a:solidFill>
                <a:latin typeface="Times New Roman" panose="02020603050405020304" pitchFamily="18" charset="0"/>
                <a:ea typeface="楷体_GB2312" pitchFamily="49" charset="-122"/>
              </a:rPr>
              <a:t>完全类似。</a:t>
            </a:r>
          </a:p>
        </p:txBody>
      </p:sp>
      <p:grpSp>
        <p:nvGrpSpPr>
          <p:cNvPr id="63" name="Group 98"/>
          <p:cNvGrpSpPr/>
          <p:nvPr/>
        </p:nvGrpSpPr>
        <p:grpSpPr bwMode="auto">
          <a:xfrm>
            <a:off x="377825" y="3086172"/>
            <a:ext cx="841375" cy="609600"/>
            <a:chOff x="-50" y="24"/>
            <a:chExt cx="530" cy="384"/>
          </a:xfrm>
        </p:grpSpPr>
        <p:sp>
          <p:nvSpPr>
            <p:cNvPr id="64" name="AutoShape 99" descr="新闻纸"/>
            <p:cNvSpPr>
              <a:spLocks noChangeArrowheads="1"/>
            </p:cNvSpPr>
            <p:nvPr/>
          </p:nvSpPr>
          <p:spPr bwMode="auto">
            <a:xfrm>
              <a:off x="0" y="24"/>
              <a:ext cx="480" cy="384"/>
            </a:xfrm>
            <a:prstGeom prst="bevel">
              <a:avLst>
                <a:gd name="adj" fmla="val 12500"/>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i="1">
                  <a:solidFill>
                    <a:srgbClr val="FF3300"/>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x</a:t>
              </a:r>
              <a:r>
                <a:rPr lang="en-US" altLang="zh-CN" sz="2000" b="1">
                  <a:solidFill>
                    <a:srgbClr val="000000"/>
                  </a:solidFill>
                  <a:latin typeface="Times New Roman" panose="02020603050405020304" pitchFamily="18" charset="0"/>
                  <a:ea typeface="楷体_GB2312" pitchFamily="49" charset="-122"/>
                </a:rPr>
                <a:t>)</a:t>
              </a:r>
            </a:p>
          </p:txBody>
        </p:sp>
        <p:sp>
          <p:nvSpPr>
            <p:cNvPr id="67" name="Text Box 102"/>
            <p:cNvSpPr txBox="1">
              <a:spLocks noChangeArrowheads="1"/>
            </p:cNvSpPr>
            <p:nvPr/>
          </p:nvSpPr>
          <p:spPr bwMode="auto">
            <a:xfrm>
              <a:off x="-50" y="79"/>
              <a:ext cx="33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1</a:t>
              </a:r>
              <a:endParaRPr lang="en-US" altLang="zh-CN" sz="2000" b="1" i="1" dirty="0">
                <a:solidFill>
                  <a:srgbClr val="FF3300"/>
                </a:solidFill>
                <a:latin typeface="Times New Roman" panose="02020603050405020304" pitchFamily="18" charset="0"/>
                <a:ea typeface="楷体_GB2312" pitchFamily="49" charset="-122"/>
              </a:endParaRPr>
            </a:p>
          </p:txBody>
        </p:sp>
      </p:grpSp>
      <p:sp>
        <p:nvSpPr>
          <p:cNvPr id="68" name="Text Box 103"/>
          <p:cNvSpPr txBox="1">
            <a:spLocks noChangeArrowheads="1"/>
          </p:cNvSpPr>
          <p:nvPr/>
        </p:nvSpPr>
        <p:spPr bwMode="auto">
          <a:xfrm>
            <a:off x="1219200" y="3200472"/>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有根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2</a:t>
            </a:r>
            <a:r>
              <a:rPr lang="en-US" altLang="zh-CN" sz="2000" b="1">
                <a:solidFill>
                  <a:srgbClr val="3333CC"/>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p>
        </p:txBody>
      </p:sp>
      <p:grpSp>
        <p:nvGrpSpPr>
          <p:cNvPr id="69" name="Group 104"/>
          <p:cNvGrpSpPr/>
          <p:nvPr/>
        </p:nvGrpSpPr>
        <p:grpSpPr bwMode="auto">
          <a:xfrm>
            <a:off x="3382962" y="3289372"/>
            <a:ext cx="3895726" cy="400051"/>
            <a:chOff x="-29" y="104"/>
            <a:chExt cx="2454" cy="252"/>
          </a:xfrm>
        </p:grpSpPr>
        <p:sp>
          <p:nvSpPr>
            <p:cNvPr id="94" name="Text Box 107"/>
            <p:cNvSpPr txBox="1">
              <a:spLocks noChangeArrowheads="1"/>
            </p:cNvSpPr>
            <p:nvPr/>
          </p:nvSpPr>
          <p:spPr bwMode="auto">
            <a:xfrm>
              <a:off x="-29" y="104"/>
              <a:ext cx="31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1</a:t>
              </a:r>
              <a:endParaRPr lang="en-US" altLang="zh-CN" sz="2000" b="1" i="1" dirty="0">
                <a:solidFill>
                  <a:srgbClr val="FF3300"/>
                </a:solidFill>
                <a:latin typeface="Times New Roman" panose="02020603050405020304" pitchFamily="18" charset="0"/>
                <a:ea typeface="楷体_GB2312" pitchFamily="49" charset="-122"/>
              </a:endParaRPr>
            </a:p>
          </p:txBody>
        </p:sp>
        <p:sp>
          <p:nvSpPr>
            <p:cNvPr id="71" name="Rectangle 108"/>
            <p:cNvSpPr>
              <a:spLocks noChangeArrowheads="1"/>
            </p:cNvSpPr>
            <p:nvPr/>
          </p:nvSpPr>
          <p:spPr bwMode="auto">
            <a:xfrm>
              <a:off x="2372" y="139"/>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2" name="Rectangle 109"/>
            <p:cNvSpPr>
              <a:spLocks noChangeArrowheads="1"/>
            </p:cNvSpPr>
            <p:nvPr/>
          </p:nvSpPr>
          <p:spPr bwMode="auto">
            <a:xfrm>
              <a:off x="1822" y="139"/>
              <a:ext cx="10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3" name="Rectangle 110"/>
            <p:cNvSpPr>
              <a:spLocks noChangeArrowheads="1"/>
            </p:cNvSpPr>
            <p:nvPr/>
          </p:nvSpPr>
          <p:spPr bwMode="auto">
            <a:xfrm>
              <a:off x="1281" y="139"/>
              <a:ext cx="10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4" name="Rectangle 111"/>
            <p:cNvSpPr>
              <a:spLocks noChangeArrowheads="1"/>
            </p:cNvSpPr>
            <p:nvPr/>
          </p:nvSpPr>
          <p:spPr bwMode="auto">
            <a:xfrm>
              <a:off x="789" y="139"/>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5" name="Rectangle 112"/>
            <p:cNvSpPr>
              <a:spLocks noChangeArrowheads="1"/>
            </p:cNvSpPr>
            <p:nvPr/>
          </p:nvSpPr>
          <p:spPr bwMode="auto">
            <a:xfrm>
              <a:off x="387" y="139"/>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dirty="0">
                  <a:solidFill>
                    <a:srgbClr val="000000"/>
                  </a:solidFill>
                  <a:latin typeface="Times New Roman" panose="02020603050405020304" pitchFamily="18" charset="0"/>
                  <a:ea typeface="楷体_GB2312" pitchFamily="49" charset="-122"/>
                </a:rPr>
                <a:t>)</a:t>
              </a:r>
              <a:endParaRPr lang="en-US" altLang="zh-CN" sz="2800" dirty="0">
                <a:solidFill>
                  <a:srgbClr val="000000"/>
                </a:solidFill>
                <a:latin typeface="Times New Roman" panose="02020603050405020304" pitchFamily="18" charset="0"/>
                <a:ea typeface="楷体_GB2312" pitchFamily="49" charset="-122"/>
              </a:endParaRPr>
            </a:p>
          </p:txBody>
        </p:sp>
        <p:sp>
          <p:nvSpPr>
            <p:cNvPr id="76" name="Rectangle 113"/>
            <p:cNvSpPr>
              <a:spLocks noChangeArrowheads="1"/>
            </p:cNvSpPr>
            <p:nvPr/>
          </p:nvSpPr>
          <p:spPr bwMode="auto">
            <a:xfrm>
              <a:off x="215" y="139"/>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77" name="Rectangle 114"/>
            <p:cNvSpPr>
              <a:spLocks noChangeArrowheads="1"/>
            </p:cNvSpPr>
            <p:nvPr/>
          </p:nvSpPr>
          <p:spPr bwMode="auto">
            <a:xfrm>
              <a:off x="2301"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78" name="Rectangle 115"/>
            <p:cNvSpPr>
              <a:spLocks noChangeArrowheads="1"/>
            </p:cNvSpPr>
            <p:nvPr/>
          </p:nvSpPr>
          <p:spPr bwMode="auto">
            <a:xfrm>
              <a:off x="1754"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79" name="Rectangle 116"/>
            <p:cNvSpPr>
              <a:spLocks noChangeArrowheads="1"/>
            </p:cNvSpPr>
            <p:nvPr/>
          </p:nvSpPr>
          <p:spPr bwMode="auto">
            <a:xfrm>
              <a:off x="1210"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80" name="Rectangle 117"/>
            <p:cNvSpPr>
              <a:spLocks noChangeArrowheads="1"/>
            </p:cNvSpPr>
            <p:nvPr/>
          </p:nvSpPr>
          <p:spPr bwMode="auto">
            <a:xfrm>
              <a:off x="726"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8000"/>
                  </a:solidFill>
                  <a:latin typeface="Times New Roman" panose="02020603050405020304" pitchFamily="18" charset="0"/>
                  <a:ea typeface="楷体_GB2312" pitchFamily="49" charset="-122"/>
                </a:rPr>
                <a:t>1</a:t>
              </a:r>
              <a:endParaRPr lang="en-US" altLang="zh-CN" sz="2800">
                <a:solidFill>
                  <a:srgbClr val="008000"/>
                </a:solidFill>
                <a:latin typeface="Times New Roman" panose="02020603050405020304" pitchFamily="18" charset="0"/>
                <a:ea typeface="楷体_GB2312" pitchFamily="49" charset="-122"/>
              </a:endParaRPr>
            </a:p>
          </p:txBody>
        </p:sp>
        <p:sp>
          <p:nvSpPr>
            <p:cNvPr id="81" name="Rectangle 118"/>
            <p:cNvSpPr>
              <a:spLocks noChangeArrowheads="1"/>
            </p:cNvSpPr>
            <p:nvPr/>
          </p:nvSpPr>
          <p:spPr bwMode="auto">
            <a:xfrm>
              <a:off x="2210"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2" name="Rectangle 119"/>
            <p:cNvSpPr>
              <a:spLocks noChangeArrowheads="1"/>
            </p:cNvSpPr>
            <p:nvPr/>
          </p:nvSpPr>
          <p:spPr bwMode="auto">
            <a:xfrm>
              <a:off x="1954"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3" name="Rectangle 120"/>
            <p:cNvSpPr>
              <a:spLocks noChangeArrowheads="1"/>
            </p:cNvSpPr>
            <p:nvPr/>
          </p:nvSpPr>
          <p:spPr bwMode="auto">
            <a:xfrm>
              <a:off x="1670"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4" name="Rectangle 121"/>
            <p:cNvSpPr>
              <a:spLocks noChangeArrowheads="1"/>
            </p:cNvSpPr>
            <p:nvPr/>
          </p:nvSpPr>
          <p:spPr bwMode="auto">
            <a:xfrm>
              <a:off x="1413"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5" name="Rectangle 122"/>
            <p:cNvSpPr>
              <a:spLocks noChangeArrowheads="1"/>
            </p:cNvSpPr>
            <p:nvPr/>
          </p:nvSpPr>
          <p:spPr bwMode="auto">
            <a:xfrm>
              <a:off x="1122"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 name="Rectangle 123"/>
            <p:cNvSpPr>
              <a:spLocks noChangeArrowheads="1"/>
            </p:cNvSpPr>
            <p:nvPr/>
          </p:nvSpPr>
          <p:spPr bwMode="auto">
            <a:xfrm>
              <a:off x="865"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 name="Rectangle 124"/>
            <p:cNvSpPr>
              <a:spLocks noChangeArrowheads="1"/>
            </p:cNvSpPr>
            <p:nvPr/>
          </p:nvSpPr>
          <p:spPr bwMode="auto">
            <a:xfrm>
              <a:off x="609" y="139"/>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8000"/>
                  </a:solidFill>
                  <a:latin typeface="Times New Roman" panose="02020603050405020304" pitchFamily="18" charset="0"/>
                  <a:ea typeface="楷体_GB2312" pitchFamily="49" charset="-122"/>
                </a:rPr>
                <a:t>C</a:t>
              </a:r>
              <a:endParaRPr lang="en-US" altLang="zh-CN" sz="2800">
                <a:solidFill>
                  <a:srgbClr val="008000"/>
                </a:solidFill>
                <a:latin typeface="Times New Roman" panose="02020603050405020304" pitchFamily="18" charset="0"/>
                <a:ea typeface="楷体_GB2312" pitchFamily="49" charset="-122"/>
              </a:endParaRPr>
            </a:p>
          </p:txBody>
        </p:sp>
        <p:sp>
          <p:nvSpPr>
            <p:cNvPr id="88" name="Rectangle 125"/>
            <p:cNvSpPr>
              <a:spLocks noChangeArrowheads="1"/>
            </p:cNvSpPr>
            <p:nvPr/>
          </p:nvSpPr>
          <p:spPr bwMode="auto">
            <a:xfrm>
              <a:off x="292" y="13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9" name="Rectangle 126"/>
            <p:cNvSpPr>
              <a:spLocks noChangeArrowheads="1"/>
            </p:cNvSpPr>
            <p:nvPr/>
          </p:nvSpPr>
          <p:spPr bwMode="auto">
            <a:xfrm>
              <a:off x="2073" y="12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90" name="Rectangle 127"/>
            <p:cNvSpPr>
              <a:spLocks noChangeArrowheads="1"/>
            </p:cNvSpPr>
            <p:nvPr/>
          </p:nvSpPr>
          <p:spPr bwMode="auto">
            <a:xfrm>
              <a:off x="1532" y="12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91" name="Rectangle 128"/>
            <p:cNvSpPr>
              <a:spLocks noChangeArrowheads="1"/>
            </p:cNvSpPr>
            <p:nvPr/>
          </p:nvSpPr>
          <p:spPr bwMode="auto">
            <a:xfrm>
              <a:off x="984" y="12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92" name="Rectangle 129"/>
            <p:cNvSpPr>
              <a:spLocks noChangeArrowheads="1"/>
            </p:cNvSpPr>
            <p:nvPr/>
          </p:nvSpPr>
          <p:spPr bwMode="auto">
            <a:xfrm>
              <a:off x="480" y="12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106" name="组合 105"/>
          <p:cNvGrpSpPr/>
          <p:nvPr/>
        </p:nvGrpSpPr>
        <p:grpSpPr>
          <a:xfrm>
            <a:off x="1260475" y="3649735"/>
            <a:ext cx="4038600" cy="457200"/>
            <a:chOff x="1260475" y="3649735"/>
            <a:chExt cx="4038600" cy="457200"/>
          </a:xfrm>
        </p:grpSpPr>
        <p:sp>
          <p:nvSpPr>
            <p:cNvPr id="99" name="Text Box 133"/>
            <p:cNvSpPr txBox="1">
              <a:spLocks noChangeArrowheads="1"/>
            </p:cNvSpPr>
            <p:nvPr/>
          </p:nvSpPr>
          <p:spPr bwMode="auto">
            <a:xfrm>
              <a:off x="1752674" y="3704303"/>
              <a:ext cx="5285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dirty="0">
                  <a:solidFill>
                    <a:srgbClr val="FF3300"/>
                  </a:solidFill>
                  <a:latin typeface="Times New Roman" panose="02020603050405020304" pitchFamily="18" charset="0"/>
                  <a:ea typeface="楷体_GB2312" pitchFamily="49" charset="-122"/>
                </a:rPr>
                <a:t>H</a:t>
              </a:r>
              <a:r>
                <a:rPr lang="en-US" altLang="zh-CN" sz="2000" b="1" baseline="-25000" dirty="0">
                  <a:solidFill>
                    <a:srgbClr val="FF3300"/>
                  </a:solidFill>
                  <a:latin typeface="Times New Roman" panose="02020603050405020304" pitchFamily="18" charset="0"/>
                  <a:ea typeface="楷体_GB2312" pitchFamily="49" charset="-122"/>
                </a:rPr>
                <a:t>1</a:t>
              </a:r>
              <a:endParaRPr lang="en-US" altLang="zh-CN" sz="2000" b="1" i="1" dirty="0">
                <a:solidFill>
                  <a:srgbClr val="FF3300"/>
                </a:solidFill>
                <a:latin typeface="Times New Roman" panose="02020603050405020304" pitchFamily="18" charset="0"/>
                <a:ea typeface="楷体_GB2312" pitchFamily="49" charset="-122"/>
              </a:endParaRPr>
            </a:p>
          </p:txBody>
        </p:sp>
        <p:sp>
          <p:nvSpPr>
            <p:cNvPr id="97" name="Text Box 134"/>
            <p:cNvSpPr txBox="1">
              <a:spLocks noChangeArrowheads="1"/>
            </p:cNvSpPr>
            <p:nvPr/>
          </p:nvSpPr>
          <p:spPr bwMode="auto">
            <a:xfrm>
              <a:off x="1260475" y="3649735"/>
              <a:ext cx="4038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rPr>
                <a:t>又</a:t>
              </a:r>
              <a:r>
                <a:rPr lang="en-US" altLang="zh-CN" sz="2400" b="1" dirty="0">
                  <a:solidFill>
                    <a:srgbClr val="000000"/>
                  </a:solidFill>
                  <a:latin typeface="Times New Roman" panose="02020603050405020304" pitchFamily="18" charset="0"/>
                  <a:ea typeface="楷体_GB2312" pitchFamily="49" charset="-122"/>
                </a:rPr>
                <a:t>:  </a:t>
              </a:r>
              <a:r>
                <a:rPr lang="en-US" altLang="zh-CN" sz="2000" b="1" i="1" dirty="0">
                  <a:solidFill>
                    <a:srgbClr val="FF3300"/>
                  </a:solidFill>
                  <a:latin typeface="Times New Roman" panose="02020603050405020304" pitchFamily="18" charset="0"/>
                  <a:ea typeface="楷体_GB2312" pitchFamily="49" charset="-122"/>
                </a:rPr>
                <a:t>   ’</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3333CC"/>
                  </a:solidFill>
                  <a:latin typeface="Times New Roman" panose="02020603050405020304" pitchFamily="18" charset="0"/>
                  <a:ea typeface="楷体_GB2312" pitchFamily="49" charset="-122"/>
                </a:rPr>
                <a:t>x</a:t>
              </a:r>
              <a:r>
                <a:rPr lang="en-US" altLang="zh-CN" sz="2000" b="1" baseline="-25000" dirty="0">
                  <a:solidFill>
                    <a:srgbClr val="3333CC"/>
                  </a:solidFill>
                  <a:latin typeface="Times New Roman" panose="02020603050405020304" pitchFamily="18" charset="0"/>
                  <a:ea typeface="楷体_GB2312" pitchFamily="49" charset="-122"/>
                </a:rPr>
                <a:t>1</a:t>
              </a:r>
              <a:r>
                <a:rPr lang="en-US" altLang="zh-CN" sz="2000" b="1" dirty="0">
                  <a:solidFill>
                    <a:srgbClr val="000000"/>
                  </a:solidFill>
                  <a:latin typeface="Times New Roman" panose="02020603050405020304" pitchFamily="18" charset="0"/>
                  <a:ea typeface="楷体_GB2312" pitchFamily="49" charset="-122"/>
                </a:rPr>
                <a:t>) = </a:t>
              </a:r>
              <a:r>
                <a:rPr lang="en-US" altLang="zh-CN" sz="2000" b="1" dirty="0">
                  <a:solidFill>
                    <a:srgbClr val="000000"/>
                  </a:solidFill>
                  <a:latin typeface="Times New Roman" panose="02020603050405020304" pitchFamily="18" charset="0"/>
                  <a:ea typeface="楷体_GB2312" pitchFamily="49" charset="-122"/>
                  <a:sym typeface="Symbol" panose="05050102010706020507" pitchFamily="18" charset="2"/>
                </a:rPr>
                <a:t>1    </a:t>
              </a:r>
              <a:r>
                <a:rPr lang="en-US" altLang="zh-CN" sz="2000" b="1" i="1" dirty="0">
                  <a:solidFill>
                    <a:srgbClr val="008000"/>
                  </a:solidFill>
                  <a:latin typeface="Times New Roman" panose="02020603050405020304" pitchFamily="18" charset="0"/>
                  <a:ea typeface="楷体_GB2312" pitchFamily="49" charset="-122"/>
                </a:rPr>
                <a:t>C</a:t>
              </a:r>
              <a:r>
                <a:rPr lang="en-US" altLang="zh-CN" sz="2000" b="1" baseline="-25000" dirty="0">
                  <a:solidFill>
                    <a:srgbClr val="008000"/>
                  </a:solidFill>
                  <a:latin typeface="Times New Roman" panose="02020603050405020304" pitchFamily="18" charset="0"/>
                  <a:ea typeface="楷体_GB2312" pitchFamily="49" charset="-122"/>
                </a:rPr>
                <a:t>1</a:t>
              </a:r>
              <a:r>
                <a:rPr lang="en-US" altLang="zh-CN" sz="2000" b="1" dirty="0">
                  <a:solidFill>
                    <a:srgbClr val="008000"/>
                  </a:solidFill>
                  <a:latin typeface="Times New Roman" panose="02020603050405020304" pitchFamily="18" charset="0"/>
                  <a:ea typeface="楷体_GB2312" pitchFamily="49" charset="-122"/>
                </a:rPr>
                <a:t> </a:t>
              </a:r>
              <a:r>
                <a:rPr lang="zh-CN" altLang="en-US" sz="2400" b="1" dirty="0">
                  <a:solidFill>
                    <a:srgbClr val="000000"/>
                  </a:solidFill>
                  <a:latin typeface="Times New Roman" panose="02020603050405020304" pitchFamily="18" charset="0"/>
                  <a:ea typeface="楷体_GB2312" pitchFamily="49" charset="-122"/>
                </a:rPr>
                <a:t>可解。</a:t>
              </a:r>
            </a:p>
          </p:txBody>
        </p:sp>
      </p:grpSp>
      <p:graphicFrame>
        <p:nvGraphicFramePr>
          <p:cNvPr id="100" name="Object 143"/>
          <p:cNvGraphicFramePr>
            <a:graphicFrameLocks noChangeAspect="1"/>
          </p:cNvGraphicFramePr>
          <p:nvPr/>
        </p:nvGraphicFramePr>
        <p:xfrm>
          <a:off x="533400" y="4191072"/>
          <a:ext cx="5808663" cy="406400"/>
        </p:xfrm>
        <a:graphic>
          <a:graphicData uri="http://schemas.openxmlformats.org/presentationml/2006/ole">
            <mc:AlternateContent xmlns:mc="http://schemas.openxmlformats.org/markup-compatibility/2006">
              <mc:Choice xmlns:v="urn:schemas-microsoft-com:vml" Requires="v">
                <p:oleObj spid="_x0000_s91192" r:id="rId11" imgW="3440430" imgH="241300" progId="Equation.3">
                  <p:embed/>
                </p:oleObj>
              </mc:Choice>
              <mc:Fallback>
                <p:oleObj r:id="rId11" imgW="3440430" imgH="241300" progId="Equation.3">
                  <p:embed/>
                  <p:pic>
                    <p:nvPicPr>
                      <p:cNvPr id="0" name="Object 14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3400" y="4191072"/>
                        <a:ext cx="5808663"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01" name="Object 144"/>
          <p:cNvGraphicFramePr>
            <a:graphicFrameLocks noChangeAspect="1"/>
          </p:cNvGraphicFramePr>
          <p:nvPr/>
        </p:nvGraphicFramePr>
        <p:xfrm>
          <a:off x="6477000" y="4038672"/>
          <a:ext cx="1806575" cy="701675"/>
        </p:xfrm>
        <a:graphic>
          <a:graphicData uri="http://schemas.openxmlformats.org/presentationml/2006/ole">
            <mc:AlternateContent xmlns:mc="http://schemas.openxmlformats.org/markup-compatibility/2006">
              <mc:Choice xmlns:v="urn:schemas-microsoft-com:vml" Requires="v">
                <p:oleObj spid="_x0000_s91193" r:id="rId13" imgW="1067435" imgH="432435" progId="Equation.3">
                  <p:embed/>
                </p:oleObj>
              </mc:Choice>
              <mc:Fallback>
                <p:oleObj r:id="rId13" imgW="1067435" imgH="432435" progId="Equation.3">
                  <p:embed/>
                  <p:pic>
                    <p:nvPicPr>
                      <p:cNvPr id="0" name="Object 14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77000" y="4038672"/>
                        <a:ext cx="180657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02" name="AutoShape 145"/>
          <p:cNvSpPr>
            <a:spLocks noChangeArrowheads="1"/>
          </p:cNvSpPr>
          <p:nvPr/>
        </p:nvSpPr>
        <p:spPr bwMode="auto">
          <a:xfrm>
            <a:off x="3661002" y="2192410"/>
            <a:ext cx="3810000" cy="1219200"/>
          </a:xfrm>
          <a:prstGeom prst="wedgeEllipseCallout">
            <a:avLst>
              <a:gd name="adj1" fmla="val 39417"/>
              <a:gd name="adj2" fmla="val 120963"/>
            </a:avLst>
          </a:prstGeom>
          <a:gradFill rotWithShape="0">
            <a:gsLst>
              <a:gs pos="0">
                <a:schemeClr val="bg1"/>
              </a:gs>
              <a:gs pos="100000">
                <a:srgbClr val="C0C0C0"/>
              </a:gs>
            </a:gsLst>
            <a:lin ang="2700000" scaled="1"/>
          </a:gradFill>
          <a:ln w="9525">
            <a:solidFill>
              <a:schemeClr val="tx1"/>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与 </a:t>
            </a:r>
            <a:r>
              <a:rPr lang="en-US" altLang="zh-CN" sz="2400" b="1">
                <a:solidFill>
                  <a:srgbClr val="000000"/>
                </a:solidFill>
                <a:latin typeface="Times New Roman" panose="02020603050405020304" pitchFamily="18" charset="0"/>
                <a:ea typeface="楷体_GB2312" pitchFamily="49" charset="-122"/>
              </a:rPr>
              <a:t>Lagrange </a:t>
            </a:r>
            <a:r>
              <a:rPr lang="zh-CN" altLang="en-US" sz="2400" b="1">
                <a:solidFill>
                  <a:srgbClr val="000000"/>
                </a:solidFill>
                <a:latin typeface="Times New Roman" panose="02020603050405020304" pitchFamily="18" charset="0"/>
                <a:ea typeface="楷体_GB2312" pitchFamily="49" charset="-122"/>
              </a:rPr>
              <a:t>分析完全类似</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ppt_x</p:attrName>
                                        </p:attrNameLst>
                                      </p:cBhvr>
                                      <p:tavLst>
                                        <p:tav tm="0">
                                          <p:val>
                                            <p:strVal val="#ppt_x"/>
                                          </p:val>
                                        </p:tav>
                                        <p:tav tm="100000">
                                          <p:val>
                                            <p:strVal val="#ppt_x"/>
                                          </p:val>
                                        </p:tav>
                                      </p:tavLst>
                                    </p:anim>
                                    <p:anim calcmode="lin" valueType="num">
                                      <p:cBhvr>
                                        <p:cTn id="8" dur="500" fill="hold"/>
                                        <p:tgtEl>
                                          <p:spTgt spid="6"/>
                                        </p:tgtEl>
                                        <p:attrNameLst>
                                          <p:attrName>ppt_y</p:attrName>
                                        </p:attrNameLst>
                                      </p:cBhvr>
                                      <p:tavLst>
                                        <p:tav tm="0">
                                          <p:val>
                                            <p:strVal val="#ppt_y-#ppt_h/2"/>
                                          </p:val>
                                        </p:tav>
                                        <p:tav tm="100000">
                                          <p:val>
                                            <p:strVal val="#ppt_y"/>
                                          </p:val>
                                        </p:tav>
                                      </p:tavLst>
                                    </p:anim>
                                    <p:anim calcmode="lin" valueType="num">
                                      <p:cBhvr>
                                        <p:cTn id="9" dur="500" fill="hold"/>
                                        <p:tgtEl>
                                          <p:spTgt spid="6"/>
                                        </p:tgtEl>
                                        <p:attrNameLst>
                                          <p:attrName>ppt_w</p:attrName>
                                        </p:attrNameLst>
                                      </p:cBhvr>
                                      <p:tavLst>
                                        <p:tav tm="0">
                                          <p:val>
                                            <p:strVal val="#ppt_w"/>
                                          </p:val>
                                        </p:tav>
                                        <p:tav tm="100000">
                                          <p:val>
                                            <p:strVal val="#ppt_w"/>
                                          </p:val>
                                        </p:tav>
                                      </p:tavLst>
                                    </p:anim>
                                    <p:anim calcmode="lin" valueType="num">
                                      <p:cBhvr>
                                        <p:cTn id="10" dur="500" fill="hold"/>
                                        <p:tgtEl>
                                          <p:spTgt spid="6"/>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up)">
                                      <p:cBhvr>
                                        <p:cTn id="15" dur="500"/>
                                        <p:tgtEl>
                                          <p:spTgt spid="7"/>
                                        </p:tgtEl>
                                      </p:cBhvr>
                                    </p:animEffect>
                                  </p:childTnLst>
                                  <p:subTnLst>
                                    <p:audio>
                                      <p:cMediaNode>
                                        <p:cTn display="0" masterRel="sameClick">
                                          <p:stCondLst>
                                            <p:cond evt="begin" delay="0">
                                              <p:tn val="13"/>
                                            </p:cond>
                                          </p:stCondLst>
                                          <p:endCondLst>
                                            <p:cond evt="onStopAudio" delay="0">
                                              <p:tgtEl>
                                                <p:sldTgt/>
                                              </p:tgtEl>
                                            </p:cond>
                                          </p:endCondLst>
                                        </p:cTn>
                                        <p:tgtEl>
                                          <p:sndTgt r:embed="rId4" name="type.wav"/>
                                        </p:tgtEl>
                                      </p:cMediaNode>
                                    </p:audio>
                                  </p:sub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subTnLst>
                                    <p:audio>
                                      <p:cMediaNode>
                                        <p:cTn display="0" masterRel="sameClick">
                                          <p:stCondLst>
                                            <p:cond evt="begin" delay="0">
                                              <p:tn val="18"/>
                                            </p:cond>
                                          </p:stCondLst>
                                          <p:endCondLst>
                                            <p:cond evt="onStopAudio" delay="0">
                                              <p:tgtEl>
                                                <p:sldTgt/>
                                              </p:tgtEl>
                                            </p:cond>
                                          </p:endCondLst>
                                        </p:cTn>
                                        <p:tgtEl>
                                          <p:sndTgt r:embed="rId4" name="type.wav"/>
                                        </p:tgtEl>
                                      </p:cMediaNode>
                                    </p:audio>
                                  </p:sub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03"/>
                                        </p:tgtEl>
                                        <p:attrNameLst>
                                          <p:attrName>style.visibility</p:attrName>
                                        </p:attrNameLst>
                                      </p:cBhvr>
                                      <p:to>
                                        <p:strVal val="visible"/>
                                      </p:to>
                                    </p:set>
                                    <p:anim calcmode="lin" valueType="num">
                                      <p:cBhvr additive="base">
                                        <p:cTn id="25" dur="500" fill="hold"/>
                                        <p:tgtEl>
                                          <p:spTgt spid="103"/>
                                        </p:tgtEl>
                                        <p:attrNameLst>
                                          <p:attrName>ppt_x</p:attrName>
                                        </p:attrNameLst>
                                      </p:cBhvr>
                                      <p:tavLst>
                                        <p:tav tm="0">
                                          <p:val>
                                            <p:strVal val="#ppt_x"/>
                                          </p:val>
                                        </p:tav>
                                        <p:tav tm="100000">
                                          <p:val>
                                            <p:strVal val="#ppt_x"/>
                                          </p:val>
                                        </p:tav>
                                      </p:tavLst>
                                    </p:anim>
                                    <p:anim calcmode="lin" valueType="num">
                                      <p:cBhvr additive="base">
                                        <p:cTn id="26"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4" name="type.wav"/>
                                        </p:tgtEl>
                                      </p:cMediaNode>
                                    </p:audio>
                                  </p:subTnLst>
                                </p:cTn>
                              </p:par>
                            </p:childTnLst>
                          </p:cTn>
                        </p:par>
                      </p:childTnLst>
                    </p:cTn>
                  </p:par>
                  <p:par>
                    <p:cTn id="32" fill="hold">
                      <p:stCondLst>
                        <p:cond delay="indefinite"/>
                      </p:stCondLst>
                      <p:childTnLst>
                        <p:par>
                          <p:cTn id="33" fill="hold">
                            <p:stCondLst>
                              <p:cond delay="0"/>
                            </p:stCondLst>
                            <p:childTnLst>
                              <p:par>
                                <p:cTn id="34" presetID="17" presetClass="entr" presetSubtype="8" fill="hold" nodeType="clickEffect">
                                  <p:stCondLst>
                                    <p:cond delay="0"/>
                                  </p:stCondLst>
                                  <p:childTnLst>
                                    <p:set>
                                      <p:cBhvr>
                                        <p:cTn id="35" dur="1" fill="hold">
                                          <p:stCondLst>
                                            <p:cond delay="0"/>
                                          </p:stCondLst>
                                        </p:cTn>
                                        <p:tgtEl>
                                          <p:spTgt spid="35"/>
                                        </p:tgtEl>
                                        <p:attrNameLst>
                                          <p:attrName>style.visibility</p:attrName>
                                        </p:attrNameLst>
                                      </p:cBhvr>
                                      <p:to>
                                        <p:strVal val="visible"/>
                                      </p:to>
                                    </p:set>
                                    <p:anim calcmode="lin" valueType="num">
                                      <p:cBhvr>
                                        <p:cTn id="36" dur="500" fill="hold"/>
                                        <p:tgtEl>
                                          <p:spTgt spid="35"/>
                                        </p:tgtEl>
                                        <p:attrNameLst>
                                          <p:attrName>ppt_x</p:attrName>
                                        </p:attrNameLst>
                                      </p:cBhvr>
                                      <p:tavLst>
                                        <p:tav tm="0">
                                          <p:val>
                                            <p:strVal val="#ppt_x-#ppt_w/2"/>
                                          </p:val>
                                        </p:tav>
                                        <p:tav tm="100000">
                                          <p:val>
                                            <p:strVal val="#ppt_x"/>
                                          </p:val>
                                        </p:tav>
                                      </p:tavLst>
                                    </p:anim>
                                    <p:anim calcmode="lin" valueType="num">
                                      <p:cBhvr>
                                        <p:cTn id="37" dur="500" fill="hold"/>
                                        <p:tgtEl>
                                          <p:spTgt spid="35"/>
                                        </p:tgtEl>
                                        <p:attrNameLst>
                                          <p:attrName>ppt_y</p:attrName>
                                        </p:attrNameLst>
                                      </p:cBhvr>
                                      <p:tavLst>
                                        <p:tav tm="0">
                                          <p:val>
                                            <p:strVal val="#ppt_y"/>
                                          </p:val>
                                        </p:tav>
                                        <p:tav tm="100000">
                                          <p:val>
                                            <p:strVal val="#ppt_y"/>
                                          </p:val>
                                        </p:tav>
                                      </p:tavLst>
                                    </p:anim>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strVal val="#ppt_h"/>
                                          </p:val>
                                        </p:tav>
                                        <p:tav tm="100000">
                                          <p:val>
                                            <p:strVal val="#ppt_h"/>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105"/>
                                        </p:tgtEl>
                                        <p:attrNameLst>
                                          <p:attrName>style.visibility</p:attrName>
                                        </p:attrNameLst>
                                      </p:cBhvr>
                                      <p:to>
                                        <p:strVal val="visible"/>
                                      </p:to>
                                    </p:set>
                                    <p:anim calcmode="lin" valueType="num">
                                      <p:cBhvr additive="base">
                                        <p:cTn id="44" dur="500" fill="hold"/>
                                        <p:tgtEl>
                                          <p:spTgt spid="105"/>
                                        </p:tgtEl>
                                        <p:attrNameLst>
                                          <p:attrName>ppt_x</p:attrName>
                                        </p:attrNameLst>
                                      </p:cBhvr>
                                      <p:tavLst>
                                        <p:tav tm="0">
                                          <p:val>
                                            <p:strVal val="#ppt_x"/>
                                          </p:val>
                                        </p:tav>
                                        <p:tav tm="100000">
                                          <p:val>
                                            <p:strVal val="#ppt_x"/>
                                          </p:val>
                                        </p:tav>
                                      </p:tavLst>
                                    </p:anim>
                                    <p:anim calcmode="lin" valueType="num">
                                      <p:cBhvr additive="base">
                                        <p:cTn id="45"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17" presetClass="entr" presetSubtype="1" fill="hold" grpId="0" nodeType="clickEffect">
                                  <p:stCondLst>
                                    <p:cond delay="0"/>
                                  </p:stCondLst>
                                  <p:childTnLst>
                                    <p:set>
                                      <p:cBhvr>
                                        <p:cTn id="49" dur="1" fill="hold">
                                          <p:stCondLst>
                                            <p:cond delay="0"/>
                                          </p:stCondLst>
                                        </p:cTn>
                                        <p:tgtEl>
                                          <p:spTgt spid="36"/>
                                        </p:tgtEl>
                                        <p:attrNameLst>
                                          <p:attrName>style.visibility</p:attrName>
                                        </p:attrNameLst>
                                      </p:cBhvr>
                                      <p:to>
                                        <p:strVal val="visible"/>
                                      </p:to>
                                    </p:set>
                                    <p:anim calcmode="lin" valueType="num">
                                      <p:cBhvr>
                                        <p:cTn id="50" dur="500" fill="hold"/>
                                        <p:tgtEl>
                                          <p:spTgt spid="36"/>
                                        </p:tgtEl>
                                        <p:attrNameLst>
                                          <p:attrName>ppt_x</p:attrName>
                                        </p:attrNameLst>
                                      </p:cBhvr>
                                      <p:tavLst>
                                        <p:tav tm="0">
                                          <p:val>
                                            <p:strVal val="#ppt_x"/>
                                          </p:val>
                                        </p:tav>
                                        <p:tav tm="100000">
                                          <p:val>
                                            <p:strVal val="#ppt_x"/>
                                          </p:val>
                                        </p:tav>
                                      </p:tavLst>
                                    </p:anim>
                                    <p:anim calcmode="lin" valueType="num">
                                      <p:cBhvr>
                                        <p:cTn id="51" dur="500" fill="hold"/>
                                        <p:tgtEl>
                                          <p:spTgt spid="36"/>
                                        </p:tgtEl>
                                        <p:attrNameLst>
                                          <p:attrName>ppt_y</p:attrName>
                                        </p:attrNameLst>
                                      </p:cBhvr>
                                      <p:tavLst>
                                        <p:tav tm="0">
                                          <p:val>
                                            <p:strVal val="#ppt_y-#ppt_h/2"/>
                                          </p:val>
                                        </p:tav>
                                        <p:tav tm="100000">
                                          <p:val>
                                            <p:strVal val="#ppt_y"/>
                                          </p:val>
                                        </p:tav>
                                      </p:tavLst>
                                    </p:anim>
                                    <p:anim calcmode="lin" valueType="num">
                                      <p:cBhvr>
                                        <p:cTn id="52" dur="500" fill="hold"/>
                                        <p:tgtEl>
                                          <p:spTgt spid="36"/>
                                        </p:tgtEl>
                                        <p:attrNameLst>
                                          <p:attrName>ppt_w</p:attrName>
                                        </p:attrNameLst>
                                      </p:cBhvr>
                                      <p:tavLst>
                                        <p:tav tm="0">
                                          <p:val>
                                            <p:strVal val="#ppt_w"/>
                                          </p:val>
                                        </p:tav>
                                        <p:tav tm="100000">
                                          <p:val>
                                            <p:strVal val="#ppt_w"/>
                                          </p:val>
                                        </p:tav>
                                      </p:tavLst>
                                    </p:anim>
                                    <p:anim calcmode="lin" valueType="num">
                                      <p:cBhvr>
                                        <p:cTn id="53" dur="500" fill="hold"/>
                                        <p:tgtEl>
                                          <p:spTgt spid="36"/>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48"/>
                                            </p:cond>
                                          </p:stCondLst>
                                          <p:endCondLst>
                                            <p:cond evt="onStopAudio" delay="0">
                                              <p:tgtEl>
                                                <p:sldTgt/>
                                              </p:tgtEl>
                                            </p:cond>
                                          </p:endCondLst>
                                        </p:cTn>
                                        <p:tgtEl>
                                          <p:sndTgt r:embed="rId3" name="cashreg.wav"/>
                                        </p:tgtEl>
                                      </p:cMediaNode>
                                    </p:audio>
                                  </p:sub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62"/>
                                        </p:tgtEl>
                                        <p:attrNameLst>
                                          <p:attrName>style.visibility</p:attrName>
                                        </p:attrNameLst>
                                      </p:cBhvr>
                                      <p:to>
                                        <p:strVal val="visible"/>
                                      </p:to>
                                    </p:set>
                                    <p:animEffect transition="in" filter="wipe(left)">
                                      <p:cBhvr>
                                        <p:cTn id="58" dur="500"/>
                                        <p:tgtEl>
                                          <p:spTgt spid="62"/>
                                        </p:tgtEl>
                                      </p:cBhvr>
                                    </p:animEffect>
                                  </p:childTnLst>
                                  <p:subTnLst>
                                    <p:audio>
                                      <p:cMediaNode>
                                        <p:cTn display="0" masterRel="sameClick">
                                          <p:stCondLst>
                                            <p:cond evt="begin" delay="0">
                                              <p:tn val="56"/>
                                            </p:cond>
                                          </p:stCondLst>
                                          <p:endCondLst>
                                            <p:cond evt="onStopAudio" delay="0">
                                              <p:tgtEl>
                                                <p:sldTgt/>
                                              </p:tgtEl>
                                            </p:cond>
                                          </p:endCondLst>
                                        </p:cTn>
                                        <p:tgtEl>
                                          <p:sndTgt r:embed="rId4" name="type.wav"/>
                                        </p:tgtEl>
                                      </p:cMediaNode>
                                    </p:audio>
                                  </p:subTnLst>
                                </p:cTn>
                              </p:par>
                            </p:childTnLst>
                          </p:cTn>
                        </p:par>
                      </p:childTnLst>
                    </p:cTn>
                  </p:par>
                  <p:par>
                    <p:cTn id="59" fill="hold">
                      <p:stCondLst>
                        <p:cond delay="indefinite"/>
                      </p:stCondLst>
                      <p:childTnLst>
                        <p:par>
                          <p:cTn id="60" fill="hold">
                            <p:stCondLst>
                              <p:cond delay="0"/>
                            </p:stCondLst>
                            <p:childTnLst>
                              <p:par>
                                <p:cTn id="61" presetID="17" presetClass="entr" presetSubtype="1" fill="hold" grpId="0" nodeType="click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p:cTn id="63" dur="500" fill="hold"/>
                                        <p:tgtEl>
                                          <p:spTgt spid="37"/>
                                        </p:tgtEl>
                                        <p:attrNameLst>
                                          <p:attrName>ppt_x</p:attrName>
                                        </p:attrNameLst>
                                      </p:cBhvr>
                                      <p:tavLst>
                                        <p:tav tm="0">
                                          <p:val>
                                            <p:strVal val="#ppt_x"/>
                                          </p:val>
                                        </p:tav>
                                        <p:tav tm="100000">
                                          <p:val>
                                            <p:strVal val="#ppt_x"/>
                                          </p:val>
                                        </p:tav>
                                      </p:tavLst>
                                    </p:anim>
                                    <p:anim calcmode="lin" valueType="num">
                                      <p:cBhvr>
                                        <p:cTn id="64" dur="500" fill="hold"/>
                                        <p:tgtEl>
                                          <p:spTgt spid="37"/>
                                        </p:tgtEl>
                                        <p:attrNameLst>
                                          <p:attrName>ppt_y</p:attrName>
                                        </p:attrNameLst>
                                      </p:cBhvr>
                                      <p:tavLst>
                                        <p:tav tm="0">
                                          <p:val>
                                            <p:strVal val="#ppt_y-#ppt_h/2"/>
                                          </p:val>
                                        </p:tav>
                                        <p:tav tm="100000">
                                          <p:val>
                                            <p:strVal val="#ppt_y"/>
                                          </p:val>
                                        </p:tav>
                                      </p:tavLst>
                                    </p:anim>
                                    <p:anim calcmode="lin" valueType="num">
                                      <p:cBhvr>
                                        <p:cTn id="65" dur="500" fill="hold"/>
                                        <p:tgtEl>
                                          <p:spTgt spid="37"/>
                                        </p:tgtEl>
                                        <p:attrNameLst>
                                          <p:attrName>ppt_w</p:attrName>
                                        </p:attrNameLst>
                                      </p:cBhvr>
                                      <p:tavLst>
                                        <p:tav tm="0">
                                          <p:val>
                                            <p:strVal val="#ppt_w"/>
                                          </p:val>
                                        </p:tav>
                                        <p:tav tm="100000">
                                          <p:val>
                                            <p:strVal val="#ppt_w"/>
                                          </p:val>
                                        </p:tav>
                                      </p:tavLst>
                                    </p:anim>
                                    <p:anim calcmode="lin" valueType="num">
                                      <p:cBhvr>
                                        <p:cTn id="66" dur="500" fill="hold"/>
                                        <p:tgtEl>
                                          <p:spTgt spid="37"/>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61"/>
                                            </p:cond>
                                          </p:stCondLst>
                                          <p:endCondLst>
                                            <p:cond evt="onStopAudio" delay="0">
                                              <p:tgtEl>
                                                <p:sldTgt/>
                                              </p:tgtEl>
                                            </p:cond>
                                          </p:endCondLst>
                                        </p:cTn>
                                        <p:tgtEl>
                                          <p:sndTgt r:embed="rId3" name="cashreg.wav"/>
                                        </p:tgtEl>
                                      </p:cMediaNode>
                                    </p:audio>
                                  </p:subTnLst>
                                </p:cTn>
                              </p:par>
                            </p:childTnLst>
                          </p:cTn>
                        </p:par>
                      </p:childTnLst>
                    </p:cTn>
                  </p:par>
                  <p:par>
                    <p:cTn id="67" fill="hold">
                      <p:stCondLst>
                        <p:cond delay="indefinite"/>
                      </p:stCondLst>
                      <p:childTnLst>
                        <p:par>
                          <p:cTn id="68" fill="hold">
                            <p:stCondLst>
                              <p:cond delay="0"/>
                            </p:stCondLst>
                            <p:childTnLst>
                              <p:par>
                                <p:cTn id="69" presetID="22" presetClass="entr" presetSubtype="1" fill="hold" grpId="0" nodeType="clickEffect">
                                  <p:stCondLst>
                                    <p:cond delay="0"/>
                                  </p:stCondLst>
                                  <p:childTnLst>
                                    <p:set>
                                      <p:cBhvr>
                                        <p:cTn id="70" dur="1" fill="hold">
                                          <p:stCondLst>
                                            <p:cond delay="0"/>
                                          </p:stCondLst>
                                        </p:cTn>
                                        <p:tgtEl>
                                          <p:spTgt spid="38"/>
                                        </p:tgtEl>
                                        <p:attrNameLst>
                                          <p:attrName>style.visibility</p:attrName>
                                        </p:attrNameLst>
                                      </p:cBhvr>
                                      <p:to>
                                        <p:strVal val="visible"/>
                                      </p:to>
                                    </p:set>
                                    <p:animEffect transition="in" filter="wipe(up)">
                                      <p:cBhvr>
                                        <p:cTn id="71" dur="500"/>
                                        <p:tgtEl>
                                          <p:spTgt spid="38"/>
                                        </p:tgtEl>
                                      </p:cBhvr>
                                    </p:animEffect>
                                  </p:childTnLst>
                                  <p:subTnLst>
                                    <p:audio>
                                      <p:cMediaNode>
                                        <p:cTn display="0" masterRel="sameClick">
                                          <p:stCondLst>
                                            <p:cond evt="begin" delay="0">
                                              <p:tn val="69"/>
                                            </p:cond>
                                          </p:stCondLst>
                                          <p:endCondLst>
                                            <p:cond evt="onStopAudio" delay="0">
                                              <p:tgtEl>
                                                <p:sldTgt/>
                                              </p:tgtEl>
                                            </p:cond>
                                          </p:endCondLst>
                                        </p:cTn>
                                        <p:tgtEl>
                                          <p:sndTgt r:embed="rId4" name="type.wav"/>
                                        </p:tgtEl>
                                      </p:cMediaNode>
                                    </p:audio>
                                  </p:sub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39"/>
                                        </p:tgtEl>
                                        <p:attrNameLst>
                                          <p:attrName>style.visibility</p:attrName>
                                        </p:attrNameLst>
                                      </p:cBhvr>
                                      <p:to>
                                        <p:strVal val="visible"/>
                                      </p:to>
                                    </p:set>
                                    <p:animEffect transition="in" filter="wipe(left)">
                                      <p:cBhvr>
                                        <p:cTn id="76" dur="500"/>
                                        <p:tgtEl>
                                          <p:spTgt spid="39"/>
                                        </p:tgtEl>
                                      </p:cBhvr>
                                    </p:animEffect>
                                  </p:childTnLst>
                                  <p:subTnLst>
                                    <p:audio>
                                      <p:cMediaNode>
                                        <p:cTn display="0" masterRel="sameClick">
                                          <p:stCondLst>
                                            <p:cond evt="begin" delay="0">
                                              <p:tn val="74"/>
                                            </p:cond>
                                          </p:stCondLst>
                                          <p:endCondLst>
                                            <p:cond evt="onStopAudio" delay="0">
                                              <p:tgtEl>
                                                <p:sldTgt/>
                                              </p:tgtEl>
                                            </p:cond>
                                          </p:endCondLst>
                                        </p:cTn>
                                        <p:tgtEl>
                                          <p:sndTgt r:embed="rId4" name="type.wav"/>
                                        </p:tgtEl>
                                      </p:cMediaNode>
                                    </p:audio>
                                  </p:sub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61"/>
                                        </p:tgtEl>
                                        <p:attrNameLst>
                                          <p:attrName>style.visibility</p:attrName>
                                        </p:attrNameLst>
                                      </p:cBhvr>
                                      <p:to>
                                        <p:strVal val="visible"/>
                                      </p:to>
                                    </p:set>
                                    <p:animEffect transition="in" filter="wipe(left)">
                                      <p:cBhvr>
                                        <p:cTn id="81" dur="500"/>
                                        <p:tgtEl>
                                          <p:spTgt spid="61"/>
                                        </p:tgtEl>
                                      </p:cBhvr>
                                    </p:animEffect>
                                  </p:childTnLst>
                                  <p:subTnLst>
                                    <p:audio>
                                      <p:cMediaNode>
                                        <p:cTn display="0" masterRel="sameClick">
                                          <p:stCondLst>
                                            <p:cond evt="begin" delay="0">
                                              <p:tn val="79"/>
                                            </p:cond>
                                          </p:stCondLst>
                                          <p:endCondLst>
                                            <p:cond evt="onStopAudio" delay="0">
                                              <p:tgtEl>
                                                <p:sldTgt/>
                                              </p:tgtEl>
                                            </p:cond>
                                          </p:endCondLst>
                                        </p:cTn>
                                        <p:tgtEl>
                                          <p:sndTgt r:embed="rId4" name="type.wav"/>
                                        </p:tgtEl>
                                      </p:cMediaNode>
                                    </p:audio>
                                  </p:subTnLst>
                                </p:cTn>
                              </p:par>
                            </p:childTnLst>
                          </p:cTn>
                        </p:par>
                      </p:childTnLst>
                    </p:cTn>
                  </p:par>
                  <p:par>
                    <p:cTn id="82" fill="hold">
                      <p:stCondLst>
                        <p:cond delay="indefinite"/>
                      </p:stCondLst>
                      <p:childTnLst>
                        <p:par>
                          <p:cTn id="83" fill="hold">
                            <p:stCondLst>
                              <p:cond delay="0"/>
                            </p:stCondLst>
                            <p:childTnLst>
                              <p:par>
                                <p:cTn id="84" presetID="17" presetClass="entr" presetSubtype="1" fill="hold" nodeType="clickEffect">
                                  <p:stCondLst>
                                    <p:cond delay="0"/>
                                  </p:stCondLst>
                                  <p:childTnLst>
                                    <p:set>
                                      <p:cBhvr>
                                        <p:cTn id="85" dur="1" fill="hold">
                                          <p:stCondLst>
                                            <p:cond delay="0"/>
                                          </p:stCondLst>
                                        </p:cTn>
                                        <p:tgtEl>
                                          <p:spTgt spid="63"/>
                                        </p:tgtEl>
                                        <p:attrNameLst>
                                          <p:attrName>style.visibility</p:attrName>
                                        </p:attrNameLst>
                                      </p:cBhvr>
                                      <p:to>
                                        <p:strVal val="visible"/>
                                      </p:to>
                                    </p:set>
                                    <p:anim calcmode="lin" valueType="num">
                                      <p:cBhvr>
                                        <p:cTn id="86" dur="500" fill="hold"/>
                                        <p:tgtEl>
                                          <p:spTgt spid="63"/>
                                        </p:tgtEl>
                                        <p:attrNameLst>
                                          <p:attrName>ppt_x</p:attrName>
                                        </p:attrNameLst>
                                      </p:cBhvr>
                                      <p:tavLst>
                                        <p:tav tm="0">
                                          <p:val>
                                            <p:strVal val="#ppt_x"/>
                                          </p:val>
                                        </p:tav>
                                        <p:tav tm="100000">
                                          <p:val>
                                            <p:strVal val="#ppt_x"/>
                                          </p:val>
                                        </p:tav>
                                      </p:tavLst>
                                    </p:anim>
                                    <p:anim calcmode="lin" valueType="num">
                                      <p:cBhvr>
                                        <p:cTn id="87" dur="500" fill="hold"/>
                                        <p:tgtEl>
                                          <p:spTgt spid="63"/>
                                        </p:tgtEl>
                                        <p:attrNameLst>
                                          <p:attrName>ppt_y</p:attrName>
                                        </p:attrNameLst>
                                      </p:cBhvr>
                                      <p:tavLst>
                                        <p:tav tm="0">
                                          <p:val>
                                            <p:strVal val="#ppt_y-#ppt_h/2"/>
                                          </p:val>
                                        </p:tav>
                                        <p:tav tm="100000">
                                          <p:val>
                                            <p:strVal val="#ppt_y"/>
                                          </p:val>
                                        </p:tav>
                                      </p:tavLst>
                                    </p:anim>
                                    <p:anim calcmode="lin" valueType="num">
                                      <p:cBhvr>
                                        <p:cTn id="88" dur="500" fill="hold"/>
                                        <p:tgtEl>
                                          <p:spTgt spid="63"/>
                                        </p:tgtEl>
                                        <p:attrNameLst>
                                          <p:attrName>ppt_w</p:attrName>
                                        </p:attrNameLst>
                                      </p:cBhvr>
                                      <p:tavLst>
                                        <p:tav tm="0">
                                          <p:val>
                                            <p:strVal val="#ppt_w"/>
                                          </p:val>
                                        </p:tav>
                                        <p:tav tm="100000">
                                          <p:val>
                                            <p:strVal val="#ppt_w"/>
                                          </p:val>
                                        </p:tav>
                                      </p:tavLst>
                                    </p:anim>
                                    <p:anim calcmode="lin" valueType="num">
                                      <p:cBhvr>
                                        <p:cTn id="89" dur="500" fill="hold"/>
                                        <p:tgtEl>
                                          <p:spTgt spid="63"/>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84"/>
                                            </p:cond>
                                          </p:stCondLst>
                                          <p:endCondLst>
                                            <p:cond evt="onStopAudio" delay="0">
                                              <p:tgtEl>
                                                <p:sldTgt/>
                                              </p:tgtEl>
                                            </p:cond>
                                          </p:endCondLst>
                                        </p:cTn>
                                        <p:tgtEl>
                                          <p:sndTgt r:embed="rId3" name="cashreg.wav"/>
                                        </p:tgtEl>
                                      </p:cMediaNode>
                                    </p:audio>
                                  </p:subTnLst>
                                </p:cTn>
                              </p:par>
                            </p:childTnLst>
                          </p:cTn>
                        </p:par>
                      </p:childTnLst>
                    </p:cTn>
                  </p:par>
                  <p:par>
                    <p:cTn id="90" fill="hold">
                      <p:stCondLst>
                        <p:cond delay="indefinite"/>
                      </p:stCondLst>
                      <p:childTnLst>
                        <p:par>
                          <p:cTn id="91" fill="hold">
                            <p:stCondLst>
                              <p:cond delay="0"/>
                            </p:stCondLst>
                            <p:childTnLst>
                              <p:par>
                                <p:cTn id="92" presetID="22" presetClass="entr" presetSubtype="1" fill="hold" grpId="0" nodeType="clickEffect">
                                  <p:stCondLst>
                                    <p:cond delay="0"/>
                                  </p:stCondLst>
                                  <p:childTnLst>
                                    <p:set>
                                      <p:cBhvr>
                                        <p:cTn id="93" dur="1" fill="hold">
                                          <p:stCondLst>
                                            <p:cond delay="0"/>
                                          </p:stCondLst>
                                        </p:cTn>
                                        <p:tgtEl>
                                          <p:spTgt spid="68"/>
                                        </p:tgtEl>
                                        <p:attrNameLst>
                                          <p:attrName>style.visibility</p:attrName>
                                        </p:attrNameLst>
                                      </p:cBhvr>
                                      <p:to>
                                        <p:strVal val="visible"/>
                                      </p:to>
                                    </p:set>
                                    <p:animEffect transition="in" filter="wipe(up)">
                                      <p:cBhvr>
                                        <p:cTn id="94" dur="500"/>
                                        <p:tgtEl>
                                          <p:spTgt spid="68"/>
                                        </p:tgtEl>
                                      </p:cBhvr>
                                    </p:animEffect>
                                  </p:childTnLst>
                                  <p:subTnLst>
                                    <p:audio>
                                      <p:cMediaNode>
                                        <p:cTn display="0" masterRel="sameClick">
                                          <p:stCondLst>
                                            <p:cond evt="begin" delay="0">
                                              <p:tn val="92"/>
                                            </p:cond>
                                          </p:stCondLst>
                                          <p:endCondLst>
                                            <p:cond evt="onStopAudio" delay="0">
                                              <p:tgtEl>
                                                <p:sldTgt/>
                                              </p:tgtEl>
                                            </p:cond>
                                          </p:endCondLst>
                                        </p:cTn>
                                        <p:tgtEl>
                                          <p:sndTgt r:embed="rId4" name="type.wav"/>
                                        </p:tgtEl>
                                      </p:cMediaNode>
                                    </p:audio>
                                  </p:subTnLst>
                                </p:cTn>
                              </p:par>
                            </p:childTnLst>
                          </p:cTn>
                        </p:par>
                      </p:childTnLst>
                    </p:cTn>
                  </p:par>
                  <p:par>
                    <p:cTn id="95" fill="hold">
                      <p:stCondLst>
                        <p:cond delay="indefinite"/>
                      </p:stCondLst>
                      <p:childTnLst>
                        <p:par>
                          <p:cTn id="96" fill="hold">
                            <p:stCondLst>
                              <p:cond delay="0"/>
                            </p:stCondLst>
                            <p:childTnLst>
                              <p:par>
                                <p:cTn id="97" presetID="22" presetClass="entr" presetSubtype="8" fill="hold" nodeType="click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wipe(left)">
                                      <p:cBhvr>
                                        <p:cTn id="99" dur="500"/>
                                        <p:tgtEl>
                                          <p:spTgt spid="69"/>
                                        </p:tgtEl>
                                      </p:cBhvr>
                                    </p:animEffect>
                                  </p:childTnLst>
                                  <p:subTnLst>
                                    <p:audio>
                                      <p:cMediaNode>
                                        <p:cTn display="0" masterRel="sameClick">
                                          <p:stCondLst>
                                            <p:cond evt="begin" delay="0">
                                              <p:tn val="97"/>
                                            </p:cond>
                                          </p:stCondLst>
                                          <p:endCondLst>
                                            <p:cond evt="onStopAudio" delay="0">
                                              <p:tgtEl>
                                                <p:sldTgt/>
                                              </p:tgtEl>
                                            </p:cond>
                                          </p:endCondLst>
                                        </p:cTn>
                                        <p:tgtEl>
                                          <p:sndTgt r:embed="rId4" name="type.wav"/>
                                        </p:tgtEl>
                                      </p:cMediaNode>
                                    </p:audio>
                                  </p:subTnLst>
                                </p:cTn>
                              </p:par>
                            </p:childTnLst>
                          </p:cTn>
                        </p:par>
                      </p:childTnLst>
                    </p:cTn>
                  </p:par>
                  <p:par>
                    <p:cTn id="100" fill="hold">
                      <p:stCondLst>
                        <p:cond delay="indefinite"/>
                      </p:stCondLst>
                      <p:childTnLst>
                        <p:par>
                          <p:cTn id="101" fill="hold">
                            <p:stCondLst>
                              <p:cond delay="0"/>
                            </p:stCondLst>
                            <p:childTnLst>
                              <p:par>
                                <p:cTn id="102" presetID="2" presetClass="entr" presetSubtype="4" fill="hold" nodeType="clickEffect">
                                  <p:stCondLst>
                                    <p:cond delay="0"/>
                                  </p:stCondLst>
                                  <p:childTnLst>
                                    <p:set>
                                      <p:cBhvr>
                                        <p:cTn id="103" dur="1" fill="hold">
                                          <p:stCondLst>
                                            <p:cond delay="0"/>
                                          </p:stCondLst>
                                        </p:cTn>
                                        <p:tgtEl>
                                          <p:spTgt spid="106"/>
                                        </p:tgtEl>
                                        <p:attrNameLst>
                                          <p:attrName>style.visibility</p:attrName>
                                        </p:attrNameLst>
                                      </p:cBhvr>
                                      <p:to>
                                        <p:strVal val="visible"/>
                                      </p:to>
                                    </p:set>
                                    <p:anim calcmode="lin" valueType="num">
                                      <p:cBhvr additive="base">
                                        <p:cTn id="104" dur="500" fill="hold"/>
                                        <p:tgtEl>
                                          <p:spTgt spid="106"/>
                                        </p:tgtEl>
                                        <p:attrNameLst>
                                          <p:attrName>ppt_x</p:attrName>
                                        </p:attrNameLst>
                                      </p:cBhvr>
                                      <p:tavLst>
                                        <p:tav tm="0">
                                          <p:val>
                                            <p:strVal val="#ppt_x"/>
                                          </p:val>
                                        </p:tav>
                                        <p:tav tm="100000">
                                          <p:val>
                                            <p:strVal val="#ppt_x"/>
                                          </p:val>
                                        </p:tav>
                                      </p:tavLst>
                                    </p:anim>
                                    <p:anim calcmode="lin" valueType="num">
                                      <p:cBhvr additive="base">
                                        <p:cTn id="105" dur="500" fill="hold"/>
                                        <p:tgtEl>
                                          <p:spTgt spid="106"/>
                                        </p:tgtEl>
                                        <p:attrNameLst>
                                          <p:attrName>ppt_y</p:attrName>
                                        </p:attrNameLst>
                                      </p:cBhvr>
                                      <p:tavLst>
                                        <p:tav tm="0">
                                          <p:val>
                                            <p:strVal val="1+#ppt_h/2"/>
                                          </p:val>
                                        </p:tav>
                                        <p:tav tm="100000">
                                          <p:val>
                                            <p:strVal val="#ppt_y"/>
                                          </p:val>
                                        </p:tav>
                                      </p:tavLst>
                                    </p:anim>
                                  </p:childTnLst>
                                </p:cTn>
                              </p:par>
                            </p:childTnLst>
                          </p:cTn>
                        </p:par>
                      </p:childTnLst>
                    </p:cTn>
                  </p:par>
                  <p:par>
                    <p:cTn id="106" fill="hold">
                      <p:stCondLst>
                        <p:cond delay="indefinite"/>
                      </p:stCondLst>
                      <p:childTnLst>
                        <p:par>
                          <p:cTn id="107" fill="hold">
                            <p:stCondLst>
                              <p:cond delay="0"/>
                            </p:stCondLst>
                            <p:childTnLst>
                              <p:par>
                                <p:cTn id="108" presetID="22" presetClass="entr" presetSubtype="8" fill="hold" nodeType="clickEffect">
                                  <p:stCondLst>
                                    <p:cond delay="0"/>
                                  </p:stCondLst>
                                  <p:childTnLst>
                                    <p:set>
                                      <p:cBhvr>
                                        <p:cTn id="109" dur="1" fill="hold">
                                          <p:stCondLst>
                                            <p:cond delay="0"/>
                                          </p:stCondLst>
                                        </p:cTn>
                                        <p:tgtEl>
                                          <p:spTgt spid="100"/>
                                        </p:tgtEl>
                                        <p:attrNameLst>
                                          <p:attrName>style.visibility</p:attrName>
                                        </p:attrNameLst>
                                      </p:cBhvr>
                                      <p:to>
                                        <p:strVal val="visible"/>
                                      </p:to>
                                    </p:set>
                                    <p:animEffect transition="in" filter="wipe(left)">
                                      <p:cBhvr>
                                        <p:cTn id="110" dur="500"/>
                                        <p:tgtEl>
                                          <p:spTgt spid="100"/>
                                        </p:tgtEl>
                                      </p:cBhvr>
                                    </p:animEffect>
                                  </p:childTnLst>
                                  <p:subTnLst>
                                    <p:audio>
                                      <p:cMediaNode>
                                        <p:cTn display="0" masterRel="sameClick">
                                          <p:stCondLst>
                                            <p:cond evt="begin" delay="0">
                                              <p:tn val="108"/>
                                            </p:cond>
                                          </p:stCondLst>
                                          <p:endCondLst>
                                            <p:cond evt="onStopAudio" delay="0">
                                              <p:tgtEl>
                                                <p:sldTgt/>
                                              </p:tgtEl>
                                            </p:cond>
                                          </p:endCondLst>
                                        </p:cTn>
                                        <p:tgtEl>
                                          <p:sndTgt r:embed="rId5" name="PROJCTOR.WAV"/>
                                        </p:tgtEl>
                                      </p:cMediaNode>
                                    </p:audio>
                                  </p:subTnLst>
                                </p:cTn>
                              </p:par>
                            </p:childTnLst>
                          </p:cTn>
                        </p:par>
                      </p:childTnLst>
                    </p:cTn>
                  </p:par>
                  <p:par>
                    <p:cTn id="111" fill="hold">
                      <p:stCondLst>
                        <p:cond delay="indefinite"/>
                      </p:stCondLst>
                      <p:childTnLst>
                        <p:par>
                          <p:cTn id="112" fill="hold">
                            <p:stCondLst>
                              <p:cond delay="0"/>
                            </p:stCondLst>
                            <p:childTnLst>
                              <p:par>
                                <p:cTn id="113" presetID="22" presetClass="entr" presetSubtype="8" fill="hold" nodeType="clickEffect">
                                  <p:stCondLst>
                                    <p:cond delay="0"/>
                                  </p:stCondLst>
                                  <p:childTnLst>
                                    <p:set>
                                      <p:cBhvr>
                                        <p:cTn id="114" dur="1" fill="hold">
                                          <p:stCondLst>
                                            <p:cond delay="0"/>
                                          </p:stCondLst>
                                        </p:cTn>
                                        <p:tgtEl>
                                          <p:spTgt spid="101"/>
                                        </p:tgtEl>
                                        <p:attrNameLst>
                                          <p:attrName>style.visibility</p:attrName>
                                        </p:attrNameLst>
                                      </p:cBhvr>
                                      <p:to>
                                        <p:strVal val="visible"/>
                                      </p:to>
                                    </p:set>
                                    <p:animEffect transition="in" filter="wipe(left)">
                                      <p:cBhvr>
                                        <p:cTn id="115" dur="500"/>
                                        <p:tgtEl>
                                          <p:spTgt spid="101"/>
                                        </p:tgtEl>
                                      </p:cBhvr>
                                    </p:animEffect>
                                  </p:childTnLst>
                                  <p:subTnLst>
                                    <p:audio>
                                      <p:cMediaNode>
                                        <p:cTn display="0" masterRel="sameClick">
                                          <p:stCondLst>
                                            <p:cond evt="begin" delay="0">
                                              <p:tn val="113"/>
                                            </p:cond>
                                          </p:stCondLst>
                                          <p:endCondLst>
                                            <p:cond evt="onStopAudio" delay="0">
                                              <p:tgtEl>
                                                <p:sldTgt/>
                                              </p:tgtEl>
                                            </p:cond>
                                          </p:endCondLst>
                                        </p:cTn>
                                        <p:tgtEl>
                                          <p:sndTgt r:embed="rId4" name="type.wav"/>
                                        </p:tgtEl>
                                      </p:cMediaNode>
                                    </p:audio>
                                  </p:subTnLst>
                                </p:cTn>
                              </p:par>
                            </p:childTnLst>
                          </p:cTn>
                        </p:par>
                      </p:childTnLst>
                    </p:cTn>
                  </p:par>
                  <p:par>
                    <p:cTn id="116" fill="hold">
                      <p:stCondLst>
                        <p:cond delay="indefinite"/>
                      </p:stCondLst>
                      <p:childTnLst>
                        <p:par>
                          <p:cTn id="117" fill="hold">
                            <p:stCondLst>
                              <p:cond delay="0"/>
                            </p:stCondLst>
                            <p:childTnLst>
                              <p:par>
                                <p:cTn id="118" presetID="18" presetClass="entr" presetSubtype="9" fill="hold" grpId="0" nodeType="clickEffect">
                                  <p:stCondLst>
                                    <p:cond delay="0"/>
                                  </p:stCondLst>
                                  <p:childTnLst>
                                    <p:set>
                                      <p:cBhvr>
                                        <p:cTn id="119" dur="1" fill="hold">
                                          <p:stCondLst>
                                            <p:cond delay="0"/>
                                          </p:stCondLst>
                                        </p:cTn>
                                        <p:tgtEl>
                                          <p:spTgt spid="102"/>
                                        </p:tgtEl>
                                        <p:attrNameLst>
                                          <p:attrName>style.visibility</p:attrName>
                                        </p:attrNameLst>
                                      </p:cBhvr>
                                      <p:to>
                                        <p:strVal val="visible"/>
                                      </p:to>
                                    </p:set>
                                    <p:animEffect transition="in" filter="strips(upLeft)">
                                      <p:cBhvr>
                                        <p:cTn id="120" dur="500"/>
                                        <p:tgtEl>
                                          <p:spTgt spid="102"/>
                                        </p:tgtEl>
                                      </p:cBhvr>
                                    </p:animEffect>
                                  </p:childTnLst>
                                  <p:subTnLst>
                                    <p:audio>
                                      <p:cMediaNode>
                                        <p:cTn display="0" masterRel="sameClick">
                                          <p:stCondLst>
                                            <p:cond evt="begin" delay="0">
                                              <p:tn val="118"/>
                                            </p:cond>
                                          </p:stCondLst>
                                          <p:endCondLst>
                                            <p:cond evt="onStopAudio" delay="0">
                                              <p:tgtEl>
                                                <p:sldTgt/>
                                              </p:tgtEl>
                                            </p:cond>
                                          </p:endCondLst>
                                        </p:cTn>
                                        <p:tgtEl>
                                          <p:sndTgt r:embed="rId6"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p:bldP spid="31" grpId="0"/>
      <p:bldP spid="36" grpId="0" animBg="1"/>
      <p:bldP spid="37" grpId="0" animBg="1"/>
      <p:bldP spid="38" grpId="0"/>
      <p:bldP spid="61" grpId="0"/>
      <p:bldP spid="62" grpId="0"/>
      <p:bldP spid="68" grpId="0"/>
      <p:bldP spid="102"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06" name="Object 3"/>
          <p:cNvGraphicFramePr>
            <a:graphicFrameLocks noGrp="1" noChangeAspect="1"/>
          </p:cNvGraphicFramePr>
          <p:nvPr>
            <p:ph idx="1"/>
          </p:nvPr>
        </p:nvGraphicFramePr>
        <p:xfrm>
          <a:off x="1371684" y="990600"/>
          <a:ext cx="6675990" cy="1676356"/>
        </p:xfrm>
        <a:graphic>
          <a:graphicData uri="http://schemas.openxmlformats.org/presentationml/2006/ole">
            <mc:AlternateContent xmlns:mc="http://schemas.openxmlformats.org/markup-compatibility/2006">
              <mc:Choice xmlns:v="urn:schemas-microsoft-com:vml" Requires="v">
                <p:oleObj spid="_x0000_s72746" name="公式" r:id="rId4" imgW="2781300" imgH="698500" progId="Equation.3">
                  <p:embed/>
                </p:oleObj>
              </mc:Choice>
              <mc:Fallback>
                <p:oleObj name="公式" r:id="rId4" imgW="2781300" imgH="698500" progId="Equation.3">
                  <p:embed/>
                  <p:pic>
                    <p:nvPicPr>
                      <p:cNvPr id="0"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71684" y="990600"/>
                        <a:ext cx="6675990" cy="1676356"/>
                      </a:xfrm>
                      <a:prstGeom prst="rect">
                        <a:avLst/>
                      </a:prstGeom>
                      <a:ln>
                        <a:noFill/>
                      </a:ln>
                    </p:spPr>
                  </p:pic>
                </p:oleObj>
              </mc:Fallback>
            </mc:AlternateContent>
          </a:graphicData>
        </a:graphic>
      </p:graphicFrame>
      <p:graphicFrame>
        <p:nvGraphicFramePr>
          <p:cNvPr id="72707" name="Object 4"/>
          <p:cNvGraphicFramePr>
            <a:graphicFrameLocks noChangeAspect="1"/>
          </p:cNvGraphicFramePr>
          <p:nvPr/>
        </p:nvGraphicFramePr>
        <p:xfrm>
          <a:off x="1295486" y="3200406"/>
          <a:ext cx="4484643" cy="1609625"/>
        </p:xfrm>
        <a:graphic>
          <a:graphicData uri="http://schemas.openxmlformats.org/presentationml/2006/ole">
            <mc:AlternateContent xmlns:mc="http://schemas.openxmlformats.org/markup-compatibility/2006">
              <mc:Choice xmlns:v="urn:schemas-microsoft-com:vml" Requires="v">
                <p:oleObj spid="_x0000_s72747" r:id="rId6" imgW="2019300" imgH="723900" progId="Equation.3">
                  <p:embed/>
                </p:oleObj>
              </mc:Choice>
              <mc:Fallback>
                <p:oleObj r:id="rId6" imgW="2019300" imgH="723900" progId="Equation.3">
                  <p:embed/>
                  <p:pic>
                    <p:nvPicPr>
                      <p:cNvPr id="0"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95486" y="3200406"/>
                        <a:ext cx="4484643" cy="1609625"/>
                      </a:xfrm>
                      <a:prstGeom prst="rect">
                        <a:avLst/>
                      </a:prstGeom>
                      <a:noFill/>
                      <a:ln>
                        <a:noFill/>
                      </a:ln>
                    </p:spPr>
                  </p:pic>
                </p:oleObj>
              </mc:Fallback>
            </mc:AlternateContent>
          </a:graphicData>
        </a:graphic>
      </p:graphicFrame>
      <p:sp>
        <p:nvSpPr>
          <p:cNvPr id="7" name="Text Box 2"/>
          <p:cNvSpPr txBox="1">
            <a:spLocks noChangeArrowheads="1"/>
          </p:cNvSpPr>
          <p:nvPr/>
        </p:nvSpPr>
        <p:spPr bwMode="auto">
          <a:xfrm>
            <a:off x="381000" y="304800"/>
            <a:ext cx="60960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dirty="0">
                <a:solidFill>
                  <a:srgbClr val="000000"/>
                </a:solidFill>
                <a:latin typeface="Times New Roman" panose="02020603050405020304" pitchFamily="18" charset="0"/>
              </a:rPr>
              <a:t>§3  </a:t>
            </a:r>
            <a:r>
              <a:rPr lang="zh-CN" altLang="en-US" sz="2800" b="1" dirty="0">
                <a:solidFill>
                  <a:srgbClr val="000000"/>
                </a:solidFill>
                <a:latin typeface="Times New Roman" panose="02020603050405020304" pitchFamily="18" charset="0"/>
                <a:ea typeface="楷体_GB2312" pitchFamily="49" charset="-122"/>
              </a:rPr>
              <a:t>厄尔米特插值  </a:t>
            </a:r>
            <a:endParaRPr lang="zh-CN" altLang="en-US" sz="2000" b="1" dirty="0">
              <a:solidFill>
                <a:srgbClr val="008000"/>
              </a:solidFill>
              <a:ea typeface="楷体_GB2312" pitchFamily="49" charset="-122"/>
            </a:endParaRPr>
          </a:p>
        </p:txBody>
      </p:sp>
      <p:pic>
        <p:nvPicPr>
          <p:cNvPr id="8" name="Picture 4" descr="DARTS"/>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3400" y="990600"/>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DARTS"/>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3400" y="3124208"/>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30" name="Object 3"/>
          <p:cNvGraphicFramePr>
            <a:graphicFrameLocks noGrp="1" noChangeAspect="1"/>
          </p:cNvGraphicFramePr>
          <p:nvPr>
            <p:ph idx="1"/>
          </p:nvPr>
        </p:nvGraphicFramePr>
        <p:xfrm>
          <a:off x="1066892" y="1295456"/>
          <a:ext cx="7527833" cy="2064794"/>
        </p:xfrm>
        <a:graphic>
          <a:graphicData uri="http://schemas.openxmlformats.org/presentationml/2006/ole">
            <mc:AlternateContent xmlns:mc="http://schemas.openxmlformats.org/markup-compatibility/2006">
              <mc:Choice xmlns:v="urn:schemas-microsoft-com:vml" Requires="v">
                <p:oleObj spid="_x0000_s73751" r:id="rId3" imgW="3517900" imgH="965200" progId="Equation.3">
                  <p:embed/>
                </p:oleObj>
              </mc:Choice>
              <mc:Fallback>
                <p:oleObj r:id="rId3" imgW="3517900" imgH="9652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92" y="1295456"/>
                        <a:ext cx="7527833" cy="2064794"/>
                      </a:xfrm>
                      <a:prstGeom prst="rect">
                        <a:avLst/>
                      </a:prstGeom>
                      <a:ln>
                        <a:noFill/>
                      </a:ln>
                    </p:spPr>
                  </p:pic>
                </p:oleObj>
              </mc:Fallback>
            </mc:AlternateContent>
          </a:graphicData>
        </a:graphic>
      </p:graphicFrame>
      <p:sp>
        <p:nvSpPr>
          <p:cNvPr id="6" name="Text Box 2"/>
          <p:cNvSpPr txBox="1">
            <a:spLocks noChangeArrowheads="1"/>
          </p:cNvSpPr>
          <p:nvPr/>
        </p:nvSpPr>
        <p:spPr bwMode="auto">
          <a:xfrm>
            <a:off x="381000" y="304800"/>
            <a:ext cx="60960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dirty="0">
                <a:solidFill>
                  <a:srgbClr val="000000"/>
                </a:solidFill>
                <a:latin typeface="Times New Roman" panose="02020603050405020304" pitchFamily="18" charset="0"/>
              </a:rPr>
              <a:t>§3  </a:t>
            </a:r>
            <a:r>
              <a:rPr lang="zh-CN" altLang="en-US" sz="2800" b="1" dirty="0">
                <a:solidFill>
                  <a:srgbClr val="000000"/>
                </a:solidFill>
                <a:latin typeface="Times New Roman" panose="02020603050405020304" pitchFamily="18" charset="0"/>
                <a:ea typeface="楷体_GB2312" pitchFamily="49" charset="-122"/>
              </a:rPr>
              <a:t>厄尔米特插值  </a:t>
            </a:r>
            <a:endParaRPr lang="zh-CN" altLang="en-US" sz="2000" b="1" dirty="0">
              <a:solidFill>
                <a:srgbClr val="008000"/>
              </a:solidFill>
              <a:ea typeface="楷体_GB2312" pitchFamily="49" charset="-122"/>
            </a:endParaRPr>
          </a:p>
        </p:txBody>
      </p:sp>
      <p:pic>
        <p:nvPicPr>
          <p:cNvPr id="7" name="Picture 4" descr="DART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6294" y="1371654"/>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53" name="Object 2"/>
          <p:cNvGraphicFramePr>
            <a:graphicFrameLocks noGrp="1" noChangeAspect="1"/>
          </p:cNvGraphicFramePr>
          <p:nvPr>
            <p:ph idx="1"/>
          </p:nvPr>
        </p:nvGraphicFramePr>
        <p:xfrm>
          <a:off x="1295486" y="807224"/>
          <a:ext cx="5905432" cy="1631655"/>
        </p:xfrm>
        <a:graphic>
          <a:graphicData uri="http://schemas.openxmlformats.org/presentationml/2006/ole">
            <mc:AlternateContent xmlns:mc="http://schemas.openxmlformats.org/markup-compatibility/2006">
              <mc:Choice xmlns:v="urn:schemas-microsoft-com:vml" Requires="v">
                <p:oleObj spid="_x0000_s74774" r:id="rId3" imgW="2527300" imgH="698500" progId="Equation.3">
                  <p:embed/>
                </p:oleObj>
              </mc:Choice>
              <mc:Fallback>
                <p:oleObj r:id="rId3" imgW="2527300" imgH="6985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5486" y="807224"/>
                        <a:ext cx="5905432" cy="1631655"/>
                      </a:xfrm>
                      <a:prstGeom prst="rect">
                        <a:avLst/>
                      </a:prstGeom>
                      <a:ln>
                        <a:noFill/>
                      </a:ln>
                    </p:spPr>
                  </p:pic>
                </p:oleObj>
              </mc:Fallback>
            </mc:AlternateContent>
          </a:graphicData>
        </a:graphic>
      </p:graphicFrame>
      <p:pic>
        <p:nvPicPr>
          <p:cNvPr id="3" name="Picture 4" descr="DART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3506" y="825943"/>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7" name="Picture 3" descr="her"/>
          <p:cNvPicPr>
            <a:picLocks noGrp="1" noChangeAspect="1" noChangeArrowheads="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1162050" y="265113"/>
            <a:ext cx="5905500" cy="2528887"/>
          </a:xfrm>
        </p:spPr>
      </p:pic>
      <p:graphicFrame>
        <p:nvGraphicFramePr>
          <p:cNvPr id="75778" name="Object 4"/>
          <p:cNvGraphicFramePr>
            <a:graphicFrameLocks noGrp="1" noChangeAspect="1"/>
          </p:cNvGraphicFramePr>
          <p:nvPr>
            <p:ph sz="half" idx="2"/>
          </p:nvPr>
        </p:nvGraphicFramePr>
        <p:xfrm>
          <a:off x="590550" y="2995613"/>
          <a:ext cx="7632700" cy="981075"/>
        </p:xfrm>
        <a:graphic>
          <a:graphicData uri="http://schemas.openxmlformats.org/presentationml/2006/ole">
            <mc:AlternateContent xmlns:mc="http://schemas.openxmlformats.org/markup-compatibility/2006">
              <mc:Choice xmlns:v="urn:schemas-microsoft-com:vml" Requires="v">
                <p:oleObj spid="_x0000_s75812" r:id="rId4" imgW="3390900" imgH="457200" progId="Equation.3">
                  <p:embed/>
                </p:oleObj>
              </mc:Choice>
              <mc:Fallback>
                <p:oleObj r:id="rId4" imgW="3390900" imgH="457200" progId="Equation.3">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0550" y="2995613"/>
                        <a:ext cx="7632700" cy="98107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1" name="Rectangle 4"/>
          <p:cNvSpPr>
            <a:spLocks noChangeArrowheads="1"/>
          </p:cNvSpPr>
          <p:nvPr/>
        </p:nvSpPr>
        <p:spPr bwMode="auto">
          <a:xfrm>
            <a:off x="2579688" y="2722563"/>
            <a:ext cx="254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sz="1000">
              <a:solidFill>
                <a:srgbClr val="FF0000"/>
              </a:solidFill>
              <a:latin typeface="Times New Roman" panose="02020603050405020304" pitchFamily="18" charset="0"/>
            </a:endParaRPr>
          </a:p>
          <a:p>
            <a:r>
              <a:rPr lang="zh-CN" altLang="en-US" sz="1000">
                <a:solidFill>
                  <a:srgbClr val="FF0000"/>
                </a:solidFill>
              </a:rPr>
              <a:t>  </a:t>
            </a:r>
            <a:endParaRPr lang="zh-CN" altLang="en-US" sz="2400"/>
          </a:p>
        </p:txBody>
      </p:sp>
      <p:graphicFrame>
        <p:nvGraphicFramePr>
          <p:cNvPr id="122885" name="Object 5"/>
          <p:cNvGraphicFramePr>
            <a:graphicFrameLocks noChangeAspect="1"/>
          </p:cNvGraphicFramePr>
          <p:nvPr/>
        </p:nvGraphicFramePr>
        <p:xfrm>
          <a:off x="1763713" y="117475"/>
          <a:ext cx="3622675" cy="469900"/>
        </p:xfrm>
        <a:graphic>
          <a:graphicData uri="http://schemas.openxmlformats.org/presentationml/2006/ole">
            <mc:AlternateContent xmlns:mc="http://schemas.openxmlformats.org/markup-compatibility/2006">
              <mc:Choice xmlns:v="urn:schemas-microsoft-com:vml" Requires="v">
                <p:oleObj spid="_x0000_s76899" r:id="rId3" imgW="1841500" imgH="241300" progId="Equation.DSMT4">
                  <p:embed/>
                </p:oleObj>
              </mc:Choice>
              <mc:Fallback>
                <p:oleObj r:id="rId3" imgW="1841500" imgH="241300" progId="Equation.DSMT4">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713" y="117475"/>
                        <a:ext cx="3622675"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2886" name="Object 6"/>
          <p:cNvGraphicFramePr>
            <a:graphicFrameLocks noChangeAspect="1"/>
          </p:cNvGraphicFramePr>
          <p:nvPr/>
        </p:nvGraphicFramePr>
        <p:xfrm>
          <a:off x="1835150" y="1196975"/>
          <a:ext cx="4694238" cy="2047875"/>
        </p:xfrm>
        <a:graphic>
          <a:graphicData uri="http://schemas.openxmlformats.org/presentationml/2006/ole">
            <mc:AlternateContent xmlns:mc="http://schemas.openxmlformats.org/markup-compatibility/2006">
              <mc:Choice xmlns:v="urn:schemas-microsoft-com:vml" Requires="v">
                <p:oleObj spid="_x0000_s76900" r:id="rId5" imgW="1917700" imgH="914400" progId="Equation.DSMT4">
                  <p:embed/>
                </p:oleObj>
              </mc:Choice>
              <mc:Fallback>
                <p:oleObj r:id="rId5" imgW="1917700" imgH="9144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35150" y="1196975"/>
                        <a:ext cx="4694238"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2888" name="Object 8"/>
          <p:cNvGraphicFramePr>
            <a:graphicFrameLocks noChangeAspect="1"/>
          </p:cNvGraphicFramePr>
          <p:nvPr/>
        </p:nvGraphicFramePr>
        <p:xfrm>
          <a:off x="1835150" y="693738"/>
          <a:ext cx="4938713" cy="430212"/>
        </p:xfrm>
        <a:graphic>
          <a:graphicData uri="http://schemas.openxmlformats.org/presentationml/2006/ole">
            <mc:AlternateContent xmlns:mc="http://schemas.openxmlformats.org/markup-compatibility/2006">
              <mc:Choice xmlns:v="urn:schemas-microsoft-com:vml" Requires="v">
                <p:oleObj spid="_x0000_s76901" r:id="rId7" imgW="2768600" imgH="241300" progId="Equation.DSMT4">
                  <p:embed/>
                </p:oleObj>
              </mc:Choice>
              <mc:Fallback>
                <p:oleObj r:id="rId7" imgW="2768600" imgH="241300" progId="Equation.DSMT4">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5150" y="693738"/>
                        <a:ext cx="4938713"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2889" name="Object 9"/>
          <p:cNvGraphicFramePr>
            <a:graphicFrameLocks noChangeAspect="1"/>
          </p:cNvGraphicFramePr>
          <p:nvPr/>
        </p:nvGraphicFramePr>
        <p:xfrm>
          <a:off x="1763713" y="3357563"/>
          <a:ext cx="4378325" cy="919162"/>
        </p:xfrm>
        <a:graphic>
          <a:graphicData uri="http://schemas.openxmlformats.org/presentationml/2006/ole">
            <mc:AlternateContent xmlns:mc="http://schemas.openxmlformats.org/markup-compatibility/2006">
              <mc:Choice xmlns:v="urn:schemas-microsoft-com:vml" Requires="v">
                <p:oleObj spid="_x0000_s76902" r:id="rId9" imgW="2057400" imgH="431800" progId="Equation.DSMT4">
                  <p:embed/>
                </p:oleObj>
              </mc:Choice>
              <mc:Fallback>
                <p:oleObj r:id="rId9" imgW="2057400" imgH="431800" progId="Equation.DSMT4">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63713" y="3357563"/>
                        <a:ext cx="4378325" cy="919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22891" name="Object 11"/>
          <p:cNvGraphicFramePr>
            <a:graphicFrameLocks noGrp="1" noChangeAspect="1"/>
          </p:cNvGraphicFramePr>
          <p:nvPr>
            <p:ph/>
          </p:nvPr>
        </p:nvGraphicFramePr>
        <p:xfrm>
          <a:off x="1908175" y="4581525"/>
          <a:ext cx="4781550" cy="962025"/>
        </p:xfrm>
        <a:graphic>
          <a:graphicData uri="http://schemas.openxmlformats.org/presentationml/2006/ole">
            <mc:AlternateContent xmlns:mc="http://schemas.openxmlformats.org/markup-compatibility/2006">
              <mc:Choice xmlns:v="urn:schemas-microsoft-com:vml" Requires="v">
                <p:oleObj spid="_x0000_s76903" r:id="rId11" imgW="2146300" imgH="431800" progId="Equation.DSMT4">
                  <p:embed/>
                </p:oleObj>
              </mc:Choice>
              <mc:Fallback>
                <p:oleObj r:id="rId11" imgW="2146300" imgH="431800" progId="Equation.DSMT4">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175" y="4581525"/>
                        <a:ext cx="4781550" cy="96202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22885"/>
                                        </p:tgtEl>
                                        <p:attrNameLst>
                                          <p:attrName>style.visibility</p:attrName>
                                        </p:attrNameLst>
                                      </p:cBhvr>
                                      <p:to>
                                        <p:strVal val="visible"/>
                                      </p:to>
                                    </p:set>
                                    <p:anim calcmode="lin" valueType="num">
                                      <p:cBhvr>
                                        <p:cTn id="7" dur="500" fill="hold"/>
                                        <p:tgtEl>
                                          <p:spTgt spid="122885"/>
                                        </p:tgtEl>
                                        <p:attrNameLst>
                                          <p:attrName>ppt_x</p:attrName>
                                        </p:attrNameLst>
                                      </p:cBhvr>
                                      <p:tavLst>
                                        <p:tav tm="0">
                                          <p:val>
                                            <p:strVal val="0-#ppt_w/2"/>
                                          </p:val>
                                        </p:tav>
                                        <p:tav tm="100000">
                                          <p:val>
                                            <p:strVal val="#ppt_x"/>
                                          </p:val>
                                        </p:tav>
                                      </p:tavLst>
                                    </p:anim>
                                    <p:anim calcmode="lin" valueType="num">
                                      <p:cBhvr>
                                        <p:cTn id="8" dur="500" fill="hold"/>
                                        <p:tgtEl>
                                          <p:spTgt spid="12288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22888"/>
                                        </p:tgtEl>
                                        <p:attrNameLst>
                                          <p:attrName>style.visibility</p:attrName>
                                        </p:attrNameLst>
                                      </p:cBhvr>
                                      <p:to>
                                        <p:strVal val="visible"/>
                                      </p:to>
                                    </p:set>
                                    <p:animEffect transition="in" filter="wipe(left)">
                                      <p:cBhvr>
                                        <p:cTn id="13" dur="3000"/>
                                        <p:tgtEl>
                                          <p:spTgt spid="122888"/>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22886"/>
                                        </p:tgtEl>
                                        <p:attrNameLst>
                                          <p:attrName>style.visibility</p:attrName>
                                        </p:attrNameLst>
                                      </p:cBhvr>
                                      <p:to>
                                        <p:strVal val="visible"/>
                                      </p:to>
                                    </p:set>
                                    <p:anim calcmode="lin" valueType="num">
                                      <p:cBhvr>
                                        <p:cTn id="18" dur="500" fill="hold"/>
                                        <p:tgtEl>
                                          <p:spTgt spid="122886"/>
                                        </p:tgtEl>
                                        <p:attrNameLst>
                                          <p:attrName>ppt_x</p:attrName>
                                        </p:attrNameLst>
                                      </p:cBhvr>
                                      <p:tavLst>
                                        <p:tav tm="0">
                                          <p:val>
                                            <p:strVal val="#ppt_x"/>
                                          </p:val>
                                        </p:tav>
                                        <p:tav tm="100000">
                                          <p:val>
                                            <p:strVal val="#ppt_x"/>
                                          </p:val>
                                        </p:tav>
                                      </p:tavLst>
                                    </p:anim>
                                    <p:anim calcmode="lin" valueType="num">
                                      <p:cBhvr>
                                        <p:cTn id="19" dur="500" fill="hold"/>
                                        <p:tgtEl>
                                          <p:spTgt spid="122886"/>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122889"/>
                                        </p:tgtEl>
                                        <p:attrNameLst>
                                          <p:attrName>style.visibility</p:attrName>
                                        </p:attrNameLst>
                                      </p:cBhvr>
                                      <p:to>
                                        <p:strVal val="visible"/>
                                      </p:to>
                                    </p:set>
                                    <p:anim calcmode="lin" valueType="num">
                                      <p:cBhvr>
                                        <p:cTn id="24" dur="500" fill="hold"/>
                                        <p:tgtEl>
                                          <p:spTgt spid="122889"/>
                                        </p:tgtEl>
                                        <p:attrNameLst>
                                          <p:attrName>ppt_x</p:attrName>
                                        </p:attrNameLst>
                                      </p:cBhvr>
                                      <p:tavLst>
                                        <p:tav tm="0">
                                          <p:val>
                                            <p:strVal val="#ppt_x"/>
                                          </p:val>
                                        </p:tav>
                                        <p:tav tm="100000">
                                          <p:val>
                                            <p:strVal val="#ppt_x"/>
                                          </p:val>
                                        </p:tav>
                                      </p:tavLst>
                                    </p:anim>
                                    <p:anim calcmode="lin" valueType="num">
                                      <p:cBhvr>
                                        <p:cTn id="25" dur="500" fill="hold"/>
                                        <p:tgtEl>
                                          <p:spTgt spid="122889"/>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nodeType="clickEffect">
                                  <p:stCondLst>
                                    <p:cond delay="0"/>
                                  </p:stCondLst>
                                  <p:childTnLst>
                                    <p:set>
                                      <p:cBhvr>
                                        <p:cTn id="29" dur="1" fill="hold">
                                          <p:stCondLst>
                                            <p:cond delay="0"/>
                                          </p:stCondLst>
                                        </p:cTn>
                                        <p:tgtEl>
                                          <p:spTgt spid="122891"/>
                                        </p:tgtEl>
                                        <p:attrNameLst>
                                          <p:attrName>style.visibility</p:attrName>
                                        </p:attrNameLst>
                                      </p:cBhvr>
                                      <p:to>
                                        <p:strVal val="visible"/>
                                      </p:to>
                                    </p:set>
                                    <p:anim calcmode="lin" valueType="num">
                                      <p:cBhvr>
                                        <p:cTn id="30" dur="500" fill="hold"/>
                                        <p:tgtEl>
                                          <p:spTgt spid="122891"/>
                                        </p:tgtEl>
                                        <p:attrNameLst>
                                          <p:attrName>ppt_x</p:attrName>
                                        </p:attrNameLst>
                                      </p:cBhvr>
                                      <p:tavLst>
                                        <p:tav tm="0">
                                          <p:val>
                                            <p:strVal val="#ppt_x"/>
                                          </p:val>
                                        </p:tav>
                                        <p:tav tm="100000">
                                          <p:val>
                                            <p:strVal val="#ppt_x"/>
                                          </p:val>
                                        </p:tav>
                                      </p:tavLst>
                                    </p:anim>
                                    <p:anim calcmode="lin" valueType="num">
                                      <p:cBhvr>
                                        <p:cTn id="31" dur="500" fill="hold"/>
                                        <p:tgtEl>
                                          <p:spTgt spid="1228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25" name="Object 3"/>
          <p:cNvGraphicFramePr>
            <a:graphicFrameLocks noGrp="1" noChangeAspect="1"/>
          </p:cNvGraphicFramePr>
          <p:nvPr>
            <p:ph idx="1"/>
          </p:nvPr>
        </p:nvGraphicFramePr>
        <p:xfrm>
          <a:off x="873125" y="514350"/>
          <a:ext cx="7200900" cy="4090988"/>
        </p:xfrm>
        <a:graphic>
          <a:graphicData uri="http://schemas.openxmlformats.org/presentationml/2006/ole">
            <mc:AlternateContent xmlns:mc="http://schemas.openxmlformats.org/markup-compatibility/2006">
              <mc:Choice xmlns:v="urn:schemas-microsoft-com:vml" Requires="v">
                <p:oleObj spid="_x0000_s77846" r:id="rId3" imgW="3263900" imgH="1854200" progId="Equation.DSMT4">
                  <p:embed/>
                </p:oleObj>
              </mc:Choice>
              <mc:Fallback>
                <p:oleObj r:id="rId3" imgW="3263900" imgH="1854200" progId="Equation.DSMT4">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3125" y="514350"/>
                        <a:ext cx="7200900" cy="4090988"/>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849" name="Object 3"/>
          <p:cNvGraphicFramePr>
            <a:graphicFrameLocks noGrp="1" noChangeAspect="1"/>
          </p:cNvGraphicFramePr>
          <p:nvPr>
            <p:ph idx="1"/>
          </p:nvPr>
        </p:nvGraphicFramePr>
        <p:xfrm>
          <a:off x="574675" y="779463"/>
          <a:ext cx="7848600" cy="1184275"/>
        </p:xfrm>
        <a:graphic>
          <a:graphicData uri="http://schemas.openxmlformats.org/presentationml/2006/ole">
            <mc:AlternateContent xmlns:mc="http://schemas.openxmlformats.org/markup-compatibility/2006">
              <mc:Choice xmlns:v="urn:schemas-microsoft-com:vml" Requires="v">
                <p:oleObj spid="_x0000_s78870" r:id="rId3" imgW="2489200" imgH="393700" progId="Equation.3">
                  <p:embed/>
                </p:oleObj>
              </mc:Choice>
              <mc:Fallback>
                <p:oleObj r:id="rId3" imgW="2489200" imgH="3937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4675" y="779463"/>
                        <a:ext cx="7848600" cy="1184275"/>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74" name="Object 3"/>
          <p:cNvGraphicFramePr>
            <a:graphicFrameLocks noGrp="1" noChangeAspect="1"/>
          </p:cNvGraphicFramePr>
          <p:nvPr>
            <p:ph idx="1"/>
          </p:nvPr>
        </p:nvGraphicFramePr>
        <p:xfrm>
          <a:off x="762100" y="1219258"/>
          <a:ext cx="7350125" cy="2760663"/>
        </p:xfrm>
        <a:graphic>
          <a:graphicData uri="http://schemas.openxmlformats.org/presentationml/2006/ole">
            <mc:AlternateContent xmlns:mc="http://schemas.openxmlformats.org/markup-compatibility/2006">
              <mc:Choice xmlns:v="urn:schemas-microsoft-com:vml" Requires="v">
                <p:oleObj spid="_x0000_s79895" r:id="rId3" imgW="3111500" imgH="1168400" progId="Equation.3">
                  <p:embed/>
                </p:oleObj>
              </mc:Choice>
              <mc:Fallback>
                <p:oleObj r:id="rId3" imgW="3111500" imgH="1168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100" y="1219258"/>
                        <a:ext cx="7350125" cy="2760663"/>
                      </a:xfrm>
                      <a:prstGeom prst="rect">
                        <a:avLst/>
                      </a:prstGeom>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6" name="Text Box 2"/>
          <p:cNvSpPr txBox="1">
            <a:spLocks noChangeArrowheads="1"/>
          </p:cNvSpPr>
          <p:nvPr/>
        </p:nvSpPr>
        <p:spPr bwMode="auto">
          <a:xfrm>
            <a:off x="381000" y="304800"/>
            <a:ext cx="60960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dirty="0">
                <a:solidFill>
                  <a:srgbClr val="000000"/>
                </a:solidFill>
                <a:latin typeface="Times New Roman" panose="02020603050405020304" pitchFamily="18" charset="0"/>
              </a:rPr>
              <a:t>§3  </a:t>
            </a:r>
            <a:r>
              <a:rPr lang="zh-CN" altLang="en-US" sz="2800" b="1" dirty="0">
                <a:solidFill>
                  <a:srgbClr val="000000"/>
                </a:solidFill>
                <a:latin typeface="Times New Roman" panose="02020603050405020304" pitchFamily="18" charset="0"/>
                <a:ea typeface="楷体_GB2312" pitchFamily="49" charset="-122"/>
              </a:rPr>
              <a:t>厄尔米特插值  </a:t>
            </a:r>
            <a:endParaRPr lang="zh-CN" altLang="en-US" sz="2000" b="1" dirty="0">
              <a:solidFill>
                <a:srgbClr val="008000"/>
              </a:solidFill>
              <a:ea typeface="楷体_GB2312" pitchFamily="49" charset="-122"/>
            </a:endParaRPr>
          </a:p>
        </p:txBody>
      </p:sp>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BF7F3D3B-7DA6-4C03-8871-98F56D250FD6}"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089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089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950EA1F8-D343-49DF-AB31-0B4621E25BFB}" type="slidenum">
              <a:rPr lang="zh-CN" altLang="en-US" smtClean="0">
                <a:solidFill>
                  <a:srgbClr val="000000"/>
                </a:solidFill>
                <a:latin typeface="Times New Roman" panose="02020603050405020304" pitchFamily="18" charset="0"/>
              </a:rPr>
              <a:t>71</a:t>
            </a:fld>
            <a:endParaRPr lang="zh-CN" altLang="en-US">
              <a:solidFill>
                <a:srgbClr val="000000"/>
              </a:solidFill>
              <a:latin typeface="Times New Roman" panose="02020603050405020304" pitchFamily="18" charset="0"/>
            </a:endParaRPr>
          </a:p>
        </p:txBody>
      </p:sp>
      <p:sp>
        <p:nvSpPr>
          <p:cNvPr id="47106" name="Text Box 2"/>
          <p:cNvSpPr txBox="1">
            <a:spLocks noChangeArrowheads="1"/>
          </p:cNvSpPr>
          <p:nvPr/>
        </p:nvSpPr>
        <p:spPr bwMode="auto">
          <a:xfrm>
            <a:off x="381110" y="479426"/>
            <a:ext cx="4724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dirty="0">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dirty="0">
                <a:solidFill>
                  <a:srgbClr val="000000"/>
                </a:solidFill>
                <a:latin typeface="Times New Roman" panose="02020603050405020304" pitchFamily="18" charset="0"/>
                <a:ea typeface="楷体_GB2312" pitchFamily="49" charset="-122"/>
              </a:rPr>
              <a:t>求</a:t>
            </a:r>
            <a:r>
              <a:rPr lang="en-US" altLang="zh-CN" sz="2400" b="1" dirty="0">
                <a:solidFill>
                  <a:srgbClr val="000000"/>
                </a:solidFill>
                <a:latin typeface="Times New Roman" panose="02020603050405020304" pitchFamily="18" charset="0"/>
                <a:ea typeface="楷体_GB2312" pitchFamily="49" charset="-122"/>
              </a:rPr>
              <a:t>Hermite</a:t>
            </a:r>
            <a:r>
              <a:rPr lang="zh-CN" altLang="en-US" sz="2400" b="1" dirty="0">
                <a:solidFill>
                  <a:srgbClr val="000000"/>
                </a:solidFill>
                <a:latin typeface="Times New Roman" panose="02020603050405020304" pitchFamily="18" charset="0"/>
                <a:ea typeface="楷体_GB2312" pitchFamily="49" charset="-122"/>
              </a:rPr>
              <a:t>多项式的基本步骤：</a:t>
            </a:r>
          </a:p>
        </p:txBody>
      </p:sp>
      <p:grpSp>
        <p:nvGrpSpPr>
          <p:cNvPr id="47107" name="Group 3"/>
          <p:cNvGrpSpPr/>
          <p:nvPr/>
        </p:nvGrpSpPr>
        <p:grpSpPr bwMode="auto">
          <a:xfrm>
            <a:off x="533506" y="1295456"/>
            <a:ext cx="6248400" cy="533400"/>
            <a:chOff x="0" y="0"/>
            <a:chExt cx="3936" cy="336"/>
          </a:xfrm>
        </p:grpSpPr>
        <p:sp>
          <p:nvSpPr>
            <p:cNvPr id="80902" name="Text Box 4"/>
            <p:cNvSpPr txBox="1">
              <a:spLocks noChangeArrowheads="1"/>
            </p:cNvSpPr>
            <p:nvPr/>
          </p:nvSpPr>
          <p:spPr bwMode="auto">
            <a:xfrm>
              <a:off x="0" y="48"/>
              <a:ext cx="39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dirty="0">
                  <a:solidFill>
                    <a:srgbClr val="000000"/>
                  </a:solidFill>
                  <a:latin typeface="Times New Roman" panose="02020603050405020304" pitchFamily="18" charset="0"/>
                  <a:ea typeface="楷体_GB2312" pitchFamily="49" charset="-122"/>
                </a:rPr>
                <a:t>写出相应于条件的</a:t>
              </a:r>
              <a:r>
                <a:rPr lang="en-US" altLang="zh-CN" sz="2000" b="1" i="1" dirty="0">
                  <a:solidFill>
                    <a:srgbClr val="000000"/>
                  </a:solidFill>
                  <a:latin typeface="Times New Roman" panose="02020603050405020304" pitchFamily="18" charset="0"/>
                  <a:ea typeface="楷体_GB2312" pitchFamily="49" charset="-122"/>
                </a:rPr>
                <a:t>h</a:t>
              </a:r>
              <a:r>
                <a:rPr lang="en-US" altLang="zh-CN" sz="2000" b="1" i="1" baseline="-25000" dirty="0">
                  <a:solidFill>
                    <a:srgbClr val="000000"/>
                  </a:solidFill>
                  <a:latin typeface="Times New Roman" panose="02020603050405020304" pitchFamily="18" charset="0"/>
                  <a:ea typeface="楷体_GB2312" pitchFamily="49" charset="-122"/>
                </a:rPr>
                <a:t>i</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a:t>
              </a:r>
              <a:r>
                <a:rPr lang="zh-CN" altLang="en-US" sz="2000" b="1" dirty="0">
                  <a:solidFill>
                    <a:srgbClr val="000000"/>
                  </a:solidFill>
                  <a:latin typeface="Times New Roman" panose="02020603050405020304" pitchFamily="18" charset="0"/>
                  <a:ea typeface="楷体_GB2312" pitchFamily="49" charset="-122"/>
                </a:rPr>
                <a:t>、 </a:t>
              </a:r>
              <a:r>
                <a:rPr lang="en-US" altLang="zh-CN" sz="2000" b="1" i="1" dirty="0">
                  <a:solidFill>
                    <a:srgbClr val="000000"/>
                  </a:solidFill>
                  <a:latin typeface="Times New Roman" panose="02020603050405020304" pitchFamily="18" charset="0"/>
                  <a:ea typeface="楷体_GB2312" pitchFamily="49" charset="-122"/>
                </a:rPr>
                <a:t>h</a:t>
              </a:r>
              <a:r>
                <a:rPr lang="en-US" altLang="zh-CN" sz="2000" b="1" i="1" baseline="-25000" dirty="0">
                  <a:solidFill>
                    <a:srgbClr val="000000"/>
                  </a:solidFill>
                  <a:latin typeface="Times New Roman" panose="02020603050405020304" pitchFamily="18" charset="0"/>
                  <a:ea typeface="楷体_GB2312" pitchFamily="49" charset="-122"/>
                </a:rPr>
                <a:t>i</a:t>
              </a:r>
              <a:r>
                <a:rPr lang="en-US" altLang="zh-CN" sz="2000" b="1" dirty="0">
                  <a:solidFill>
                    <a:srgbClr val="000000"/>
                  </a:solidFill>
                  <a:latin typeface="Times New Roman" panose="02020603050405020304" pitchFamily="18" charset="0"/>
                  <a:ea typeface="楷体_GB2312" pitchFamily="49" charset="-122"/>
                </a:rPr>
                <a:t>(</a:t>
              </a:r>
              <a:r>
                <a:rPr lang="en-US" altLang="zh-CN" sz="2000" b="1" i="1" dirty="0">
                  <a:solidFill>
                    <a:srgbClr val="000000"/>
                  </a:solidFill>
                  <a:latin typeface="Times New Roman" panose="02020603050405020304" pitchFamily="18" charset="0"/>
                  <a:ea typeface="楷体_GB2312" pitchFamily="49" charset="-122"/>
                </a:rPr>
                <a:t>x</a:t>
              </a:r>
              <a:r>
                <a:rPr lang="en-US" altLang="zh-CN" sz="2000" b="1" dirty="0">
                  <a:solidFill>
                    <a:srgbClr val="000000"/>
                  </a:solidFill>
                  <a:latin typeface="Times New Roman" panose="02020603050405020304" pitchFamily="18" charset="0"/>
                  <a:ea typeface="楷体_GB2312" pitchFamily="49" charset="-122"/>
                </a:rPr>
                <a:t>) </a:t>
              </a:r>
              <a:r>
                <a:rPr lang="zh-CN" altLang="en-US" sz="2400" b="1" dirty="0">
                  <a:solidFill>
                    <a:srgbClr val="000000"/>
                  </a:solidFill>
                  <a:latin typeface="Times New Roman" panose="02020603050405020304" pitchFamily="18" charset="0"/>
                  <a:ea typeface="楷体_GB2312" pitchFamily="49" charset="-122"/>
                </a:rPr>
                <a:t>的组合形式；</a:t>
              </a:r>
            </a:p>
          </p:txBody>
        </p:sp>
        <p:sp>
          <p:nvSpPr>
            <p:cNvPr id="80903" name="Text Box 5"/>
            <p:cNvSpPr txBox="1">
              <a:spLocks noChangeArrowheads="1"/>
            </p:cNvSpPr>
            <p:nvPr/>
          </p:nvSpPr>
          <p:spPr bwMode="auto">
            <a:xfrm>
              <a:off x="2256" y="0"/>
              <a:ext cx="240"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000" tIns="10800" rIns="54000" bIns="10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b="1">
                  <a:solidFill>
                    <a:srgbClr val="000000"/>
                  </a:solidFill>
                  <a:latin typeface="Times New Roman" panose="02020603050405020304" pitchFamily="18" charset="0"/>
                  <a:ea typeface="楷体_GB2312" pitchFamily="49" charset="-122"/>
                  <a:sym typeface="Symbol" panose="05050102010706020507" pitchFamily="18" charset="2"/>
                </a:rPr>
                <a:t></a:t>
              </a:r>
            </a:p>
          </p:txBody>
        </p:sp>
      </p:grpSp>
      <p:grpSp>
        <p:nvGrpSpPr>
          <p:cNvPr id="47110" name="Group 6"/>
          <p:cNvGrpSpPr/>
          <p:nvPr/>
        </p:nvGrpSpPr>
        <p:grpSpPr bwMode="auto">
          <a:xfrm>
            <a:off x="533506" y="1752656"/>
            <a:ext cx="7696200" cy="533400"/>
            <a:chOff x="0" y="0"/>
            <a:chExt cx="4848" cy="336"/>
          </a:xfrm>
        </p:grpSpPr>
        <p:sp>
          <p:nvSpPr>
            <p:cNvPr id="80905" name="Text Box 7"/>
            <p:cNvSpPr txBox="1">
              <a:spLocks noChangeArrowheads="1"/>
            </p:cNvSpPr>
            <p:nvPr/>
          </p:nvSpPr>
          <p:spPr bwMode="auto">
            <a:xfrm>
              <a:off x="0" y="48"/>
              <a:ext cx="484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rPr>
                <a:t>对每一个</a:t>
              </a:r>
              <a:r>
                <a:rPr lang="en-US" altLang="zh-CN" sz="2000" b="1" i="1">
                  <a:solidFill>
                    <a:srgbClr val="000000"/>
                  </a:solidFill>
                  <a:latin typeface="Times New Roman" panose="02020603050405020304" pitchFamily="18" charset="0"/>
                  <a:ea typeface="楷体_GB2312" pitchFamily="49" charset="-122"/>
                </a:rPr>
                <a:t>h</a:t>
              </a:r>
              <a:r>
                <a:rPr lang="en-US" altLang="zh-CN" sz="2000" b="1" i="1" baseline="-25000">
                  <a:solidFill>
                    <a:srgbClr val="000000"/>
                  </a:solidFill>
                  <a:latin typeface="Times New Roman" panose="02020603050405020304" pitchFamily="18" charset="0"/>
                  <a:ea typeface="楷体_GB2312" pitchFamily="49" charset="-122"/>
                </a:rPr>
                <a:t>i</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x</a:t>
              </a:r>
              <a:r>
                <a:rPr lang="en-US" altLang="zh-CN" sz="2000" b="1">
                  <a:solidFill>
                    <a:srgbClr val="000000"/>
                  </a:solidFill>
                  <a:latin typeface="Times New Roman" panose="02020603050405020304" pitchFamily="18" charset="0"/>
                  <a:ea typeface="楷体_GB2312" pitchFamily="49" charset="-122"/>
                </a:rPr>
                <a:t>)</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000000"/>
                  </a:solidFill>
                  <a:latin typeface="Times New Roman" panose="02020603050405020304" pitchFamily="18" charset="0"/>
                  <a:ea typeface="楷体_GB2312" pitchFamily="49" charset="-122"/>
                </a:rPr>
                <a:t>h</a:t>
              </a:r>
              <a:r>
                <a:rPr lang="en-US" altLang="zh-CN" sz="2000" b="1" i="1" baseline="-25000">
                  <a:solidFill>
                    <a:srgbClr val="000000"/>
                  </a:solidFill>
                  <a:latin typeface="Times New Roman" panose="02020603050405020304" pitchFamily="18" charset="0"/>
                  <a:ea typeface="楷体_GB2312" pitchFamily="49" charset="-122"/>
                </a:rPr>
                <a:t>i</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x</a:t>
              </a:r>
              <a:r>
                <a:rPr lang="en-US" altLang="zh-CN" sz="20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找出尽可能多的条件给出的根；</a:t>
              </a:r>
            </a:p>
          </p:txBody>
        </p:sp>
        <p:sp>
          <p:nvSpPr>
            <p:cNvPr id="80906" name="Text Box 8"/>
            <p:cNvSpPr txBox="1">
              <a:spLocks noChangeArrowheads="1"/>
            </p:cNvSpPr>
            <p:nvPr/>
          </p:nvSpPr>
          <p:spPr bwMode="auto">
            <a:xfrm>
              <a:off x="1488" y="0"/>
              <a:ext cx="240"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000" tIns="10800" rIns="54000" bIns="10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b="1">
                  <a:solidFill>
                    <a:srgbClr val="000000"/>
                  </a:solidFill>
                  <a:latin typeface="Times New Roman" panose="02020603050405020304" pitchFamily="18" charset="0"/>
                  <a:ea typeface="楷体_GB2312" pitchFamily="49" charset="-122"/>
                  <a:sym typeface="Symbol" panose="05050102010706020507" pitchFamily="18" charset="2"/>
                </a:rPr>
                <a:t></a:t>
              </a:r>
            </a:p>
          </p:txBody>
        </p:sp>
      </p:grpSp>
      <p:sp>
        <p:nvSpPr>
          <p:cNvPr id="47113" name="Text Box 9"/>
          <p:cNvSpPr txBox="1">
            <a:spLocks noChangeArrowheads="1"/>
          </p:cNvSpPr>
          <p:nvPr/>
        </p:nvSpPr>
        <p:spPr bwMode="auto">
          <a:xfrm>
            <a:off x="533506" y="2286056"/>
            <a:ext cx="7543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dirty="0">
                <a:solidFill>
                  <a:srgbClr val="000000"/>
                </a:solidFill>
                <a:latin typeface="Times New Roman" panose="02020603050405020304" pitchFamily="18" charset="0"/>
                <a:ea typeface="楷体_GB2312" pitchFamily="49" charset="-122"/>
              </a:rPr>
              <a:t>根据多项式的阶数和根的个数写出表达式；</a:t>
            </a:r>
          </a:p>
        </p:txBody>
      </p:sp>
      <p:sp>
        <p:nvSpPr>
          <p:cNvPr id="47114" name="Text Box 10"/>
          <p:cNvSpPr txBox="1">
            <a:spLocks noChangeArrowheads="1"/>
          </p:cNvSpPr>
          <p:nvPr/>
        </p:nvSpPr>
        <p:spPr bwMode="auto">
          <a:xfrm>
            <a:off x="533506" y="2743256"/>
            <a:ext cx="7848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dirty="0">
                <a:solidFill>
                  <a:srgbClr val="000000"/>
                </a:solidFill>
                <a:latin typeface="Times New Roman" panose="02020603050405020304" pitchFamily="18" charset="0"/>
                <a:ea typeface="楷体_GB2312" pitchFamily="49" charset="-122"/>
              </a:rPr>
              <a:t>根据尚未利用的条件解出表达式中的待定系数；</a:t>
            </a:r>
          </a:p>
        </p:txBody>
      </p:sp>
      <p:sp>
        <p:nvSpPr>
          <p:cNvPr id="47115" name="Text Box 11"/>
          <p:cNvSpPr txBox="1">
            <a:spLocks noChangeArrowheads="1"/>
          </p:cNvSpPr>
          <p:nvPr/>
        </p:nvSpPr>
        <p:spPr bwMode="auto">
          <a:xfrm>
            <a:off x="533506" y="3200456"/>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dirty="0">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dirty="0">
                <a:solidFill>
                  <a:srgbClr val="000000"/>
                </a:solidFill>
                <a:latin typeface="Times New Roman" panose="02020603050405020304" pitchFamily="18" charset="0"/>
                <a:ea typeface="楷体_GB2312" pitchFamily="49" charset="-122"/>
              </a:rPr>
              <a:t>最后完整写出</a:t>
            </a:r>
            <a:r>
              <a:rPr lang="en-US" altLang="zh-CN" sz="2400" b="1" i="1" dirty="0">
                <a:solidFill>
                  <a:srgbClr val="000000"/>
                </a:solidFill>
                <a:latin typeface="Times New Roman" panose="02020603050405020304" pitchFamily="18" charset="0"/>
                <a:ea typeface="楷体_GB2312" pitchFamily="49" charset="-122"/>
              </a:rPr>
              <a:t>H</a:t>
            </a:r>
            <a:r>
              <a:rPr lang="en-US" altLang="zh-CN" sz="2400" b="1" dirty="0">
                <a:solidFill>
                  <a:srgbClr val="000000"/>
                </a:solidFill>
                <a:latin typeface="Times New Roman" panose="02020603050405020304" pitchFamily="18" charset="0"/>
                <a:ea typeface="楷体_GB2312" pitchFamily="49" charset="-122"/>
              </a:rPr>
              <a:t>(</a:t>
            </a:r>
            <a:r>
              <a:rPr lang="en-US" altLang="zh-CN" sz="2400" b="1" i="1" dirty="0">
                <a:solidFill>
                  <a:srgbClr val="000000"/>
                </a:solidFill>
                <a:latin typeface="Times New Roman" panose="02020603050405020304" pitchFamily="18" charset="0"/>
                <a:ea typeface="楷体_GB2312" pitchFamily="49" charset="-122"/>
              </a:rPr>
              <a:t>x</a:t>
            </a:r>
            <a:r>
              <a:rPr lang="en-US" altLang="zh-CN" sz="2400" b="1" dirty="0">
                <a:solidFill>
                  <a:srgbClr val="000000"/>
                </a:solidFill>
                <a:latin typeface="Times New Roman" panose="02020603050405020304" pitchFamily="18" charset="0"/>
                <a:ea typeface="楷体_GB2312" pitchFamily="49" charset="-122"/>
              </a:rPr>
              <a:t>)</a:t>
            </a:r>
            <a:r>
              <a:rPr lang="zh-CN" altLang="en-US" sz="2400" b="1" dirty="0">
                <a:solidFill>
                  <a:srgbClr val="000000"/>
                </a:solidFill>
                <a:latin typeface="Times New Roman" panose="02020603050405020304" pitchFamily="18" charset="0"/>
                <a:ea typeface="楷体_GB2312" pitchFamily="49" charset="-122"/>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7106"/>
                                        </p:tgtEl>
                                        <p:attrNameLst>
                                          <p:attrName>style.visibility</p:attrName>
                                        </p:attrNameLst>
                                      </p:cBhvr>
                                      <p:to>
                                        <p:strVal val="visible"/>
                                      </p:to>
                                    </p:set>
                                    <p:animEffect transition="in" filter="wipe(left)">
                                      <p:cBhvr>
                                        <p:cTn id="7" dur="500"/>
                                        <p:tgtEl>
                                          <p:spTgt spid="47106"/>
                                        </p:tgtEl>
                                      </p:cBhvr>
                                    </p:animEffect>
                                  </p:childTnLst>
                                  <p:subTnLst>
                                    <p:audio>
                                      <p:cMediaNode>
                                        <p:cTn display="0" masterRel="sameClick">
                                          <p:stCondLst>
                                            <p:cond evt="begin" delay="0">
                                              <p:tn val="5"/>
                                            </p:cond>
                                          </p:stCondLst>
                                          <p:endCondLst>
                                            <p:cond evt="onStopAudio" delay="0">
                                              <p:tgtEl>
                                                <p:sldTgt/>
                                              </p:tgtEl>
                                            </p:cond>
                                          </p:endCondLst>
                                        </p:cTn>
                                        <p:tgtEl>
                                          <p:sndTgt r:embed="rId2" name="PROJCTOR.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7107"/>
                                        </p:tgtEl>
                                        <p:attrNameLst>
                                          <p:attrName>style.visibility</p:attrName>
                                        </p:attrNameLst>
                                      </p:cBhvr>
                                      <p:to>
                                        <p:strVal val="visible"/>
                                      </p:to>
                                    </p:set>
                                    <p:animEffect transition="in" filter="wipe(left)">
                                      <p:cBhvr>
                                        <p:cTn id="12" dur="500"/>
                                        <p:tgtEl>
                                          <p:spTgt spid="47107"/>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7110"/>
                                        </p:tgtEl>
                                        <p:attrNameLst>
                                          <p:attrName>style.visibility</p:attrName>
                                        </p:attrNameLst>
                                      </p:cBhvr>
                                      <p:to>
                                        <p:strVal val="visible"/>
                                      </p:to>
                                    </p:set>
                                    <p:animEffect transition="in" filter="wipe(left)">
                                      <p:cBhvr>
                                        <p:cTn id="17" dur="500"/>
                                        <p:tgtEl>
                                          <p:spTgt spid="47110"/>
                                        </p:tgtEl>
                                      </p:cBhvr>
                                    </p:animEffect>
                                  </p:childTnLst>
                                  <p:subTnLst>
                                    <p:audio>
                                      <p:cMediaNode>
                                        <p:cTn display="0" masterRel="sameClick">
                                          <p:stCondLst>
                                            <p:cond evt="begin" delay="0">
                                              <p:tn val="15"/>
                                            </p:cond>
                                          </p:stCondLst>
                                          <p:endCondLst>
                                            <p:cond evt="onStopAudio" delay="0">
                                              <p:tgtEl>
                                                <p:sldTgt/>
                                              </p:tgtEl>
                                            </p:cond>
                                          </p:endCondLst>
                                        </p:cTn>
                                        <p:tgtEl>
                                          <p:sndTgt r:embed="rId3"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7113"/>
                                        </p:tgtEl>
                                        <p:attrNameLst>
                                          <p:attrName>style.visibility</p:attrName>
                                        </p:attrNameLst>
                                      </p:cBhvr>
                                      <p:to>
                                        <p:strVal val="visible"/>
                                      </p:to>
                                    </p:set>
                                    <p:animEffect transition="in" filter="wipe(left)">
                                      <p:cBhvr>
                                        <p:cTn id="22" dur="500"/>
                                        <p:tgtEl>
                                          <p:spTgt spid="47113"/>
                                        </p:tgtEl>
                                      </p:cBhvr>
                                    </p:animEffect>
                                  </p:childTnLst>
                                  <p:subTnLst>
                                    <p:audio>
                                      <p:cMediaNode>
                                        <p:cTn display="0" masterRel="sameClick">
                                          <p:stCondLst>
                                            <p:cond evt="begin" delay="0">
                                              <p:tn val="20"/>
                                            </p:cond>
                                          </p:stCondLst>
                                          <p:endCondLst>
                                            <p:cond evt="onStopAudio" delay="0">
                                              <p:tgtEl>
                                                <p:sldTgt/>
                                              </p:tgtEl>
                                            </p:cond>
                                          </p:endCondLst>
                                        </p:cTn>
                                        <p:tgtEl>
                                          <p:sndTgt r:embed="rId3" name="type.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7114"/>
                                        </p:tgtEl>
                                        <p:attrNameLst>
                                          <p:attrName>style.visibility</p:attrName>
                                        </p:attrNameLst>
                                      </p:cBhvr>
                                      <p:to>
                                        <p:strVal val="visible"/>
                                      </p:to>
                                    </p:set>
                                    <p:animEffect transition="in" filter="wipe(left)">
                                      <p:cBhvr>
                                        <p:cTn id="27" dur="500"/>
                                        <p:tgtEl>
                                          <p:spTgt spid="47114"/>
                                        </p:tgtEl>
                                      </p:cBhvr>
                                    </p:animEffect>
                                  </p:childTnLst>
                                  <p:subTnLst>
                                    <p:audio>
                                      <p:cMediaNode>
                                        <p:cTn display="0" masterRel="sameClick">
                                          <p:stCondLst>
                                            <p:cond evt="begin" delay="0">
                                              <p:tn val="25"/>
                                            </p:cond>
                                          </p:stCondLst>
                                          <p:endCondLst>
                                            <p:cond evt="onStopAudio" delay="0">
                                              <p:tgtEl>
                                                <p:sldTgt/>
                                              </p:tgtEl>
                                            </p:cond>
                                          </p:endCondLst>
                                        </p:cTn>
                                        <p:tgtEl>
                                          <p:sndTgt r:embed="rId3"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7115"/>
                                        </p:tgtEl>
                                        <p:attrNameLst>
                                          <p:attrName>style.visibility</p:attrName>
                                        </p:attrNameLst>
                                      </p:cBhvr>
                                      <p:to>
                                        <p:strVal val="visible"/>
                                      </p:to>
                                    </p:set>
                                    <p:animEffect transition="in" filter="wipe(left)">
                                      <p:cBhvr>
                                        <p:cTn id="32" dur="500"/>
                                        <p:tgtEl>
                                          <p:spTgt spid="47115"/>
                                        </p:tgtEl>
                                      </p:cBhvr>
                                    </p:animEffect>
                                  </p:childTnLst>
                                  <p:subTnLst>
                                    <p:audio>
                                      <p:cMediaNode>
                                        <p:cTn display="0" masterRel="sameClick">
                                          <p:stCondLst>
                                            <p:cond evt="begin" delay="0">
                                              <p:tn val="30"/>
                                            </p:cond>
                                          </p:stCondLst>
                                          <p:endCondLst>
                                            <p:cond evt="onStopAudio" delay="0">
                                              <p:tgtEl>
                                                <p:sldTgt/>
                                              </p:tgtEl>
                                            </p:cond>
                                          </p:endCondLst>
                                        </p:cTn>
                                        <p:tgtEl>
                                          <p:sndTgt r:embed="rId3"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p:bldP spid="47113" grpId="0"/>
      <p:bldP spid="47114" grpId="0"/>
      <p:bldP spid="4711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4FDD178-8972-44B5-870C-0CF0881ADB02}"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192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192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AACF0AE2-3B3D-44B6-B76D-B34DB66919D0}" type="slidenum">
              <a:rPr lang="zh-CN" altLang="en-US" smtClean="0">
                <a:solidFill>
                  <a:srgbClr val="000000"/>
                </a:solidFill>
                <a:latin typeface="Times New Roman" panose="02020603050405020304" pitchFamily="18" charset="0"/>
              </a:rPr>
              <a:t>72</a:t>
            </a:fld>
            <a:endParaRPr lang="zh-CN" altLang="en-US">
              <a:solidFill>
                <a:srgbClr val="000000"/>
              </a:solidFill>
              <a:latin typeface="Times New Roman" panose="02020603050405020304" pitchFamily="18" charset="0"/>
            </a:endParaRPr>
          </a:p>
        </p:txBody>
      </p:sp>
      <p:sp>
        <p:nvSpPr>
          <p:cNvPr id="48130" name="Text Box 2"/>
          <p:cNvSpPr txBox="1">
            <a:spLocks noChangeArrowheads="1"/>
          </p:cNvSpPr>
          <p:nvPr/>
        </p:nvSpPr>
        <p:spPr bwMode="auto">
          <a:xfrm>
            <a:off x="304800" y="304800"/>
            <a:ext cx="8458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800" b="1">
                <a:solidFill>
                  <a:srgbClr val="000000"/>
                </a:solidFill>
                <a:latin typeface="Times New Roman" panose="02020603050405020304" pitchFamily="18" charset="0"/>
              </a:rPr>
              <a:t>§4  </a:t>
            </a:r>
            <a:r>
              <a:rPr lang="zh-CN" altLang="en-US" sz="2800" b="1">
                <a:solidFill>
                  <a:srgbClr val="000000"/>
                </a:solidFill>
                <a:latin typeface="Times New Roman" panose="02020603050405020304" pitchFamily="18" charset="0"/>
                <a:ea typeface="楷体_GB2312" pitchFamily="49" charset="-122"/>
              </a:rPr>
              <a:t>分段低次插值  </a:t>
            </a:r>
            <a:endParaRPr lang="zh-CN" altLang="en-US" sz="2000" b="1">
              <a:solidFill>
                <a:srgbClr val="008000"/>
              </a:solidFill>
              <a:ea typeface="楷体_GB2312" pitchFamily="49" charset="-122"/>
            </a:endParaRPr>
          </a:p>
        </p:txBody>
      </p:sp>
      <p:pic>
        <p:nvPicPr>
          <p:cNvPr id="48131" name="Picture 3" descr="MONEY"/>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3400" y="4495800"/>
            <a:ext cx="1782763" cy="160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2" name="AutoShape 4"/>
          <p:cNvSpPr>
            <a:spLocks noChangeArrowheads="1"/>
          </p:cNvSpPr>
          <p:nvPr/>
        </p:nvSpPr>
        <p:spPr bwMode="auto">
          <a:xfrm>
            <a:off x="1828800" y="2209800"/>
            <a:ext cx="6324600" cy="2133600"/>
          </a:xfrm>
          <a:prstGeom prst="cloudCallout">
            <a:avLst>
              <a:gd name="adj1" fmla="val -40662"/>
              <a:gd name="adj2" fmla="val 84079"/>
            </a:avLst>
          </a:prstGeom>
          <a:gradFill rotWithShape="0">
            <a:gsLst>
              <a:gs pos="0">
                <a:srgbClr val="CCFFCC"/>
              </a:gs>
              <a:gs pos="100000">
                <a:schemeClr val="bg1"/>
              </a:gs>
            </a:gsLst>
            <a:lin ang="18900000" scaled="1"/>
          </a:gradFill>
          <a:ln w="9525">
            <a:solidFill>
              <a:srgbClr val="008000"/>
            </a:solidFill>
            <a:round/>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a:solidFill>
                  <a:srgbClr val="000000"/>
                </a:solidFill>
                <a:latin typeface="Times New Roman" panose="02020603050405020304" pitchFamily="18" charset="0"/>
                <a:ea typeface="楷体_GB2312" pitchFamily="49" charset="-122"/>
              </a:rPr>
              <a:t>Remember what I have said? </a:t>
            </a:r>
          </a:p>
          <a:p>
            <a:pPr algn="ctr" eaLnBrk="1" hangingPunct="1"/>
            <a:r>
              <a:rPr lang="en-US" altLang="zh-CN" sz="2000" b="1">
                <a:solidFill>
                  <a:srgbClr val="000000"/>
                </a:solidFill>
                <a:latin typeface="Times New Roman" panose="02020603050405020304" pitchFamily="18" charset="0"/>
                <a:ea typeface="楷体_GB2312" pitchFamily="49" charset="-122"/>
              </a:rPr>
              <a:t>          Increasing the degree of interpolating polynomial </a:t>
            </a:r>
          </a:p>
          <a:p>
            <a:pPr algn="ctr" eaLnBrk="1" hangingPunct="1"/>
            <a:r>
              <a:rPr lang="en-US" altLang="zh-CN" sz="2000" b="1">
                <a:solidFill>
                  <a:srgbClr val="000000"/>
                </a:solidFill>
                <a:latin typeface="Times New Roman" panose="02020603050405020304" pitchFamily="18" charset="0"/>
                <a:ea typeface="楷体_GB2312" pitchFamily="49" charset="-122"/>
              </a:rPr>
              <a:t>will </a:t>
            </a:r>
            <a:r>
              <a:rPr lang="en-US" altLang="zh-CN" sz="2000" b="1">
                <a:solidFill>
                  <a:srgbClr val="FF3300"/>
                </a:solidFill>
                <a:latin typeface="Times New Roman" panose="02020603050405020304" pitchFamily="18" charset="0"/>
                <a:ea typeface="楷体_GB2312" pitchFamily="49" charset="-122"/>
              </a:rPr>
              <a:t>NOT</a:t>
            </a:r>
            <a:r>
              <a:rPr lang="en-US" altLang="zh-CN" sz="2000" b="1">
                <a:solidFill>
                  <a:srgbClr val="000000"/>
                </a:solidFill>
                <a:latin typeface="Times New Roman" panose="02020603050405020304" pitchFamily="18" charset="0"/>
                <a:ea typeface="楷体_GB2312" pitchFamily="49" charset="-122"/>
              </a:rPr>
              <a:t> guarantee a good result, </a:t>
            </a:r>
          </a:p>
          <a:p>
            <a:pPr algn="ctr" eaLnBrk="1" hangingPunct="1"/>
            <a:r>
              <a:rPr lang="en-US" altLang="zh-CN" sz="2000" b="1">
                <a:solidFill>
                  <a:srgbClr val="000000"/>
                </a:solidFill>
                <a:latin typeface="Times New Roman" panose="02020603050405020304" pitchFamily="18" charset="0"/>
                <a:ea typeface="楷体_GB2312" pitchFamily="49" charset="-122"/>
              </a:rPr>
              <a:t>since high-degree polynomials are </a:t>
            </a:r>
          </a:p>
          <a:p>
            <a:pPr algn="ctr" eaLnBrk="1" hangingPunct="1"/>
            <a:r>
              <a:rPr lang="en-US" altLang="zh-CN" sz="2000" b="1" i="1">
                <a:solidFill>
                  <a:srgbClr val="3333CC"/>
                </a:solidFill>
                <a:latin typeface="Times New Roman" panose="02020603050405020304" pitchFamily="18" charset="0"/>
                <a:ea typeface="楷体_GB2312" pitchFamily="49" charset="-122"/>
              </a:rPr>
              <a:t>oscillating</a:t>
            </a:r>
            <a:r>
              <a:rPr lang="en-US" altLang="zh-CN" sz="2000" b="1">
                <a:solidFill>
                  <a:srgbClr val="000000"/>
                </a:solidFill>
                <a:latin typeface="Times New Roman" panose="02020603050405020304" pitchFamily="18" charset="0"/>
                <a:ea typeface="楷体_GB2312" pitchFamily="49" charset="-122"/>
              </a:rPr>
              <a:t>.</a:t>
            </a:r>
          </a:p>
        </p:txBody>
      </p:sp>
      <p:sp>
        <p:nvSpPr>
          <p:cNvPr id="48133" name="Rectangle 5"/>
          <p:cNvSpPr>
            <a:spLocks noChangeArrowheads="1"/>
          </p:cNvSpPr>
          <p:nvPr/>
        </p:nvSpPr>
        <p:spPr bwMode="auto">
          <a:xfrm>
            <a:off x="457200" y="4419600"/>
            <a:ext cx="1905000" cy="1752600"/>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48134" name="Group 6"/>
          <p:cNvGrpSpPr/>
          <p:nvPr/>
        </p:nvGrpSpPr>
        <p:grpSpPr bwMode="auto">
          <a:xfrm>
            <a:off x="381000" y="914400"/>
            <a:ext cx="8153400" cy="647700"/>
            <a:chOff x="0" y="0"/>
            <a:chExt cx="5136" cy="408"/>
          </a:xfrm>
        </p:grpSpPr>
        <p:sp>
          <p:nvSpPr>
            <p:cNvPr id="81929" name="Text Box 7"/>
            <p:cNvSpPr txBox="1">
              <a:spLocks noChangeArrowheads="1"/>
            </p:cNvSpPr>
            <p:nvPr/>
          </p:nvSpPr>
          <p:spPr bwMode="auto">
            <a:xfrm>
              <a:off x="0" y="48"/>
              <a:ext cx="39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rPr>
                <a:t>例：</a:t>
              </a:r>
              <a:r>
                <a:rPr lang="zh-CN" altLang="en-US" sz="2400" b="1">
                  <a:solidFill>
                    <a:srgbClr val="000000"/>
                  </a:solidFill>
                  <a:latin typeface="Times New Roman" panose="02020603050405020304" pitchFamily="18" charset="0"/>
                  <a:ea typeface="楷体_GB2312" pitchFamily="49" charset="-122"/>
                </a:rPr>
                <a:t>在</a:t>
              </a:r>
              <a:r>
                <a:rPr lang="en-US" altLang="zh-CN" sz="2000" b="1">
                  <a:solidFill>
                    <a:srgbClr val="000000"/>
                  </a:solidFill>
                  <a:latin typeface="Times New Roman" panose="02020603050405020304" pitchFamily="18" charset="0"/>
                  <a:ea typeface="楷体_GB2312" pitchFamily="49" charset="-122"/>
                </a:rPr>
                <a:t>[</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5, 5</a:t>
              </a:r>
              <a:r>
                <a:rPr lang="en-US" altLang="zh-CN" sz="20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上考察                   的</a:t>
              </a:r>
              <a:r>
                <a:rPr lang="en-US" altLang="zh-CN" sz="2400" b="1" i="1">
                  <a:solidFill>
                    <a:srgbClr val="000000"/>
                  </a:solidFill>
                  <a:latin typeface="Times New Roman" panose="02020603050405020304" pitchFamily="18" charset="0"/>
                  <a:ea typeface="楷体_GB2312" pitchFamily="49" charset="-122"/>
                </a:rPr>
                <a:t>L</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。取</a:t>
              </a:r>
            </a:p>
          </p:txBody>
        </p:sp>
        <p:graphicFrame>
          <p:nvGraphicFramePr>
            <p:cNvPr id="81930" name="Object 8"/>
            <p:cNvGraphicFramePr>
              <a:graphicFrameLocks noChangeAspect="1"/>
            </p:cNvGraphicFramePr>
            <p:nvPr/>
          </p:nvGraphicFramePr>
          <p:xfrm>
            <a:off x="1632" y="0"/>
            <a:ext cx="912" cy="387"/>
          </p:xfrm>
          <a:graphic>
            <a:graphicData uri="http://schemas.openxmlformats.org/presentationml/2006/ole">
              <mc:AlternateContent xmlns:mc="http://schemas.openxmlformats.org/markup-compatibility/2006">
                <mc:Choice xmlns:v="urn:schemas-microsoft-com:vml" Requires="v">
                  <p:oleObj spid="_x0000_s82930" r:id="rId10" imgW="902335" imgH="394335" progId="Equation.3">
                    <p:embed/>
                  </p:oleObj>
                </mc:Choice>
                <mc:Fallback>
                  <p:oleObj r:id="rId10" imgW="902335" imgH="394335" progId="Equation.3">
                    <p:embed/>
                    <p:pic>
                      <p:nvPicPr>
                        <p:cNvPr id="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32" y="0"/>
                          <a:ext cx="912"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1931" name="Object 9"/>
            <p:cNvGraphicFramePr>
              <a:graphicFrameLocks noChangeAspect="1"/>
            </p:cNvGraphicFramePr>
            <p:nvPr/>
          </p:nvGraphicFramePr>
          <p:xfrm>
            <a:off x="3552" y="48"/>
            <a:ext cx="1584" cy="360"/>
          </p:xfrm>
          <a:graphic>
            <a:graphicData uri="http://schemas.openxmlformats.org/presentationml/2006/ole">
              <mc:AlternateContent xmlns:mc="http://schemas.openxmlformats.org/markup-compatibility/2006">
                <mc:Choice xmlns:v="urn:schemas-microsoft-com:vml" Requires="v">
                  <p:oleObj spid="_x0000_s82931" r:id="rId12" imgW="1764665" imgH="355600" progId="Equation.3">
                    <p:embed/>
                  </p:oleObj>
                </mc:Choice>
                <mc:Fallback>
                  <p:oleObj r:id="rId12" imgW="1764665" imgH="355600" progId="Equation.3">
                    <p:embed/>
                    <p:pic>
                      <p:nvPicPr>
                        <p:cNvPr id="0"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52" y="48"/>
                          <a:ext cx="1584"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48138" name="Group 10"/>
          <p:cNvGrpSpPr/>
          <p:nvPr/>
        </p:nvGrpSpPr>
        <p:grpSpPr bwMode="auto">
          <a:xfrm>
            <a:off x="974725" y="1682750"/>
            <a:ext cx="4470400" cy="3625850"/>
            <a:chOff x="0" y="0"/>
            <a:chExt cx="2816" cy="2284"/>
          </a:xfrm>
        </p:grpSpPr>
        <p:sp>
          <p:nvSpPr>
            <p:cNvPr id="81933" name="Rectangle 11"/>
            <p:cNvSpPr>
              <a:spLocks noChangeArrowheads="1"/>
            </p:cNvSpPr>
            <p:nvPr/>
          </p:nvSpPr>
          <p:spPr bwMode="auto">
            <a:xfrm>
              <a:off x="0" y="0"/>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grpSp>
          <p:nvGrpSpPr>
            <p:cNvPr id="81934" name="Group 12"/>
            <p:cNvGrpSpPr/>
            <p:nvPr/>
          </p:nvGrpSpPr>
          <p:grpSpPr bwMode="auto">
            <a:xfrm>
              <a:off x="153" y="97"/>
              <a:ext cx="5" cy="2045"/>
              <a:chOff x="0" y="0"/>
              <a:chExt cx="5" cy="2045"/>
            </a:xfrm>
          </p:grpSpPr>
          <p:sp>
            <p:nvSpPr>
              <p:cNvPr id="81935" name="未知"/>
              <p:cNvSpPr>
                <a:spLocks noChangeArrowheads="1"/>
              </p:cNvSpPr>
              <p:nvPr/>
            </p:nvSpPr>
            <p:spPr bwMode="auto">
              <a:xfrm>
                <a:off x="0" y="2039"/>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36" name="未知"/>
              <p:cNvSpPr>
                <a:spLocks noChangeArrowheads="1"/>
              </p:cNvSpPr>
              <p:nvPr/>
            </p:nvSpPr>
            <p:spPr bwMode="auto">
              <a:xfrm>
                <a:off x="0" y="2028"/>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37" name="未知"/>
              <p:cNvSpPr>
                <a:spLocks noChangeArrowheads="1"/>
              </p:cNvSpPr>
              <p:nvPr/>
            </p:nvSpPr>
            <p:spPr bwMode="auto">
              <a:xfrm>
                <a:off x="0" y="2016"/>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38" name="未知"/>
              <p:cNvSpPr>
                <a:spLocks noChangeArrowheads="1"/>
              </p:cNvSpPr>
              <p:nvPr/>
            </p:nvSpPr>
            <p:spPr bwMode="auto">
              <a:xfrm>
                <a:off x="0" y="2005"/>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39" name="未知"/>
              <p:cNvSpPr>
                <a:spLocks noChangeArrowheads="1"/>
              </p:cNvSpPr>
              <p:nvPr/>
            </p:nvSpPr>
            <p:spPr bwMode="auto">
              <a:xfrm>
                <a:off x="0" y="1993"/>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0" name="未知"/>
              <p:cNvSpPr>
                <a:spLocks noChangeArrowheads="1"/>
              </p:cNvSpPr>
              <p:nvPr/>
            </p:nvSpPr>
            <p:spPr bwMode="auto">
              <a:xfrm>
                <a:off x="0" y="1982"/>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1" name="未知"/>
              <p:cNvSpPr>
                <a:spLocks noChangeArrowheads="1"/>
              </p:cNvSpPr>
              <p:nvPr/>
            </p:nvSpPr>
            <p:spPr bwMode="auto">
              <a:xfrm>
                <a:off x="0" y="1970"/>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2" name="未知"/>
              <p:cNvSpPr>
                <a:spLocks noChangeArrowheads="1"/>
              </p:cNvSpPr>
              <p:nvPr/>
            </p:nvSpPr>
            <p:spPr bwMode="auto">
              <a:xfrm>
                <a:off x="0" y="1959"/>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3" name="未知"/>
              <p:cNvSpPr>
                <a:spLocks noChangeArrowheads="1"/>
              </p:cNvSpPr>
              <p:nvPr/>
            </p:nvSpPr>
            <p:spPr bwMode="auto">
              <a:xfrm>
                <a:off x="0" y="1947"/>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4" name="未知"/>
              <p:cNvSpPr>
                <a:spLocks noChangeArrowheads="1"/>
              </p:cNvSpPr>
              <p:nvPr/>
            </p:nvSpPr>
            <p:spPr bwMode="auto">
              <a:xfrm>
                <a:off x="0" y="1936"/>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5" name="未知"/>
              <p:cNvSpPr>
                <a:spLocks noChangeArrowheads="1"/>
              </p:cNvSpPr>
              <p:nvPr/>
            </p:nvSpPr>
            <p:spPr bwMode="auto">
              <a:xfrm>
                <a:off x="0" y="1924"/>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6" name="未知"/>
              <p:cNvSpPr>
                <a:spLocks noChangeArrowheads="1"/>
              </p:cNvSpPr>
              <p:nvPr/>
            </p:nvSpPr>
            <p:spPr bwMode="auto">
              <a:xfrm>
                <a:off x="0" y="1912"/>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7" name="未知"/>
              <p:cNvSpPr>
                <a:spLocks noChangeArrowheads="1"/>
              </p:cNvSpPr>
              <p:nvPr/>
            </p:nvSpPr>
            <p:spPr bwMode="auto">
              <a:xfrm>
                <a:off x="0" y="1901"/>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8" name="未知"/>
              <p:cNvSpPr>
                <a:spLocks noChangeArrowheads="1"/>
              </p:cNvSpPr>
              <p:nvPr/>
            </p:nvSpPr>
            <p:spPr bwMode="auto">
              <a:xfrm>
                <a:off x="0" y="1889"/>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49" name="未知"/>
              <p:cNvSpPr>
                <a:spLocks noChangeArrowheads="1"/>
              </p:cNvSpPr>
              <p:nvPr/>
            </p:nvSpPr>
            <p:spPr bwMode="auto">
              <a:xfrm>
                <a:off x="0" y="187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0" name="未知"/>
              <p:cNvSpPr>
                <a:spLocks noChangeArrowheads="1"/>
              </p:cNvSpPr>
              <p:nvPr/>
            </p:nvSpPr>
            <p:spPr bwMode="auto">
              <a:xfrm>
                <a:off x="0" y="186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1" name="未知"/>
              <p:cNvSpPr>
                <a:spLocks noChangeArrowheads="1"/>
              </p:cNvSpPr>
              <p:nvPr/>
            </p:nvSpPr>
            <p:spPr bwMode="auto">
              <a:xfrm>
                <a:off x="0" y="1855"/>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2" name="未知"/>
              <p:cNvSpPr>
                <a:spLocks noChangeArrowheads="1"/>
              </p:cNvSpPr>
              <p:nvPr/>
            </p:nvSpPr>
            <p:spPr bwMode="auto">
              <a:xfrm>
                <a:off x="0" y="1843"/>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3" name="未知"/>
              <p:cNvSpPr>
                <a:spLocks noChangeArrowheads="1"/>
              </p:cNvSpPr>
              <p:nvPr/>
            </p:nvSpPr>
            <p:spPr bwMode="auto">
              <a:xfrm>
                <a:off x="0" y="1832"/>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4" name="未知"/>
              <p:cNvSpPr>
                <a:spLocks noChangeArrowheads="1"/>
              </p:cNvSpPr>
              <p:nvPr/>
            </p:nvSpPr>
            <p:spPr bwMode="auto">
              <a:xfrm>
                <a:off x="0" y="182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5" name="未知"/>
              <p:cNvSpPr>
                <a:spLocks noChangeArrowheads="1"/>
              </p:cNvSpPr>
              <p:nvPr/>
            </p:nvSpPr>
            <p:spPr bwMode="auto">
              <a:xfrm>
                <a:off x="0" y="180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6" name="未知"/>
              <p:cNvSpPr>
                <a:spLocks noChangeArrowheads="1"/>
              </p:cNvSpPr>
              <p:nvPr/>
            </p:nvSpPr>
            <p:spPr bwMode="auto">
              <a:xfrm>
                <a:off x="0" y="179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7" name="未知"/>
              <p:cNvSpPr>
                <a:spLocks noChangeArrowheads="1"/>
              </p:cNvSpPr>
              <p:nvPr/>
            </p:nvSpPr>
            <p:spPr bwMode="auto">
              <a:xfrm>
                <a:off x="0" y="178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8" name="未知"/>
              <p:cNvSpPr>
                <a:spLocks noChangeArrowheads="1"/>
              </p:cNvSpPr>
              <p:nvPr/>
            </p:nvSpPr>
            <p:spPr bwMode="auto">
              <a:xfrm>
                <a:off x="0" y="1774"/>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59" name="未知"/>
              <p:cNvSpPr>
                <a:spLocks noChangeArrowheads="1"/>
              </p:cNvSpPr>
              <p:nvPr/>
            </p:nvSpPr>
            <p:spPr bwMode="auto">
              <a:xfrm>
                <a:off x="0" y="1763"/>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0" name="未知"/>
              <p:cNvSpPr>
                <a:spLocks noChangeArrowheads="1"/>
              </p:cNvSpPr>
              <p:nvPr/>
            </p:nvSpPr>
            <p:spPr bwMode="auto">
              <a:xfrm>
                <a:off x="0" y="1751"/>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1" name="未知"/>
              <p:cNvSpPr>
                <a:spLocks noChangeArrowheads="1"/>
              </p:cNvSpPr>
              <p:nvPr/>
            </p:nvSpPr>
            <p:spPr bwMode="auto">
              <a:xfrm>
                <a:off x="0" y="1740"/>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2" name="未知"/>
              <p:cNvSpPr>
                <a:spLocks noChangeArrowheads="1"/>
              </p:cNvSpPr>
              <p:nvPr/>
            </p:nvSpPr>
            <p:spPr bwMode="auto">
              <a:xfrm>
                <a:off x="0" y="1728"/>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3" name="未知"/>
              <p:cNvSpPr>
                <a:spLocks noChangeArrowheads="1"/>
              </p:cNvSpPr>
              <p:nvPr/>
            </p:nvSpPr>
            <p:spPr bwMode="auto">
              <a:xfrm>
                <a:off x="0" y="1717"/>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4" name="未知"/>
              <p:cNvSpPr>
                <a:spLocks noChangeArrowheads="1"/>
              </p:cNvSpPr>
              <p:nvPr/>
            </p:nvSpPr>
            <p:spPr bwMode="auto">
              <a:xfrm>
                <a:off x="0" y="1705"/>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5" name="未知"/>
              <p:cNvSpPr>
                <a:spLocks noChangeArrowheads="1"/>
              </p:cNvSpPr>
              <p:nvPr/>
            </p:nvSpPr>
            <p:spPr bwMode="auto">
              <a:xfrm>
                <a:off x="0" y="1694"/>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6" name="未知"/>
              <p:cNvSpPr>
                <a:spLocks noChangeArrowheads="1"/>
              </p:cNvSpPr>
              <p:nvPr/>
            </p:nvSpPr>
            <p:spPr bwMode="auto">
              <a:xfrm>
                <a:off x="0" y="1682"/>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7" name="未知"/>
              <p:cNvSpPr>
                <a:spLocks noChangeArrowheads="1"/>
              </p:cNvSpPr>
              <p:nvPr/>
            </p:nvSpPr>
            <p:spPr bwMode="auto">
              <a:xfrm>
                <a:off x="0" y="1671"/>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8" name="未知"/>
              <p:cNvSpPr>
                <a:spLocks noChangeArrowheads="1"/>
              </p:cNvSpPr>
              <p:nvPr/>
            </p:nvSpPr>
            <p:spPr bwMode="auto">
              <a:xfrm>
                <a:off x="0" y="1659"/>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69" name="未知"/>
              <p:cNvSpPr>
                <a:spLocks noChangeArrowheads="1"/>
              </p:cNvSpPr>
              <p:nvPr/>
            </p:nvSpPr>
            <p:spPr bwMode="auto">
              <a:xfrm>
                <a:off x="0" y="1648"/>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0" name="未知"/>
              <p:cNvSpPr>
                <a:spLocks noChangeArrowheads="1"/>
              </p:cNvSpPr>
              <p:nvPr/>
            </p:nvSpPr>
            <p:spPr bwMode="auto">
              <a:xfrm>
                <a:off x="0" y="1636"/>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1" name="未知"/>
              <p:cNvSpPr>
                <a:spLocks noChangeArrowheads="1"/>
              </p:cNvSpPr>
              <p:nvPr/>
            </p:nvSpPr>
            <p:spPr bwMode="auto">
              <a:xfrm>
                <a:off x="0" y="1624"/>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2" name="未知"/>
              <p:cNvSpPr>
                <a:spLocks noChangeArrowheads="1"/>
              </p:cNvSpPr>
              <p:nvPr/>
            </p:nvSpPr>
            <p:spPr bwMode="auto">
              <a:xfrm>
                <a:off x="0" y="1613"/>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3" name="未知"/>
              <p:cNvSpPr>
                <a:spLocks noChangeArrowheads="1"/>
              </p:cNvSpPr>
              <p:nvPr/>
            </p:nvSpPr>
            <p:spPr bwMode="auto">
              <a:xfrm>
                <a:off x="0" y="1601"/>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4" name="未知"/>
              <p:cNvSpPr>
                <a:spLocks noChangeArrowheads="1"/>
              </p:cNvSpPr>
              <p:nvPr/>
            </p:nvSpPr>
            <p:spPr bwMode="auto">
              <a:xfrm>
                <a:off x="0" y="1590"/>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5" name="未知"/>
              <p:cNvSpPr>
                <a:spLocks noChangeArrowheads="1"/>
              </p:cNvSpPr>
              <p:nvPr/>
            </p:nvSpPr>
            <p:spPr bwMode="auto">
              <a:xfrm>
                <a:off x="0" y="157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6" name="未知"/>
              <p:cNvSpPr>
                <a:spLocks noChangeArrowheads="1"/>
              </p:cNvSpPr>
              <p:nvPr/>
            </p:nvSpPr>
            <p:spPr bwMode="auto">
              <a:xfrm>
                <a:off x="0" y="156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7" name="未知"/>
              <p:cNvSpPr>
                <a:spLocks noChangeArrowheads="1"/>
              </p:cNvSpPr>
              <p:nvPr/>
            </p:nvSpPr>
            <p:spPr bwMode="auto">
              <a:xfrm>
                <a:off x="0" y="1555"/>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8" name="未知"/>
              <p:cNvSpPr>
                <a:spLocks noChangeArrowheads="1"/>
              </p:cNvSpPr>
              <p:nvPr/>
            </p:nvSpPr>
            <p:spPr bwMode="auto">
              <a:xfrm>
                <a:off x="0" y="1544"/>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79" name="未知"/>
              <p:cNvSpPr>
                <a:spLocks noChangeArrowheads="1"/>
              </p:cNvSpPr>
              <p:nvPr/>
            </p:nvSpPr>
            <p:spPr bwMode="auto">
              <a:xfrm>
                <a:off x="0" y="1532"/>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0" name="未知"/>
              <p:cNvSpPr>
                <a:spLocks noChangeArrowheads="1"/>
              </p:cNvSpPr>
              <p:nvPr/>
            </p:nvSpPr>
            <p:spPr bwMode="auto">
              <a:xfrm>
                <a:off x="0" y="1521"/>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1" name="未知"/>
              <p:cNvSpPr>
                <a:spLocks noChangeArrowheads="1"/>
              </p:cNvSpPr>
              <p:nvPr/>
            </p:nvSpPr>
            <p:spPr bwMode="auto">
              <a:xfrm>
                <a:off x="0" y="150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2" name="未知"/>
              <p:cNvSpPr>
                <a:spLocks noChangeArrowheads="1"/>
              </p:cNvSpPr>
              <p:nvPr/>
            </p:nvSpPr>
            <p:spPr bwMode="auto">
              <a:xfrm>
                <a:off x="0" y="149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3" name="未知"/>
              <p:cNvSpPr>
                <a:spLocks noChangeArrowheads="1"/>
              </p:cNvSpPr>
              <p:nvPr/>
            </p:nvSpPr>
            <p:spPr bwMode="auto">
              <a:xfrm>
                <a:off x="0" y="148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4" name="未知"/>
              <p:cNvSpPr>
                <a:spLocks noChangeArrowheads="1"/>
              </p:cNvSpPr>
              <p:nvPr/>
            </p:nvSpPr>
            <p:spPr bwMode="auto">
              <a:xfrm>
                <a:off x="0" y="1475"/>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5" name="未知"/>
              <p:cNvSpPr>
                <a:spLocks noChangeArrowheads="1"/>
              </p:cNvSpPr>
              <p:nvPr/>
            </p:nvSpPr>
            <p:spPr bwMode="auto">
              <a:xfrm>
                <a:off x="0" y="1463"/>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6" name="未知"/>
              <p:cNvSpPr>
                <a:spLocks noChangeArrowheads="1"/>
              </p:cNvSpPr>
              <p:nvPr/>
            </p:nvSpPr>
            <p:spPr bwMode="auto">
              <a:xfrm>
                <a:off x="0" y="1452"/>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7" name="未知"/>
              <p:cNvSpPr>
                <a:spLocks noChangeArrowheads="1"/>
              </p:cNvSpPr>
              <p:nvPr/>
            </p:nvSpPr>
            <p:spPr bwMode="auto">
              <a:xfrm>
                <a:off x="0" y="1440"/>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8" name="未知"/>
              <p:cNvSpPr>
                <a:spLocks noChangeArrowheads="1"/>
              </p:cNvSpPr>
              <p:nvPr/>
            </p:nvSpPr>
            <p:spPr bwMode="auto">
              <a:xfrm>
                <a:off x="0" y="1429"/>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89" name="未知"/>
              <p:cNvSpPr>
                <a:spLocks noChangeArrowheads="1"/>
              </p:cNvSpPr>
              <p:nvPr/>
            </p:nvSpPr>
            <p:spPr bwMode="auto">
              <a:xfrm>
                <a:off x="0" y="1417"/>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0" name="未知"/>
              <p:cNvSpPr>
                <a:spLocks noChangeArrowheads="1"/>
              </p:cNvSpPr>
              <p:nvPr/>
            </p:nvSpPr>
            <p:spPr bwMode="auto">
              <a:xfrm>
                <a:off x="0" y="1406"/>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1" name="未知"/>
              <p:cNvSpPr>
                <a:spLocks noChangeArrowheads="1"/>
              </p:cNvSpPr>
              <p:nvPr/>
            </p:nvSpPr>
            <p:spPr bwMode="auto">
              <a:xfrm>
                <a:off x="0" y="1394"/>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2" name="未知"/>
              <p:cNvSpPr>
                <a:spLocks noChangeArrowheads="1"/>
              </p:cNvSpPr>
              <p:nvPr/>
            </p:nvSpPr>
            <p:spPr bwMode="auto">
              <a:xfrm>
                <a:off x="0" y="1383"/>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3" name="未知"/>
              <p:cNvSpPr>
                <a:spLocks noChangeArrowheads="1"/>
              </p:cNvSpPr>
              <p:nvPr/>
            </p:nvSpPr>
            <p:spPr bwMode="auto">
              <a:xfrm>
                <a:off x="0" y="1371"/>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4" name="未知"/>
              <p:cNvSpPr>
                <a:spLocks noChangeArrowheads="1"/>
              </p:cNvSpPr>
              <p:nvPr/>
            </p:nvSpPr>
            <p:spPr bwMode="auto">
              <a:xfrm>
                <a:off x="0" y="1360"/>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5" name="未知"/>
              <p:cNvSpPr>
                <a:spLocks noChangeArrowheads="1"/>
              </p:cNvSpPr>
              <p:nvPr/>
            </p:nvSpPr>
            <p:spPr bwMode="auto">
              <a:xfrm>
                <a:off x="0" y="1348"/>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6" name="未知"/>
              <p:cNvSpPr>
                <a:spLocks noChangeArrowheads="1"/>
              </p:cNvSpPr>
              <p:nvPr/>
            </p:nvSpPr>
            <p:spPr bwMode="auto">
              <a:xfrm>
                <a:off x="0" y="1337"/>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7" name="未知"/>
              <p:cNvSpPr>
                <a:spLocks noChangeArrowheads="1"/>
              </p:cNvSpPr>
              <p:nvPr/>
            </p:nvSpPr>
            <p:spPr bwMode="auto">
              <a:xfrm>
                <a:off x="0" y="1325"/>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8" name="未知"/>
              <p:cNvSpPr>
                <a:spLocks noChangeArrowheads="1"/>
              </p:cNvSpPr>
              <p:nvPr/>
            </p:nvSpPr>
            <p:spPr bwMode="auto">
              <a:xfrm>
                <a:off x="0" y="1313"/>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1999" name="未知"/>
              <p:cNvSpPr>
                <a:spLocks noChangeArrowheads="1"/>
              </p:cNvSpPr>
              <p:nvPr/>
            </p:nvSpPr>
            <p:spPr bwMode="auto">
              <a:xfrm>
                <a:off x="0" y="1302"/>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0" name="未知"/>
              <p:cNvSpPr>
                <a:spLocks noChangeArrowheads="1"/>
              </p:cNvSpPr>
              <p:nvPr/>
            </p:nvSpPr>
            <p:spPr bwMode="auto">
              <a:xfrm>
                <a:off x="0" y="1290"/>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1" name="未知"/>
              <p:cNvSpPr>
                <a:spLocks noChangeArrowheads="1"/>
              </p:cNvSpPr>
              <p:nvPr/>
            </p:nvSpPr>
            <p:spPr bwMode="auto">
              <a:xfrm>
                <a:off x="0" y="127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2" name="未知"/>
              <p:cNvSpPr>
                <a:spLocks noChangeArrowheads="1"/>
              </p:cNvSpPr>
              <p:nvPr/>
            </p:nvSpPr>
            <p:spPr bwMode="auto">
              <a:xfrm>
                <a:off x="0" y="126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3" name="未知"/>
              <p:cNvSpPr>
                <a:spLocks noChangeArrowheads="1"/>
              </p:cNvSpPr>
              <p:nvPr/>
            </p:nvSpPr>
            <p:spPr bwMode="auto">
              <a:xfrm>
                <a:off x="0" y="125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4" name="未知"/>
              <p:cNvSpPr>
                <a:spLocks noChangeArrowheads="1"/>
              </p:cNvSpPr>
              <p:nvPr/>
            </p:nvSpPr>
            <p:spPr bwMode="auto">
              <a:xfrm>
                <a:off x="0" y="1244"/>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5" name="未知"/>
              <p:cNvSpPr>
                <a:spLocks noChangeArrowheads="1"/>
              </p:cNvSpPr>
              <p:nvPr/>
            </p:nvSpPr>
            <p:spPr bwMode="auto">
              <a:xfrm>
                <a:off x="0" y="1233"/>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6" name="未知"/>
              <p:cNvSpPr>
                <a:spLocks noChangeArrowheads="1"/>
              </p:cNvSpPr>
              <p:nvPr/>
            </p:nvSpPr>
            <p:spPr bwMode="auto">
              <a:xfrm>
                <a:off x="0" y="1221"/>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7" name="未知"/>
              <p:cNvSpPr>
                <a:spLocks noChangeArrowheads="1"/>
              </p:cNvSpPr>
              <p:nvPr/>
            </p:nvSpPr>
            <p:spPr bwMode="auto">
              <a:xfrm>
                <a:off x="0" y="121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8" name="未知"/>
              <p:cNvSpPr>
                <a:spLocks noChangeArrowheads="1"/>
              </p:cNvSpPr>
              <p:nvPr/>
            </p:nvSpPr>
            <p:spPr bwMode="auto">
              <a:xfrm>
                <a:off x="0" y="119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09" name="未知"/>
              <p:cNvSpPr>
                <a:spLocks noChangeArrowheads="1"/>
              </p:cNvSpPr>
              <p:nvPr/>
            </p:nvSpPr>
            <p:spPr bwMode="auto">
              <a:xfrm>
                <a:off x="0" y="118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0" name="未知"/>
              <p:cNvSpPr>
                <a:spLocks noChangeArrowheads="1"/>
              </p:cNvSpPr>
              <p:nvPr/>
            </p:nvSpPr>
            <p:spPr bwMode="auto">
              <a:xfrm>
                <a:off x="0" y="1175"/>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1" name="未知"/>
              <p:cNvSpPr>
                <a:spLocks noChangeArrowheads="1"/>
              </p:cNvSpPr>
              <p:nvPr/>
            </p:nvSpPr>
            <p:spPr bwMode="auto">
              <a:xfrm>
                <a:off x="0" y="1164"/>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2" name="未知"/>
              <p:cNvSpPr>
                <a:spLocks noChangeArrowheads="1"/>
              </p:cNvSpPr>
              <p:nvPr/>
            </p:nvSpPr>
            <p:spPr bwMode="auto">
              <a:xfrm>
                <a:off x="0" y="1152"/>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3" name="未知"/>
              <p:cNvSpPr>
                <a:spLocks noChangeArrowheads="1"/>
              </p:cNvSpPr>
              <p:nvPr/>
            </p:nvSpPr>
            <p:spPr bwMode="auto">
              <a:xfrm>
                <a:off x="0" y="1141"/>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4" name="未知"/>
              <p:cNvSpPr>
                <a:spLocks noChangeArrowheads="1"/>
              </p:cNvSpPr>
              <p:nvPr/>
            </p:nvSpPr>
            <p:spPr bwMode="auto">
              <a:xfrm>
                <a:off x="0" y="1129"/>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5" name="未知"/>
              <p:cNvSpPr>
                <a:spLocks noChangeArrowheads="1"/>
              </p:cNvSpPr>
              <p:nvPr/>
            </p:nvSpPr>
            <p:spPr bwMode="auto">
              <a:xfrm>
                <a:off x="0" y="1118"/>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6" name="未知"/>
              <p:cNvSpPr>
                <a:spLocks noChangeArrowheads="1"/>
              </p:cNvSpPr>
              <p:nvPr/>
            </p:nvSpPr>
            <p:spPr bwMode="auto">
              <a:xfrm>
                <a:off x="0" y="1106"/>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7" name="未知"/>
              <p:cNvSpPr>
                <a:spLocks noChangeArrowheads="1"/>
              </p:cNvSpPr>
              <p:nvPr/>
            </p:nvSpPr>
            <p:spPr bwMode="auto">
              <a:xfrm>
                <a:off x="0" y="1095"/>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8" name="未知"/>
              <p:cNvSpPr>
                <a:spLocks noChangeArrowheads="1"/>
              </p:cNvSpPr>
              <p:nvPr/>
            </p:nvSpPr>
            <p:spPr bwMode="auto">
              <a:xfrm>
                <a:off x="0" y="1083"/>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19" name="未知"/>
              <p:cNvSpPr>
                <a:spLocks noChangeArrowheads="1"/>
              </p:cNvSpPr>
              <p:nvPr/>
            </p:nvSpPr>
            <p:spPr bwMode="auto">
              <a:xfrm>
                <a:off x="0" y="1072"/>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0" name="未知"/>
              <p:cNvSpPr>
                <a:spLocks noChangeArrowheads="1"/>
              </p:cNvSpPr>
              <p:nvPr/>
            </p:nvSpPr>
            <p:spPr bwMode="auto">
              <a:xfrm>
                <a:off x="0" y="1060"/>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1" name="未知"/>
              <p:cNvSpPr>
                <a:spLocks noChangeArrowheads="1"/>
              </p:cNvSpPr>
              <p:nvPr/>
            </p:nvSpPr>
            <p:spPr bwMode="auto">
              <a:xfrm>
                <a:off x="0" y="1049"/>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2" name="未知"/>
              <p:cNvSpPr>
                <a:spLocks noChangeArrowheads="1"/>
              </p:cNvSpPr>
              <p:nvPr/>
            </p:nvSpPr>
            <p:spPr bwMode="auto">
              <a:xfrm>
                <a:off x="0" y="1037"/>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3" name="未知"/>
              <p:cNvSpPr>
                <a:spLocks noChangeArrowheads="1"/>
              </p:cNvSpPr>
              <p:nvPr/>
            </p:nvSpPr>
            <p:spPr bwMode="auto">
              <a:xfrm>
                <a:off x="0" y="1025"/>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4" name="未知"/>
              <p:cNvSpPr>
                <a:spLocks noChangeArrowheads="1"/>
              </p:cNvSpPr>
              <p:nvPr/>
            </p:nvSpPr>
            <p:spPr bwMode="auto">
              <a:xfrm>
                <a:off x="0" y="1014"/>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5" name="未知"/>
              <p:cNvSpPr>
                <a:spLocks noChangeArrowheads="1"/>
              </p:cNvSpPr>
              <p:nvPr/>
            </p:nvSpPr>
            <p:spPr bwMode="auto">
              <a:xfrm>
                <a:off x="0" y="1002"/>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6" name="未知"/>
              <p:cNvSpPr>
                <a:spLocks noChangeArrowheads="1"/>
              </p:cNvSpPr>
              <p:nvPr/>
            </p:nvSpPr>
            <p:spPr bwMode="auto">
              <a:xfrm>
                <a:off x="0" y="991"/>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7" name="未知"/>
              <p:cNvSpPr>
                <a:spLocks noChangeArrowheads="1"/>
              </p:cNvSpPr>
              <p:nvPr/>
            </p:nvSpPr>
            <p:spPr bwMode="auto">
              <a:xfrm>
                <a:off x="0" y="97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8" name="未知"/>
              <p:cNvSpPr>
                <a:spLocks noChangeArrowheads="1"/>
              </p:cNvSpPr>
              <p:nvPr/>
            </p:nvSpPr>
            <p:spPr bwMode="auto">
              <a:xfrm>
                <a:off x="0" y="96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29" name="未知"/>
              <p:cNvSpPr>
                <a:spLocks noChangeArrowheads="1"/>
              </p:cNvSpPr>
              <p:nvPr/>
            </p:nvSpPr>
            <p:spPr bwMode="auto">
              <a:xfrm>
                <a:off x="0" y="95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0" name="未知"/>
              <p:cNvSpPr>
                <a:spLocks noChangeArrowheads="1"/>
              </p:cNvSpPr>
              <p:nvPr/>
            </p:nvSpPr>
            <p:spPr bwMode="auto">
              <a:xfrm>
                <a:off x="0" y="945"/>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1" name="未知"/>
              <p:cNvSpPr>
                <a:spLocks noChangeArrowheads="1"/>
              </p:cNvSpPr>
              <p:nvPr/>
            </p:nvSpPr>
            <p:spPr bwMode="auto">
              <a:xfrm>
                <a:off x="0" y="933"/>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2" name="未知"/>
              <p:cNvSpPr>
                <a:spLocks noChangeArrowheads="1"/>
              </p:cNvSpPr>
              <p:nvPr/>
            </p:nvSpPr>
            <p:spPr bwMode="auto">
              <a:xfrm>
                <a:off x="0" y="922"/>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3" name="未知"/>
              <p:cNvSpPr>
                <a:spLocks noChangeArrowheads="1"/>
              </p:cNvSpPr>
              <p:nvPr/>
            </p:nvSpPr>
            <p:spPr bwMode="auto">
              <a:xfrm>
                <a:off x="0" y="91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4" name="未知"/>
              <p:cNvSpPr>
                <a:spLocks noChangeArrowheads="1"/>
              </p:cNvSpPr>
              <p:nvPr/>
            </p:nvSpPr>
            <p:spPr bwMode="auto">
              <a:xfrm>
                <a:off x="0" y="89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5" name="未知"/>
              <p:cNvSpPr>
                <a:spLocks noChangeArrowheads="1"/>
              </p:cNvSpPr>
              <p:nvPr/>
            </p:nvSpPr>
            <p:spPr bwMode="auto">
              <a:xfrm>
                <a:off x="0" y="88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6" name="未知"/>
              <p:cNvSpPr>
                <a:spLocks noChangeArrowheads="1"/>
              </p:cNvSpPr>
              <p:nvPr/>
            </p:nvSpPr>
            <p:spPr bwMode="auto">
              <a:xfrm>
                <a:off x="0" y="876"/>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7" name="未知"/>
              <p:cNvSpPr>
                <a:spLocks noChangeArrowheads="1"/>
              </p:cNvSpPr>
              <p:nvPr/>
            </p:nvSpPr>
            <p:spPr bwMode="auto">
              <a:xfrm>
                <a:off x="0" y="864"/>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8" name="未知"/>
              <p:cNvSpPr>
                <a:spLocks noChangeArrowheads="1"/>
              </p:cNvSpPr>
              <p:nvPr/>
            </p:nvSpPr>
            <p:spPr bwMode="auto">
              <a:xfrm>
                <a:off x="0" y="853"/>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39" name="未知"/>
              <p:cNvSpPr>
                <a:spLocks noChangeArrowheads="1"/>
              </p:cNvSpPr>
              <p:nvPr/>
            </p:nvSpPr>
            <p:spPr bwMode="auto">
              <a:xfrm>
                <a:off x="0" y="841"/>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0" name="未知"/>
              <p:cNvSpPr>
                <a:spLocks noChangeArrowheads="1"/>
              </p:cNvSpPr>
              <p:nvPr/>
            </p:nvSpPr>
            <p:spPr bwMode="auto">
              <a:xfrm>
                <a:off x="0" y="830"/>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1" name="未知"/>
              <p:cNvSpPr>
                <a:spLocks noChangeArrowheads="1"/>
              </p:cNvSpPr>
              <p:nvPr/>
            </p:nvSpPr>
            <p:spPr bwMode="auto">
              <a:xfrm>
                <a:off x="0" y="818"/>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2" name="未知"/>
              <p:cNvSpPr>
                <a:spLocks noChangeArrowheads="1"/>
              </p:cNvSpPr>
              <p:nvPr/>
            </p:nvSpPr>
            <p:spPr bwMode="auto">
              <a:xfrm>
                <a:off x="0" y="807"/>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3" name="未知"/>
              <p:cNvSpPr>
                <a:spLocks noChangeArrowheads="1"/>
              </p:cNvSpPr>
              <p:nvPr/>
            </p:nvSpPr>
            <p:spPr bwMode="auto">
              <a:xfrm>
                <a:off x="0" y="795"/>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4" name="未知"/>
              <p:cNvSpPr>
                <a:spLocks noChangeArrowheads="1"/>
              </p:cNvSpPr>
              <p:nvPr/>
            </p:nvSpPr>
            <p:spPr bwMode="auto">
              <a:xfrm>
                <a:off x="0" y="784"/>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5" name="未知"/>
              <p:cNvSpPr>
                <a:spLocks noChangeArrowheads="1"/>
              </p:cNvSpPr>
              <p:nvPr/>
            </p:nvSpPr>
            <p:spPr bwMode="auto">
              <a:xfrm>
                <a:off x="0" y="772"/>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6" name="未知"/>
              <p:cNvSpPr>
                <a:spLocks noChangeArrowheads="1"/>
              </p:cNvSpPr>
              <p:nvPr/>
            </p:nvSpPr>
            <p:spPr bwMode="auto">
              <a:xfrm>
                <a:off x="0" y="761"/>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7" name="未知"/>
              <p:cNvSpPr>
                <a:spLocks noChangeArrowheads="1"/>
              </p:cNvSpPr>
              <p:nvPr/>
            </p:nvSpPr>
            <p:spPr bwMode="auto">
              <a:xfrm>
                <a:off x="0" y="749"/>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8" name="未知"/>
              <p:cNvSpPr>
                <a:spLocks noChangeArrowheads="1"/>
              </p:cNvSpPr>
              <p:nvPr/>
            </p:nvSpPr>
            <p:spPr bwMode="auto">
              <a:xfrm>
                <a:off x="0" y="738"/>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49" name="未知"/>
              <p:cNvSpPr>
                <a:spLocks noChangeArrowheads="1"/>
              </p:cNvSpPr>
              <p:nvPr/>
            </p:nvSpPr>
            <p:spPr bwMode="auto">
              <a:xfrm>
                <a:off x="0" y="726"/>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0" name="未知"/>
              <p:cNvSpPr>
                <a:spLocks noChangeArrowheads="1"/>
              </p:cNvSpPr>
              <p:nvPr/>
            </p:nvSpPr>
            <p:spPr bwMode="auto">
              <a:xfrm>
                <a:off x="0" y="714"/>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1" name="未知"/>
              <p:cNvSpPr>
                <a:spLocks noChangeArrowheads="1"/>
              </p:cNvSpPr>
              <p:nvPr/>
            </p:nvSpPr>
            <p:spPr bwMode="auto">
              <a:xfrm>
                <a:off x="0" y="703"/>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2" name="未知"/>
              <p:cNvSpPr>
                <a:spLocks noChangeArrowheads="1"/>
              </p:cNvSpPr>
              <p:nvPr/>
            </p:nvSpPr>
            <p:spPr bwMode="auto">
              <a:xfrm>
                <a:off x="0" y="691"/>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3" name="未知"/>
              <p:cNvSpPr>
                <a:spLocks noChangeArrowheads="1"/>
              </p:cNvSpPr>
              <p:nvPr/>
            </p:nvSpPr>
            <p:spPr bwMode="auto">
              <a:xfrm>
                <a:off x="0" y="68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4" name="未知"/>
              <p:cNvSpPr>
                <a:spLocks noChangeArrowheads="1"/>
              </p:cNvSpPr>
              <p:nvPr/>
            </p:nvSpPr>
            <p:spPr bwMode="auto">
              <a:xfrm>
                <a:off x="0" y="66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5" name="未知"/>
              <p:cNvSpPr>
                <a:spLocks noChangeArrowheads="1"/>
              </p:cNvSpPr>
              <p:nvPr/>
            </p:nvSpPr>
            <p:spPr bwMode="auto">
              <a:xfrm>
                <a:off x="0" y="65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6" name="未知"/>
              <p:cNvSpPr>
                <a:spLocks noChangeArrowheads="1"/>
              </p:cNvSpPr>
              <p:nvPr/>
            </p:nvSpPr>
            <p:spPr bwMode="auto">
              <a:xfrm>
                <a:off x="0" y="645"/>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7" name="未知"/>
              <p:cNvSpPr>
                <a:spLocks noChangeArrowheads="1"/>
              </p:cNvSpPr>
              <p:nvPr/>
            </p:nvSpPr>
            <p:spPr bwMode="auto">
              <a:xfrm>
                <a:off x="0" y="634"/>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8" name="未知"/>
              <p:cNvSpPr>
                <a:spLocks noChangeArrowheads="1"/>
              </p:cNvSpPr>
              <p:nvPr/>
            </p:nvSpPr>
            <p:spPr bwMode="auto">
              <a:xfrm>
                <a:off x="0" y="622"/>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59" name="未知"/>
              <p:cNvSpPr>
                <a:spLocks noChangeArrowheads="1"/>
              </p:cNvSpPr>
              <p:nvPr/>
            </p:nvSpPr>
            <p:spPr bwMode="auto">
              <a:xfrm>
                <a:off x="0" y="611"/>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0" name="未知"/>
              <p:cNvSpPr>
                <a:spLocks noChangeArrowheads="1"/>
              </p:cNvSpPr>
              <p:nvPr/>
            </p:nvSpPr>
            <p:spPr bwMode="auto">
              <a:xfrm>
                <a:off x="0" y="59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1" name="未知"/>
              <p:cNvSpPr>
                <a:spLocks noChangeArrowheads="1"/>
              </p:cNvSpPr>
              <p:nvPr/>
            </p:nvSpPr>
            <p:spPr bwMode="auto">
              <a:xfrm>
                <a:off x="0" y="58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2" name="未知"/>
              <p:cNvSpPr>
                <a:spLocks noChangeArrowheads="1"/>
              </p:cNvSpPr>
              <p:nvPr/>
            </p:nvSpPr>
            <p:spPr bwMode="auto">
              <a:xfrm>
                <a:off x="0" y="576"/>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3" name="未知"/>
              <p:cNvSpPr>
                <a:spLocks noChangeArrowheads="1"/>
              </p:cNvSpPr>
              <p:nvPr/>
            </p:nvSpPr>
            <p:spPr bwMode="auto">
              <a:xfrm>
                <a:off x="0" y="565"/>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4" name="未知"/>
              <p:cNvSpPr>
                <a:spLocks noChangeArrowheads="1"/>
              </p:cNvSpPr>
              <p:nvPr/>
            </p:nvSpPr>
            <p:spPr bwMode="auto">
              <a:xfrm>
                <a:off x="0" y="553"/>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5" name="未知"/>
              <p:cNvSpPr>
                <a:spLocks noChangeArrowheads="1"/>
              </p:cNvSpPr>
              <p:nvPr/>
            </p:nvSpPr>
            <p:spPr bwMode="auto">
              <a:xfrm>
                <a:off x="0" y="542"/>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6" name="未知"/>
              <p:cNvSpPr>
                <a:spLocks noChangeArrowheads="1"/>
              </p:cNvSpPr>
              <p:nvPr/>
            </p:nvSpPr>
            <p:spPr bwMode="auto">
              <a:xfrm>
                <a:off x="0" y="530"/>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7" name="未知"/>
              <p:cNvSpPr>
                <a:spLocks noChangeArrowheads="1"/>
              </p:cNvSpPr>
              <p:nvPr/>
            </p:nvSpPr>
            <p:spPr bwMode="auto">
              <a:xfrm>
                <a:off x="0" y="519"/>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8" name="未知"/>
              <p:cNvSpPr>
                <a:spLocks noChangeArrowheads="1"/>
              </p:cNvSpPr>
              <p:nvPr/>
            </p:nvSpPr>
            <p:spPr bwMode="auto">
              <a:xfrm>
                <a:off x="0" y="507"/>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69" name="未知"/>
              <p:cNvSpPr>
                <a:spLocks noChangeArrowheads="1"/>
              </p:cNvSpPr>
              <p:nvPr/>
            </p:nvSpPr>
            <p:spPr bwMode="auto">
              <a:xfrm>
                <a:off x="0" y="496"/>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0" name="未知"/>
              <p:cNvSpPr>
                <a:spLocks noChangeArrowheads="1"/>
              </p:cNvSpPr>
              <p:nvPr/>
            </p:nvSpPr>
            <p:spPr bwMode="auto">
              <a:xfrm>
                <a:off x="0" y="484"/>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1" name="未知"/>
              <p:cNvSpPr>
                <a:spLocks noChangeArrowheads="1"/>
              </p:cNvSpPr>
              <p:nvPr/>
            </p:nvSpPr>
            <p:spPr bwMode="auto">
              <a:xfrm>
                <a:off x="0" y="473"/>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2" name="未知"/>
              <p:cNvSpPr>
                <a:spLocks noChangeArrowheads="1"/>
              </p:cNvSpPr>
              <p:nvPr/>
            </p:nvSpPr>
            <p:spPr bwMode="auto">
              <a:xfrm>
                <a:off x="0" y="461"/>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3" name="未知"/>
              <p:cNvSpPr>
                <a:spLocks noChangeArrowheads="1"/>
              </p:cNvSpPr>
              <p:nvPr/>
            </p:nvSpPr>
            <p:spPr bwMode="auto">
              <a:xfrm>
                <a:off x="0" y="450"/>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4" name="未知"/>
              <p:cNvSpPr>
                <a:spLocks noChangeArrowheads="1"/>
              </p:cNvSpPr>
              <p:nvPr/>
            </p:nvSpPr>
            <p:spPr bwMode="auto">
              <a:xfrm>
                <a:off x="0" y="438"/>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5" name="未知"/>
              <p:cNvSpPr>
                <a:spLocks noChangeArrowheads="1"/>
              </p:cNvSpPr>
              <p:nvPr/>
            </p:nvSpPr>
            <p:spPr bwMode="auto">
              <a:xfrm>
                <a:off x="0" y="426"/>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6" name="未知"/>
              <p:cNvSpPr>
                <a:spLocks noChangeArrowheads="1"/>
              </p:cNvSpPr>
              <p:nvPr/>
            </p:nvSpPr>
            <p:spPr bwMode="auto">
              <a:xfrm>
                <a:off x="0" y="415"/>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7" name="未知"/>
              <p:cNvSpPr>
                <a:spLocks noChangeArrowheads="1"/>
              </p:cNvSpPr>
              <p:nvPr/>
            </p:nvSpPr>
            <p:spPr bwMode="auto">
              <a:xfrm>
                <a:off x="0" y="403"/>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8" name="未知"/>
              <p:cNvSpPr>
                <a:spLocks noChangeArrowheads="1"/>
              </p:cNvSpPr>
              <p:nvPr/>
            </p:nvSpPr>
            <p:spPr bwMode="auto">
              <a:xfrm>
                <a:off x="0" y="392"/>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79" name="未知"/>
              <p:cNvSpPr>
                <a:spLocks noChangeArrowheads="1"/>
              </p:cNvSpPr>
              <p:nvPr/>
            </p:nvSpPr>
            <p:spPr bwMode="auto">
              <a:xfrm>
                <a:off x="0" y="38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0" name="未知"/>
              <p:cNvSpPr>
                <a:spLocks noChangeArrowheads="1"/>
              </p:cNvSpPr>
              <p:nvPr/>
            </p:nvSpPr>
            <p:spPr bwMode="auto">
              <a:xfrm>
                <a:off x="0" y="36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1" name="未知"/>
              <p:cNvSpPr>
                <a:spLocks noChangeArrowheads="1"/>
              </p:cNvSpPr>
              <p:nvPr/>
            </p:nvSpPr>
            <p:spPr bwMode="auto">
              <a:xfrm>
                <a:off x="0" y="357"/>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2" name="未知"/>
              <p:cNvSpPr>
                <a:spLocks noChangeArrowheads="1"/>
              </p:cNvSpPr>
              <p:nvPr/>
            </p:nvSpPr>
            <p:spPr bwMode="auto">
              <a:xfrm>
                <a:off x="0" y="34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3" name="未知"/>
              <p:cNvSpPr>
                <a:spLocks noChangeArrowheads="1"/>
              </p:cNvSpPr>
              <p:nvPr/>
            </p:nvSpPr>
            <p:spPr bwMode="auto">
              <a:xfrm>
                <a:off x="0" y="334"/>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4" name="未知"/>
              <p:cNvSpPr>
                <a:spLocks noChangeArrowheads="1"/>
              </p:cNvSpPr>
              <p:nvPr/>
            </p:nvSpPr>
            <p:spPr bwMode="auto">
              <a:xfrm>
                <a:off x="0" y="323"/>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5" name="未知"/>
              <p:cNvSpPr>
                <a:spLocks noChangeArrowheads="1"/>
              </p:cNvSpPr>
              <p:nvPr/>
            </p:nvSpPr>
            <p:spPr bwMode="auto">
              <a:xfrm>
                <a:off x="0" y="311"/>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6" name="未知"/>
              <p:cNvSpPr>
                <a:spLocks noChangeArrowheads="1"/>
              </p:cNvSpPr>
              <p:nvPr/>
            </p:nvSpPr>
            <p:spPr bwMode="auto">
              <a:xfrm>
                <a:off x="0" y="30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7" name="未知"/>
              <p:cNvSpPr>
                <a:spLocks noChangeArrowheads="1"/>
              </p:cNvSpPr>
              <p:nvPr/>
            </p:nvSpPr>
            <p:spPr bwMode="auto">
              <a:xfrm>
                <a:off x="0" y="28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8" name="未知"/>
              <p:cNvSpPr>
                <a:spLocks noChangeArrowheads="1"/>
              </p:cNvSpPr>
              <p:nvPr/>
            </p:nvSpPr>
            <p:spPr bwMode="auto">
              <a:xfrm>
                <a:off x="0" y="277"/>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89" name="未知"/>
              <p:cNvSpPr>
                <a:spLocks noChangeArrowheads="1"/>
              </p:cNvSpPr>
              <p:nvPr/>
            </p:nvSpPr>
            <p:spPr bwMode="auto">
              <a:xfrm>
                <a:off x="0" y="265"/>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0" name="未知"/>
              <p:cNvSpPr>
                <a:spLocks noChangeArrowheads="1"/>
              </p:cNvSpPr>
              <p:nvPr/>
            </p:nvSpPr>
            <p:spPr bwMode="auto">
              <a:xfrm>
                <a:off x="0" y="254"/>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1" name="未知"/>
              <p:cNvSpPr>
                <a:spLocks noChangeArrowheads="1"/>
              </p:cNvSpPr>
              <p:nvPr/>
            </p:nvSpPr>
            <p:spPr bwMode="auto">
              <a:xfrm>
                <a:off x="0" y="242"/>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2" name="未知"/>
              <p:cNvSpPr>
                <a:spLocks noChangeArrowheads="1"/>
              </p:cNvSpPr>
              <p:nvPr/>
            </p:nvSpPr>
            <p:spPr bwMode="auto">
              <a:xfrm>
                <a:off x="0" y="231"/>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3" name="未知"/>
              <p:cNvSpPr>
                <a:spLocks noChangeArrowheads="1"/>
              </p:cNvSpPr>
              <p:nvPr/>
            </p:nvSpPr>
            <p:spPr bwMode="auto">
              <a:xfrm>
                <a:off x="0" y="219"/>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4" name="未知"/>
              <p:cNvSpPr>
                <a:spLocks noChangeArrowheads="1"/>
              </p:cNvSpPr>
              <p:nvPr/>
            </p:nvSpPr>
            <p:spPr bwMode="auto">
              <a:xfrm>
                <a:off x="0" y="208"/>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5" name="未知"/>
              <p:cNvSpPr>
                <a:spLocks noChangeArrowheads="1"/>
              </p:cNvSpPr>
              <p:nvPr/>
            </p:nvSpPr>
            <p:spPr bwMode="auto">
              <a:xfrm>
                <a:off x="0" y="196"/>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6" name="未知"/>
              <p:cNvSpPr>
                <a:spLocks noChangeArrowheads="1"/>
              </p:cNvSpPr>
              <p:nvPr/>
            </p:nvSpPr>
            <p:spPr bwMode="auto">
              <a:xfrm>
                <a:off x="0" y="185"/>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7" name="未知"/>
              <p:cNvSpPr>
                <a:spLocks noChangeArrowheads="1"/>
              </p:cNvSpPr>
              <p:nvPr/>
            </p:nvSpPr>
            <p:spPr bwMode="auto">
              <a:xfrm>
                <a:off x="0" y="173"/>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8" name="未知"/>
              <p:cNvSpPr>
                <a:spLocks noChangeArrowheads="1"/>
              </p:cNvSpPr>
              <p:nvPr/>
            </p:nvSpPr>
            <p:spPr bwMode="auto">
              <a:xfrm>
                <a:off x="0" y="162"/>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099" name="未知"/>
              <p:cNvSpPr>
                <a:spLocks noChangeArrowheads="1"/>
              </p:cNvSpPr>
              <p:nvPr/>
            </p:nvSpPr>
            <p:spPr bwMode="auto">
              <a:xfrm>
                <a:off x="0" y="150"/>
                <a:ext cx="5" cy="6"/>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0" name="未知"/>
              <p:cNvSpPr>
                <a:spLocks noChangeArrowheads="1"/>
              </p:cNvSpPr>
              <p:nvPr/>
            </p:nvSpPr>
            <p:spPr bwMode="auto">
              <a:xfrm>
                <a:off x="0" y="139"/>
                <a:ext cx="5" cy="5"/>
              </a:xfrm>
              <a:custGeom>
                <a:avLst/>
                <a:gdLst>
                  <a:gd name="T0" fmla="*/ 0 w 12"/>
                  <a:gd name="T1" fmla="*/ 8 h 12"/>
                  <a:gd name="T2" fmla="*/ 2 w 12"/>
                  <a:gd name="T3" fmla="*/ 8 h 12"/>
                  <a:gd name="T4" fmla="*/ 4 w 12"/>
                  <a:gd name="T5" fmla="*/ 10 h 12"/>
                  <a:gd name="T6" fmla="*/ 6 w 12"/>
                  <a:gd name="T7" fmla="*/ 12 h 12"/>
                  <a:gd name="T8" fmla="*/ 8 w 12"/>
                  <a:gd name="T9" fmla="*/ 10 h 12"/>
                  <a:gd name="T10" fmla="*/ 10 w 12"/>
                  <a:gd name="T11" fmla="*/ 8 h 12"/>
                  <a:gd name="T12" fmla="*/ 12 w 12"/>
                  <a:gd name="T13" fmla="*/ 6 h 12"/>
                  <a:gd name="T14" fmla="*/ 12 w 12"/>
                  <a:gd name="T15" fmla="*/ 4 h 12"/>
                  <a:gd name="T16" fmla="*/ 12 w 12"/>
                  <a:gd name="T17" fmla="*/ 2 h 12"/>
                  <a:gd name="T18" fmla="*/ 10 w 12"/>
                  <a:gd name="T19" fmla="*/ 0 h 12"/>
                  <a:gd name="T20" fmla="*/ 8 w 12"/>
                  <a:gd name="T21" fmla="*/ 0 h 12"/>
                  <a:gd name="T22" fmla="*/ 6 w 12"/>
                  <a:gd name="T23" fmla="*/ 0 h 12"/>
                  <a:gd name="T24" fmla="*/ 4 w 12"/>
                  <a:gd name="T25" fmla="*/ 0 h 12"/>
                  <a:gd name="T26" fmla="*/ 2 w 12"/>
                  <a:gd name="T27" fmla="*/ 2 h 12"/>
                  <a:gd name="T28" fmla="*/ 0 w 12"/>
                  <a:gd name="T29" fmla="*/ 4 h 12"/>
                  <a:gd name="T30" fmla="*/ 0 w 12"/>
                  <a:gd name="T31" fmla="*/ 6 h 12"/>
                  <a:gd name="T32" fmla="*/ 0 w 12"/>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0" y="8"/>
                    </a:moveTo>
                    <a:lnTo>
                      <a:pt x="2" y="8"/>
                    </a:lnTo>
                    <a:lnTo>
                      <a:pt x="4" y="10"/>
                    </a:lnTo>
                    <a:lnTo>
                      <a:pt x="6" y="12"/>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1" name="未知"/>
              <p:cNvSpPr>
                <a:spLocks noChangeArrowheads="1"/>
              </p:cNvSpPr>
              <p:nvPr/>
            </p:nvSpPr>
            <p:spPr bwMode="auto">
              <a:xfrm>
                <a:off x="0" y="127"/>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2" name="未知"/>
              <p:cNvSpPr>
                <a:spLocks noChangeArrowheads="1"/>
              </p:cNvSpPr>
              <p:nvPr/>
            </p:nvSpPr>
            <p:spPr bwMode="auto">
              <a:xfrm>
                <a:off x="0" y="115"/>
                <a:ext cx="5" cy="6"/>
              </a:xfrm>
              <a:custGeom>
                <a:avLst/>
                <a:gdLst>
                  <a:gd name="T0" fmla="*/ 0 w 12"/>
                  <a:gd name="T1" fmla="*/ 8 h 11"/>
                  <a:gd name="T2" fmla="*/ 2 w 12"/>
                  <a:gd name="T3" fmla="*/ 8 h 11"/>
                  <a:gd name="T4" fmla="*/ 4 w 12"/>
                  <a:gd name="T5" fmla="*/ 10 h 11"/>
                  <a:gd name="T6" fmla="*/ 6 w 12"/>
                  <a:gd name="T7" fmla="*/ 11 h 11"/>
                  <a:gd name="T8" fmla="*/ 8 w 12"/>
                  <a:gd name="T9" fmla="*/ 10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10"/>
                    </a:lnTo>
                    <a:lnTo>
                      <a:pt x="6" y="11"/>
                    </a:lnTo>
                    <a:lnTo>
                      <a:pt x="8" y="10"/>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3" name="未知"/>
              <p:cNvSpPr>
                <a:spLocks noChangeArrowheads="1"/>
              </p:cNvSpPr>
              <p:nvPr/>
            </p:nvSpPr>
            <p:spPr bwMode="auto">
              <a:xfrm>
                <a:off x="0" y="104"/>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4" name="未知"/>
              <p:cNvSpPr>
                <a:spLocks noChangeArrowheads="1"/>
              </p:cNvSpPr>
              <p:nvPr/>
            </p:nvSpPr>
            <p:spPr bwMode="auto">
              <a:xfrm>
                <a:off x="0" y="92"/>
                <a:ext cx="5" cy="6"/>
              </a:xfrm>
              <a:custGeom>
                <a:avLst/>
                <a:gdLst>
                  <a:gd name="T0" fmla="*/ 0 w 12"/>
                  <a:gd name="T1" fmla="*/ 8 h 11"/>
                  <a:gd name="T2" fmla="*/ 2 w 12"/>
                  <a:gd name="T3" fmla="*/ 8 h 11"/>
                  <a:gd name="T4" fmla="*/ 4 w 12"/>
                  <a:gd name="T5" fmla="*/ 9 h 11"/>
                  <a:gd name="T6" fmla="*/ 6 w 12"/>
                  <a:gd name="T7" fmla="*/ 11 h 11"/>
                  <a:gd name="T8" fmla="*/ 8 w 12"/>
                  <a:gd name="T9" fmla="*/ 9 h 11"/>
                  <a:gd name="T10" fmla="*/ 10 w 12"/>
                  <a:gd name="T11" fmla="*/ 8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8"/>
                    </a:moveTo>
                    <a:lnTo>
                      <a:pt x="2" y="8"/>
                    </a:lnTo>
                    <a:lnTo>
                      <a:pt x="4" y="9"/>
                    </a:lnTo>
                    <a:lnTo>
                      <a:pt x="6" y="11"/>
                    </a:lnTo>
                    <a:lnTo>
                      <a:pt x="8" y="9"/>
                    </a:lnTo>
                    <a:lnTo>
                      <a:pt x="10" y="8"/>
                    </a:lnTo>
                    <a:lnTo>
                      <a:pt x="12" y="6"/>
                    </a:lnTo>
                    <a:lnTo>
                      <a:pt x="12" y="4"/>
                    </a:lnTo>
                    <a:lnTo>
                      <a:pt x="12" y="2"/>
                    </a:lnTo>
                    <a:lnTo>
                      <a:pt x="10" y="0"/>
                    </a:lnTo>
                    <a:lnTo>
                      <a:pt x="8" y="0"/>
                    </a:lnTo>
                    <a:lnTo>
                      <a:pt x="6" y="0"/>
                    </a:lnTo>
                    <a:lnTo>
                      <a:pt x="4" y="0"/>
                    </a:lnTo>
                    <a:lnTo>
                      <a:pt x="2"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5" name="未知"/>
              <p:cNvSpPr>
                <a:spLocks noChangeArrowheads="1"/>
              </p:cNvSpPr>
              <p:nvPr/>
            </p:nvSpPr>
            <p:spPr bwMode="auto">
              <a:xfrm>
                <a:off x="0" y="81"/>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6" name="未知"/>
              <p:cNvSpPr>
                <a:spLocks noChangeArrowheads="1"/>
              </p:cNvSpPr>
              <p:nvPr/>
            </p:nvSpPr>
            <p:spPr bwMode="auto">
              <a:xfrm>
                <a:off x="0" y="69"/>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6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6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6"/>
                    </a:lnTo>
                    <a:lnTo>
                      <a:pt x="12" y="4"/>
                    </a:lnTo>
                    <a:lnTo>
                      <a:pt x="12" y="2"/>
                    </a:lnTo>
                    <a:lnTo>
                      <a:pt x="10" y="0"/>
                    </a:lnTo>
                    <a:lnTo>
                      <a:pt x="8" y="0"/>
                    </a:lnTo>
                    <a:lnTo>
                      <a:pt x="6" y="0"/>
                    </a:lnTo>
                    <a:lnTo>
                      <a:pt x="4" y="0"/>
                    </a:lnTo>
                    <a:lnTo>
                      <a:pt x="2"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7" name="未知"/>
              <p:cNvSpPr>
                <a:spLocks noChangeArrowheads="1"/>
              </p:cNvSpPr>
              <p:nvPr/>
            </p:nvSpPr>
            <p:spPr bwMode="auto">
              <a:xfrm>
                <a:off x="0" y="58"/>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8" name="未知"/>
              <p:cNvSpPr>
                <a:spLocks noChangeArrowheads="1"/>
              </p:cNvSpPr>
              <p:nvPr/>
            </p:nvSpPr>
            <p:spPr bwMode="auto">
              <a:xfrm>
                <a:off x="0" y="46"/>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4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4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4"/>
                    </a:lnTo>
                    <a:lnTo>
                      <a:pt x="12" y="2"/>
                    </a:lnTo>
                    <a:lnTo>
                      <a:pt x="10" y="0"/>
                    </a:lnTo>
                    <a:lnTo>
                      <a:pt x="8" y="0"/>
                    </a:lnTo>
                    <a:lnTo>
                      <a:pt x="6" y="0"/>
                    </a:lnTo>
                    <a:lnTo>
                      <a:pt x="4" y="0"/>
                    </a:lnTo>
                    <a:lnTo>
                      <a:pt x="2"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09" name="未知"/>
              <p:cNvSpPr>
                <a:spLocks noChangeArrowheads="1"/>
              </p:cNvSpPr>
              <p:nvPr/>
            </p:nvSpPr>
            <p:spPr bwMode="auto">
              <a:xfrm>
                <a:off x="0" y="35"/>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0" name="未知"/>
              <p:cNvSpPr>
                <a:spLocks noChangeArrowheads="1"/>
              </p:cNvSpPr>
              <p:nvPr/>
            </p:nvSpPr>
            <p:spPr bwMode="auto">
              <a:xfrm>
                <a:off x="0" y="23"/>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1" name="未知"/>
              <p:cNvSpPr>
                <a:spLocks noChangeArrowheads="1"/>
              </p:cNvSpPr>
              <p:nvPr/>
            </p:nvSpPr>
            <p:spPr bwMode="auto">
              <a:xfrm>
                <a:off x="0" y="12"/>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2 h 11"/>
                  <a:gd name="T18" fmla="*/ 10 w 12"/>
                  <a:gd name="T19" fmla="*/ 0 h 11"/>
                  <a:gd name="T20" fmla="*/ 8 w 12"/>
                  <a:gd name="T21" fmla="*/ 0 h 11"/>
                  <a:gd name="T22" fmla="*/ 6 w 12"/>
                  <a:gd name="T23" fmla="*/ 0 h 11"/>
                  <a:gd name="T24" fmla="*/ 4 w 12"/>
                  <a:gd name="T25" fmla="*/ 0 h 11"/>
                  <a:gd name="T26" fmla="*/ 2 w 12"/>
                  <a:gd name="T27" fmla="*/ 2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2"/>
                    </a:lnTo>
                    <a:lnTo>
                      <a:pt x="10" y="0"/>
                    </a:lnTo>
                    <a:lnTo>
                      <a:pt x="8" y="0"/>
                    </a:lnTo>
                    <a:lnTo>
                      <a:pt x="6" y="0"/>
                    </a:lnTo>
                    <a:lnTo>
                      <a:pt x="4" y="0"/>
                    </a:lnTo>
                    <a:lnTo>
                      <a:pt x="2"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2" name="未知"/>
              <p:cNvSpPr>
                <a:spLocks noChangeArrowheads="1"/>
              </p:cNvSpPr>
              <p:nvPr/>
            </p:nvSpPr>
            <p:spPr bwMode="auto">
              <a:xfrm>
                <a:off x="0" y="0"/>
                <a:ext cx="5" cy="6"/>
              </a:xfrm>
              <a:custGeom>
                <a:avLst/>
                <a:gdLst>
                  <a:gd name="T0" fmla="*/ 0 w 12"/>
                  <a:gd name="T1" fmla="*/ 7 h 11"/>
                  <a:gd name="T2" fmla="*/ 2 w 12"/>
                  <a:gd name="T3" fmla="*/ 7 h 11"/>
                  <a:gd name="T4" fmla="*/ 4 w 12"/>
                  <a:gd name="T5" fmla="*/ 9 h 11"/>
                  <a:gd name="T6" fmla="*/ 6 w 12"/>
                  <a:gd name="T7" fmla="*/ 11 h 11"/>
                  <a:gd name="T8" fmla="*/ 8 w 12"/>
                  <a:gd name="T9" fmla="*/ 9 h 11"/>
                  <a:gd name="T10" fmla="*/ 10 w 12"/>
                  <a:gd name="T11" fmla="*/ 7 h 11"/>
                  <a:gd name="T12" fmla="*/ 12 w 12"/>
                  <a:gd name="T13" fmla="*/ 5 h 11"/>
                  <a:gd name="T14" fmla="*/ 12 w 12"/>
                  <a:gd name="T15" fmla="*/ 3 h 11"/>
                  <a:gd name="T16" fmla="*/ 12 w 12"/>
                  <a:gd name="T17" fmla="*/ 1 h 11"/>
                  <a:gd name="T18" fmla="*/ 10 w 12"/>
                  <a:gd name="T19" fmla="*/ 0 h 11"/>
                  <a:gd name="T20" fmla="*/ 8 w 12"/>
                  <a:gd name="T21" fmla="*/ 0 h 11"/>
                  <a:gd name="T22" fmla="*/ 6 w 12"/>
                  <a:gd name="T23" fmla="*/ 0 h 11"/>
                  <a:gd name="T24" fmla="*/ 4 w 12"/>
                  <a:gd name="T25" fmla="*/ 0 h 11"/>
                  <a:gd name="T26" fmla="*/ 2 w 12"/>
                  <a:gd name="T27" fmla="*/ 1 h 11"/>
                  <a:gd name="T28" fmla="*/ 0 w 12"/>
                  <a:gd name="T29" fmla="*/ 3 h 11"/>
                  <a:gd name="T30" fmla="*/ 0 w 12"/>
                  <a:gd name="T31" fmla="*/ 5 h 11"/>
                  <a:gd name="T32" fmla="*/ 0 w 12"/>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0" y="7"/>
                    </a:moveTo>
                    <a:lnTo>
                      <a:pt x="2" y="7"/>
                    </a:lnTo>
                    <a:lnTo>
                      <a:pt x="4" y="9"/>
                    </a:lnTo>
                    <a:lnTo>
                      <a:pt x="6" y="11"/>
                    </a:lnTo>
                    <a:lnTo>
                      <a:pt x="8" y="9"/>
                    </a:lnTo>
                    <a:lnTo>
                      <a:pt x="10" y="7"/>
                    </a:lnTo>
                    <a:lnTo>
                      <a:pt x="12" y="5"/>
                    </a:lnTo>
                    <a:lnTo>
                      <a:pt x="12" y="3"/>
                    </a:lnTo>
                    <a:lnTo>
                      <a:pt x="12" y="1"/>
                    </a:lnTo>
                    <a:lnTo>
                      <a:pt x="10" y="0"/>
                    </a:lnTo>
                    <a:lnTo>
                      <a:pt x="8" y="0"/>
                    </a:lnTo>
                    <a:lnTo>
                      <a:pt x="6" y="0"/>
                    </a:lnTo>
                    <a:lnTo>
                      <a:pt x="4" y="0"/>
                    </a:lnTo>
                    <a:lnTo>
                      <a:pt x="2"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82113" name="Group 191"/>
            <p:cNvGrpSpPr/>
            <p:nvPr/>
          </p:nvGrpSpPr>
          <p:grpSpPr bwMode="auto">
            <a:xfrm>
              <a:off x="153" y="1794"/>
              <a:ext cx="2597" cy="6"/>
              <a:chOff x="0" y="0"/>
              <a:chExt cx="2597" cy="6"/>
            </a:xfrm>
          </p:grpSpPr>
          <p:grpSp>
            <p:nvGrpSpPr>
              <p:cNvPr id="82114" name="Group 192"/>
              <p:cNvGrpSpPr/>
              <p:nvPr/>
            </p:nvGrpSpPr>
            <p:grpSpPr bwMode="auto">
              <a:xfrm>
                <a:off x="0" y="0"/>
                <a:ext cx="2298" cy="6"/>
                <a:chOff x="0" y="0"/>
                <a:chExt cx="2298" cy="6"/>
              </a:xfrm>
            </p:grpSpPr>
            <p:sp>
              <p:nvSpPr>
                <p:cNvPr id="82115" name="未知"/>
                <p:cNvSpPr>
                  <a:spLocks noChangeArrowheads="1"/>
                </p:cNvSpPr>
                <p:nvPr/>
              </p:nvSpPr>
              <p:spPr bwMode="auto">
                <a:xfrm>
                  <a:off x="0" y="0"/>
                  <a:ext cx="5" cy="6"/>
                </a:xfrm>
                <a:custGeom>
                  <a:avLst/>
                  <a:gdLst>
                    <a:gd name="T0" fmla="*/ 8 w 12"/>
                    <a:gd name="T1" fmla="*/ 0 h 11"/>
                    <a:gd name="T2" fmla="*/ 6 w 12"/>
                    <a:gd name="T3" fmla="*/ 0 h 11"/>
                    <a:gd name="T4" fmla="*/ 4 w 12"/>
                    <a:gd name="T5" fmla="*/ 2 h 11"/>
                    <a:gd name="T6" fmla="*/ 2 w 12"/>
                    <a:gd name="T7" fmla="*/ 4 h 11"/>
                    <a:gd name="T8" fmla="*/ 0 w 12"/>
                    <a:gd name="T9" fmla="*/ 6 h 11"/>
                    <a:gd name="T10" fmla="*/ 2 w 12"/>
                    <a:gd name="T11" fmla="*/ 8 h 11"/>
                    <a:gd name="T12" fmla="*/ 4 w 12"/>
                    <a:gd name="T13" fmla="*/ 9 h 11"/>
                    <a:gd name="T14" fmla="*/ 6 w 12"/>
                    <a:gd name="T15" fmla="*/ 11 h 11"/>
                    <a:gd name="T16" fmla="*/ 8 w 12"/>
                    <a:gd name="T17" fmla="*/ 9 h 11"/>
                    <a:gd name="T18" fmla="*/ 10 w 12"/>
                    <a:gd name="T19" fmla="*/ 8 h 11"/>
                    <a:gd name="T20" fmla="*/ 12 w 12"/>
                    <a:gd name="T21" fmla="*/ 6 h 11"/>
                    <a:gd name="T22" fmla="*/ 10 w 12"/>
                    <a:gd name="T23" fmla="*/ 4 h 11"/>
                    <a:gd name="T24" fmla="*/ 8 w 12"/>
                    <a:gd name="T25" fmla="*/ 2 h 11"/>
                    <a:gd name="T26" fmla="*/ 8 w 1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1">
                      <a:moveTo>
                        <a:pt x="8" y="0"/>
                      </a:moveTo>
                      <a:lnTo>
                        <a:pt x="6" y="0"/>
                      </a:lnTo>
                      <a:lnTo>
                        <a:pt x="4" y="2"/>
                      </a:lnTo>
                      <a:lnTo>
                        <a:pt x="2" y="4"/>
                      </a:lnTo>
                      <a:lnTo>
                        <a:pt x="0" y="6"/>
                      </a:lnTo>
                      <a:lnTo>
                        <a:pt x="2" y="8"/>
                      </a:lnTo>
                      <a:lnTo>
                        <a:pt x="4" y="9"/>
                      </a:lnTo>
                      <a:lnTo>
                        <a:pt x="6" y="11"/>
                      </a:lnTo>
                      <a:lnTo>
                        <a:pt x="8" y="9"/>
                      </a:lnTo>
                      <a:lnTo>
                        <a:pt x="10" y="8"/>
                      </a:lnTo>
                      <a:lnTo>
                        <a:pt x="12" y="6"/>
                      </a:lnTo>
                      <a:lnTo>
                        <a:pt x="10" y="4"/>
                      </a:lnTo>
                      <a:lnTo>
                        <a:pt x="8" y="2"/>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6" name="未知"/>
                <p:cNvSpPr>
                  <a:spLocks noChangeArrowheads="1"/>
                </p:cNvSpPr>
                <p:nvPr/>
              </p:nvSpPr>
              <p:spPr bwMode="auto">
                <a:xfrm>
                  <a:off x="1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7" name="未知"/>
                <p:cNvSpPr>
                  <a:spLocks noChangeArrowheads="1"/>
                </p:cNvSpPr>
                <p:nvPr/>
              </p:nvSpPr>
              <p:spPr bwMode="auto">
                <a:xfrm>
                  <a:off x="2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8" name="未知"/>
                <p:cNvSpPr>
                  <a:spLocks noChangeArrowheads="1"/>
                </p:cNvSpPr>
                <p:nvPr/>
              </p:nvSpPr>
              <p:spPr bwMode="auto">
                <a:xfrm>
                  <a:off x="3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19" name="未知"/>
                <p:cNvSpPr>
                  <a:spLocks noChangeArrowheads="1"/>
                </p:cNvSpPr>
                <p:nvPr/>
              </p:nvSpPr>
              <p:spPr bwMode="auto">
                <a:xfrm>
                  <a:off x="4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0" name="未知"/>
                <p:cNvSpPr>
                  <a:spLocks noChangeArrowheads="1"/>
                </p:cNvSpPr>
                <p:nvPr/>
              </p:nvSpPr>
              <p:spPr bwMode="auto">
                <a:xfrm>
                  <a:off x="5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1" name="未知"/>
                <p:cNvSpPr>
                  <a:spLocks noChangeArrowheads="1"/>
                </p:cNvSpPr>
                <p:nvPr/>
              </p:nvSpPr>
              <p:spPr bwMode="auto">
                <a:xfrm>
                  <a:off x="69"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2" name="未知"/>
                <p:cNvSpPr>
                  <a:spLocks noChangeArrowheads="1"/>
                </p:cNvSpPr>
                <p:nvPr/>
              </p:nvSpPr>
              <p:spPr bwMode="auto">
                <a:xfrm>
                  <a:off x="80"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3" name="未知"/>
                <p:cNvSpPr>
                  <a:spLocks noChangeArrowheads="1"/>
                </p:cNvSpPr>
                <p:nvPr/>
              </p:nvSpPr>
              <p:spPr bwMode="auto">
                <a:xfrm>
                  <a:off x="92"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4" name="未知"/>
                <p:cNvSpPr>
                  <a:spLocks noChangeArrowheads="1"/>
                </p:cNvSpPr>
                <p:nvPr/>
              </p:nvSpPr>
              <p:spPr bwMode="auto">
                <a:xfrm>
                  <a:off x="103"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5" name="未知"/>
                <p:cNvSpPr>
                  <a:spLocks noChangeArrowheads="1"/>
                </p:cNvSpPr>
                <p:nvPr/>
              </p:nvSpPr>
              <p:spPr bwMode="auto">
                <a:xfrm>
                  <a:off x="115"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6" name="未知"/>
                <p:cNvSpPr>
                  <a:spLocks noChangeArrowheads="1"/>
                </p:cNvSpPr>
                <p:nvPr/>
              </p:nvSpPr>
              <p:spPr bwMode="auto">
                <a:xfrm>
                  <a:off x="126"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7" name="未知"/>
                <p:cNvSpPr>
                  <a:spLocks noChangeArrowheads="1"/>
                </p:cNvSpPr>
                <p:nvPr/>
              </p:nvSpPr>
              <p:spPr bwMode="auto">
                <a:xfrm>
                  <a:off x="13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8" name="未知"/>
                <p:cNvSpPr>
                  <a:spLocks noChangeArrowheads="1"/>
                </p:cNvSpPr>
                <p:nvPr/>
              </p:nvSpPr>
              <p:spPr bwMode="auto">
                <a:xfrm>
                  <a:off x="149"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29" name="未知"/>
                <p:cNvSpPr>
                  <a:spLocks noChangeArrowheads="1"/>
                </p:cNvSpPr>
                <p:nvPr/>
              </p:nvSpPr>
              <p:spPr bwMode="auto">
                <a:xfrm>
                  <a:off x="161"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0" name="未知"/>
                <p:cNvSpPr>
                  <a:spLocks noChangeArrowheads="1"/>
                </p:cNvSpPr>
                <p:nvPr/>
              </p:nvSpPr>
              <p:spPr bwMode="auto">
                <a:xfrm>
                  <a:off x="17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1" name="未知"/>
                <p:cNvSpPr>
                  <a:spLocks noChangeArrowheads="1"/>
                </p:cNvSpPr>
                <p:nvPr/>
              </p:nvSpPr>
              <p:spPr bwMode="auto">
                <a:xfrm>
                  <a:off x="184"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2" name="未知"/>
                <p:cNvSpPr>
                  <a:spLocks noChangeArrowheads="1"/>
                </p:cNvSpPr>
                <p:nvPr/>
              </p:nvSpPr>
              <p:spPr bwMode="auto">
                <a:xfrm>
                  <a:off x="19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3" name="未知"/>
                <p:cNvSpPr>
                  <a:spLocks noChangeArrowheads="1"/>
                </p:cNvSpPr>
                <p:nvPr/>
              </p:nvSpPr>
              <p:spPr bwMode="auto">
                <a:xfrm>
                  <a:off x="207"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4" name="未知"/>
                <p:cNvSpPr>
                  <a:spLocks noChangeArrowheads="1"/>
                </p:cNvSpPr>
                <p:nvPr/>
              </p:nvSpPr>
              <p:spPr bwMode="auto">
                <a:xfrm>
                  <a:off x="21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5" name="未知"/>
                <p:cNvSpPr>
                  <a:spLocks noChangeArrowheads="1"/>
                </p:cNvSpPr>
                <p:nvPr/>
              </p:nvSpPr>
              <p:spPr bwMode="auto">
                <a:xfrm>
                  <a:off x="23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6" name="未知"/>
                <p:cNvSpPr>
                  <a:spLocks noChangeArrowheads="1"/>
                </p:cNvSpPr>
                <p:nvPr/>
              </p:nvSpPr>
              <p:spPr bwMode="auto">
                <a:xfrm>
                  <a:off x="24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7" name="未知"/>
                <p:cNvSpPr>
                  <a:spLocks noChangeArrowheads="1"/>
                </p:cNvSpPr>
                <p:nvPr/>
              </p:nvSpPr>
              <p:spPr bwMode="auto">
                <a:xfrm>
                  <a:off x="253"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8" name="未知"/>
                <p:cNvSpPr>
                  <a:spLocks noChangeArrowheads="1"/>
                </p:cNvSpPr>
                <p:nvPr/>
              </p:nvSpPr>
              <p:spPr bwMode="auto">
                <a:xfrm>
                  <a:off x="265"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39" name="未知"/>
                <p:cNvSpPr>
                  <a:spLocks noChangeArrowheads="1"/>
                </p:cNvSpPr>
                <p:nvPr/>
              </p:nvSpPr>
              <p:spPr bwMode="auto">
                <a:xfrm>
                  <a:off x="276"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0" name="未知"/>
                <p:cNvSpPr>
                  <a:spLocks noChangeArrowheads="1"/>
                </p:cNvSpPr>
                <p:nvPr/>
              </p:nvSpPr>
              <p:spPr bwMode="auto">
                <a:xfrm>
                  <a:off x="288"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1" name="未知"/>
                <p:cNvSpPr>
                  <a:spLocks noChangeArrowheads="1"/>
                </p:cNvSpPr>
                <p:nvPr/>
              </p:nvSpPr>
              <p:spPr bwMode="auto">
                <a:xfrm>
                  <a:off x="29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2" name="未知"/>
                <p:cNvSpPr>
                  <a:spLocks noChangeArrowheads="1"/>
                </p:cNvSpPr>
                <p:nvPr/>
              </p:nvSpPr>
              <p:spPr bwMode="auto">
                <a:xfrm>
                  <a:off x="311"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3" name="未知"/>
                <p:cNvSpPr>
                  <a:spLocks noChangeArrowheads="1"/>
                </p:cNvSpPr>
                <p:nvPr/>
              </p:nvSpPr>
              <p:spPr bwMode="auto">
                <a:xfrm>
                  <a:off x="32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4" name="未知"/>
                <p:cNvSpPr>
                  <a:spLocks noChangeArrowheads="1"/>
                </p:cNvSpPr>
                <p:nvPr/>
              </p:nvSpPr>
              <p:spPr bwMode="auto">
                <a:xfrm>
                  <a:off x="334"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5" name="未知"/>
                <p:cNvSpPr>
                  <a:spLocks noChangeArrowheads="1"/>
                </p:cNvSpPr>
                <p:nvPr/>
              </p:nvSpPr>
              <p:spPr bwMode="auto">
                <a:xfrm>
                  <a:off x="345"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6" name="未知"/>
                <p:cNvSpPr>
                  <a:spLocks noChangeArrowheads="1"/>
                </p:cNvSpPr>
                <p:nvPr/>
              </p:nvSpPr>
              <p:spPr bwMode="auto">
                <a:xfrm>
                  <a:off x="35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7" name="未知"/>
                <p:cNvSpPr>
                  <a:spLocks noChangeArrowheads="1"/>
                </p:cNvSpPr>
                <p:nvPr/>
              </p:nvSpPr>
              <p:spPr bwMode="auto">
                <a:xfrm>
                  <a:off x="368"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8" name="未知"/>
                <p:cNvSpPr>
                  <a:spLocks noChangeArrowheads="1"/>
                </p:cNvSpPr>
                <p:nvPr/>
              </p:nvSpPr>
              <p:spPr bwMode="auto">
                <a:xfrm>
                  <a:off x="380"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49" name="未知"/>
                <p:cNvSpPr>
                  <a:spLocks noChangeArrowheads="1"/>
                </p:cNvSpPr>
                <p:nvPr/>
              </p:nvSpPr>
              <p:spPr bwMode="auto">
                <a:xfrm>
                  <a:off x="391"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0" name="未知"/>
                <p:cNvSpPr>
                  <a:spLocks noChangeArrowheads="1"/>
                </p:cNvSpPr>
                <p:nvPr/>
              </p:nvSpPr>
              <p:spPr bwMode="auto">
                <a:xfrm>
                  <a:off x="403"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1" name="未知"/>
                <p:cNvSpPr>
                  <a:spLocks noChangeArrowheads="1"/>
                </p:cNvSpPr>
                <p:nvPr/>
              </p:nvSpPr>
              <p:spPr bwMode="auto">
                <a:xfrm>
                  <a:off x="414"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2" name="未知"/>
                <p:cNvSpPr>
                  <a:spLocks noChangeArrowheads="1"/>
                </p:cNvSpPr>
                <p:nvPr/>
              </p:nvSpPr>
              <p:spPr bwMode="auto">
                <a:xfrm>
                  <a:off x="426"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3" name="未知"/>
                <p:cNvSpPr>
                  <a:spLocks noChangeArrowheads="1"/>
                </p:cNvSpPr>
                <p:nvPr/>
              </p:nvSpPr>
              <p:spPr bwMode="auto">
                <a:xfrm>
                  <a:off x="437"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4" name="未知"/>
                <p:cNvSpPr>
                  <a:spLocks noChangeArrowheads="1"/>
                </p:cNvSpPr>
                <p:nvPr/>
              </p:nvSpPr>
              <p:spPr bwMode="auto">
                <a:xfrm>
                  <a:off x="449"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5" name="未知"/>
                <p:cNvSpPr>
                  <a:spLocks noChangeArrowheads="1"/>
                </p:cNvSpPr>
                <p:nvPr/>
              </p:nvSpPr>
              <p:spPr bwMode="auto">
                <a:xfrm>
                  <a:off x="46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6" name="未知"/>
                <p:cNvSpPr>
                  <a:spLocks noChangeArrowheads="1"/>
                </p:cNvSpPr>
                <p:nvPr/>
              </p:nvSpPr>
              <p:spPr bwMode="auto">
                <a:xfrm>
                  <a:off x="47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7" name="未知"/>
                <p:cNvSpPr>
                  <a:spLocks noChangeArrowheads="1"/>
                </p:cNvSpPr>
                <p:nvPr/>
              </p:nvSpPr>
              <p:spPr bwMode="auto">
                <a:xfrm>
                  <a:off x="483"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8" name="未知"/>
                <p:cNvSpPr>
                  <a:spLocks noChangeArrowheads="1"/>
                </p:cNvSpPr>
                <p:nvPr/>
              </p:nvSpPr>
              <p:spPr bwMode="auto">
                <a:xfrm>
                  <a:off x="49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59" name="未知"/>
                <p:cNvSpPr>
                  <a:spLocks noChangeArrowheads="1"/>
                </p:cNvSpPr>
                <p:nvPr/>
              </p:nvSpPr>
              <p:spPr bwMode="auto">
                <a:xfrm>
                  <a:off x="507"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0" name="未知"/>
                <p:cNvSpPr>
                  <a:spLocks noChangeArrowheads="1"/>
                </p:cNvSpPr>
                <p:nvPr/>
              </p:nvSpPr>
              <p:spPr bwMode="auto">
                <a:xfrm>
                  <a:off x="518"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1" name="未知"/>
                <p:cNvSpPr>
                  <a:spLocks noChangeArrowheads="1"/>
                </p:cNvSpPr>
                <p:nvPr/>
              </p:nvSpPr>
              <p:spPr bwMode="auto">
                <a:xfrm>
                  <a:off x="530"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2" name="未知"/>
                <p:cNvSpPr>
                  <a:spLocks noChangeArrowheads="1"/>
                </p:cNvSpPr>
                <p:nvPr/>
              </p:nvSpPr>
              <p:spPr bwMode="auto">
                <a:xfrm>
                  <a:off x="54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3" name="未知"/>
                <p:cNvSpPr>
                  <a:spLocks noChangeArrowheads="1"/>
                </p:cNvSpPr>
                <p:nvPr/>
              </p:nvSpPr>
              <p:spPr bwMode="auto">
                <a:xfrm>
                  <a:off x="55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4" name="未知"/>
                <p:cNvSpPr>
                  <a:spLocks noChangeArrowheads="1"/>
                </p:cNvSpPr>
                <p:nvPr/>
              </p:nvSpPr>
              <p:spPr bwMode="auto">
                <a:xfrm>
                  <a:off x="56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5" name="未知"/>
                <p:cNvSpPr>
                  <a:spLocks noChangeArrowheads="1"/>
                </p:cNvSpPr>
                <p:nvPr/>
              </p:nvSpPr>
              <p:spPr bwMode="auto">
                <a:xfrm>
                  <a:off x="57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6" name="未知"/>
                <p:cNvSpPr>
                  <a:spLocks noChangeArrowheads="1"/>
                </p:cNvSpPr>
                <p:nvPr/>
              </p:nvSpPr>
              <p:spPr bwMode="auto">
                <a:xfrm>
                  <a:off x="58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7" name="未知"/>
                <p:cNvSpPr>
                  <a:spLocks noChangeArrowheads="1"/>
                </p:cNvSpPr>
                <p:nvPr/>
              </p:nvSpPr>
              <p:spPr bwMode="auto">
                <a:xfrm>
                  <a:off x="59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8" name="未知"/>
                <p:cNvSpPr>
                  <a:spLocks noChangeArrowheads="1"/>
                </p:cNvSpPr>
                <p:nvPr/>
              </p:nvSpPr>
              <p:spPr bwMode="auto">
                <a:xfrm>
                  <a:off x="61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69" name="未知"/>
                <p:cNvSpPr>
                  <a:spLocks noChangeArrowheads="1"/>
                </p:cNvSpPr>
                <p:nvPr/>
              </p:nvSpPr>
              <p:spPr bwMode="auto">
                <a:xfrm>
                  <a:off x="62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0" name="未知"/>
                <p:cNvSpPr>
                  <a:spLocks noChangeArrowheads="1"/>
                </p:cNvSpPr>
                <p:nvPr/>
              </p:nvSpPr>
              <p:spPr bwMode="auto">
                <a:xfrm>
                  <a:off x="633"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1" name="未知"/>
                <p:cNvSpPr>
                  <a:spLocks noChangeArrowheads="1"/>
                </p:cNvSpPr>
                <p:nvPr/>
              </p:nvSpPr>
              <p:spPr bwMode="auto">
                <a:xfrm>
                  <a:off x="645"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2" name="未知"/>
                <p:cNvSpPr>
                  <a:spLocks noChangeArrowheads="1"/>
                </p:cNvSpPr>
                <p:nvPr/>
              </p:nvSpPr>
              <p:spPr bwMode="auto">
                <a:xfrm>
                  <a:off x="656"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3" name="未知"/>
                <p:cNvSpPr>
                  <a:spLocks noChangeArrowheads="1"/>
                </p:cNvSpPr>
                <p:nvPr/>
              </p:nvSpPr>
              <p:spPr bwMode="auto">
                <a:xfrm>
                  <a:off x="668"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4" name="未知"/>
                <p:cNvSpPr>
                  <a:spLocks noChangeArrowheads="1"/>
                </p:cNvSpPr>
                <p:nvPr/>
              </p:nvSpPr>
              <p:spPr bwMode="auto">
                <a:xfrm>
                  <a:off x="679"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5" name="未知"/>
                <p:cNvSpPr>
                  <a:spLocks noChangeArrowheads="1"/>
                </p:cNvSpPr>
                <p:nvPr/>
              </p:nvSpPr>
              <p:spPr bwMode="auto">
                <a:xfrm>
                  <a:off x="691"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6" name="未知"/>
                <p:cNvSpPr>
                  <a:spLocks noChangeArrowheads="1"/>
                </p:cNvSpPr>
                <p:nvPr/>
              </p:nvSpPr>
              <p:spPr bwMode="auto">
                <a:xfrm>
                  <a:off x="702"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7" name="未知"/>
                <p:cNvSpPr>
                  <a:spLocks noChangeArrowheads="1"/>
                </p:cNvSpPr>
                <p:nvPr/>
              </p:nvSpPr>
              <p:spPr bwMode="auto">
                <a:xfrm>
                  <a:off x="714"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8" name="未知"/>
                <p:cNvSpPr>
                  <a:spLocks noChangeArrowheads="1"/>
                </p:cNvSpPr>
                <p:nvPr/>
              </p:nvSpPr>
              <p:spPr bwMode="auto">
                <a:xfrm>
                  <a:off x="72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79" name="未知"/>
                <p:cNvSpPr>
                  <a:spLocks noChangeArrowheads="1"/>
                </p:cNvSpPr>
                <p:nvPr/>
              </p:nvSpPr>
              <p:spPr bwMode="auto">
                <a:xfrm>
                  <a:off x="737"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0" name="未知"/>
                <p:cNvSpPr>
                  <a:spLocks noChangeArrowheads="1"/>
                </p:cNvSpPr>
                <p:nvPr/>
              </p:nvSpPr>
              <p:spPr bwMode="auto">
                <a:xfrm>
                  <a:off x="74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1" name="未知"/>
                <p:cNvSpPr>
                  <a:spLocks noChangeArrowheads="1"/>
                </p:cNvSpPr>
                <p:nvPr/>
              </p:nvSpPr>
              <p:spPr bwMode="auto">
                <a:xfrm>
                  <a:off x="76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2" name="未知"/>
                <p:cNvSpPr>
                  <a:spLocks noChangeArrowheads="1"/>
                </p:cNvSpPr>
                <p:nvPr/>
              </p:nvSpPr>
              <p:spPr bwMode="auto">
                <a:xfrm>
                  <a:off x="771"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3" name="未知"/>
                <p:cNvSpPr>
                  <a:spLocks noChangeArrowheads="1"/>
                </p:cNvSpPr>
                <p:nvPr/>
              </p:nvSpPr>
              <p:spPr bwMode="auto">
                <a:xfrm>
                  <a:off x="783"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4" name="未知"/>
                <p:cNvSpPr>
                  <a:spLocks noChangeArrowheads="1"/>
                </p:cNvSpPr>
                <p:nvPr/>
              </p:nvSpPr>
              <p:spPr bwMode="auto">
                <a:xfrm>
                  <a:off x="79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5" name="未知"/>
                <p:cNvSpPr>
                  <a:spLocks noChangeArrowheads="1"/>
                </p:cNvSpPr>
                <p:nvPr/>
              </p:nvSpPr>
              <p:spPr bwMode="auto">
                <a:xfrm>
                  <a:off x="806"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6" name="未知"/>
                <p:cNvSpPr>
                  <a:spLocks noChangeArrowheads="1"/>
                </p:cNvSpPr>
                <p:nvPr/>
              </p:nvSpPr>
              <p:spPr bwMode="auto">
                <a:xfrm>
                  <a:off x="818"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7" name="未知"/>
                <p:cNvSpPr>
                  <a:spLocks noChangeArrowheads="1"/>
                </p:cNvSpPr>
                <p:nvPr/>
              </p:nvSpPr>
              <p:spPr bwMode="auto">
                <a:xfrm>
                  <a:off x="82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8" name="未知"/>
                <p:cNvSpPr>
                  <a:spLocks noChangeArrowheads="1"/>
                </p:cNvSpPr>
                <p:nvPr/>
              </p:nvSpPr>
              <p:spPr bwMode="auto">
                <a:xfrm>
                  <a:off x="841"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89" name="未知"/>
                <p:cNvSpPr>
                  <a:spLocks noChangeArrowheads="1"/>
                </p:cNvSpPr>
                <p:nvPr/>
              </p:nvSpPr>
              <p:spPr bwMode="auto">
                <a:xfrm>
                  <a:off x="85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0" name="未知"/>
                <p:cNvSpPr>
                  <a:spLocks noChangeArrowheads="1"/>
                </p:cNvSpPr>
                <p:nvPr/>
              </p:nvSpPr>
              <p:spPr bwMode="auto">
                <a:xfrm>
                  <a:off x="864"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1" name="未知"/>
                <p:cNvSpPr>
                  <a:spLocks noChangeArrowheads="1"/>
                </p:cNvSpPr>
                <p:nvPr/>
              </p:nvSpPr>
              <p:spPr bwMode="auto">
                <a:xfrm>
                  <a:off x="875"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2" name="未知"/>
                <p:cNvSpPr>
                  <a:spLocks noChangeArrowheads="1"/>
                </p:cNvSpPr>
                <p:nvPr/>
              </p:nvSpPr>
              <p:spPr bwMode="auto">
                <a:xfrm>
                  <a:off x="887"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3" name="未知"/>
                <p:cNvSpPr>
                  <a:spLocks noChangeArrowheads="1"/>
                </p:cNvSpPr>
                <p:nvPr/>
              </p:nvSpPr>
              <p:spPr bwMode="auto">
                <a:xfrm>
                  <a:off x="898"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4" name="未知"/>
                <p:cNvSpPr>
                  <a:spLocks noChangeArrowheads="1"/>
                </p:cNvSpPr>
                <p:nvPr/>
              </p:nvSpPr>
              <p:spPr bwMode="auto">
                <a:xfrm>
                  <a:off x="910"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5" name="未知"/>
                <p:cNvSpPr>
                  <a:spLocks noChangeArrowheads="1"/>
                </p:cNvSpPr>
                <p:nvPr/>
              </p:nvSpPr>
              <p:spPr bwMode="auto">
                <a:xfrm>
                  <a:off x="92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6" name="未知"/>
                <p:cNvSpPr>
                  <a:spLocks noChangeArrowheads="1"/>
                </p:cNvSpPr>
                <p:nvPr/>
              </p:nvSpPr>
              <p:spPr bwMode="auto">
                <a:xfrm>
                  <a:off x="93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7" name="未知"/>
                <p:cNvSpPr>
                  <a:spLocks noChangeArrowheads="1"/>
                </p:cNvSpPr>
                <p:nvPr/>
              </p:nvSpPr>
              <p:spPr bwMode="auto">
                <a:xfrm>
                  <a:off x="94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8" name="未知"/>
                <p:cNvSpPr>
                  <a:spLocks noChangeArrowheads="1"/>
                </p:cNvSpPr>
                <p:nvPr/>
              </p:nvSpPr>
              <p:spPr bwMode="auto">
                <a:xfrm>
                  <a:off x="956"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199" name="未知"/>
                <p:cNvSpPr>
                  <a:spLocks noChangeArrowheads="1"/>
                </p:cNvSpPr>
                <p:nvPr/>
              </p:nvSpPr>
              <p:spPr bwMode="auto">
                <a:xfrm>
                  <a:off x="967"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0" name="未知"/>
                <p:cNvSpPr>
                  <a:spLocks noChangeArrowheads="1"/>
                </p:cNvSpPr>
                <p:nvPr/>
              </p:nvSpPr>
              <p:spPr bwMode="auto">
                <a:xfrm>
                  <a:off x="979"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1" name="未知"/>
                <p:cNvSpPr>
                  <a:spLocks noChangeArrowheads="1"/>
                </p:cNvSpPr>
                <p:nvPr/>
              </p:nvSpPr>
              <p:spPr bwMode="auto">
                <a:xfrm>
                  <a:off x="990"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2" name="未知"/>
                <p:cNvSpPr>
                  <a:spLocks noChangeArrowheads="1"/>
                </p:cNvSpPr>
                <p:nvPr/>
              </p:nvSpPr>
              <p:spPr bwMode="auto">
                <a:xfrm>
                  <a:off x="1002"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3" name="未知"/>
                <p:cNvSpPr>
                  <a:spLocks noChangeArrowheads="1"/>
                </p:cNvSpPr>
                <p:nvPr/>
              </p:nvSpPr>
              <p:spPr bwMode="auto">
                <a:xfrm>
                  <a:off x="1013"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4" name="未知"/>
                <p:cNvSpPr>
                  <a:spLocks noChangeArrowheads="1"/>
                </p:cNvSpPr>
                <p:nvPr/>
              </p:nvSpPr>
              <p:spPr bwMode="auto">
                <a:xfrm>
                  <a:off x="102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5" name="未知"/>
                <p:cNvSpPr>
                  <a:spLocks noChangeArrowheads="1"/>
                </p:cNvSpPr>
                <p:nvPr/>
              </p:nvSpPr>
              <p:spPr bwMode="auto">
                <a:xfrm>
                  <a:off x="1036"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6" name="未知"/>
                <p:cNvSpPr>
                  <a:spLocks noChangeArrowheads="1"/>
                </p:cNvSpPr>
                <p:nvPr/>
              </p:nvSpPr>
              <p:spPr bwMode="auto">
                <a:xfrm>
                  <a:off x="104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7" name="未知"/>
                <p:cNvSpPr>
                  <a:spLocks noChangeArrowheads="1"/>
                </p:cNvSpPr>
                <p:nvPr/>
              </p:nvSpPr>
              <p:spPr bwMode="auto">
                <a:xfrm>
                  <a:off x="1059"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8" name="未知"/>
                <p:cNvSpPr>
                  <a:spLocks noChangeArrowheads="1"/>
                </p:cNvSpPr>
                <p:nvPr/>
              </p:nvSpPr>
              <p:spPr bwMode="auto">
                <a:xfrm>
                  <a:off x="1071"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09" name="未知"/>
                <p:cNvSpPr>
                  <a:spLocks noChangeArrowheads="1"/>
                </p:cNvSpPr>
                <p:nvPr/>
              </p:nvSpPr>
              <p:spPr bwMode="auto">
                <a:xfrm>
                  <a:off x="108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0" name="未知"/>
                <p:cNvSpPr>
                  <a:spLocks noChangeArrowheads="1"/>
                </p:cNvSpPr>
                <p:nvPr/>
              </p:nvSpPr>
              <p:spPr bwMode="auto">
                <a:xfrm>
                  <a:off x="109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1" name="未知"/>
                <p:cNvSpPr>
                  <a:spLocks noChangeArrowheads="1"/>
                </p:cNvSpPr>
                <p:nvPr/>
              </p:nvSpPr>
              <p:spPr bwMode="auto">
                <a:xfrm>
                  <a:off x="110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2" name="未知"/>
                <p:cNvSpPr>
                  <a:spLocks noChangeArrowheads="1"/>
                </p:cNvSpPr>
                <p:nvPr/>
              </p:nvSpPr>
              <p:spPr bwMode="auto">
                <a:xfrm>
                  <a:off x="111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3" name="未知"/>
                <p:cNvSpPr>
                  <a:spLocks noChangeArrowheads="1"/>
                </p:cNvSpPr>
                <p:nvPr/>
              </p:nvSpPr>
              <p:spPr bwMode="auto">
                <a:xfrm>
                  <a:off x="112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4" name="未知"/>
                <p:cNvSpPr>
                  <a:spLocks noChangeArrowheads="1"/>
                </p:cNvSpPr>
                <p:nvPr/>
              </p:nvSpPr>
              <p:spPr bwMode="auto">
                <a:xfrm>
                  <a:off x="114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5" name="未知"/>
                <p:cNvSpPr>
                  <a:spLocks noChangeArrowheads="1"/>
                </p:cNvSpPr>
                <p:nvPr/>
              </p:nvSpPr>
              <p:spPr bwMode="auto">
                <a:xfrm>
                  <a:off x="115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6" name="未知"/>
                <p:cNvSpPr>
                  <a:spLocks noChangeArrowheads="1"/>
                </p:cNvSpPr>
                <p:nvPr/>
              </p:nvSpPr>
              <p:spPr bwMode="auto">
                <a:xfrm>
                  <a:off x="1163"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7" name="未知"/>
                <p:cNvSpPr>
                  <a:spLocks noChangeArrowheads="1"/>
                </p:cNvSpPr>
                <p:nvPr/>
              </p:nvSpPr>
              <p:spPr bwMode="auto">
                <a:xfrm>
                  <a:off x="1175"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8" name="未知"/>
                <p:cNvSpPr>
                  <a:spLocks noChangeArrowheads="1"/>
                </p:cNvSpPr>
                <p:nvPr/>
              </p:nvSpPr>
              <p:spPr bwMode="auto">
                <a:xfrm>
                  <a:off x="1186"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19" name="未知"/>
                <p:cNvSpPr>
                  <a:spLocks noChangeArrowheads="1"/>
                </p:cNvSpPr>
                <p:nvPr/>
              </p:nvSpPr>
              <p:spPr bwMode="auto">
                <a:xfrm>
                  <a:off x="1198"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0" name="未知"/>
                <p:cNvSpPr>
                  <a:spLocks noChangeArrowheads="1"/>
                </p:cNvSpPr>
                <p:nvPr/>
              </p:nvSpPr>
              <p:spPr bwMode="auto">
                <a:xfrm>
                  <a:off x="120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1" name="未知"/>
                <p:cNvSpPr>
                  <a:spLocks noChangeArrowheads="1"/>
                </p:cNvSpPr>
                <p:nvPr/>
              </p:nvSpPr>
              <p:spPr bwMode="auto">
                <a:xfrm>
                  <a:off x="1221"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2" name="未知"/>
                <p:cNvSpPr>
                  <a:spLocks noChangeArrowheads="1"/>
                </p:cNvSpPr>
                <p:nvPr/>
              </p:nvSpPr>
              <p:spPr bwMode="auto">
                <a:xfrm>
                  <a:off x="123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3" name="未知"/>
                <p:cNvSpPr>
                  <a:spLocks noChangeArrowheads="1"/>
                </p:cNvSpPr>
                <p:nvPr/>
              </p:nvSpPr>
              <p:spPr bwMode="auto">
                <a:xfrm>
                  <a:off x="1244"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4" name="未知"/>
                <p:cNvSpPr>
                  <a:spLocks noChangeArrowheads="1"/>
                </p:cNvSpPr>
                <p:nvPr/>
              </p:nvSpPr>
              <p:spPr bwMode="auto">
                <a:xfrm>
                  <a:off x="1255"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5" name="未知"/>
                <p:cNvSpPr>
                  <a:spLocks noChangeArrowheads="1"/>
                </p:cNvSpPr>
                <p:nvPr/>
              </p:nvSpPr>
              <p:spPr bwMode="auto">
                <a:xfrm>
                  <a:off x="1267"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6" name="未知"/>
                <p:cNvSpPr>
                  <a:spLocks noChangeArrowheads="1"/>
                </p:cNvSpPr>
                <p:nvPr/>
              </p:nvSpPr>
              <p:spPr bwMode="auto">
                <a:xfrm>
                  <a:off x="1278"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7" name="未知"/>
                <p:cNvSpPr>
                  <a:spLocks noChangeArrowheads="1"/>
                </p:cNvSpPr>
                <p:nvPr/>
              </p:nvSpPr>
              <p:spPr bwMode="auto">
                <a:xfrm>
                  <a:off x="1290"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8" name="未知"/>
                <p:cNvSpPr>
                  <a:spLocks noChangeArrowheads="1"/>
                </p:cNvSpPr>
                <p:nvPr/>
              </p:nvSpPr>
              <p:spPr bwMode="auto">
                <a:xfrm>
                  <a:off x="1301"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29" name="未知"/>
                <p:cNvSpPr>
                  <a:spLocks noChangeArrowheads="1"/>
                </p:cNvSpPr>
                <p:nvPr/>
              </p:nvSpPr>
              <p:spPr bwMode="auto">
                <a:xfrm>
                  <a:off x="1313"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0" name="未知"/>
                <p:cNvSpPr>
                  <a:spLocks noChangeArrowheads="1"/>
                </p:cNvSpPr>
                <p:nvPr/>
              </p:nvSpPr>
              <p:spPr bwMode="auto">
                <a:xfrm>
                  <a:off x="1324"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1" name="未知"/>
                <p:cNvSpPr>
                  <a:spLocks noChangeArrowheads="1"/>
                </p:cNvSpPr>
                <p:nvPr/>
              </p:nvSpPr>
              <p:spPr bwMode="auto">
                <a:xfrm>
                  <a:off x="1336"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2" name="未知"/>
                <p:cNvSpPr>
                  <a:spLocks noChangeArrowheads="1"/>
                </p:cNvSpPr>
                <p:nvPr/>
              </p:nvSpPr>
              <p:spPr bwMode="auto">
                <a:xfrm>
                  <a:off x="1347"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3" name="未知"/>
                <p:cNvSpPr>
                  <a:spLocks noChangeArrowheads="1"/>
                </p:cNvSpPr>
                <p:nvPr/>
              </p:nvSpPr>
              <p:spPr bwMode="auto">
                <a:xfrm>
                  <a:off x="1359"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4" name="未知"/>
                <p:cNvSpPr>
                  <a:spLocks noChangeArrowheads="1"/>
                </p:cNvSpPr>
                <p:nvPr/>
              </p:nvSpPr>
              <p:spPr bwMode="auto">
                <a:xfrm>
                  <a:off x="137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5" name="未知"/>
                <p:cNvSpPr>
                  <a:spLocks noChangeArrowheads="1"/>
                </p:cNvSpPr>
                <p:nvPr/>
              </p:nvSpPr>
              <p:spPr bwMode="auto">
                <a:xfrm>
                  <a:off x="138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6" name="未知"/>
                <p:cNvSpPr>
                  <a:spLocks noChangeArrowheads="1"/>
                </p:cNvSpPr>
                <p:nvPr/>
              </p:nvSpPr>
              <p:spPr bwMode="auto">
                <a:xfrm>
                  <a:off x="1394"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7" name="未知"/>
                <p:cNvSpPr>
                  <a:spLocks noChangeArrowheads="1"/>
                </p:cNvSpPr>
                <p:nvPr/>
              </p:nvSpPr>
              <p:spPr bwMode="auto">
                <a:xfrm>
                  <a:off x="1405"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8" name="未知"/>
                <p:cNvSpPr>
                  <a:spLocks noChangeArrowheads="1"/>
                </p:cNvSpPr>
                <p:nvPr/>
              </p:nvSpPr>
              <p:spPr bwMode="auto">
                <a:xfrm>
                  <a:off x="1417"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39" name="未知"/>
                <p:cNvSpPr>
                  <a:spLocks noChangeArrowheads="1"/>
                </p:cNvSpPr>
                <p:nvPr/>
              </p:nvSpPr>
              <p:spPr bwMode="auto">
                <a:xfrm>
                  <a:off x="1428"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0" name="未知"/>
                <p:cNvSpPr>
                  <a:spLocks noChangeArrowheads="1"/>
                </p:cNvSpPr>
                <p:nvPr/>
              </p:nvSpPr>
              <p:spPr bwMode="auto">
                <a:xfrm>
                  <a:off x="1440"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1" name="未知"/>
                <p:cNvSpPr>
                  <a:spLocks noChangeArrowheads="1"/>
                </p:cNvSpPr>
                <p:nvPr/>
              </p:nvSpPr>
              <p:spPr bwMode="auto">
                <a:xfrm>
                  <a:off x="145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2" name="未知"/>
                <p:cNvSpPr>
                  <a:spLocks noChangeArrowheads="1"/>
                </p:cNvSpPr>
                <p:nvPr/>
              </p:nvSpPr>
              <p:spPr bwMode="auto">
                <a:xfrm>
                  <a:off x="146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3" name="未知"/>
                <p:cNvSpPr>
                  <a:spLocks noChangeArrowheads="1"/>
                </p:cNvSpPr>
                <p:nvPr/>
              </p:nvSpPr>
              <p:spPr bwMode="auto">
                <a:xfrm>
                  <a:off x="147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4" name="未知"/>
                <p:cNvSpPr>
                  <a:spLocks noChangeArrowheads="1"/>
                </p:cNvSpPr>
                <p:nvPr/>
              </p:nvSpPr>
              <p:spPr bwMode="auto">
                <a:xfrm>
                  <a:off x="148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5" name="未知"/>
                <p:cNvSpPr>
                  <a:spLocks noChangeArrowheads="1"/>
                </p:cNvSpPr>
                <p:nvPr/>
              </p:nvSpPr>
              <p:spPr bwMode="auto">
                <a:xfrm>
                  <a:off x="149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6" name="未知"/>
                <p:cNvSpPr>
                  <a:spLocks noChangeArrowheads="1"/>
                </p:cNvSpPr>
                <p:nvPr/>
              </p:nvSpPr>
              <p:spPr bwMode="auto">
                <a:xfrm>
                  <a:off x="150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7" name="未知"/>
                <p:cNvSpPr>
                  <a:spLocks noChangeArrowheads="1"/>
                </p:cNvSpPr>
                <p:nvPr/>
              </p:nvSpPr>
              <p:spPr bwMode="auto">
                <a:xfrm>
                  <a:off x="152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8" name="未知"/>
                <p:cNvSpPr>
                  <a:spLocks noChangeArrowheads="1"/>
                </p:cNvSpPr>
                <p:nvPr/>
              </p:nvSpPr>
              <p:spPr bwMode="auto">
                <a:xfrm>
                  <a:off x="1532"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49" name="未知"/>
                <p:cNvSpPr>
                  <a:spLocks noChangeArrowheads="1"/>
                </p:cNvSpPr>
                <p:nvPr/>
              </p:nvSpPr>
              <p:spPr bwMode="auto">
                <a:xfrm>
                  <a:off x="1543"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0" name="未知"/>
                <p:cNvSpPr>
                  <a:spLocks noChangeArrowheads="1"/>
                </p:cNvSpPr>
                <p:nvPr/>
              </p:nvSpPr>
              <p:spPr bwMode="auto">
                <a:xfrm>
                  <a:off x="1555"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1" name="未知"/>
                <p:cNvSpPr>
                  <a:spLocks noChangeArrowheads="1"/>
                </p:cNvSpPr>
                <p:nvPr/>
              </p:nvSpPr>
              <p:spPr bwMode="auto">
                <a:xfrm>
                  <a:off x="1566"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2" name="未知"/>
                <p:cNvSpPr>
                  <a:spLocks noChangeArrowheads="1"/>
                </p:cNvSpPr>
                <p:nvPr/>
              </p:nvSpPr>
              <p:spPr bwMode="auto">
                <a:xfrm>
                  <a:off x="1578"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3" name="未知"/>
                <p:cNvSpPr>
                  <a:spLocks noChangeArrowheads="1"/>
                </p:cNvSpPr>
                <p:nvPr/>
              </p:nvSpPr>
              <p:spPr bwMode="auto">
                <a:xfrm>
                  <a:off x="1589"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4" name="未知"/>
                <p:cNvSpPr>
                  <a:spLocks noChangeArrowheads="1"/>
                </p:cNvSpPr>
                <p:nvPr/>
              </p:nvSpPr>
              <p:spPr bwMode="auto">
                <a:xfrm>
                  <a:off x="1601"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5" name="未知"/>
                <p:cNvSpPr>
                  <a:spLocks noChangeArrowheads="1"/>
                </p:cNvSpPr>
                <p:nvPr/>
              </p:nvSpPr>
              <p:spPr bwMode="auto">
                <a:xfrm>
                  <a:off x="161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6" name="未知"/>
                <p:cNvSpPr>
                  <a:spLocks noChangeArrowheads="1"/>
                </p:cNvSpPr>
                <p:nvPr/>
              </p:nvSpPr>
              <p:spPr bwMode="auto">
                <a:xfrm>
                  <a:off x="1624"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7" name="未知"/>
                <p:cNvSpPr>
                  <a:spLocks noChangeArrowheads="1"/>
                </p:cNvSpPr>
                <p:nvPr/>
              </p:nvSpPr>
              <p:spPr bwMode="auto">
                <a:xfrm>
                  <a:off x="163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8" name="未知"/>
                <p:cNvSpPr>
                  <a:spLocks noChangeArrowheads="1"/>
                </p:cNvSpPr>
                <p:nvPr/>
              </p:nvSpPr>
              <p:spPr bwMode="auto">
                <a:xfrm>
                  <a:off x="1647"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59" name="未知"/>
                <p:cNvSpPr>
                  <a:spLocks noChangeArrowheads="1"/>
                </p:cNvSpPr>
                <p:nvPr/>
              </p:nvSpPr>
              <p:spPr bwMode="auto">
                <a:xfrm>
                  <a:off x="165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0" name="未知"/>
                <p:cNvSpPr>
                  <a:spLocks noChangeArrowheads="1"/>
                </p:cNvSpPr>
                <p:nvPr/>
              </p:nvSpPr>
              <p:spPr bwMode="auto">
                <a:xfrm>
                  <a:off x="167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1" name="未知"/>
                <p:cNvSpPr>
                  <a:spLocks noChangeArrowheads="1"/>
                </p:cNvSpPr>
                <p:nvPr/>
              </p:nvSpPr>
              <p:spPr bwMode="auto">
                <a:xfrm>
                  <a:off x="168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2" name="未知"/>
                <p:cNvSpPr>
                  <a:spLocks noChangeArrowheads="1"/>
                </p:cNvSpPr>
                <p:nvPr/>
              </p:nvSpPr>
              <p:spPr bwMode="auto">
                <a:xfrm>
                  <a:off x="1693"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3" name="未知"/>
                <p:cNvSpPr>
                  <a:spLocks noChangeArrowheads="1"/>
                </p:cNvSpPr>
                <p:nvPr/>
              </p:nvSpPr>
              <p:spPr bwMode="auto">
                <a:xfrm>
                  <a:off x="1705"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4" name="未知"/>
                <p:cNvSpPr>
                  <a:spLocks noChangeArrowheads="1"/>
                </p:cNvSpPr>
                <p:nvPr/>
              </p:nvSpPr>
              <p:spPr bwMode="auto">
                <a:xfrm>
                  <a:off x="1716"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5" name="未知"/>
                <p:cNvSpPr>
                  <a:spLocks noChangeArrowheads="1"/>
                </p:cNvSpPr>
                <p:nvPr/>
              </p:nvSpPr>
              <p:spPr bwMode="auto">
                <a:xfrm>
                  <a:off x="1728"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6" name="未知"/>
                <p:cNvSpPr>
                  <a:spLocks noChangeArrowheads="1"/>
                </p:cNvSpPr>
                <p:nvPr/>
              </p:nvSpPr>
              <p:spPr bwMode="auto">
                <a:xfrm>
                  <a:off x="173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7" name="未知"/>
                <p:cNvSpPr>
                  <a:spLocks noChangeArrowheads="1"/>
                </p:cNvSpPr>
                <p:nvPr/>
              </p:nvSpPr>
              <p:spPr bwMode="auto">
                <a:xfrm>
                  <a:off x="1751"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8" name="未知"/>
                <p:cNvSpPr>
                  <a:spLocks noChangeArrowheads="1"/>
                </p:cNvSpPr>
                <p:nvPr/>
              </p:nvSpPr>
              <p:spPr bwMode="auto">
                <a:xfrm>
                  <a:off x="176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69" name="未知"/>
                <p:cNvSpPr>
                  <a:spLocks noChangeArrowheads="1"/>
                </p:cNvSpPr>
                <p:nvPr/>
              </p:nvSpPr>
              <p:spPr bwMode="auto">
                <a:xfrm>
                  <a:off x="1774"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0" name="未知"/>
                <p:cNvSpPr>
                  <a:spLocks noChangeArrowheads="1"/>
                </p:cNvSpPr>
                <p:nvPr/>
              </p:nvSpPr>
              <p:spPr bwMode="auto">
                <a:xfrm>
                  <a:off x="1785"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1" name="未知"/>
                <p:cNvSpPr>
                  <a:spLocks noChangeArrowheads="1"/>
                </p:cNvSpPr>
                <p:nvPr/>
              </p:nvSpPr>
              <p:spPr bwMode="auto">
                <a:xfrm>
                  <a:off x="1797"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2" name="未知"/>
                <p:cNvSpPr>
                  <a:spLocks noChangeArrowheads="1"/>
                </p:cNvSpPr>
                <p:nvPr/>
              </p:nvSpPr>
              <p:spPr bwMode="auto">
                <a:xfrm>
                  <a:off x="1808"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3" name="未知"/>
                <p:cNvSpPr>
                  <a:spLocks noChangeArrowheads="1"/>
                </p:cNvSpPr>
                <p:nvPr/>
              </p:nvSpPr>
              <p:spPr bwMode="auto">
                <a:xfrm>
                  <a:off x="182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4" name="未知"/>
                <p:cNvSpPr>
                  <a:spLocks noChangeArrowheads="1"/>
                </p:cNvSpPr>
                <p:nvPr/>
              </p:nvSpPr>
              <p:spPr bwMode="auto">
                <a:xfrm>
                  <a:off x="1831"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5" name="未知"/>
                <p:cNvSpPr>
                  <a:spLocks noChangeArrowheads="1"/>
                </p:cNvSpPr>
                <p:nvPr/>
              </p:nvSpPr>
              <p:spPr bwMode="auto">
                <a:xfrm>
                  <a:off x="1843"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6" name="未知"/>
                <p:cNvSpPr>
                  <a:spLocks noChangeArrowheads="1"/>
                </p:cNvSpPr>
                <p:nvPr/>
              </p:nvSpPr>
              <p:spPr bwMode="auto">
                <a:xfrm>
                  <a:off x="1854"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7" name="未知"/>
                <p:cNvSpPr>
                  <a:spLocks noChangeArrowheads="1"/>
                </p:cNvSpPr>
                <p:nvPr/>
              </p:nvSpPr>
              <p:spPr bwMode="auto">
                <a:xfrm>
                  <a:off x="1866"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8" name="未知"/>
                <p:cNvSpPr>
                  <a:spLocks noChangeArrowheads="1"/>
                </p:cNvSpPr>
                <p:nvPr/>
              </p:nvSpPr>
              <p:spPr bwMode="auto">
                <a:xfrm>
                  <a:off x="1877"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79" name="未知"/>
                <p:cNvSpPr>
                  <a:spLocks noChangeArrowheads="1"/>
                </p:cNvSpPr>
                <p:nvPr/>
              </p:nvSpPr>
              <p:spPr bwMode="auto">
                <a:xfrm>
                  <a:off x="1889"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0" name="未知"/>
                <p:cNvSpPr>
                  <a:spLocks noChangeArrowheads="1"/>
                </p:cNvSpPr>
                <p:nvPr/>
              </p:nvSpPr>
              <p:spPr bwMode="auto">
                <a:xfrm>
                  <a:off x="190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1" name="未知"/>
                <p:cNvSpPr>
                  <a:spLocks noChangeArrowheads="1"/>
                </p:cNvSpPr>
                <p:nvPr/>
              </p:nvSpPr>
              <p:spPr bwMode="auto">
                <a:xfrm>
                  <a:off x="191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2" name="未知"/>
                <p:cNvSpPr>
                  <a:spLocks noChangeArrowheads="1"/>
                </p:cNvSpPr>
                <p:nvPr/>
              </p:nvSpPr>
              <p:spPr bwMode="auto">
                <a:xfrm>
                  <a:off x="1923"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3" name="未知"/>
                <p:cNvSpPr>
                  <a:spLocks noChangeArrowheads="1"/>
                </p:cNvSpPr>
                <p:nvPr/>
              </p:nvSpPr>
              <p:spPr bwMode="auto">
                <a:xfrm>
                  <a:off x="193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4" name="未知"/>
                <p:cNvSpPr>
                  <a:spLocks noChangeArrowheads="1"/>
                </p:cNvSpPr>
                <p:nvPr/>
              </p:nvSpPr>
              <p:spPr bwMode="auto">
                <a:xfrm>
                  <a:off x="1946"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5" name="未知"/>
                <p:cNvSpPr>
                  <a:spLocks noChangeArrowheads="1"/>
                </p:cNvSpPr>
                <p:nvPr/>
              </p:nvSpPr>
              <p:spPr bwMode="auto">
                <a:xfrm>
                  <a:off x="195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6" name="未知"/>
                <p:cNvSpPr>
                  <a:spLocks noChangeArrowheads="1"/>
                </p:cNvSpPr>
                <p:nvPr/>
              </p:nvSpPr>
              <p:spPr bwMode="auto">
                <a:xfrm>
                  <a:off x="196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7" name="未知"/>
                <p:cNvSpPr>
                  <a:spLocks noChangeArrowheads="1"/>
                </p:cNvSpPr>
                <p:nvPr/>
              </p:nvSpPr>
              <p:spPr bwMode="auto">
                <a:xfrm>
                  <a:off x="198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8" name="未知"/>
                <p:cNvSpPr>
                  <a:spLocks noChangeArrowheads="1"/>
                </p:cNvSpPr>
                <p:nvPr/>
              </p:nvSpPr>
              <p:spPr bwMode="auto">
                <a:xfrm>
                  <a:off x="199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89" name="未知"/>
                <p:cNvSpPr>
                  <a:spLocks noChangeArrowheads="1"/>
                </p:cNvSpPr>
                <p:nvPr/>
              </p:nvSpPr>
              <p:spPr bwMode="auto">
                <a:xfrm>
                  <a:off x="200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0" name="未知"/>
                <p:cNvSpPr>
                  <a:spLocks noChangeArrowheads="1"/>
                </p:cNvSpPr>
                <p:nvPr/>
              </p:nvSpPr>
              <p:spPr bwMode="auto">
                <a:xfrm>
                  <a:off x="201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1" name="未知"/>
                <p:cNvSpPr>
                  <a:spLocks noChangeArrowheads="1"/>
                </p:cNvSpPr>
                <p:nvPr/>
              </p:nvSpPr>
              <p:spPr bwMode="auto">
                <a:xfrm>
                  <a:off x="202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2" name="未知"/>
                <p:cNvSpPr>
                  <a:spLocks noChangeArrowheads="1"/>
                </p:cNvSpPr>
                <p:nvPr/>
              </p:nvSpPr>
              <p:spPr bwMode="auto">
                <a:xfrm>
                  <a:off x="203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3" name="未知"/>
                <p:cNvSpPr>
                  <a:spLocks noChangeArrowheads="1"/>
                </p:cNvSpPr>
                <p:nvPr/>
              </p:nvSpPr>
              <p:spPr bwMode="auto">
                <a:xfrm>
                  <a:off x="205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4" name="未知"/>
                <p:cNvSpPr>
                  <a:spLocks noChangeArrowheads="1"/>
                </p:cNvSpPr>
                <p:nvPr/>
              </p:nvSpPr>
              <p:spPr bwMode="auto">
                <a:xfrm>
                  <a:off x="206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5" name="未知"/>
                <p:cNvSpPr>
                  <a:spLocks noChangeArrowheads="1"/>
                </p:cNvSpPr>
                <p:nvPr/>
              </p:nvSpPr>
              <p:spPr bwMode="auto">
                <a:xfrm>
                  <a:off x="2073"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6" name="未知"/>
                <p:cNvSpPr>
                  <a:spLocks noChangeArrowheads="1"/>
                </p:cNvSpPr>
                <p:nvPr/>
              </p:nvSpPr>
              <p:spPr bwMode="auto">
                <a:xfrm>
                  <a:off x="2085"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7" name="未知"/>
                <p:cNvSpPr>
                  <a:spLocks noChangeArrowheads="1"/>
                </p:cNvSpPr>
                <p:nvPr/>
              </p:nvSpPr>
              <p:spPr bwMode="auto">
                <a:xfrm>
                  <a:off x="2096"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8" name="未知"/>
                <p:cNvSpPr>
                  <a:spLocks noChangeArrowheads="1"/>
                </p:cNvSpPr>
                <p:nvPr/>
              </p:nvSpPr>
              <p:spPr bwMode="auto">
                <a:xfrm>
                  <a:off x="2108"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299" name="未知"/>
                <p:cNvSpPr>
                  <a:spLocks noChangeArrowheads="1"/>
                </p:cNvSpPr>
                <p:nvPr/>
              </p:nvSpPr>
              <p:spPr bwMode="auto">
                <a:xfrm>
                  <a:off x="2119"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0" name="未知"/>
                <p:cNvSpPr>
                  <a:spLocks noChangeArrowheads="1"/>
                </p:cNvSpPr>
                <p:nvPr/>
              </p:nvSpPr>
              <p:spPr bwMode="auto">
                <a:xfrm>
                  <a:off x="2131"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1" name="未知"/>
                <p:cNvSpPr>
                  <a:spLocks noChangeArrowheads="1"/>
                </p:cNvSpPr>
                <p:nvPr/>
              </p:nvSpPr>
              <p:spPr bwMode="auto">
                <a:xfrm>
                  <a:off x="2142"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2" name="未知"/>
                <p:cNvSpPr>
                  <a:spLocks noChangeArrowheads="1"/>
                </p:cNvSpPr>
                <p:nvPr/>
              </p:nvSpPr>
              <p:spPr bwMode="auto">
                <a:xfrm>
                  <a:off x="2154"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3" name="未知"/>
                <p:cNvSpPr>
                  <a:spLocks noChangeArrowheads="1"/>
                </p:cNvSpPr>
                <p:nvPr/>
              </p:nvSpPr>
              <p:spPr bwMode="auto">
                <a:xfrm>
                  <a:off x="2165"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4" name="未知"/>
                <p:cNvSpPr>
                  <a:spLocks noChangeArrowheads="1"/>
                </p:cNvSpPr>
                <p:nvPr/>
              </p:nvSpPr>
              <p:spPr bwMode="auto">
                <a:xfrm>
                  <a:off x="2177"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5" name="未知"/>
                <p:cNvSpPr>
                  <a:spLocks noChangeArrowheads="1"/>
                </p:cNvSpPr>
                <p:nvPr/>
              </p:nvSpPr>
              <p:spPr bwMode="auto">
                <a:xfrm>
                  <a:off x="218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6" name="未知"/>
                <p:cNvSpPr>
                  <a:spLocks noChangeArrowheads="1"/>
                </p:cNvSpPr>
                <p:nvPr/>
              </p:nvSpPr>
              <p:spPr bwMode="auto">
                <a:xfrm>
                  <a:off x="2200"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7" name="未知"/>
                <p:cNvSpPr>
                  <a:spLocks noChangeArrowheads="1"/>
                </p:cNvSpPr>
                <p:nvPr/>
              </p:nvSpPr>
              <p:spPr bwMode="auto">
                <a:xfrm>
                  <a:off x="2211"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8" name="未知"/>
                <p:cNvSpPr>
                  <a:spLocks noChangeArrowheads="1"/>
                </p:cNvSpPr>
                <p:nvPr/>
              </p:nvSpPr>
              <p:spPr bwMode="auto">
                <a:xfrm>
                  <a:off x="2223"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09" name="未知"/>
                <p:cNvSpPr>
                  <a:spLocks noChangeArrowheads="1"/>
                </p:cNvSpPr>
                <p:nvPr/>
              </p:nvSpPr>
              <p:spPr bwMode="auto">
                <a:xfrm>
                  <a:off x="2234"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0" name="未知"/>
                <p:cNvSpPr>
                  <a:spLocks noChangeArrowheads="1"/>
                </p:cNvSpPr>
                <p:nvPr/>
              </p:nvSpPr>
              <p:spPr bwMode="auto">
                <a:xfrm>
                  <a:off x="2246"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1" name="未知"/>
                <p:cNvSpPr>
                  <a:spLocks noChangeArrowheads="1"/>
                </p:cNvSpPr>
                <p:nvPr/>
              </p:nvSpPr>
              <p:spPr bwMode="auto">
                <a:xfrm>
                  <a:off x="225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2" name="未知"/>
                <p:cNvSpPr>
                  <a:spLocks noChangeArrowheads="1"/>
                </p:cNvSpPr>
                <p:nvPr/>
              </p:nvSpPr>
              <p:spPr bwMode="auto">
                <a:xfrm>
                  <a:off x="2269"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3" name="未知"/>
                <p:cNvSpPr>
                  <a:spLocks noChangeArrowheads="1"/>
                </p:cNvSpPr>
                <p:nvPr/>
              </p:nvSpPr>
              <p:spPr bwMode="auto">
                <a:xfrm>
                  <a:off x="2281"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4" name="未知"/>
                <p:cNvSpPr>
                  <a:spLocks noChangeArrowheads="1"/>
                </p:cNvSpPr>
                <p:nvPr/>
              </p:nvSpPr>
              <p:spPr bwMode="auto">
                <a:xfrm>
                  <a:off x="2292"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315" name="未知"/>
              <p:cNvSpPr>
                <a:spLocks noChangeArrowheads="1"/>
              </p:cNvSpPr>
              <p:nvPr/>
            </p:nvSpPr>
            <p:spPr bwMode="auto">
              <a:xfrm>
                <a:off x="2304"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6" name="未知"/>
              <p:cNvSpPr>
                <a:spLocks noChangeArrowheads="1"/>
              </p:cNvSpPr>
              <p:nvPr/>
            </p:nvSpPr>
            <p:spPr bwMode="auto">
              <a:xfrm>
                <a:off x="2315"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7" name="未知"/>
              <p:cNvSpPr>
                <a:spLocks noChangeArrowheads="1"/>
              </p:cNvSpPr>
              <p:nvPr/>
            </p:nvSpPr>
            <p:spPr bwMode="auto">
              <a:xfrm>
                <a:off x="2327"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8" name="未知"/>
              <p:cNvSpPr>
                <a:spLocks noChangeArrowheads="1"/>
              </p:cNvSpPr>
              <p:nvPr/>
            </p:nvSpPr>
            <p:spPr bwMode="auto">
              <a:xfrm>
                <a:off x="2338"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19" name="未知"/>
              <p:cNvSpPr>
                <a:spLocks noChangeArrowheads="1"/>
              </p:cNvSpPr>
              <p:nvPr/>
            </p:nvSpPr>
            <p:spPr bwMode="auto">
              <a:xfrm>
                <a:off x="2350"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0" name="未知"/>
              <p:cNvSpPr>
                <a:spLocks noChangeArrowheads="1"/>
              </p:cNvSpPr>
              <p:nvPr/>
            </p:nvSpPr>
            <p:spPr bwMode="auto">
              <a:xfrm>
                <a:off x="2361"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1" name="未知"/>
              <p:cNvSpPr>
                <a:spLocks noChangeArrowheads="1"/>
              </p:cNvSpPr>
              <p:nvPr/>
            </p:nvSpPr>
            <p:spPr bwMode="auto">
              <a:xfrm>
                <a:off x="2373"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2" name="未知"/>
              <p:cNvSpPr>
                <a:spLocks noChangeArrowheads="1"/>
              </p:cNvSpPr>
              <p:nvPr/>
            </p:nvSpPr>
            <p:spPr bwMode="auto">
              <a:xfrm>
                <a:off x="2384"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3" name="未知"/>
              <p:cNvSpPr>
                <a:spLocks noChangeArrowheads="1"/>
              </p:cNvSpPr>
              <p:nvPr/>
            </p:nvSpPr>
            <p:spPr bwMode="auto">
              <a:xfrm>
                <a:off x="2396"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4" name="未知"/>
              <p:cNvSpPr>
                <a:spLocks noChangeArrowheads="1"/>
              </p:cNvSpPr>
              <p:nvPr/>
            </p:nvSpPr>
            <p:spPr bwMode="auto">
              <a:xfrm>
                <a:off x="240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5" name="未知"/>
              <p:cNvSpPr>
                <a:spLocks noChangeArrowheads="1"/>
              </p:cNvSpPr>
              <p:nvPr/>
            </p:nvSpPr>
            <p:spPr bwMode="auto">
              <a:xfrm>
                <a:off x="2419"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6" name="未知"/>
              <p:cNvSpPr>
                <a:spLocks noChangeArrowheads="1"/>
              </p:cNvSpPr>
              <p:nvPr/>
            </p:nvSpPr>
            <p:spPr bwMode="auto">
              <a:xfrm>
                <a:off x="2430" y="0"/>
                <a:ext cx="6" cy="6"/>
              </a:xfrm>
              <a:custGeom>
                <a:avLst/>
                <a:gdLst>
                  <a:gd name="T0" fmla="*/ 5 w 11"/>
                  <a:gd name="T1" fmla="*/ 0 h 11"/>
                  <a:gd name="T2" fmla="*/ 3 w 11"/>
                  <a:gd name="T3" fmla="*/ 0 h 11"/>
                  <a:gd name="T4" fmla="*/ 1 w 11"/>
                  <a:gd name="T5" fmla="*/ 2 h 11"/>
                  <a:gd name="T6" fmla="*/ 0 w 11"/>
                  <a:gd name="T7" fmla="*/ 4 h 11"/>
                  <a:gd name="T8" fmla="*/ 0 w 11"/>
                  <a:gd name="T9" fmla="*/ 6 h 11"/>
                  <a:gd name="T10" fmla="*/ 0 w 11"/>
                  <a:gd name="T11" fmla="*/ 8 h 11"/>
                  <a:gd name="T12" fmla="*/ 0 w 11"/>
                  <a:gd name="T13" fmla="*/ 9 h 11"/>
                  <a:gd name="T14" fmla="*/ 1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1" y="2"/>
                    </a:lnTo>
                    <a:lnTo>
                      <a:pt x="0" y="4"/>
                    </a:lnTo>
                    <a:lnTo>
                      <a:pt x="0" y="6"/>
                    </a:lnTo>
                    <a:lnTo>
                      <a:pt x="0" y="8"/>
                    </a:lnTo>
                    <a:lnTo>
                      <a:pt x="0" y="9"/>
                    </a:lnTo>
                    <a:lnTo>
                      <a:pt x="1"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7" name="未知"/>
              <p:cNvSpPr>
                <a:spLocks noChangeArrowheads="1"/>
              </p:cNvSpPr>
              <p:nvPr/>
            </p:nvSpPr>
            <p:spPr bwMode="auto">
              <a:xfrm>
                <a:off x="2442"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8" name="未知"/>
              <p:cNvSpPr>
                <a:spLocks noChangeArrowheads="1"/>
              </p:cNvSpPr>
              <p:nvPr/>
            </p:nvSpPr>
            <p:spPr bwMode="auto">
              <a:xfrm>
                <a:off x="2453" y="0"/>
                <a:ext cx="6" cy="6"/>
              </a:xfrm>
              <a:custGeom>
                <a:avLst/>
                <a:gdLst>
                  <a:gd name="T0" fmla="*/ 5 w 11"/>
                  <a:gd name="T1" fmla="*/ 0 h 11"/>
                  <a:gd name="T2" fmla="*/ 3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3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3" y="0"/>
                    </a:lnTo>
                    <a:lnTo>
                      <a:pt x="2" y="2"/>
                    </a:lnTo>
                    <a:lnTo>
                      <a:pt x="0" y="4"/>
                    </a:lnTo>
                    <a:lnTo>
                      <a:pt x="0" y="6"/>
                    </a:lnTo>
                    <a:lnTo>
                      <a:pt x="0" y="8"/>
                    </a:lnTo>
                    <a:lnTo>
                      <a:pt x="0" y="9"/>
                    </a:lnTo>
                    <a:lnTo>
                      <a:pt x="2" y="11"/>
                    </a:lnTo>
                    <a:lnTo>
                      <a:pt x="3"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29" name="未知"/>
              <p:cNvSpPr>
                <a:spLocks noChangeArrowheads="1"/>
              </p:cNvSpPr>
              <p:nvPr/>
            </p:nvSpPr>
            <p:spPr bwMode="auto">
              <a:xfrm>
                <a:off x="2465"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0" name="未知"/>
              <p:cNvSpPr>
                <a:spLocks noChangeArrowheads="1"/>
              </p:cNvSpPr>
              <p:nvPr/>
            </p:nvSpPr>
            <p:spPr bwMode="auto">
              <a:xfrm>
                <a:off x="2476" y="0"/>
                <a:ext cx="6" cy="6"/>
              </a:xfrm>
              <a:custGeom>
                <a:avLst/>
                <a:gdLst>
                  <a:gd name="T0" fmla="*/ 5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5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5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5" y="0"/>
                    </a:moveTo>
                    <a:lnTo>
                      <a:pt x="4" y="0"/>
                    </a:lnTo>
                    <a:lnTo>
                      <a:pt x="2" y="2"/>
                    </a:lnTo>
                    <a:lnTo>
                      <a:pt x="0" y="4"/>
                    </a:lnTo>
                    <a:lnTo>
                      <a:pt x="0" y="6"/>
                    </a:lnTo>
                    <a:lnTo>
                      <a:pt x="0" y="8"/>
                    </a:lnTo>
                    <a:lnTo>
                      <a:pt x="0" y="9"/>
                    </a:lnTo>
                    <a:lnTo>
                      <a:pt x="2" y="11"/>
                    </a:lnTo>
                    <a:lnTo>
                      <a:pt x="4" y="11"/>
                    </a:lnTo>
                    <a:lnTo>
                      <a:pt x="5" y="11"/>
                    </a:lnTo>
                    <a:lnTo>
                      <a:pt x="7" y="9"/>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1" name="未知"/>
              <p:cNvSpPr>
                <a:spLocks noChangeArrowheads="1"/>
              </p:cNvSpPr>
              <p:nvPr/>
            </p:nvSpPr>
            <p:spPr bwMode="auto">
              <a:xfrm>
                <a:off x="2488"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2" name="未知"/>
              <p:cNvSpPr>
                <a:spLocks noChangeArrowheads="1"/>
              </p:cNvSpPr>
              <p:nvPr/>
            </p:nvSpPr>
            <p:spPr bwMode="auto">
              <a:xfrm>
                <a:off x="2499"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7 w 11"/>
                  <a:gd name="T21" fmla="*/ 9 h 11"/>
                  <a:gd name="T22" fmla="*/ 9 w 11"/>
                  <a:gd name="T23" fmla="*/ 8 h 11"/>
                  <a:gd name="T24" fmla="*/ 11 w 11"/>
                  <a:gd name="T25" fmla="*/ 6 h 11"/>
                  <a:gd name="T26" fmla="*/ 9 w 11"/>
                  <a:gd name="T27" fmla="*/ 4 h 11"/>
                  <a:gd name="T28" fmla="*/ 7 w 11"/>
                  <a:gd name="T29" fmla="*/ 2 h 11"/>
                  <a:gd name="T30" fmla="*/ 7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7" y="9"/>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3" name="未知"/>
              <p:cNvSpPr>
                <a:spLocks noChangeArrowheads="1"/>
              </p:cNvSpPr>
              <p:nvPr/>
            </p:nvSpPr>
            <p:spPr bwMode="auto">
              <a:xfrm>
                <a:off x="2511"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4" name="未知"/>
              <p:cNvSpPr>
                <a:spLocks noChangeArrowheads="1"/>
              </p:cNvSpPr>
              <p:nvPr/>
            </p:nvSpPr>
            <p:spPr bwMode="auto">
              <a:xfrm>
                <a:off x="2522"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9 w 11"/>
                  <a:gd name="T23" fmla="*/ 8 h 11"/>
                  <a:gd name="T24" fmla="*/ 11 w 11"/>
                  <a:gd name="T25" fmla="*/ 6 h 11"/>
                  <a:gd name="T26" fmla="*/ 9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5" name="未知"/>
              <p:cNvSpPr>
                <a:spLocks noChangeArrowheads="1"/>
              </p:cNvSpPr>
              <p:nvPr/>
            </p:nvSpPr>
            <p:spPr bwMode="auto">
              <a:xfrm>
                <a:off x="2534"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6" name="未知"/>
              <p:cNvSpPr>
                <a:spLocks noChangeArrowheads="1"/>
              </p:cNvSpPr>
              <p:nvPr/>
            </p:nvSpPr>
            <p:spPr bwMode="auto">
              <a:xfrm>
                <a:off x="2545" y="0"/>
                <a:ext cx="6" cy="6"/>
              </a:xfrm>
              <a:custGeom>
                <a:avLst/>
                <a:gdLst>
                  <a:gd name="T0" fmla="*/ 6 w 11"/>
                  <a:gd name="T1" fmla="*/ 0 h 11"/>
                  <a:gd name="T2" fmla="*/ 4 w 11"/>
                  <a:gd name="T3" fmla="*/ 0 h 11"/>
                  <a:gd name="T4" fmla="*/ 2 w 11"/>
                  <a:gd name="T5" fmla="*/ 2 h 11"/>
                  <a:gd name="T6" fmla="*/ 0 w 11"/>
                  <a:gd name="T7" fmla="*/ 4 h 11"/>
                  <a:gd name="T8" fmla="*/ 0 w 11"/>
                  <a:gd name="T9" fmla="*/ 6 h 11"/>
                  <a:gd name="T10" fmla="*/ 0 w 11"/>
                  <a:gd name="T11" fmla="*/ 8 h 11"/>
                  <a:gd name="T12" fmla="*/ 0 w 11"/>
                  <a:gd name="T13" fmla="*/ 9 h 11"/>
                  <a:gd name="T14" fmla="*/ 2 w 11"/>
                  <a:gd name="T15" fmla="*/ 11 h 11"/>
                  <a:gd name="T16" fmla="*/ 4 w 11"/>
                  <a:gd name="T17" fmla="*/ 11 h 11"/>
                  <a:gd name="T18" fmla="*/ 6 w 11"/>
                  <a:gd name="T19" fmla="*/ 11 h 11"/>
                  <a:gd name="T20" fmla="*/ 8 w 11"/>
                  <a:gd name="T21" fmla="*/ 9 h 11"/>
                  <a:gd name="T22" fmla="*/ 10 w 11"/>
                  <a:gd name="T23" fmla="*/ 8 h 11"/>
                  <a:gd name="T24" fmla="*/ 11 w 11"/>
                  <a:gd name="T25" fmla="*/ 6 h 11"/>
                  <a:gd name="T26" fmla="*/ 10 w 11"/>
                  <a:gd name="T27" fmla="*/ 4 h 11"/>
                  <a:gd name="T28" fmla="*/ 8 w 11"/>
                  <a:gd name="T29" fmla="*/ 2 h 11"/>
                  <a:gd name="T30" fmla="*/ 8 w 11"/>
                  <a:gd name="T31" fmla="*/ 0 h 11"/>
                  <a:gd name="T32" fmla="*/ 6 w 11"/>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7" name="未知"/>
              <p:cNvSpPr>
                <a:spLocks noChangeArrowheads="1"/>
              </p:cNvSpPr>
              <p:nvPr/>
            </p:nvSpPr>
            <p:spPr bwMode="auto">
              <a:xfrm>
                <a:off x="2557"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8" name="未知"/>
              <p:cNvSpPr>
                <a:spLocks noChangeArrowheads="1"/>
              </p:cNvSpPr>
              <p:nvPr/>
            </p:nvSpPr>
            <p:spPr bwMode="auto">
              <a:xfrm>
                <a:off x="2569"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39" name="未知"/>
              <p:cNvSpPr>
                <a:spLocks noChangeArrowheads="1"/>
              </p:cNvSpPr>
              <p:nvPr/>
            </p:nvSpPr>
            <p:spPr bwMode="auto">
              <a:xfrm>
                <a:off x="2580" y="0"/>
                <a:ext cx="6"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0" name="未知"/>
              <p:cNvSpPr>
                <a:spLocks noChangeArrowheads="1"/>
              </p:cNvSpPr>
              <p:nvPr/>
            </p:nvSpPr>
            <p:spPr bwMode="auto">
              <a:xfrm>
                <a:off x="2592" y="0"/>
                <a:ext cx="5" cy="6"/>
              </a:xfrm>
              <a:custGeom>
                <a:avLst/>
                <a:gdLst>
                  <a:gd name="T0" fmla="*/ 6 w 12"/>
                  <a:gd name="T1" fmla="*/ 0 h 11"/>
                  <a:gd name="T2" fmla="*/ 4 w 12"/>
                  <a:gd name="T3" fmla="*/ 0 h 11"/>
                  <a:gd name="T4" fmla="*/ 2 w 12"/>
                  <a:gd name="T5" fmla="*/ 2 h 11"/>
                  <a:gd name="T6" fmla="*/ 0 w 12"/>
                  <a:gd name="T7" fmla="*/ 4 h 11"/>
                  <a:gd name="T8" fmla="*/ 0 w 12"/>
                  <a:gd name="T9" fmla="*/ 6 h 11"/>
                  <a:gd name="T10" fmla="*/ 0 w 12"/>
                  <a:gd name="T11" fmla="*/ 8 h 11"/>
                  <a:gd name="T12" fmla="*/ 0 w 12"/>
                  <a:gd name="T13" fmla="*/ 9 h 11"/>
                  <a:gd name="T14" fmla="*/ 2 w 12"/>
                  <a:gd name="T15" fmla="*/ 11 h 11"/>
                  <a:gd name="T16" fmla="*/ 4 w 12"/>
                  <a:gd name="T17" fmla="*/ 11 h 11"/>
                  <a:gd name="T18" fmla="*/ 6 w 12"/>
                  <a:gd name="T19" fmla="*/ 11 h 11"/>
                  <a:gd name="T20" fmla="*/ 8 w 12"/>
                  <a:gd name="T21" fmla="*/ 9 h 11"/>
                  <a:gd name="T22" fmla="*/ 10 w 12"/>
                  <a:gd name="T23" fmla="*/ 8 h 11"/>
                  <a:gd name="T24" fmla="*/ 12 w 12"/>
                  <a:gd name="T25" fmla="*/ 6 h 11"/>
                  <a:gd name="T26" fmla="*/ 10 w 12"/>
                  <a:gd name="T27" fmla="*/ 4 h 11"/>
                  <a:gd name="T28" fmla="*/ 8 w 12"/>
                  <a:gd name="T29" fmla="*/ 2 h 11"/>
                  <a:gd name="T30" fmla="*/ 8 w 12"/>
                  <a:gd name="T31" fmla="*/ 0 h 11"/>
                  <a:gd name="T32" fmla="*/ 6 w 12"/>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1">
                    <a:moveTo>
                      <a:pt x="6" y="0"/>
                    </a:moveTo>
                    <a:lnTo>
                      <a:pt x="4" y="0"/>
                    </a:lnTo>
                    <a:lnTo>
                      <a:pt x="2" y="2"/>
                    </a:lnTo>
                    <a:lnTo>
                      <a:pt x="0" y="4"/>
                    </a:lnTo>
                    <a:lnTo>
                      <a:pt x="0" y="6"/>
                    </a:lnTo>
                    <a:lnTo>
                      <a:pt x="0" y="8"/>
                    </a:lnTo>
                    <a:lnTo>
                      <a:pt x="0" y="9"/>
                    </a:lnTo>
                    <a:lnTo>
                      <a:pt x="2" y="11"/>
                    </a:lnTo>
                    <a:lnTo>
                      <a:pt x="4" y="11"/>
                    </a:lnTo>
                    <a:lnTo>
                      <a:pt x="6" y="11"/>
                    </a:lnTo>
                    <a:lnTo>
                      <a:pt x="8" y="9"/>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82341" name="Group 419"/>
            <p:cNvGrpSpPr/>
            <p:nvPr/>
          </p:nvGrpSpPr>
          <p:grpSpPr bwMode="auto">
            <a:xfrm>
              <a:off x="153" y="92"/>
              <a:ext cx="2597" cy="5"/>
              <a:chOff x="0" y="0"/>
              <a:chExt cx="2597" cy="5"/>
            </a:xfrm>
          </p:grpSpPr>
          <p:grpSp>
            <p:nvGrpSpPr>
              <p:cNvPr id="82342" name="Group 420"/>
              <p:cNvGrpSpPr/>
              <p:nvPr/>
            </p:nvGrpSpPr>
            <p:grpSpPr bwMode="auto">
              <a:xfrm>
                <a:off x="0" y="0"/>
                <a:ext cx="2298" cy="5"/>
                <a:chOff x="0" y="0"/>
                <a:chExt cx="2298" cy="5"/>
              </a:xfrm>
            </p:grpSpPr>
            <p:sp>
              <p:nvSpPr>
                <p:cNvPr id="82343" name="未知"/>
                <p:cNvSpPr>
                  <a:spLocks noChangeArrowheads="1"/>
                </p:cNvSpPr>
                <p:nvPr/>
              </p:nvSpPr>
              <p:spPr bwMode="auto">
                <a:xfrm>
                  <a:off x="0" y="0"/>
                  <a:ext cx="5" cy="5"/>
                </a:xfrm>
                <a:custGeom>
                  <a:avLst/>
                  <a:gdLst>
                    <a:gd name="T0" fmla="*/ 8 w 12"/>
                    <a:gd name="T1" fmla="*/ 0 h 12"/>
                    <a:gd name="T2" fmla="*/ 6 w 12"/>
                    <a:gd name="T3" fmla="*/ 0 h 12"/>
                    <a:gd name="T4" fmla="*/ 4 w 12"/>
                    <a:gd name="T5" fmla="*/ 2 h 12"/>
                    <a:gd name="T6" fmla="*/ 2 w 12"/>
                    <a:gd name="T7" fmla="*/ 4 h 12"/>
                    <a:gd name="T8" fmla="*/ 0 w 12"/>
                    <a:gd name="T9" fmla="*/ 6 h 12"/>
                    <a:gd name="T10" fmla="*/ 2 w 12"/>
                    <a:gd name="T11" fmla="*/ 8 h 12"/>
                    <a:gd name="T12" fmla="*/ 4 w 12"/>
                    <a:gd name="T13" fmla="*/ 10 h 12"/>
                    <a:gd name="T14" fmla="*/ 6 w 12"/>
                    <a:gd name="T15" fmla="*/ 12 h 12"/>
                    <a:gd name="T16" fmla="*/ 8 w 12"/>
                    <a:gd name="T17" fmla="*/ 10 h 12"/>
                    <a:gd name="T18" fmla="*/ 10 w 12"/>
                    <a:gd name="T19" fmla="*/ 8 h 12"/>
                    <a:gd name="T20" fmla="*/ 12 w 12"/>
                    <a:gd name="T21" fmla="*/ 6 h 12"/>
                    <a:gd name="T22" fmla="*/ 10 w 12"/>
                    <a:gd name="T23" fmla="*/ 4 h 12"/>
                    <a:gd name="T24" fmla="*/ 8 w 12"/>
                    <a:gd name="T25" fmla="*/ 2 h 12"/>
                    <a:gd name="T26" fmla="*/ 8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8" y="0"/>
                      </a:moveTo>
                      <a:lnTo>
                        <a:pt x="6" y="0"/>
                      </a:lnTo>
                      <a:lnTo>
                        <a:pt x="4" y="2"/>
                      </a:lnTo>
                      <a:lnTo>
                        <a:pt x="2" y="4"/>
                      </a:lnTo>
                      <a:lnTo>
                        <a:pt x="0" y="6"/>
                      </a:lnTo>
                      <a:lnTo>
                        <a:pt x="2" y="8"/>
                      </a:lnTo>
                      <a:lnTo>
                        <a:pt x="4" y="10"/>
                      </a:lnTo>
                      <a:lnTo>
                        <a:pt x="6" y="12"/>
                      </a:lnTo>
                      <a:lnTo>
                        <a:pt x="8" y="10"/>
                      </a:lnTo>
                      <a:lnTo>
                        <a:pt x="10" y="8"/>
                      </a:lnTo>
                      <a:lnTo>
                        <a:pt x="12" y="6"/>
                      </a:lnTo>
                      <a:lnTo>
                        <a:pt x="10" y="4"/>
                      </a:lnTo>
                      <a:lnTo>
                        <a:pt x="8" y="2"/>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4" name="未知"/>
                <p:cNvSpPr>
                  <a:spLocks noChangeArrowheads="1"/>
                </p:cNvSpPr>
                <p:nvPr/>
              </p:nvSpPr>
              <p:spPr bwMode="auto">
                <a:xfrm>
                  <a:off x="1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5" name="未知"/>
                <p:cNvSpPr>
                  <a:spLocks noChangeArrowheads="1"/>
                </p:cNvSpPr>
                <p:nvPr/>
              </p:nvSpPr>
              <p:spPr bwMode="auto">
                <a:xfrm>
                  <a:off x="2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6" name="未知"/>
                <p:cNvSpPr>
                  <a:spLocks noChangeArrowheads="1"/>
                </p:cNvSpPr>
                <p:nvPr/>
              </p:nvSpPr>
              <p:spPr bwMode="auto">
                <a:xfrm>
                  <a:off x="3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7" name="未知"/>
                <p:cNvSpPr>
                  <a:spLocks noChangeArrowheads="1"/>
                </p:cNvSpPr>
                <p:nvPr/>
              </p:nvSpPr>
              <p:spPr bwMode="auto">
                <a:xfrm>
                  <a:off x="4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8" name="未知"/>
                <p:cNvSpPr>
                  <a:spLocks noChangeArrowheads="1"/>
                </p:cNvSpPr>
                <p:nvPr/>
              </p:nvSpPr>
              <p:spPr bwMode="auto">
                <a:xfrm>
                  <a:off x="5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49" name="未知"/>
                <p:cNvSpPr>
                  <a:spLocks noChangeArrowheads="1"/>
                </p:cNvSpPr>
                <p:nvPr/>
              </p:nvSpPr>
              <p:spPr bwMode="auto">
                <a:xfrm>
                  <a:off x="69"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0" name="未知"/>
                <p:cNvSpPr>
                  <a:spLocks noChangeArrowheads="1"/>
                </p:cNvSpPr>
                <p:nvPr/>
              </p:nvSpPr>
              <p:spPr bwMode="auto">
                <a:xfrm>
                  <a:off x="80"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1" name="未知"/>
                <p:cNvSpPr>
                  <a:spLocks noChangeArrowheads="1"/>
                </p:cNvSpPr>
                <p:nvPr/>
              </p:nvSpPr>
              <p:spPr bwMode="auto">
                <a:xfrm>
                  <a:off x="92"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2" name="未知"/>
                <p:cNvSpPr>
                  <a:spLocks noChangeArrowheads="1"/>
                </p:cNvSpPr>
                <p:nvPr/>
              </p:nvSpPr>
              <p:spPr bwMode="auto">
                <a:xfrm>
                  <a:off x="103"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3" name="未知"/>
                <p:cNvSpPr>
                  <a:spLocks noChangeArrowheads="1"/>
                </p:cNvSpPr>
                <p:nvPr/>
              </p:nvSpPr>
              <p:spPr bwMode="auto">
                <a:xfrm>
                  <a:off x="115"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4" name="未知"/>
                <p:cNvSpPr>
                  <a:spLocks noChangeArrowheads="1"/>
                </p:cNvSpPr>
                <p:nvPr/>
              </p:nvSpPr>
              <p:spPr bwMode="auto">
                <a:xfrm>
                  <a:off x="126"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5" name="未知"/>
                <p:cNvSpPr>
                  <a:spLocks noChangeArrowheads="1"/>
                </p:cNvSpPr>
                <p:nvPr/>
              </p:nvSpPr>
              <p:spPr bwMode="auto">
                <a:xfrm>
                  <a:off x="13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6" name="未知"/>
                <p:cNvSpPr>
                  <a:spLocks noChangeArrowheads="1"/>
                </p:cNvSpPr>
                <p:nvPr/>
              </p:nvSpPr>
              <p:spPr bwMode="auto">
                <a:xfrm>
                  <a:off x="149"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7" name="未知"/>
                <p:cNvSpPr>
                  <a:spLocks noChangeArrowheads="1"/>
                </p:cNvSpPr>
                <p:nvPr/>
              </p:nvSpPr>
              <p:spPr bwMode="auto">
                <a:xfrm>
                  <a:off x="161"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8" name="未知"/>
                <p:cNvSpPr>
                  <a:spLocks noChangeArrowheads="1"/>
                </p:cNvSpPr>
                <p:nvPr/>
              </p:nvSpPr>
              <p:spPr bwMode="auto">
                <a:xfrm>
                  <a:off x="17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59" name="未知"/>
                <p:cNvSpPr>
                  <a:spLocks noChangeArrowheads="1"/>
                </p:cNvSpPr>
                <p:nvPr/>
              </p:nvSpPr>
              <p:spPr bwMode="auto">
                <a:xfrm>
                  <a:off x="184"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0" name="未知"/>
                <p:cNvSpPr>
                  <a:spLocks noChangeArrowheads="1"/>
                </p:cNvSpPr>
                <p:nvPr/>
              </p:nvSpPr>
              <p:spPr bwMode="auto">
                <a:xfrm>
                  <a:off x="19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1" name="未知"/>
                <p:cNvSpPr>
                  <a:spLocks noChangeArrowheads="1"/>
                </p:cNvSpPr>
                <p:nvPr/>
              </p:nvSpPr>
              <p:spPr bwMode="auto">
                <a:xfrm>
                  <a:off x="207"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2" name="未知"/>
                <p:cNvSpPr>
                  <a:spLocks noChangeArrowheads="1"/>
                </p:cNvSpPr>
                <p:nvPr/>
              </p:nvSpPr>
              <p:spPr bwMode="auto">
                <a:xfrm>
                  <a:off x="21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3" name="未知"/>
                <p:cNvSpPr>
                  <a:spLocks noChangeArrowheads="1"/>
                </p:cNvSpPr>
                <p:nvPr/>
              </p:nvSpPr>
              <p:spPr bwMode="auto">
                <a:xfrm>
                  <a:off x="23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4" name="未知"/>
                <p:cNvSpPr>
                  <a:spLocks noChangeArrowheads="1"/>
                </p:cNvSpPr>
                <p:nvPr/>
              </p:nvSpPr>
              <p:spPr bwMode="auto">
                <a:xfrm>
                  <a:off x="24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5" name="未知"/>
                <p:cNvSpPr>
                  <a:spLocks noChangeArrowheads="1"/>
                </p:cNvSpPr>
                <p:nvPr/>
              </p:nvSpPr>
              <p:spPr bwMode="auto">
                <a:xfrm>
                  <a:off x="253"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6" name="未知"/>
                <p:cNvSpPr>
                  <a:spLocks noChangeArrowheads="1"/>
                </p:cNvSpPr>
                <p:nvPr/>
              </p:nvSpPr>
              <p:spPr bwMode="auto">
                <a:xfrm>
                  <a:off x="265"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7" name="未知"/>
                <p:cNvSpPr>
                  <a:spLocks noChangeArrowheads="1"/>
                </p:cNvSpPr>
                <p:nvPr/>
              </p:nvSpPr>
              <p:spPr bwMode="auto">
                <a:xfrm>
                  <a:off x="276"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8" name="未知"/>
                <p:cNvSpPr>
                  <a:spLocks noChangeArrowheads="1"/>
                </p:cNvSpPr>
                <p:nvPr/>
              </p:nvSpPr>
              <p:spPr bwMode="auto">
                <a:xfrm>
                  <a:off x="288"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69" name="未知"/>
                <p:cNvSpPr>
                  <a:spLocks noChangeArrowheads="1"/>
                </p:cNvSpPr>
                <p:nvPr/>
              </p:nvSpPr>
              <p:spPr bwMode="auto">
                <a:xfrm>
                  <a:off x="29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0" name="未知"/>
                <p:cNvSpPr>
                  <a:spLocks noChangeArrowheads="1"/>
                </p:cNvSpPr>
                <p:nvPr/>
              </p:nvSpPr>
              <p:spPr bwMode="auto">
                <a:xfrm>
                  <a:off x="311"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1" name="未知"/>
                <p:cNvSpPr>
                  <a:spLocks noChangeArrowheads="1"/>
                </p:cNvSpPr>
                <p:nvPr/>
              </p:nvSpPr>
              <p:spPr bwMode="auto">
                <a:xfrm>
                  <a:off x="32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2" name="未知"/>
                <p:cNvSpPr>
                  <a:spLocks noChangeArrowheads="1"/>
                </p:cNvSpPr>
                <p:nvPr/>
              </p:nvSpPr>
              <p:spPr bwMode="auto">
                <a:xfrm>
                  <a:off x="334"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3" name="未知"/>
                <p:cNvSpPr>
                  <a:spLocks noChangeArrowheads="1"/>
                </p:cNvSpPr>
                <p:nvPr/>
              </p:nvSpPr>
              <p:spPr bwMode="auto">
                <a:xfrm>
                  <a:off x="345"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4" name="未知"/>
                <p:cNvSpPr>
                  <a:spLocks noChangeArrowheads="1"/>
                </p:cNvSpPr>
                <p:nvPr/>
              </p:nvSpPr>
              <p:spPr bwMode="auto">
                <a:xfrm>
                  <a:off x="35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5" name="未知"/>
                <p:cNvSpPr>
                  <a:spLocks noChangeArrowheads="1"/>
                </p:cNvSpPr>
                <p:nvPr/>
              </p:nvSpPr>
              <p:spPr bwMode="auto">
                <a:xfrm>
                  <a:off x="368"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6" name="未知"/>
                <p:cNvSpPr>
                  <a:spLocks noChangeArrowheads="1"/>
                </p:cNvSpPr>
                <p:nvPr/>
              </p:nvSpPr>
              <p:spPr bwMode="auto">
                <a:xfrm>
                  <a:off x="380"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7" name="未知"/>
                <p:cNvSpPr>
                  <a:spLocks noChangeArrowheads="1"/>
                </p:cNvSpPr>
                <p:nvPr/>
              </p:nvSpPr>
              <p:spPr bwMode="auto">
                <a:xfrm>
                  <a:off x="391"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8" name="未知"/>
                <p:cNvSpPr>
                  <a:spLocks noChangeArrowheads="1"/>
                </p:cNvSpPr>
                <p:nvPr/>
              </p:nvSpPr>
              <p:spPr bwMode="auto">
                <a:xfrm>
                  <a:off x="403"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79" name="未知"/>
                <p:cNvSpPr>
                  <a:spLocks noChangeArrowheads="1"/>
                </p:cNvSpPr>
                <p:nvPr/>
              </p:nvSpPr>
              <p:spPr bwMode="auto">
                <a:xfrm>
                  <a:off x="414"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0" name="未知"/>
                <p:cNvSpPr>
                  <a:spLocks noChangeArrowheads="1"/>
                </p:cNvSpPr>
                <p:nvPr/>
              </p:nvSpPr>
              <p:spPr bwMode="auto">
                <a:xfrm>
                  <a:off x="426"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1" name="未知"/>
                <p:cNvSpPr>
                  <a:spLocks noChangeArrowheads="1"/>
                </p:cNvSpPr>
                <p:nvPr/>
              </p:nvSpPr>
              <p:spPr bwMode="auto">
                <a:xfrm>
                  <a:off x="437"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2" name="未知"/>
                <p:cNvSpPr>
                  <a:spLocks noChangeArrowheads="1"/>
                </p:cNvSpPr>
                <p:nvPr/>
              </p:nvSpPr>
              <p:spPr bwMode="auto">
                <a:xfrm>
                  <a:off x="449"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3" name="未知"/>
                <p:cNvSpPr>
                  <a:spLocks noChangeArrowheads="1"/>
                </p:cNvSpPr>
                <p:nvPr/>
              </p:nvSpPr>
              <p:spPr bwMode="auto">
                <a:xfrm>
                  <a:off x="46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4" name="未知"/>
                <p:cNvSpPr>
                  <a:spLocks noChangeArrowheads="1"/>
                </p:cNvSpPr>
                <p:nvPr/>
              </p:nvSpPr>
              <p:spPr bwMode="auto">
                <a:xfrm>
                  <a:off x="47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5" name="未知"/>
                <p:cNvSpPr>
                  <a:spLocks noChangeArrowheads="1"/>
                </p:cNvSpPr>
                <p:nvPr/>
              </p:nvSpPr>
              <p:spPr bwMode="auto">
                <a:xfrm>
                  <a:off x="483"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6" name="未知"/>
                <p:cNvSpPr>
                  <a:spLocks noChangeArrowheads="1"/>
                </p:cNvSpPr>
                <p:nvPr/>
              </p:nvSpPr>
              <p:spPr bwMode="auto">
                <a:xfrm>
                  <a:off x="49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7" name="未知"/>
                <p:cNvSpPr>
                  <a:spLocks noChangeArrowheads="1"/>
                </p:cNvSpPr>
                <p:nvPr/>
              </p:nvSpPr>
              <p:spPr bwMode="auto">
                <a:xfrm>
                  <a:off x="507"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8" name="未知"/>
                <p:cNvSpPr>
                  <a:spLocks noChangeArrowheads="1"/>
                </p:cNvSpPr>
                <p:nvPr/>
              </p:nvSpPr>
              <p:spPr bwMode="auto">
                <a:xfrm>
                  <a:off x="518"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89" name="未知"/>
                <p:cNvSpPr>
                  <a:spLocks noChangeArrowheads="1"/>
                </p:cNvSpPr>
                <p:nvPr/>
              </p:nvSpPr>
              <p:spPr bwMode="auto">
                <a:xfrm>
                  <a:off x="530"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0" name="未知"/>
                <p:cNvSpPr>
                  <a:spLocks noChangeArrowheads="1"/>
                </p:cNvSpPr>
                <p:nvPr/>
              </p:nvSpPr>
              <p:spPr bwMode="auto">
                <a:xfrm>
                  <a:off x="54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1" name="未知"/>
                <p:cNvSpPr>
                  <a:spLocks noChangeArrowheads="1"/>
                </p:cNvSpPr>
                <p:nvPr/>
              </p:nvSpPr>
              <p:spPr bwMode="auto">
                <a:xfrm>
                  <a:off x="55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2" name="未知"/>
                <p:cNvSpPr>
                  <a:spLocks noChangeArrowheads="1"/>
                </p:cNvSpPr>
                <p:nvPr/>
              </p:nvSpPr>
              <p:spPr bwMode="auto">
                <a:xfrm>
                  <a:off x="56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3" name="未知"/>
                <p:cNvSpPr>
                  <a:spLocks noChangeArrowheads="1"/>
                </p:cNvSpPr>
                <p:nvPr/>
              </p:nvSpPr>
              <p:spPr bwMode="auto">
                <a:xfrm>
                  <a:off x="57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4" name="未知"/>
                <p:cNvSpPr>
                  <a:spLocks noChangeArrowheads="1"/>
                </p:cNvSpPr>
                <p:nvPr/>
              </p:nvSpPr>
              <p:spPr bwMode="auto">
                <a:xfrm>
                  <a:off x="58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5" name="未知"/>
                <p:cNvSpPr>
                  <a:spLocks noChangeArrowheads="1"/>
                </p:cNvSpPr>
                <p:nvPr/>
              </p:nvSpPr>
              <p:spPr bwMode="auto">
                <a:xfrm>
                  <a:off x="59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6" name="未知"/>
                <p:cNvSpPr>
                  <a:spLocks noChangeArrowheads="1"/>
                </p:cNvSpPr>
                <p:nvPr/>
              </p:nvSpPr>
              <p:spPr bwMode="auto">
                <a:xfrm>
                  <a:off x="61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7" name="未知"/>
                <p:cNvSpPr>
                  <a:spLocks noChangeArrowheads="1"/>
                </p:cNvSpPr>
                <p:nvPr/>
              </p:nvSpPr>
              <p:spPr bwMode="auto">
                <a:xfrm>
                  <a:off x="62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8" name="未知"/>
                <p:cNvSpPr>
                  <a:spLocks noChangeArrowheads="1"/>
                </p:cNvSpPr>
                <p:nvPr/>
              </p:nvSpPr>
              <p:spPr bwMode="auto">
                <a:xfrm>
                  <a:off x="633"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399" name="未知"/>
                <p:cNvSpPr>
                  <a:spLocks noChangeArrowheads="1"/>
                </p:cNvSpPr>
                <p:nvPr/>
              </p:nvSpPr>
              <p:spPr bwMode="auto">
                <a:xfrm>
                  <a:off x="645"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0" name="未知"/>
                <p:cNvSpPr>
                  <a:spLocks noChangeArrowheads="1"/>
                </p:cNvSpPr>
                <p:nvPr/>
              </p:nvSpPr>
              <p:spPr bwMode="auto">
                <a:xfrm>
                  <a:off x="656"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1" name="未知"/>
                <p:cNvSpPr>
                  <a:spLocks noChangeArrowheads="1"/>
                </p:cNvSpPr>
                <p:nvPr/>
              </p:nvSpPr>
              <p:spPr bwMode="auto">
                <a:xfrm>
                  <a:off x="668"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2" name="未知"/>
                <p:cNvSpPr>
                  <a:spLocks noChangeArrowheads="1"/>
                </p:cNvSpPr>
                <p:nvPr/>
              </p:nvSpPr>
              <p:spPr bwMode="auto">
                <a:xfrm>
                  <a:off x="679"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3" name="未知"/>
                <p:cNvSpPr>
                  <a:spLocks noChangeArrowheads="1"/>
                </p:cNvSpPr>
                <p:nvPr/>
              </p:nvSpPr>
              <p:spPr bwMode="auto">
                <a:xfrm>
                  <a:off x="691"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4" name="未知"/>
                <p:cNvSpPr>
                  <a:spLocks noChangeArrowheads="1"/>
                </p:cNvSpPr>
                <p:nvPr/>
              </p:nvSpPr>
              <p:spPr bwMode="auto">
                <a:xfrm>
                  <a:off x="702"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5" name="未知"/>
                <p:cNvSpPr>
                  <a:spLocks noChangeArrowheads="1"/>
                </p:cNvSpPr>
                <p:nvPr/>
              </p:nvSpPr>
              <p:spPr bwMode="auto">
                <a:xfrm>
                  <a:off x="714"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6" name="未知"/>
                <p:cNvSpPr>
                  <a:spLocks noChangeArrowheads="1"/>
                </p:cNvSpPr>
                <p:nvPr/>
              </p:nvSpPr>
              <p:spPr bwMode="auto">
                <a:xfrm>
                  <a:off x="72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7" name="未知"/>
                <p:cNvSpPr>
                  <a:spLocks noChangeArrowheads="1"/>
                </p:cNvSpPr>
                <p:nvPr/>
              </p:nvSpPr>
              <p:spPr bwMode="auto">
                <a:xfrm>
                  <a:off x="737"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8" name="未知"/>
                <p:cNvSpPr>
                  <a:spLocks noChangeArrowheads="1"/>
                </p:cNvSpPr>
                <p:nvPr/>
              </p:nvSpPr>
              <p:spPr bwMode="auto">
                <a:xfrm>
                  <a:off x="74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09" name="未知"/>
                <p:cNvSpPr>
                  <a:spLocks noChangeArrowheads="1"/>
                </p:cNvSpPr>
                <p:nvPr/>
              </p:nvSpPr>
              <p:spPr bwMode="auto">
                <a:xfrm>
                  <a:off x="76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0" name="未知"/>
                <p:cNvSpPr>
                  <a:spLocks noChangeArrowheads="1"/>
                </p:cNvSpPr>
                <p:nvPr/>
              </p:nvSpPr>
              <p:spPr bwMode="auto">
                <a:xfrm>
                  <a:off x="771"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1" name="未知"/>
                <p:cNvSpPr>
                  <a:spLocks noChangeArrowheads="1"/>
                </p:cNvSpPr>
                <p:nvPr/>
              </p:nvSpPr>
              <p:spPr bwMode="auto">
                <a:xfrm>
                  <a:off x="783"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2" name="未知"/>
                <p:cNvSpPr>
                  <a:spLocks noChangeArrowheads="1"/>
                </p:cNvSpPr>
                <p:nvPr/>
              </p:nvSpPr>
              <p:spPr bwMode="auto">
                <a:xfrm>
                  <a:off x="79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3" name="未知"/>
                <p:cNvSpPr>
                  <a:spLocks noChangeArrowheads="1"/>
                </p:cNvSpPr>
                <p:nvPr/>
              </p:nvSpPr>
              <p:spPr bwMode="auto">
                <a:xfrm>
                  <a:off x="806"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4" name="未知"/>
                <p:cNvSpPr>
                  <a:spLocks noChangeArrowheads="1"/>
                </p:cNvSpPr>
                <p:nvPr/>
              </p:nvSpPr>
              <p:spPr bwMode="auto">
                <a:xfrm>
                  <a:off x="818"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5" name="未知"/>
                <p:cNvSpPr>
                  <a:spLocks noChangeArrowheads="1"/>
                </p:cNvSpPr>
                <p:nvPr/>
              </p:nvSpPr>
              <p:spPr bwMode="auto">
                <a:xfrm>
                  <a:off x="82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6" name="未知"/>
                <p:cNvSpPr>
                  <a:spLocks noChangeArrowheads="1"/>
                </p:cNvSpPr>
                <p:nvPr/>
              </p:nvSpPr>
              <p:spPr bwMode="auto">
                <a:xfrm>
                  <a:off x="841"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7" name="未知"/>
                <p:cNvSpPr>
                  <a:spLocks noChangeArrowheads="1"/>
                </p:cNvSpPr>
                <p:nvPr/>
              </p:nvSpPr>
              <p:spPr bwMode="auto">
                <a:xfrm>
                  <a:off x="85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8" name="未知"/>
                <p:cNvSpPr>
                  <a:spLocks noChangeArrowheads="1"/>
                </p:cNvSpPr>
                <p:nvPr/>
              </p:nvSpPr>
              <p:spPr bwMode="auto">
                <a:xfrm>
                  <a:off x="864"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19" name="未知"/>
                <p:cNvSpPr>
                  <a:spLocks noChangeArrowheads="1"/>
                </p:cNvSpPr>
                <p:nvPr/>
              </p:nvSpPr>
              <p:spPr bwMode="auto">
                <a:xfrm>
                  <a:off x="875"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0" name="未知"/>
                <p:cNvSpPr>
                  <a:spLocks noChangeArrowheads="1"/>
                </p:cNvSpPr>
                <p:nvPr/>
              </p:nvSpPr>
              <p:spPr bwMode="auto">
                <a:xfrm>
                  <a:off x="887"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1" name="未知"/>
                <p:cNvSpPr>
                  <a:spLocks noChangeArrowheads="1"/>
                </p:cNvSpPr>
                <p:nvPr/>
              </p:nvSpPr>
              <p:spPr bwMode="auto">
                <a:xfrm>
                  <a:off x="898"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2" name="未知"/>
                <p:cNvSpPr>
                  <a:spLocks noChangeArrowheads="1"/>
                </p:cNvSpPr>
                <p:nvPr/>
              </p:nvSpPr>
              <p:spPr bwMode="auto">
                <a:xfrm>
                  <a:off x="910"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3" name="未知"/>
                <p:cNvSpPr>
                  <a:spLocks noChangeArrowheads="1"/>
                </p:cNvSpPr>
                <p:nvPr/>
              </p:nvSpPr>
              <p:spPr bwMode="auto">
                <a:xfrm>
                  <a:off x="92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4" name="未知"/>
                <p:cNvSpPr>
                  <a:spLocks noChangeArrowheads="1"/>
                </p:cNvSpPr>
                <p:nvPr/>
              </p:nvSpPr>
              <p:spPr bwMode="auto">
                <a:xfrm>
                  <a:off x="93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5" name="未知"/>
                <p:cNvSpPr>
                  <a:spLocks noChangeArrowheads="1"/>
                </p:cNvSpPr>
                <p:nvPr/>
              </p:nvSpPr>
              <p:spPr bwMode="auto">
                <a:xfrm>
                  <a:off x="94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6" name="未知"/>
                <p:cNvSpPr>
                  <a:spLocks noChangeArrowheads="1"/>
                </p:cNvSpPr>
                <p:nvPr/>
              </p:nvSpPr>
              <p:spPr bwMode="auto">
                <a:xfrm>
                  <a:off x="956"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7" name="未知"/>
                <p:cNvSpPr>
                  <a:spLocks noChangeArrowheads="1"/>
                </p:cNvSpPr>
                <p:nvPr/>
              </p:nvSpPr>
              <p:spPr bwMode="auto">
                <a:xfrm>
                  <a:off x="967"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8" name="未知"/>
                <p:cNvSpPr>
                  <a:spLocks noChangeArrowheads="1"/>
                </p:cNvSpPr>
                <p:nvPr/>
              </p:nvSpPr>
              <p:spPr bwMode="auto">
                <a:xfrm>
                  <a:off x="979"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29" name="未知"/>
                <p:cNvSpPr>
                  <a:spLocks noChangeArrowheads="1"/>
                </p:cNvSpPr>
                <p:nvPr/>
              </p:nvSpPr>
              <p:spPr bwMode="auto">
                <a:xfrm>
                  <a:off x="990"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0" name="未知"/>
                <p:cNvSpPr>
                  <a:spLocks noChangeArrowheads="1"/>
                </p:cNvSpPr>
                <p:nvPr/>
              </p:nvSpPr>
              <p:spPr bwMode="auto">
                <a:xfrm>
                  <a:off x="1002"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1" name="未知"/>
                <p:cNvSpPr>
                  <a:spLocks noChangeArrowheads="1"/>
                </p:cNvSpPr>
                <p:nvPr/>
              </p:nvSpPr>
              <p:spPr bwMode="auto">
                <a:xfrm>
                  <a:off x="1013"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2" name="未知"/>
                <p:cNvSpPr>
                  <a:spLocks noChangeArrowheads="1"/>
                </p:cNvSpPr>
                <p:nvPr/>
              </p:nvSpPr>
              <p:spPr bwMode="auto">
                <a:xfrm>
                  <a:off x="102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3" name="未知"/>
                <p:cNvSpPr>
                  <a:spLocks noChangeArrowheads="1"/>
                </p:cNvSpPr>
                <p:nvPr/>
              </p:nvSpPr>
              <p:spPr bwMode="auto">
                <a:xfrm>
                  <a:off x="1036"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4" name="未知"/>
                <p:cNvSpPr>
                  <a:spLocks noChangeArrowheads="1"/>
                </p:cNvSpPr>
                <p:nvPr/>
              </p:nvSpPr>
              <p:spPr bwMode="auto">
                <a:xfrm>
                  <a:off x="104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5" name="未知"/>
                <p:cNvSpPr>
                  <a:spLocks noChangeArrowheads="1"/>
                </p:cNvSpPr>
                <p:nvPr/>
              </p:nvSpPr>
              <p:spPr bwMode="auto">
                <a:xfrm>
                  <a:off x="1059"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6" name="未知"/>
                <p:cNvSpPr>
                  <a:spLocks noChangeArrowheads="1"/>
                </p:cNvSpPr>
                <p:nvPr/>
              </p:nvSpPr>
              <p:spPr bwMode="auto">
                <a:xfrm>
                  <a:off x="1071"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7" name="未知"/>
                <p:cNvSpPr>
                  <a:spLocks noChangeArrowheads="1"/>
                </p:cNvSpPr>
                <p:nvPr/>
              </p:nvSpPr>
              <p:spPr bwMode="auto">
                <a:xfrm>
                  <a:off x="108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8" name="未知"/>
                <p:cNvSpPr>
                  <a:spLocks noChangeArrowheads="1"/>
                </p:cNvSpPr>
                <p:nvPr/>
              </p:nvSpPr>
              <p:spPr bwMode="auto">
                <a:xfrm>
                  <a:off x="109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39" name="未知"/>
                <p:cNvSpPr>
                  <a:spLocks noChangeArrowheads="1"/>
                </p:cNvSpPr>
                <p:nvPr/>
              </p:nvSpPr>
              <p:spPr bwMode="auto">
                <a:xfrm>
                  <a:off x="110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0" name="未知"/>
                <p:cNvSpPr>
                  <a:spLocks noChangeArrowheads="1"/>
                </p:cNvSpPr>
                <p:nvPr/>
              </p:nvSpPr>
              <p:spPr bwMode="auto">
                <a:xfrm>
                  <a:off x="111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1" name="未知"/>
                <p:cNvSpPr>
                  <a:spLocks noChangeArrowheads="1"/>
                </p:cNvSpPr>
                <p:nvPr/>
              </p:nvSpPr>
              <p:spPr bwMode="auto">
                <a:xfrm>
                  <a:off x="112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2" name="未知"/>
                <p:cNvSpPr>
                  <a:spLocks noChangeArrowheads="1"/>
                </p:cNvSpPr>
                <p:nvPr/>
              </p:nvSpPr>
              <p:spPr bwMode="auto">
                <a:xfrm>
                  <a:off x="114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3" name="未知"/>
                <p:cNvSpPr>
                  <a:spLocks noChangeArrowheads="1"/>
                </p:cNvSpPr>
                <p:nvPr/>
              </p:nvSpPr>
              <p:spPr bwMode="auto">
                <a:xfrm>
                  <a:off x="115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4" name="未知"/>
                <p:cNvSpPr>
                  <a:spLocks noChangeArrowheads="1"/>
                </p:cNvSpPr>
                <p:nvPr/>
              </p:nvSpPr>
              <p:spPr bwMode="auto">
                <a:xfrm>
                  <a:off x="1163"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5" name="未知"/>
                <p:cNvSpPr>
                  <a:spLocks noChangeArrowheads="1"/>
                </p:cNvSpPr>
                <p:nvPr/>
              </p:nvSpPr>
              <p:spPr bwMode="auto">
                <a:xfrm>
                  <a:off x="1175"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6" name="未知"/>
                <p:cNvSpPr>
                  <a:spLocks noChangeArrowheads="1"/>
                </p:cNvSpPr>
                <p:nvPr/>
              </p:nvSpPr>
              <p:spPr bwMode="auto">
                <a:xfrm>
                  <a:off x="1186"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7" name="未知"/>
                <p:cNvSpPr>
                  <a:spLocks noChangeArrowheads="1"/>
                </p:cNvSpPr>
                <p:nvPr/>
              </p:nvSpPr>
              <p:spPr bwMode="auto">
                <a:xfrm>
                  <a:off x="1198"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8" name="未知"/>
                <p:cNvSpPr>
                  <a:spLocks noChangeArrowheads="1"/>
                </p:cNvSpPr>
                <p:nvPr/>
              </p:nvSpPr>
              <p:spPr bwMode="auto">
                <a:xfrm>
                  <a:off x="120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49" name="未知"/>
                <p:cNvSpPr>
                  <a:spLocks noChangeArrowheads="1"/>
                </p:cNvSpPr>
                <p:nvPr/>
              </p:nvSpPr>
              <p:spPr bwMode="auto">
                <a:xfrm>
                  <a:off x="1221"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0" name="未知"/>
                <p:cNvSpPr>
                  <a:spLocks noChangeArrowheads="1"/>
                </p:cNvSpPr>
                <p:nvPr/>
              </p:nvSpPr>
              <p:spPr bwMode="auto">
                <a:xfrm>
                  <a:off x="123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1" name="未知"/>
                <p:cNvSpPr>
                  <a:spLocks noChangeArrowheads="1"/>
                </p:cNvSpPr>
                <p:nvPr/>
              </p:nvSpPr>
              <p:spPr bwMode="auto">
                <a:xfrm>
                  <a:off x="1244"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2" name="未知"/>
                <p:cNvSpPr>
                  <a:spLocks noChangeArrowheads="1"/>
                </p:cNvSpPr>
                <p:nvPr/>
              </p:nvSpPr>
              <p:spPr bwMode="auto">
                <a:xfrm>
                  <a:off x="1255"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3" name="未知"/>
                <p:cNvSpPr>
                  <a:spLocks noChangeArrowheads="1"/>
                </p:cNvSpPr>
                <p:nvPr/>
              </p:nvSpPr>
              <p:spPr bwMode="auto">
                <a:xfrm>
                  <a:off x="1267"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4" name="未知"/>
                <p:cNvSpPr>
                  <a:spLocks noChangeArrowheads="1"/>
                </p:cNvSpPr>
                <p:nvPr/>
              </p:nvSpPr>
              <p:spPr bwMode="auto">
                <a:xfrm>
                  <a:off x="1278"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5" name="未知"/>
                <p:cNvSpPr>
                  <a:spLocks noChangeArrowheads="1"/>
                </p:cNvSpPr>
                <p:nvPr/>
              </p:nvSpPr>
              <p:spPr bwMode="auto">
                <a:xfrm>
                  <a:off x="1290"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6" name="未知"/>
                <p:cNvSpPr>
                  <a:spLocks noChangeArrowheads="1"/>
                </p:cNvSpPr>
                <p:nvPr/>
              </p:nvSpPr>
              <p:spPr bwMode="auto">
                <a:xfrm>
                  <a:off x="1301"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7" name="未知"/>
                <p:cNvSpPr>
                  <a:spLocks noChangeArrowheads="1"/>
                </p:cNvSpPr>
                <p:nvPr/>
              </p:nvSpPr>
              <p:spPr bwMode="auto">
                <a:xfrm>
                  <a:off x="1313"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8" name="未知"/>
                <p:cNvSpPr>
                  <a:spLocks noChangeArrowheads="1"/>
                </p:cNvSpPr>
                <p:nvPr/>
              </p:nvSpPr>
              <p:spPr bwMode="auto">
                <a:xfrm>
                  <a:off x="1324"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59" name="未知"/>
                <p:cNvSpPr>
                  <a:spLocks noChangeArrowheads="1"/>
                </p:cNvSpPr>
                <p:nvPr/>
              </p:nvSpPr>
              <p:spPr bwMode="auto">
                <a:xfrm>
                  <a:off x="1336"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0" name="未知"/>
                <p:cNvSpPr>
                  <a:spLocks noChangeArrowheads="1"/>
                </p:cNvSpPr>
                <p:nvPr/>
              </p:nvSpPr>
              <p:spPr bwMode="auto">
                <a:xfrm>
                  <a:off x="1347"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1" name="未知"/>
                <p:cNvSpPr>
                  <a:spLocks noChangeArrowheads="1"/>
                </p:cNvSpPr>
                <p:nvPr/>
              </p:nvSpPr>
              <p:spPr bwMode="auto">
                <a:xfrm>
                  <a:off x="1359"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2" name="未知"/>
                <p:cNvSpPr>
                  <a:spLocks noChangeArrowheads="1"/>
                </p:cNvSpPr>
                <p:nvPr/>
              </p:nvSpPr>
              <p:spPr bwMode="auto">
                <a:xfrm>
                  <a:off x="137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3" name="未知"/>
                <p:cNvSpPr>
                  <a:spLocks noChangeArrowheads="1"/>
                </p:cNvSpPr>
                <p:nvPr/>
              </p:nvSpPr>
              <p:spPr bwMode="auto">
                <a:xfrm>
                  <a:off x="138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4" name="未知"/>
                <p:cNvSpPr>
                  <a:spLocks noChangeArrowheads="1"/>
                </p:cNvSpPr>
                <p:nvPr/>
              </p:nvSpPr>
              <p:spPr bwMode="auto">
                <a:xfrm>
                  <a:off x="1394"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5" name="未知"/>
                <p:cNvSpPr>
                  <a:spLocks noChangeArrowheads="1"/>
                </p:cNvSpPr>
                <p:nvPr/>
              </p:nvSpPr>
              <p:spPr bwMode="auto">
                <a:xfrm>
                  <a:off x="1405"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6" name="未知"/>
                <p:cNvSpPr>
                  <a:spLocks noChangeArrowheads="1"/>
                </p:cNvSpPr>
                <p:nvPr/>
              </p:nvSpPr>
              <p:spPr bwMode="auto">
                <a:xfrm>
                  <a:off x="1417"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7" name="未知"/>
                <p:cNvSpPr>
                  <a:spLocks noChangeArrowheads="1"/>
                </p:cNvSpPr>
                <p:nvPr/>
              </p:nvSpPr>
              <p:spPr bwMode="auto">
                <a:xfrm>
                  <a:off x="1428"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8" name="未知"/>
                <p:cNvSpPr>
                  <a:spLocks noChangeArrowheads="1"/>
                </p:cNvSpPr>
                <p:nvPr/>
              </p:nvSpPr>
              <p:spPr bwMode="auto">
                <a:xfrm>
                  <a:off x="1440"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69" name="未知"/>
                <p:cNvSpPr>
                  <a:spLocks noChangeArrowheads="1"/>
                </p:cNvSpPr>
                <p:nvPr/>
              </p:nvSpPr>
              <p:spPr bwMode="auto">
                <a:xfrm>
                  <a:off x="145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0" name="未知"/>
                <p:cNvSpPr>
                  <a:spLocks noChangeArrowheads="1"/>
                </p:cNvSpPr>
                <p:nvPr/>
              </p:nvSpPr>
              <p:spPr bwMode="auto">
                <a:xfrm>
                  <a:off x="146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1" name="未知"/>
                <p:cNvSpPr>
                  <a:spLocks noChangeArrowheads="1"/>
                </p:cNvSpPr>
                <p:nvPr/>
              </p:nvSpPr>
              <p:spPr bwMode="auto">
                <a:xfrm>
                  <a:off x="147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2" name="未知"/>
                <p:cNvSpPr>
                  <a:spLocks noChangeArrowheads="1"/>
                </p:cNvSpPr>
                <p:nvPr/>
              </p:nvSpPr>
              <p:spPr bwMode="auto">
                <a:xfrm>
                  <a:off x="148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3" name="未知"/>
                <p:cNvSpPr>
                  <a:spLocks noChangeArrowheads="1"/>
                </p:cNvSpPr>
                <p:nvPr/>
              </p:nvSpPr>
              <p:spPr bwMode="auto">
                <a:xfrm>
                  <a:off x="149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4" name="未知"/>
                <p:cNvSpPr>
                  <a:spLocks noChangeArrowheads="1"/>
                </p:cNvSpPr>
                <p:nvPr/>
              </p:nvSpPr>
              <p:spPr bwMode="auto">
                <a:xfrm>
                  <a:off x="150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5" name="未知"/>
                <p:cNvSpPr>
                  <a:spLocks noChangeArrowheads="1"/>
                </p:cNvSpPr>
                <p:nvPr/>
              </p:nvSpPr>
              <p:spPr bwMode="auto">
                <a:xfrm>
                  <a:off x="152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6" name="未知"/>
                <p:cNvSpPr>
                  <a:spLocks noChangeArrowheads="1"/>
                </p:cNvSpPr>
                <p:nvPr/>
              </p:nvSpPr>
              <p:spPr bwMode="auto">
                <a:xfrm>
                  <a:off x="1532"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7" name="未知"/>
                <p:cNvSpPr>
                  <a:spLocks noChangeArrowheads="1"/>
                </p:cNvSpPr>
                <p:nvPr/>
              </p:nvSpPr>
              <p:spPr bwMode="auto">
                <a:xfrm>
                  <a:off x="1543"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8" name="未知"/>
                <p:cNvSpPr>
                  <a:spLocks noChangeArrowheads="1"/>
                </p:cNvSpPr>
                <p:nvPr/>
              </p:nvSpPr>
              <p:spPr bwMode="auto">
                <a:xfrm>
                  <a:off x="1555"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79" name="未知"/>
                <p:cNvSpPr>
                  <a:spLocks noChangeArrowheads="1"/>
                </p:cNvSpPr>
                <p:nvPr/>
              </p:nvSpPr>
              <p:spPr bwMode="auto">
                <a:xfrm>
                  <a:off x="1566"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0" name="未知"/>
                <p:cNvSpPr>
                  <a:spLocks noChangeArrowheads="1"/>
                </p:cNvSpPr>
                <p:nvPr/>
              </p:nvSpPr>
              <p:spPr bwMode="auto">
                <a:xfrm>
                  <a:off x="1578"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1" name="未知"/>
                <p:cNvSpPr>
                  <a:spLocks noChangeArrowheads="1"/>
                </p:cNvSpPr>
                <p:nvPr/>
              </p:nvSpPr>
              <p:spPr bwMode="auto">
                <a:xfrm>
                  <a:off x="1589"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2" name="未知"/>
                <p:cNvSpPr>
                  <a:spLocks noChangeArrowheads="1"/>
                </p:cNvSpPr>
                <p:nvPr/>
              </p:nvSpPr>
              <p:spPr bwMode="auto">
                <a:xfrm>
                  <a:off x="1601"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3" name="未知"/>
                <p:cNvSpPr>
                  <a:spLocks noChangeArrowheads="1"/>
                </p:cNvSpPr>
                <p:nvPr/>
              </p:nvSpPr>
              <p:spPr bwMode="auto">
                <a:xfrm>
                  <a:off x="161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4" name="未知"/>
                <p:cNvSpPr>
                  <a:spLocks noChangeArrowheads="1"/>
                </p:cNvSpPr>
                <p:nvPr/>
              </p:nvSpPr>
              <p:spPr bwMode="auto">
                <a:xfrm>
                  <a:off x="1624"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5" name="未知"/>
                <p:cNvSpPr>
                  <a:spLocks noChangeArrowheads="1"/>
                </p:cNvSpPr>
                <p:nvPr/>
              </p:nvSpPr>
              <p:spPr bwMode="auto">
                <a:xfrm>
                  <a:off x="163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6" name="未知"/>
                <p:cNvSpPr>
                  <a:spLocks noChangeArrowheads="1"/>
                </p:cNvSpPr>
                <p:nvPr/>
              </p:nvSpPr>
              <p:spPr bwMode="auto">
                <a:xfrm>
                  <a:off x="1647"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7" name="未知"/>
                <p:cNvSpPr>
                  <a:spLocks noChangeArrowheads="1"/>
                </p:cNvSpPr>
                <p:nvPr/>
              </p:nvSpPr>
              <p:spPr bwMode="auto">
                <a:xfrm>
                  <a:off x="165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8" name="未知"/>
                <p:cNvSpPr>
                  <a:spLocks noChangeArrowheads="1"/>
                </p:cNvSpPr>
                <p:nvPr/>
              </p:nvSpPr>
              <p:spPr bwMode="auto">
                <a:xfrm>
                  <a:off x="167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89" name="未知"/>
                <p:cNvSpPr>
                  <a:spLocks noChangeArrowheads="1"/>
                </p:cNvSpPr>
                <p:nvPr/>
              </p:nvSpPr>
              <p:spPr bwMode="auto">
                <a:xfrm>
                  <a:off x="168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0" name="未知"/>
                <p:cNvSpPr>
                  <a:spLocks noChangeArrowheads="1"/>
                </p:cNvSpPr>
                <p:nvPr/>
              </p:nvSpPr>
              <p:spPr bwMode="auto">
                <a:xfrm>
                  <a:off x="1693"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1" name="未知"/>
                <p:cNvSpPr>
                  <a:spLocks noChangeArrowheads="1"/>
                </p:cNvSpPr>
                <p:nvPr/>
              </p:nvSpPr>
              <p:spPr bwMode="auto">
                <a:xfrm>
                  <a:off x="1705"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2" name="未知"/>
                <p:cNvSpPr>
                  <a:spLocks noChangeArrowheads="1"/>
                </p:cNvSpPr>
                <p:nvPr/>
              </p:nvSpPr>
              <p:spPr bwMode="auto">
                <a:xfrm>
                  <a:off x="1716"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3" name="未知"/>
                <p:cNvSpPr>
                  <a:spLocks noChangeArrowheads="1"/>
                </p:cNvSpPr>
                <p:nvPr/>
              </p:nvSpPr>
              <p:spPr bwMode="auto">
                <a:xfrm>
                  <a:off x="1728"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4" name="未知"/>
                <p:cNvSpPr>
                  <a:spLocks noChangeArrowheads="1"/>
                </p:cNvSpPr>
                <p:nvPr/>
              </p:nvSpPr>
              <p:spPr bwMode="auto">
                <a:xfrm>
                  <a:off x="173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5" name="未知"/>
                <p:cNvSpPr>
                  <a:spLocks noChangeArrowheads="1"/>
                </p:cNvSpPr>
                <p:nvPr/>
              </p:nvSpPr>
              <p:spPr bwMode="auto">
                <a:xfrm>
                  <a:off x="1751"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6" name="未知"/>
                <p:cNvSpPr>
                  <a:spLocks noChangeArrowheads="1"/>
                </p:cNvSpPr>
                <p:nvPr/>
              </p:nvSpPr>
              <p:spPr bwMode="auto">
                <a:xfrm>
                  <a:off x="176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7" name="未知"/>
                <p:cNvSpPr>
                  <a:spLocks noChangeArrowheads="1"/>
                </p:cNvSpPr>
                <p:nvPr/>
              </p:nvSpPr>
              <p:spPr bwMode="auto">
                <a:xfrm>
                  <a:off x="1774"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8" name="未知"/>
                <p:cNvSpPr>
                  <a:spLocks noChangeArrowheads="1"/>
                </p:cNvSpPr>
                <p:nvPr/>
              </p:nvSpPr>
              <p:spPr bwMode="auto">
                <a:xfrm>
                  <a:off x="1785"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499" name="未知"/>
                <p:cNvSpPr>
                  <a:spLocks noChangeArrowheads="1"/>
                </p:cNvSpPr>
                <p:nvPr/>
              </p:nvSpPr>
              <p:spPr bwMode="auto">
                <a:xfrm>
                  <a:off x="1797"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0" name="未知"/>
                <p:cNvSpPr>
                  <a:spLocks noChangeArrowheads="1"/>
                </p:cNvSpPr>
                <p:nvPr/>
              </p:nvSpPr>
              <p:spPr bwMode="auto">
                <a:xfrm>
                  <a:off x="1808"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1" name="未知"/>
                <p:cNvSpPr>
                  <a:spLocks noChangeArrowheads="1"/>
                </p:cNvSpPr>
                <p:nvPr/>
              </p:nvSpPr>
              <p:spPr bwMode="auto">
                <a:xfrm>
                  <a:off x="182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2" name="未知"/>
                <p:cNvSpPr>
                  <a:spLocks noChangeArrowheads="1"/>
                </p:cNvSpPr>
                <p:nvPr/>
              </p:nvSpPr>
              <p:spPr bwMode="auto">
                <a:xfrm>
                  <a:off x="1831"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3" name="未知"/>
                <p:cNvSpPr>
                  <a:spLocks noChangeArrowheads="1"/>
                </p:cNvSpPr>
                <p:nvPr/>
              </p:nvSpPr>
              <p:spPr bwMode="auto">
                <a:xfrm>
                  <a:off x="1843"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4" name="未知"/>
                <p:cNvSpPr>
                  <a:spLocks noChangeArrowheads="1"/>
                </p:cNvSpPr>
                <p:nvPr/>
              </p:nvSpPr>
              <p:spPr bwMode="auto">
                <a:xfrm>
                  <a:off x="1854"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5" name="未知"/>
                <p:cNvSpPr>
                  <a:spLocks noChangeArrowheads="1"/>
                </p:cNvSpPr>
                <p:nvPr/>
              </p:nvSpPr>
              <p:spPr bwMode="auto">
                <a:xfrm>
                  <a:off x="1866"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6" name="未知"/>
                <p:cNvSpPr>
                  <a:spLocks noChangeArrowheads="1"/>
                </p:cNvSpPr>
                <p:nvPr/>
              </p:nvSpPr>
              <p:spPr bwMode="auto">
                <a:xfrm>
                  <a:off x="1877"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7" name="未知"/>
                <p:cNvSpPr>
                  <a:spLocks noChangeArrowheads="1"/>
                </p:cNvSpPr>
                <p:nvPr/>
              </p:nvSpPr>
              <p:spPr bwMode="auto">
                <a:xfrm>
                  <a:off x="1889"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8" name="未知"/>
                <p:cNvSpPr>
                  <a:spLocks noChangeArrowheads="1"/>
                </p:cNvSpPr>
                <p:nvPr/>
              </p:nvSpPr>
              <p:spPr bwMode="auto">
                <a:xfrm>
                  <a:off x="190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09" name="未知"/>
                <p:cNvSpPr>
                  <a:spLocks noChangeArrowheads="1"/>
                </p:cNvSpPr>
                <p:nvPr/>
              </p:nvSpPr>
              <p:spPr bwMode="auto">
                <a:xfrm>
                  <a:off x="191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0" name="未知"/>
                <p:cNvSpPr>
                  <a:spLocks noChangeArrowheads="1"/>
                </p:cNvSpPr>
                <p:nvPr/>
              </p:nvSpPr>
              <p:spPr bwMode="auto">
                <a:xfrm>
                  <a:off x="1923"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1" name="未知"/>
                <p:cNvSpPr>
                  <a:spLocks noChangeArrowheads="1"/>
                </p:cNvSpPr>
                <p:nvPr/>
              </p:nvSpPr>
              <p:spPr bwMode="auto">
                <a:xfrm>
                  <a:off x="193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2" name="未知"/>
                <p:cNvSpPr>
                  <a:spLocks noChangeArrowheads="1"/>
                </p:cNvSpPr>
                <p:nvPr/>
              </p:nvSpPr>
              <p:spPr bwMode="auto">
                <a:xfrm>
                  <a:off x="1946"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3" name="未知"/>
                <p:cNvSpPr>
                  <a:spLocks noChangeArrowheads="1"/>
                </p:cNvSpPr>
                <p:nvPr/>
              </p:nvSpPr>
              <p:spPr bwMode="auto">
                <a:xfrm>
                  <a:off x="195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4" name="未知"/>
                <p:cNvSpPr>
                  <a:spLocks noChangeArrowheads="1"/>
                </p:cNvSpPr>
                <p:nvPr/>
              </p:nvSpPr>
              <p:spPr bwMode="auto">
                <a:xfrm>
                  <a:off x="196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5" name="未知"/>
                <p:cNvSpPr>
                  <a:spLocks noChangeArrowheads="1"/>
                </p:cNvSpPr>
                <p:nvPr/>
              </p:nvSpPr>
              <p:spPr bwMode="auto">
                <a:xfrm>
                  <a:off x="198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6" name="未知"/>
                <p:cNvSpPr>
                  <a:spLocks noChangeArrowheads="1"/>
                </p:cNvSpPr>
                <p:nvPr/>
              </p:nvSpPr>
              <p:spPr bwMode="auto">
                <a:xfrm>
                  <a:off x="199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7" name="未知"/>
                <p:cNvSpPr>
                  <a:spLocks noChangeArrowheads="1"/>
                </p:cNvSpPr>
                <p:nvPr/>
              </p:nvSpPr>
              <p:spPr bwMode="auto">
                <a:xfrm>
                  <a:off x="200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8" name="未知"/>
                <p:cNvSpPr>
                  <a:spLocks noChangeArrowheads="1"/>
                </p:cNvSpPr>
                <p:nvPr/>
              </p:nvSpPr>
              <p:spPr bwMode="auto">
                <a:xfrm>
                  <a:off x="201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19" name="未知"/>
                <p:cNvSpPr>
                  <a:spLocks noChangeArrowheads="1"/>
                </p:cNvSpPr>
                <p:nvPr/>
              </p:nvSpPr>
              <p:spPr bwMode="auto">
                <a:xfrm>
                  <a:off x="202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0" name="未知"/>
                <p:cNvSpPr>
                  <a:spLocks noChangeArrowheads="1"/>
                </p:cNvSpPr>
                <p:nvPr/>
              </p:nvSpPr>
              <p:spPr bwMode="auto">
                <a:xfrm>
                  <a:off x="203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1" name="未知"/>
                <p:cNvSpPr>
                  <a:spLocks noChangeArrowheads="1"/>
                </p:cNvSpPr>
                <p:nvPr/>
              </p:nvSpPr>
              <p:spPr bwMode="auto">
                <a:xfrm>
                  <a:off x="205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2" name="未知"/>
                <p:cNvSpPr>
                  <a:spLocks noChangeArrowheads="1"/>
                </p:cNvSpPr>
                <p:nvPr/>
              </p:nvSpPr>
              <p:spPr bwMode="auto">
                <a:xfrm>
                  <a:off x="206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3" name="未知"/>
                <p:cNvSpPr>
                  <a:spLocks noChangeArrowheads="1"/>
                </p:cNvSpPr>
                <p:nvPr/>
              </p:nvSpPr>
              <p:spPr bwMode="auto">
                <a:xfrm>
                  <a:off x="2073"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4" name="未知"/>
                <p:cNvSpPr>
                  <a:spLocks noChangeArrowheads="1"/>
                </p:cNvSpPr>
                <p:nvPr/>
              </p:nvSpPr>
              <p:spPr bwMode="auto">
                <a:xfrm>
                  <a:off x="2085"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5" name="未知"/>
                <p:cNvSpPr>
                  <a:spLocks noChangeArrowheads="1"/>
                </p:cNvSpPr>
                <p:nvPr/>
              </p:nvSpPr>
              <p:spPr bwMode="auto">
                <a:xfrm>
                  <a:off x="2096"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6" name="未知"/>
                <p:cNvSpPr>
                  <a:spLocks noChangeArrowheads="1"/>
                </p:cNvSpPr>
                <p:nvPr/>
              </p:nvSpPr>
              <p:spPr bwMode="auto">
                <a:xfrm>
                  <a:off x="2108"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7" name="未知"/>
                <p:cNvSpPr>
                  <a:spLocks noChangeArrowheads="1"/>
                </p:cNvSpPr>
                <p:nvPr/>
              </p:nvSpPr>
              <p:spPr bwMode="auto">
                <a:xfrm>
                  <a:off x="2119"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8" name="未知"/>
                <p:cNvSpPr>
                  <a:spLocks noChangeArrowheads="1"/>
                </p:cNvSpPr>
                <p:nvPr/>
              </p:nvSpPr>
              <p:spPr bwMode="auto">
                <a:xfrm>
                  <a:off x="2131"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29" name="未知"/>
                <p:cNvSpPr>
                  <a:spLocks noChangeArrowheads="1"/>
                </p:cNvSpPr>
                <p:nvPr/>
              </p:nvSpPr>
              <p:spPr bwMode="auto">
                <a:xfrm>
                  <a:off x="2142"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0" name="未知"/>
                <p:cNvSpPr>
                  <a:spLocks noChangeArrowheads="1"/>
                </p:cNvSpPr>
                <p:nvPr/>
              </p:nvSpPr>
              <p:spPr bwMode="auto">
                <a:xfrm>
                  <a:off x="2154"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1" name="未知"/>
                <p:cNvSpPr>
                  <a:spLocks noChangeArrowheads="1"/>
                </p:cNvSpPr>
                <p:nvPr/>
              </p:nvSpPr>
              <p:spPr bwMode="auto">
                <a:xfrm>
                  <a:off x="2165"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2" name="未知"/>
                <p:cNvSpPr>
                  <a:spLocks noChangeArrowheads="1"/>
                </p:cNvSpPr>
                <p:nvPr/>
              </p:nvSpPr>
              <p:spPr bwMode="auto">
                <a:xfrm>
                  <a:off x="2177"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3" name="未知"/>
                <p:cNvSpPr>
                  <a:spLocks noChangeArrowheads="1"/>
                </p:cNvSpPr>
                <p:nvPr/>
              </p:nvSpPr>
              <p:spPr bwMode="auto">
                <a:xfrm>
                  <a:off x="218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4" name="未知"/>
                <p:cNvSpPr>
                  <a:spLocks noChangeArrowheads="1"/>
                </p:cNvSpPr>
                <p:nvPr/>
              </p:nvSpPr>
              <p:spPr bwMode="auto">
                <a:xfrm>
                  <a:off x="2200"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5" name="未知"/>
                <p:cNvSpPr>
                  <a:spLocks noChangeArrowheads="1"/>
                </p:cNvSpPr>
                <p:nvPr/>
              </p:nvSpPr>
              <p:spPr bwMode="auto">
                <a:xfrm>
                  <a:off x="2211"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6" name="未知"/>
                <p:cNvSpPr>
                  <a:spLocks noChangeArrowheads="1"/>
                </p:cNvSpPr>
                <p:nvPr/>
              </p:nvSpPr>
              <p:spPr bwMode="auto">
                <a:xfrm>
                  <a:off x="2223"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7" name="未知"/>
                <p:cNvSpPr>
                  <a:spLocks noChangeArrowheads="1"/>
                </p:cNvSpPr>
                <p:nvPr/>
              </p:nvSpPr>
              <p:spPr bwMode="auto">
                <a:xfrm>
                  <a:off x="2234"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8" name="未知"/>
                <p:cNvSpPr>
                  <a:spLocks noChangeArrowheads="1"/>
                </p:cNvSpPr>
                <p:nvPr/>
              </p:nvSpPr>
              <p:spPr bwMode="auto">
                <a:xfrm>
                  <a:off x="2246"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39" name="未知"/>
                <p:cNvSpPr>
                  <a:spLocks noChangeArrowheads="1"/>
                </p:cNvSpPr>
                <p:nvPr/>
              </p:nvSpPr>
              <p:spPr bwMode="auto">
                <a:xfrm>
                  <a:off x="225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0" name="未知"/>
                <p:cNvSpPr>
                  <a:spLocks noChangeArrowheads="1"/>
                </p:cNvSpPr>
                <p:nvPr/>
              </p:nvSpPr>
              <p:spPr bwMode="auto">
                <a:xfrm>
                  <a:off x="2269"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1" name="未知"/>
                <p:cNvSpPr>
                  <a:spLocks noChangeArrowheads="1"/>
                </p:cNvSpPr>
                <p:nvPr/>
              </p:nvSpPr>
              <p:spPr bwMode="auto">
                <a:xfrm>
                  <a:off x="2281"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2" name="未知"/>
                <p:cNvSpPr>
                  <a:spLocks noChangeArrowheads="1"/>
                </p:cNvSpPr>
                <p:nvPr/>
              </p:nvSpPr>
              <p:spPr bwMode="auto">
                <a:xfrm>
                  <a:off x="2292"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543" name="未知"/>
              <p:cNvSpPr>
                <a:spLocks noChangeArrowheads="1"/>
              </p:cNvSpPr>
              <p:nvPr/>
            </p:nvSpPr>
            <p:spPr bwMode="auto">
              <a:xfrm>
                <a:off x="2304"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4" name="未知"/>
              <p:cNvSpPr>
                <a:spLocks noChangeArrowheads="1"/>
              </p:cNvSpPr>
              <p:nvPr/>
            </p:nvSpPr>
            <p:spPr bwMode="auto">
              <a:xfrm>
                <a:off x="2315"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5" name="未知"/>
              <p:cNvSpPr>
                <a:spLocks noChangeArrowheads="1"/>
              </p:cNvSpPr>
              <p:nvPr/>
            </p:nvSpPr>
            <p:spPr bwMode="auto">
              <a:xfrm>
                <a:off x="2327"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6" name="未知"/>
              <p:cNvSpPr>
                <a:spLocks noChangeArrowheads="1"/>
              </p:cNvSpPr>
              <p:nvPr/>
            </p:nvSpPr>
            <p:spPr bwMode="auto">
              <a:xfrm>
                <a:off x="2338"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7" name="未知"/>
              <p:cNvSpPr>
                <a:spLocks noChangeArrowheads="1"/>
              </p:cNvSpPr>
              <p:nvPr/>
            </p:nvSpPr>
            <p:spPr bwMode="auto">
              <a:xfrm>
                <a:off x="2350"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8" name="未知"/>
              <p:cNvSpPr>
                <a:spLocks noChangeArrowheads="1"/>
              </p:cNvSpPr>
              <p:nvPr/>
            </p:nvSpPr>
            <p:spPr bwMode="auto">
              <a:xfrm>
                <a:off x="2361"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49" name="未知"/>
              <p:cNvSpPr>
                <a:spLocks noChangeArrowheads="1"/>
              </p:cNvSpPr>
              <p:nvPr/>
            </p:nvSpPr>
            <p:spPr bwMode="auto">
              <a:xfrm>
                <a:off x="2373"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0" name="未知"/>
              <p:cNvSpPr>
                <a:spLocks noChangeArrowheads="1"/>
              </p:cNvSpPr>
              <p:nvPr/>
            </p:nvSpPr>
            <p:spPr bwMode="auto">
              <a:xfrm>
                <a:off x="2384"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1" name="未知"/>
              <p:cNvSpPr>
                <a:spLocks noChangeArrowheads="1"/>
              </p:cNvSpPr>
              <p:nvPr/>
            </p:nvSpPr>
            <p:spPr bwMode="auto">
              <a:xfrm>
                <a:off x="2396"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2" name="未知"/>
              <p:cNvSpPr>
                <a:spLocks noChangeArrowheads="1"/>
              </p:cNvSpPr>
              <p:nvPr/>
            </p:nvSpPr>
            <p:spPr bwMode="auto">
              <a:xfrm>
                <a:off x="240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3" name="未知"/>
              <p:cNvSpPr>
                <a:spLocks noChangeArrowheads="1"/>
              </p:cNvSpPr>
              <p:nvPr/>
            </p:nvSpPr>
            <p:spPr bwMode="auto">
              <a:xfrm>
                <a:off x="2419"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4" name="未知"/>
              <p:cNvSpPr>
                <a:spLocks noChangeArrowheads="1"/>
              </p:cNvSpPr>
              <p:nvPr/>
            </p:nvSpPr>
            <p:spPr bwMode="auto">
              <a:xfrm>
                <a:off x="2430" y="0"/>
                <a:ext cx="6" cy="5"/>
              </a:xfrm>
              <a:custGeom>
                <a:avLst/>
                <a:gdLst>
                  <a:gd name="T0" fmla="*/ 5 w 11"/>
                  <a:gd name="T1" fmla="*/ 0 h 12"/>
                  <a:gd name="T2" fmla="*/ 3 w 11"/>
                  <a:gd name="T3" fmla="*/ 0 h 12"/>
                  <a:gd name="T4" fmla="*/ 1 w 11"/>
                  <a:gd name="T5" fmla="*/ 2 h 12"/>
                  <a:gd name="T6" fmla="*/ 0 w 11"/>
                  <a:gd name="T7" fmla="*/ 4 h 12"/>
                  <a:gd name="T8" fmla="*/ 0 w 11"/>
                  <a:gd name="T9" fmla="*/ 6 h 12"/>
                  <a:gd name="T10" fmla="*/ 0 w 11"/>
                  <a:gd name="T11" fmla="*/ 8 h 12"/>
                  <a:gd name="T12" fmla="*/ 0 w 11"/>
                  <a:gd name="T13" fmla="*/ 10 h 12"/>
                  <a:gd name="T14" fmla="*/ 1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1" y="2"/>
                    </a:lnTo>
                    <a:lnTo>
                      <a:pt x="0" y="4"/>
                    </a:lnTo>
                    <a:lnTo>
                      <a:pt x="0" y="6"/>
                    </a:lnTo>
                    <a:lnTo>
                      <a:pt x="0" y="8"/>
                    </a:lnTo>
                    <a:lnTo>
                      <a:pt x="0" y="10"/>
                    </a:lnTo>
                    <a:lnTo>
                      <a:pt x="1"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5" name="未知"/>
              <p:cNvSpPr>
                <a:spLocks noChangeArrowheads="1"/>
              </p:cNvSpPr>
              <p:nvPr/>
            </p:nvSpPr>
            <p:spPr bwMode="auto">
              <a:xfrm>
                <a:off x="2442"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6" name="未知"/>
              <p:cNvSpPr>
                <a:spLocks noChangeArrowheads="1"/>
              </p:cNvSpPr>
              <p:nvPr/>
            </p:nvSpPr>
            <p:spPr bwMode="auto">
              <a:xfrm>
                <a:off x="2453" y="0"/>
                <a:ext cx="6" cy="5"/>
              </a:xfrm>
              <a:custGeom>
                <a:avLst/>
                <a:gdLst>
                  <a:gd name="T0" fmla="*/ 5 w 11"/>
                  <a:gd name="T1" fmla="*/ 0 h 12"/>
                  <a:gd name="T2" fmla="*/ 3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3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3" y="0"/>
                    </a:lnTo>
                    <a:lnTo>
                      <a:pt x="2" y="2"/>
                    </a:lnTo>
                    <a:lnTo>
                      <a:pt x="0" y="4"/>
                    </a:lnTo>
                    <a:lnTo>
                      <a:pt x="0" y="6"/>
                    </a:lnTo>
                    <a:lnTo>
                      <a:pt x="0" y="8"/>
                    </a:lnTo>
                    <a:lnTo>
                      <a:pt x="0" y="10"/>
                    </a:lnTo>
                    <a:lnTo>
                      <a:pt x="2" y="12"/>
                    </a:lnTo>
                    <a:lnTo>
                      <a:pt x="3"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7" name="未知"/>
              <p:cNvSpPr>
                <a:spLocks noChangeArrowheads="1"/>
              </p:cNvSpPr>
              <p:nvPr/>
            </p:nvSpPr>
            <p:spPr bwMode="auto">
              <a:xfrm>
                <a:off x="2465"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8" name="未知"/>
              <p:cNvSpPr>
                <a:spLocks noChangeArrowheads="1"/>
              </p:cNvSpPr>
              <p:nvPr/>
            </p:nvSpPr>
            <p:spPr bwMode="auto">
              <a:xfrm>
                <a:off x="2476" y="0"/>
                <a:ext cx="6" cy="5"/>
              </a:xfrm>
              <a:custGeom>
                <a:avLst/>
                <a:gdLst>
                  <a:gd name="T0" fmla="*/ 5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5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5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5" y="0"/>
                    </a:moveTo>
                    <a:lnTo>
                      <a:pt x="4" y="0"/>
                    </a:lnTo>
                    <a:lnTo>
                      <a:pt x="2" y="2"/>
                    </a:lnTo>
                    <a:lnTo>
                      <a:pt x="0" y="4"/>
                    </a:lnTo>
                    <a:lnTo>
                      <a:pt x="0" y="6"/>
                    </a:lnTo>
                    <a:lnTo>
                      <a:pt x="0" y="8"/>
                    </a:lnTo>
                    <a:lnTo>
                      <a:pt x="0" y="10"/>
                    </a:lnTo>
                    <a:lnTo>
                      <a:pt x="2" y="12"/>
                    </a:lnTo>
                    <a:lnTo>
                      <a:pt x="4" y="12"/>
                    </a:lnTo>
                    <a:lnTo>
                      <a:pt x="5" y="12"/>
                    </a:lnTo>
                    <a:lnTo>
                      <a:pt x="7" y="10"/>
                    </a:lnTo>
                    <a:lnTo>
                      <a:pt x="9" y="8"/>
                    </a:lnTo>
                    <a:lnTo>
                      <a:pt x="11" y="6"/>
                    </a:lnTo>
                    <a:lnTo>
                      <a:pt x="9" y="4"/>
                    </a:lnTo>
                    <a:lnTo>
                      <a:pt x="7" y="2"/>
                    </a:lnTo>
                    <a:lnTo>
                      <a:pt x="7"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59" name="未知"/>
              <p:cNvSpPr>
                <a:spLocks noChangeArrowheads="1"/>
              </p:cNvSpPr>
              <p:nvPr/>
            </p:nvSpPr>
            <p:spPr bwMode="auto">
              <a:xfrm>
                <a:off x="2488"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0" name="未知"/>
              <p:cNvSpPr>
                <a:spLocks noChangeArrowheads="1"/>
              </p:cNvSpPr>
              <p:nvPr/>
            </p:nvSpPr>
            <p:spPr bwMode="auto">
              <a:xfrm>
                <a:off x="2499"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7 w 11"/>
                  <a:gd name="T21" fmla="*/ 10 h 12"/>
                  <a:gd name="T22" fmla="*/ 9 w 11"/>
                  <a:gd name="T23" fmla="*/ 8 h 12"/>
                  <a:gd name="T24" fmla="*/ 11 w 11"/>
                  <a:gd name="T25" fmla="*/ 6 h 12"/>
                  <a:gd name="T26" fmla="*/ 9 w 11"/>
                  <a:gd name="T27" fmla="*/ 4 h 12"/>
                  <a:gd name="T28" fmla="*/ 7 w 11"/>
                  <a:gd name="T29" fmla="*/ 2 h 12"/>
                  <a:gd name="T30" fmla="*/ 7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7" y="10"/>
                    </a:lnTo>
                    <a:lnTo>
                      <a:pt x="9" y="8"/>
                    </a:lnTo>
                    <a:lnTo>
                      <a:pt x="11" y="6"/>
                    </a:lnTo>
                    <a:lnTo>
                      <a:pt x="9" y="4"/>
                    </a:lnTo>
                    <a:lnTo>
                      <a:pt x="7" y="2"/>
                    </a:lnTo>
                    <a:lnTo>
                      <a:pt x="7"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1" name="未知"/>
              <p:cNvSpPr>
                <a:spLocks noChangeArrowheads="1"/>
              </p:cNvSpPr>
              <p:nvPr/>
            </p:nvSpPr>
            <p:spPr bwMode="auto">
              <a:xfrm>
                <a:off x="2511"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2" name="未知"/>
              <p:cNvSpPr>
                <a:spLocks noChangeArrowheads="1"/>
              </p:cNvSpPr>
              <p:nvPr/>
            </p:nvSpPr>
            <p:spPr bwMode="auto">
              <a:xfrm>
                <a:off x="2522"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9 w 11"/>
                  <a:gd name="T23" fmla="*/ 8 h 12"/>
                  <a:gd name="T24" fmla="*/ 11 w 11"/>
                  <a:gd name="T25" fmla="*/ 6 h 12"/>
                  <a:gd name="T26" fmla="*/ 9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9" y="8"/>
                    </a:lnTo>
                    <a:lnTo>
                      <a:pt x="11" y="6"/>
                    </a:lnTo>
                    <a:lnTo>
                      <a:pt x="9"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3" name="未知"/>
              <p:cNvSpPr>
                <a:spLocks noChangeArrowheads="1"/>
              </p:cNvSpPr>
              <p:nvPr/>
            </p:nvSpPr>
            <p:spPr bwMode="auto">
              <a:xfrm>
                <a:off x="2534"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4" name="未知"/>
              <p:cNvSpPr>
                <a:spLocks noChangeArrowheads="1"/>
              </p:cNvSpPr>
              <p:nvPr/>
            </p:nvSpPr>
            <p:spPr bwMode="auto">
              <a:xfrm>
                <a:off x="2545" y="0"/>
                <a:ext cx="6" cy="5"/>
              </a:xfrm>
              <a:custGeom>
                <a:avLst/>
                <a:gdLst>
                  <a:gd name="T0" fmla="*/ 6 w 11"/>
                  <a:gd name="T1" fmla="*/ 0 h 12"/>
                  <a:gd name="T2" fmla="*/ 4 w 11"/>
                  <a:gd name="T3" fmla="*/ 0 h 12"/>
                  <a:gd name="T4" fmla="*/ 2 w 11"/>
                  <a:gd name="T5" fmla="*/ 2 h 12"/>
                  <a:gd name="T6" fmla="*/ 0 w 11"/>
                  <a:gd name="T7" fmla="*/ 4 h 12"/>
                  <a:gd name="T8" fmla="*/ 0 w 11"/>
                  <a:gd name="T9" fmla="*/ 6 h 12"/>
                  <a:gd name="T10" fmla="*/ 0 w 11"/>
                  <a:gd name="T11" fmla="*/ 8 h 12"/>
                  <a:gd name="T12" fmla="*/ 0 w 11"/>
                  <a:gd name="T13" fmla="*/ 10 h 12"/>
                  <a:gd name="T14" fmla="*/ 2 w 11"/>
                  <a:gd name="T15" fmla="*/ 12 h 12"/>
                  <a:gd name="T16" fmla="*/ 4 w 11"/>
                  <a:gd name="T17" fmla="*/ 12 h 12"/>
                  <a:gd name="T18" fmla="*/ 6 w 11"/>
                  <a:gd name="T19" fmla="*/ 12 h 12"/>
                  <a:gd name="T20" fmla="*/ 8 w 11"/>
                  <a:gd name="T21" fmla="*/ 10 h 12"/>
                  <a:gd name="T22" fmla="*/ 10 w 11"/>
                  <a:gd name="T23" fmla="*/ 8 h 12"/>
                  <a:gd name="T24" fmla="*/ 11 w 11"/>
                  <a:gd name="T25" fmla="*/ 6 h 12"/>
                  <a:gd name="T26" fmla="*/ 10 w 11"/>
                  <a:gd name="T27" fmla="*/ 4 h 12"/>
                  <a:gd name="T28" fmla="*/ 8 w 11"/>
                  <a:gd name="T29" fmla="*/ 2 h 12"/>
                  <a:gd name="T30" fmla="*/ 8 w 11"/>
                  <a:gd name="T31" fmla="*/ 0 h 12"/>
                  <a:gd name="T32" fmla="*/ 6 w 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1"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5" name="未知"/>
              <p:cNvSpPr>
                <a:spLocks noChangeArrowheads="1"/>
              </p:cNvSpPr>
              <p:nvPr/>
            </p:nvSpPr>
            <p:spPr bwMode="auto">
              <a:xfrm>
                <a:off x="2557"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6" name="未知"/>
              <p:cNvSpPr>
                <a:spLocks noChangeArrowheads="1"/>
              </p:cNvSpPr>
              <p:nvPr/>
            </p:nvSpPr>
            <p:spPr bwMode="auto">
              <a:xfrm>
                <a:off x="2569"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7" name="未知"/>
              <p:cNvSpPr>
                <a:spLocks noChangeArrowheads="1"/>
              </p:cNvSpPr>
              <p:nvPr/>
            </p:nvSpPr>
            <p:spPr bwMode="auto">
              <a:xfrm>
                <a:off x="2580" y="0"/>
                <a:ext cx="6"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568" name="未知"/>
              <p:cNvSpPr>
                <a:spLocks noChangeArrowheads="1"/>
              </p:cNvSpPr>
              <p:nvPr/>
            </p:nvSpPr>
            <p:spPr bwMode="auto">
              <a:xfrm>
                <a:off x="2592" y="0"/>
                <a:ext cx="5" cy="5"/>
              </a:xfrm>
              <a:custGeom>
                <a:avLst/>
                <a:gdLst>
                  <a:gd name="T0" fmla="*/ 6 w 12"/>
                  <a:gd name="T1" fmla="*/ 0 h 12"/>
                  <a:gd name="T2" fmla="*/ 4 w 12"/>
                  <a:gd name="T3" fmla="*/ 0 h 12"/>
                  <a:gd name="T4" fmla="*/ 2 w 12"/>
                  <a:gd name="T5" fmla="*/ 2 h 12"/>
                  <a:gd name="T6" fmla="*/ 0 w 12"/>
                  <a:gd name="T7" fmla="*/ 4 h 12"/>
                  <a:gd name="T8" fmla="*/ 0 w 12"/>
                  <a:gd name="T9" fmla="*/ 6 h 12"/>
                  <a:gd name="T10" fmla="*/ 0 w 12"/>
                  <a:gd name="T11" fmla="*/ 8 h 12"/>
                  <a:gd name="T12" fmla="*/ 0 w 12"/>
                  <a:gd name="T13" fmla="*/ 10 h 12"/>
                  <a:gd name="T14" fmla="*/ 2 w 12"/>
                  <a:gd name="T15" fmla="*/ 12 h 12"/>
                  <a:gd name="T16" fmla="*/ 4 w 12"/>
                  <a:gd name="T17" fmla="*/ 12 h 12"/>
                  <a:gd name="T18" fmla="*/ 6 w 12"/>
                  <a:gd name="T19" fmla="*/ 12 h 12"/>
                  <a:gd name="T20" fmla="*/ 8 w 12"/>
                  <a:gd name="T21" fmla="*/ 10 h 12"/>
                  <a:gd name="T22" fmla="*/ 10 w 12"/>
                  <a:gd name="T23" fmla="*/ 8 h 12"/>
                  <a:gd name="T24" fmla="*/ 12 w 12"/>
                  <a:gd name="T25" fmla="*/ 6 h 12"/>
                  <a:gd name="T26" fmla="*/ 10 w 12"/>
                  <a:gd name="T27" fmla="*/ 4 h 12"/>
                  <a:gd name="T28" fmla="*/ 8 w 12"/>
                  <a:gd name="T29" fmla="*/ 2 h 12"/>
                  <a:gd name="T30" fmla="*/ 8 w 12"/>
                  <a:gd name="T31" fmla="*/ 0 h 12"/>
                  <a:gd name="T32" fmla="*/ 6 w 12"/>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6" y="0"/>
                    </a:moveTo>
                    <a:lnTo>
                      <a:pt x="4" y="0"/>
                    </a:lnTo>
                    <a:lnTo>
                      <a:pt x="2" y="2"/>
                    </a:lnTo>
                    <a:lnTo>
                      <a:pt x="0" y="4"/>
                    </a:lnTo>
                    <a:lnTo>
                      <a:pt x="0" y="6"/>
                    </a:lnTo>
                    <a:lnTo>
                      <a:pt x="0" y="8"/>
                    </a:lnTo>
                    <a:lnTo>
                      <a:pt x="0" y="10"/>
                    </a:lnTo>
                    <a:lnTo>
                      <a:pt x="2" y="12"/>
                    </a:lnTo>
                    <a:lnTo>
                      <a:pt x="4" y="12"/>
                    </a:lnTo>
                    <a:lnTo>
                      <a:pt x="6" y="12"/>
                    </a:lnTo>
                    <a:lnTo>
                      <a:pt x="8" y="10"/>
                    </a:lnTo>
                    <a:lnTo>
                      <a:pt x="10" y="8"/>
                    </a:lnTo>
                    <a:lnTo>
                      <a:pt x="12" y="6"/>
                    </a:lnTo>
                    <a:lnTo>
                      <a:pt x="10" y="4"/>
                    </a:lnTo>
                    <a:lnTo>
                      <a:pt x="8" y="2"/>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569" name="Line 647"/>
            <p:cNvSpPr>
              <a:spLocks noChangeShapeType="1"/>
            </p:cNvSpPr>
            <p:nvPr/>
          </p:nvSpPr>
          <p:spPr bwMode="auto">
            <a:xfrm>
              <a:off x="156" y="94"/>
              <a:ext cx="259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0" name="Line 648"/>
            <p:cNvSpPr>
              <a:spLocks noChangeShapeType="1"/>
            </p:cNvSpPr>
            <p:nvPr/>
          </p:nvSpPr>
          <p:spPr bwMode="auto">
            <a:xfrm flipV="1">
              <a:off x="156" y="94"/>
              <a:ext cx="1" cy="2045"/>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1" name="Line 649"/>
            <p:cNvSpPr>
              <a:spLocks noChangeShapeType="1"/>
            </p:cNvSpPr>
            <p:nvPr/>
          </p:nvSpPr>
          <p:spPr bwMode="auto">
            <a:xfrm flipV="1">
              <a:off x="156"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2" name="Line 650"/>
            <p:cNvSpPr>
              <a:spLocks noChangeShapeType="1"/>
            </p:cNvSpPr>
            <p:nvPr/>
          </p:nvSpPr>
          <p:spPr bwMode="auto">
            <a:xfrm>
              <a:off x="156"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3" name="Rectangle 651"/>
            <p:cNvSpPr>
              <a:spLocks noChangeArrowheads="1"/>
            </p:cNvSpPr>
            <p:nvPr/>
          </p:nvSpPr>
          <p:spPr bwMode="auto">
            <a:xfrm>
              <a:off x="114" y="2163"/>
              <a:ext cx="10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574" name="Rectangle 652"/>
            <p:cNvSpPr>
              <a:spLocks noChangeArrowheads="1"/>
            </p:cNvSpPr>
            <p:nvPr/>
          </p:nvSpPr>
          <p:spPr bwMode="auto">
            <a:xfrm>
              <a:off x="114" y="2178"/>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575" name="Rectangle 653"/>
            <p:cNvSpPr>
              <a:spLocks noChangeArrowheads="1"/>
            </p:cNvSpPr>
            <p:nvPr/>
          </p:nvSpPr>
          <p:spPr bwMode="auto">
            <a:xfrm>
              <a:off x="142"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5</a:t>
              </a:r>
              <a:endParaRPr lang="en-US" altLang="zh-CN" sz="2800" b="1">
                <a:solidFill>
                  <a:srgbClr val="000000"/>
                </a:solidFill>
                <a:latin typeface="Times New Roman" panose="02020603050405020304" pitchFamily="18" charset="0"/>
                <a:ea typeface="楷体_GB2312" pitchFamily="49" charset="-122"/>
              </a:endParaRPr>
            </a:p>
          </p:txBody>
        </p:sp>
        <p:sp>
          <p:nvSpPr>
            <p:cNvPr id="82576" name="Rectangle 654"/>
            <p:cNvSpPr>
              <a:spLocks noChangeArrowheads="1"/>
            </p:cNvSpPr>
            <p:nvPr/>
          </p:nvSpPr>
          <p:spPr bwMode="auto">
            <a:xfrm>
              <a:off x="189"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577" name="Line 655"/>
            <p:cNvSpPr>
              <a:spLocks noChangeShapeType="1"/>
            </p:cNvSpPr>
            <p:nvPr/>
          </p:nvSpPr>
          <p:spPr bwMode="auto">
            <a:xfrm flipV="1">
              <a:off x="414"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8" name="Line 656"/>
            <p:cNvSpPr>
              <a:spLocks noChangeShapeType="1"/>
            </p:cNvSpPr>
            <p:nvPr/>
          </p:nvSpPr>
          <p:spPr bwMode="auto">
            <a:xfrm>
              <a:off x="414"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79" name="Rectangle 657"/>
            <p:cNvSpPr>
              <a:spLocks noChangeArrowheads="1"/>
            </p:cNvSpPr>
            <p:nvPr/>
          </p:nvSpPr>
          <p:spPr bwMode="auto">
            <a:xfrm>
              <a:off x="372" y="2163"/>
              <a:ext cx="10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580" name="Rectangle 658"/>
            <p:cNvSpPr>
              <a:spLocks noChangeArrowheads="1"/>
            </p:cNvSpPr>
            <p:nvPr/>
          </p:nvSpPr>
          <p:spPr bwMode="auto">
            <a:xfrm>
              <a:off x="372" y="2178"/>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581" name="Rectangle 659"/>
            <p:cNvSpPr>
              <a:spLocks noChangeArrowheads="1"/>
            </p:cNvSpPr>
            <p:nvPr/>
          </p:nvSpPr>
          <p:spPr bwMode="auto">
            <a:xfrm>
              <a:off x="400"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4</a:t>
              </a:r>
              <a:endParaRPr lang="en-US" altLang="zh-CN" sz="2800" b="1">
                <a:solidFill>
                  <a:srgbClr val="000000"/>
                </a:solidFill>
                <a:latin typeface="Times New Roman" panose="02020603050405020304" pitchFamily="18" charset="0"/>
                <a:ea typeface="楷体_GB2312" pitchFamily="49" charset="-122"/>
              </a:endParaRPr>
            </a:p>
          </p:txBody>
        </p:sp>
        <p:sp>
          <p:nvSpPr>
            <p:cNvPr id="82582" name="Rectangle 660"/>
            <p:cNvSpPr>
              <a:spLocks noChangeArrowheads="1"/>
            </p:cNvSpPr>
            <p:nvPr/>
          </p:nvSpPr>
          <p:spPr bwMode="auto">
            <a:xfrm>
              <a:off x="447"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583" name="Line 661"/>
            <p:cNvSpPr>
              <a:spLocks noChangeShapeType="1"/>
            </p:cNvSpPr>
            <p:nvPr/>
          </p:nvSpPr>
          <p:spPr bwMode="auto">
            <a:xfrm flipV="1">
              <a:off x="678"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84" name="Line 662"/>
            <p:cNvSpPr>
              <a:spLocks noChangeShapeType="1"/>
            </p:cNvSpPr>
            <p:nvPr/>
          </p:nvSpPr>
          <p:spPr bwMode="auto">
            <a:xfrm>
              <a:off x="678"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85" name="Rectangle 663"/>
            <p:cNvSpPr>
              <a:spLocks noChangeArrowheads="1"/>
            </p:cNvSpPr>
            <p:nvPr/>
          </p:nvSpPr>
          <p:spPr bwMode="auto">
            <a:xfrm>
              <a:off x="636" y="2163"/>
              <a:ext cx="10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586" name="Rectangle 664"/>
            <p:cNvSpPr>
              <a:spLocks noChangeArrowheads="1"/>
            </p:cNvSpPr>
            <p:nvPr/>
          </p:nvSpPr>
          <p:spPr bwMode="auto">
            <a:xfrm>
              <a:off x="636" y="2178"/>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587" name="Rectangle 665"/>
            <p:cNvSpPr>
              <a:spLocks noChangeArrowheads="1"/>
            </p:cNvSpPr>
            <p:nvPr/>
          </p:nvSpPr>
          <p:spPr bwMode="auto">
            <a:xfrm>
              <a:off x="664"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3</a:t>
              </a:r>
              <a:endParaRPr lang="en-US" altLang="zh-CN" sz="2800" b="1">
                <a:solidFill>
                  <a:srgbClr val="000000"/>
                </a:solidFill>
                <a:latin typeface="Times New Roman" panose="02020603050405020304" pitchFamily="18" charset="0"/>
                <a:ea typeface="楷体_GB2312" pitchFamily="49" charset="-122"/>
              </a:endParaRPr>
            </a:p>
          </p:txBody>
        </p:sp>
        <p:sp>
          <p:nvSpPr>
            <p:cNvPr id="82588" name="Rectangle 666"/>
            <p:cNvSpPr>
              <a:spLocks noChangeArrowheads="1"/>
            </p:cNvSpPr>
            <p:nvPr/>
          </p:nvSpPr>
          <p:spPr bwMode="auto">
            <a:xfrm>
              <a:off x="711"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589" name="Line 667"/>
            <p:cNvSpPr>
              <a:spLocks noChangeShapeType="1"/>
            </p:cNvSpPr>
            <p:nvPr/>
          </p:nvSpPr>
          <p:spPr bwMode="auto">
            <a:xfrm flipV="1">
              <a:off x="936"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90" name="Line 668"/>
            <p:cNvSpPr>
              <a:spLocks noChangeShapeType="1"/>
            </p:cNvSpPr>
            <p:nvPr/>
          </p:nvSpPr>
          <p:spPr bwMode="auto">
            <a:xfrm>
              <a:off x="936"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91" name="Rectangle 669"/>
            <p:cNvSpPr>
              <a:spLocks noChangeArrowheads="1"/>
            </p:cNvSpPr>
            <p:nvPr/>
          </p:nvSpPr>
          <p:spPr bwMode="auto">
            <a:xfrm>
              <a:off x="894" y="2163"/>
              <a:ext cx="10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592" name="Rectangle 670"/>
            <p:cNvSpPr>
              <a:spLocks noChangeArrowheads="1"/>
            </p:cNvSpPr>
            <p:nvPr/>
          </p:nvSpPr>
          <p:spPr bwMode="auto">
            <a:xfrm>
              <a:off x="894" y="2178"/>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593" name="Rectangle 671"/>
            <p:cNvSpPr>
              <a:spLocks noChangeArrowheads="1"/>
            </p:cNvSpPr>
            <p:nvPr/>
          </p:nvSpPr>
          <p:spPr bwMode="auto">
            <a:xfrm>
              <a:off x="922"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2</a:t>
              </a:r>
              <a:endParaRPr lang="en-US" altLang="zh-CN" sz="2800" b="1">
                <a:solidFill>
                  <a:srgbClr val="000000"/>
                </a:solidFill>
                <a:latin typeface="Times New Roman" panose="02020603050405020304" pitchFamily="18" charset="0"/>
                <a:ea typeface="楷体_GB2312" pitchFamily="49" charset="-122"/>
              </a:endParaRPr>
            </a:p>
          </p:txBody>
        </p:sp>
        <p:sp>
          <p:nvSpPr>
            <p:cNvPr id="82594" name="Rectangle 672"/>
            <p:cNvSpPr>
              <a:spLocks noChangeArrowheads="1"/>
            </p:cNvSpPr>
            <p:nvPr/>
          </p:nvSpPr>
          <p:spPr bwMode="auto">
            <a:xfrm>
              <a:off x="969"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595" name="Line 673"/>
            <p:cNvSpPr>
              <a:spLocks noChangeShapeType="1"/>
            </p:cNvSpPr>
            <p:nvPr/>
          </p:nvSpPr>
          <p:spPr bwMode="auto">
            <a:xfrm flipV="1">
              <a:off x="1194"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96" name="Line 674"/>
            <p:cNvSpPr>
              <a:spLocks noChangeShapeType="1"/>
            </p:cNvSpPr>
            <p:nvPr/>
          </p:nvSpPr>
          <p:spPr bwMode="auto">
            <a:xfrm>
              <a:off x="1194"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597" name="Rectangle 675"/>
            <p:cNvSpPr>
              <a:spLocks noChangeArrowheads="1"/>
            </p:cNvSpPr>
            <p:nvPr/>
          </p:nvSpPr>
          <p:spPr bwMode="auto">
            <a:xfrm>
              <a:off x="1152" y="2163"/>
              <a:ext cx="10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598" name="Rectangle 676"/>
            <p:cNvSpPr>
              <a:spLocks noChangeArrowheads="1"/>
            </p:cNvSpPr>
            <p:nvPr/>
          </p:nvSpPr>
          <p:spPr bwMode="auto">
            <a:xfrm>
              <a:off x="1152" y="2178"/>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599" name="Rectangle 677"/>
            <p:cNvSpPr>
              <a:spLocks noChangeArrowheads="1"/>
            </p:cNvSpPr>
            <p:nvPr/>
          </p:nvSpPr>
          <p:spPr bwMode="auto">
            <a:xfrm>
              <a:off x="1180"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1</a:t>
              </a:r>
              <a:endParaRPr lang="en-US" altLang="zh-CN" sz="2800" b="1">
                <a:solidFill>
                  <a:srgbClr val="000000"/>
                </a:solidFill>
                <a:latin typeface="Times New Roman" panose="02020603050405020304" pitchFamily="18" charset="0"/>
                <a:ea typeface="楷体_GB2312" pitchFamily="49" charset="-122"/>
              </a:endParaRPr>
            </a:p>
          </p:txBody>
        </p:sp>
        <p:sp>
          <p:nvSpPr>
            <p:cNvPr id="82600" name="Rectangle 678"/>
            <p:cNvSpPr>
              <a:spLocks noChangeArrowheads="1"/>
            </p:cNvSpPr>
            <p:nvPr/>
          </p:nvSpPr>
          <p:spPr bwMode="auto">
            <a:xfrm>
              <a:off x="1227"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01" name="Line 679"/>
            <p:cNvSpPr>
              <a:spLocks noChangeShapeType="1"/>
            </p:cNvSpPr>
            <p:nvPr/>
          </p:nvSpPr>
          <p:spPr bwMode="auto">
            <a:xfrm flipV="1">
              <a:off x="1458"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02" name="Line 680"/>
            <p:cNvSpPr>
              <a:spLocks noChangeShapeType="1"/>
            </p:cNvSpPr>
            <p:nvPr/>
          </p:nvSpPr>
          <p:spPr bwMode="auto">
            <a:xfrm>
              <a:off x="1458"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03" name="Rectangle 681"/>
            <p:cNvSpPr>
              <a:spLocks noChangeArrowheads="1"/>
            </p:cNvSpPr>
            <p:nvPr/>
          </p:nvSpPr>
          <p:spPr bwMode="auto">
            <a:xfrm>
              <a:off x="1440" y="2163"/>
              <a:ext cx="80"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04" name="Rectangle 682"/>
            <p:cNvSpPr>
              <a:spLocks noChangeArrowheads="1"/>
            </p:cNvSpPr>
            <p:nvPr/>
          </p:nvSpPr>
          <p:spPr bwMode="auto">
            <a:xfrm>
              <a:off x="1441"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0</a:t>
              </a:r>
              <a:endParaRPr lang="en-US" altLang="zh-CN" sz="2800" b="1">
                <a:solidFill>
                  <a:srgbClr val="000000"/>
                </a:solidFill>
                <a:latin typeface="Times New Roman" panose="02020603050405020304" pitchFamily="18" charset="0"/>
                <a:ea typeface="楷体_GB2312" pitchFamily="49" charset="-122"/>
              </a:endParaRPr>
            </a:p>
          </p:txBody>
        </p:sp>
        <p:sp>
          <p:nvSpPr>
            <p:cNvPr id="82605" name="Rectangle 683"/>
            <p:cNvSpPr>
              <a:spLocks noChangeArrowheads="1"/>
            </p:cNvSpPr>
            <p:nvPr/>
          </p:nvSpPr>
          <p:spPr bwMode="auto">
            <a:xfrm>
              <a:off x="1488"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06" name="Line 684"/>
            <p:cNvSpPr>
              <a:spLocks noChangeShapeType="1"/>
            </p:cNvSpPr>
            <p:nvPr/>
          </p:nvSpPr>
          <p:spPr bwMode="auto">
            <a:xfrm flipV="1">
              <a:off x="1716"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07" name="Line 685"/>
            <p:cNvSpPr>
              <a:spLocks noChangeShapeType="1"/>
            </p:cNvSpPr>
            <p:nvPr/>
          </p:nvSpPr>
          <p:spPr bwMode="auto">
            <a:xfrm>
              <a:off x="1716"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08" name="Rectangle 686"/>
            <p:cNvSpPr>
              <a:spLocks noChangeArrowheads="1"/>
            </p:cNvSpPr>
            <p:nvPr/>
          </p:nvSpPr>
          <p:spPr bwMode="auto">
            <a:xfrm>
              <a:off x="1698" y="2163"/>
              <a:ext cx="79"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09" name="Rectangle 687"/>
            <p:cNvSpPr>
              <a:spLocks noChangeArrowheads="1"/>
            </p:cNvSpPr>
            <p:nvPr/>
          </p:nvSpPr>
          <p:spPr bwMode="auto">
            <a:xfrm>
              <a:off x="1698"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1</a:t>
              </a:r>
              <a:endParaRPr lang="en-US" altLang="zh-CN" sz="2800" b="1">
                <a:solidFill>
                  <a:srgbClr val="000000"/>
                </a:solidFill>
                <a:latin typeface="Times New Roman" panose="02020603050405020304" pitchFamily="18" charset="0"/>
                <a:ea typeface="楷体_GB2312" pitchFamily="49" charset="-122"/>
              </a:endParaRPr>
            </a:p>
          </p:txBody>
        </p:sp>
        <p:sp>
          <p:nvSpPr>
            <p:cNvPr id="82610" name="Rectangle 688"/>
            <p:cNvSpPr>
              <a:spLocks noChangeArrowheads="1"/>
            </p:cNvSpPr>
            <p:nvPr/>
          </p:nvSpPr>
          <p:spPr bwMode="auto">
            <a:xfrm>
              <a:off x="1745"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11" name="Line 689"/>
            <p:cNvSpPr>
              <a:spLocks noChangeShapeType="1"/>
            </p:cNvSpPr>
            <p:nvPr/>
          </p:nvSpPr>
          <p:spPr bwMode="auto">
            <a:xfrm flipV="1">
              <a:off x="1975"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12" name="Line 690"/>
            <p:cNvSpPr>
              <a:spLocks noChangeShapeType="1"/>
            </p:cNvSpPr>
            <p:nvPr/>
          </p:nvSpPr>
          <p:spPr bwMode="auto">
            <a:xfrm>
              <a:off x="1975"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13" name="Rectangle 691"/>
            <p:cNvSpPr>
              <a:spLocks noChangeArrowheads="1"/>
            </p:cNvSpPr>
            <p:nvPr/>
          </p:nvSpPr>
          <p:spPr bwMode="auto">
            <a:xfrm>
              <a:off x="1956" y="2163"/>
              <a:ext cx="79"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14" name="Rectangle 692"/>
            <p:cNvSpPr>
              <a:spLocks noChangeArrowheads="1"/>
            </p:cNvSpPr>
            <p:nvPr/>
          </p:nvSpPr>
          <p:spPr bwMode="auto">
            <a:xfrm>
              <a:off x="1956"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2</a:t>
              </a:r>
              <a:endParaRPr lang="en-US" altLang="zh-CN" sz="2800" b="1">
                <a:solidFill>
                  <a:srgbClr val="000000"/>
                </a:solidFill>
                <a:latin typeface="Times New Roman" panose="02020603050405020304" pitchFamily="18" charset="0"/>
                <a:ea typeface="楷体_GB2312" pitchFamily="49" charset="-122"/>
              </a:endParaRPr>
            </a:p>
          </p:txBody>
        </p:sp>
        <p:sp>
          <p:nvSpPr>
            <p:cNvPr id="82615" name="Rectangle 693"/>
            <p:cNvSpPr>
              <a:spLocks noChangeArrowheads="1"/>
            </p:cNvSpPr>
            <p:nvPr/>
          </p:nvSpPr>
          <p:spPr bwMode="auto">
            <a:xfrm>
              <a:off x="2003"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16" name="Line 694"/>
            <p:cNvSpPr>
              <a:spLocks noChangeShapeType="1"/>
            </p:cNvSpPr>
            <p:nvPr/>
          </p:nvSpPr>
          <p:spPr bwMode="auto">
            <a:xfrm flipV="1">
              <a:off x="2232"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17" name="Line 695"/>
            <p:cNvSpPr>
              <a:spLocks noChangeShapeType="1"/>
            </p:cNvSpPr>
            <p:nvPr/>
          </p:nvSpPr>
          <p:spPr bwMode="auto">
            <a:xfrm>
              <a:off x="2232"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18" name="Rectangle 696"/>
            <p:cNvSpPr>
              <a:spLocks noChangeArrowheads="1"/>
            </p:cNvSpPr>
            <p:nvPr/>
          </p:nvSpPr>
          <p:spPr bwMode="auto">
            <a:xfrm>
              <a:off x="2215" y="2163"/>
              <a:ext cx="78"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19" name="Rectangle 697"/>
            <p:cNvSpPr>
              <a:spLocks noChangeArrowheads="1"/>
            </p:cNvSpPr>
            <p:nvPr/>
          </p:nvSpPr>
          <p:spPr bwMode="auto">
            <a:xfrm>
              <a:off x="2215"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3</a:t>
              </a:r>
              <a:endParaRPr lang="en-US" altLang="zh-CN" sz="2800" b="1">
                <a:solidFill>
                  <a:srgbClr val="000000"/>
                </a:solidFill>
                <a:latin typeface="Times New Roman" panose="02020603050405020304" pitchFamily="18" charset="0"/>
                <a:ea typeface="楷体_GB2312" pitchFamily="49" charset="-122"/>
              </a:endParaRPr>
            </a:p>
          </p:txBody>
        </p:sp>
        <p:sp>
          <p:nvSpPr>
            <p:cNvPr id="82620" name="Rectangle 698"/>
            <p:cNvSpPr>
              <a:spLocks noChangeArrowheads="1"/>
            </p:cNvSpPr>
            <p:nvPr/>
          </p:nvSpPr>
          <p:spPr bwMode="auto">
            <a:xfrm>
              <a:off x="2262"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21" name="Line 699"/>
            <p:cNvSpPr>
              <a:spLocks noChangeShapeType="1"/>
            </p:cNvSpPr>
            <p:nvPr/>
          </p:nvSpPr>
          <p:spPr bwMode="auto">
            <a:xfrm flipV="1">
              <a:off x="2496"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22" name="Line 700"/>
            <p:cNvSpPr>
              <a:spLocks noChangeShapeType="1"/>
            </p:cNvSpPr>
            <p:nvPr/>
          </p:nvSpPr>
          <p:spPr bwMode="auto">
            <a:xfrm>
              <a:off x="2496"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23" name="Rectangle 701"/>
            <p:cNvSpPr>
              <a:spLocks noChangeArrowheads="1"/>
            </p:cNvSpPr>
            <p:nvPr/>
          </p:nvSpPr>
          <p:spPr bwMode="auto">
            <a:xfrm>
              <a:off x="2479" y="2163"/>
              <a:ext cx="78"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24" name="Rectangle 702"/>
            <p:cNvSpPr>
              <a:spLocks noChangeArrowheads="1"/>
            </p:cNvSpPr>
            <p:nvPr/>
          </p:nvSpPr>
          <p:spPr bwMode="auto">
            <a:xfrm>
              <a:off x="2479"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4</a:t>
              </a:r>
              <a:endParaRPr lang="en-US" altLang="zh-CN" sz="2800" b="1">
                <a:solidFill>
                  <a:srgbClr val="000000"/>
                </a:solidFill>
                <a:latin typeface="Times New Roman" panose="02020603050405020304" pitchFamily="18" charset="0"/>
                <a:ea typeface="楷体_GB2312" pitchFamily="49" charset="-122"/>
              </a:endParaRPr>
            </a:p>
          </p:txBody>
        </p:sp>
        <p:sp>
          <p:nvSpPr>
            <p:cNvPr id="82625" name="Rectangle 703"/>
            <p:cNvSpPr>
              <a:spLocks noChangeArrowheads="1"/>
            </p:cNvSpPr>
            <p:nvPr/>
          </p:nvSpPr>
          <p:spPr bwMode="auto">
            <a:xfrm>
              <a:off x="2526"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26" name="Line 704"/>
            <p:cNvSpPr>
              <a:spLocks noChangeShapeType="1"/>
            </p:cNvSpPr>
            <p:nvPr/>
          </p:nvSpPr>
          <p:spPr bwMode="auto">
            <a:xfrm flipV="1">
              <a:off x="2754" y="2115"/>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27" name="Line 705"/>
            <p:cNvSpPr>
              <a:spLocks noChangeShapeType="1"/>
            </p:cNvSpPr>
            <p:nvPr/>
          </p:nvSpPr>
          <p:spPr bwMode="auto">
            <a:xfrm>
              <a:off x="2754" y="94"/>
              <a:ext cx="1" cy="2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28" name="Rectangle 706"/>
            <p:cNvSpPr>
              <a:spLocks noChangeArrowheads="1"/>
            </p:cNvSpPr>
            <p:nvPr/>
          </p:nvSpPr>
          <p:spPr bwMode="auto">
            <a:xfrm>
              <a:off x="2736" y="2163"/>
              <a:ext cx="80"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29" name="Rectangle 707"/>
            <p:cNvSpPr>
              <a:spLocks noChangeArrowheads="1"/>
            </p:cNvSpPr>
            <p:nvPr/>
          </p:nvSpPr>
          <p:spPr bwMode="auto">
            <a:xfrm>
              <a:off x="2737" y="217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5</a:t>
              </a:r>
              <a:endParaRPr lang="en-US" altLang="zh-CN" sz="2800" b="1">
                <a:solidFill>
                  <a:srgbClr val="000000"/>
                </a:solidFill>
                <a:latin typeface="Times New Roman" panose="02020603050405020304" pitchFamily="18" charset="0"/>
                <a:ea typeface="楷体_GB2312" pitchFamily="49" charset="-122"/>
              </a:endParaRPr>
            </a:p>
          </p:txBody>
        </p:sp>
        <p:sp>
          <p:nvSpPr>
            <p:cNvPr id="82630" name="Rectangle 708"/>
            <p:cNvSpPr>
              <a:spLocks noChangeArrowheads="1"/>
            </p:cNvSpPr>
            <p:nvPr/>
          </p:nvSpPr>
          <p:spPr bwMode="auto">
            <a:xfrm>
              <a:off x="2784" y="217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31" name="Line 709"/>
            <p:cNvSpPr>
              <a:spLocks noChangeShapeType="1"/>
            </p:cNvSpPr>
            <p:nvPr/>
          </p:nvSpPr>
          <p:spPr bwMode="auto">
            <a:xfrm>
              <a:off x="156" y="2139"/>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32" name="Line 710"/>
            <p:cNvSpPr>
              <a:spLocks noChangeShapeType="1"/>
            </p:cNvSpPr>
            <p:nvPr/>
          </p:nvSpPr>
          <p:spPr bwMode="auto">
            <a:xfrm flipH="1">
              <a:off x="2730" y="2139"/>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33" name="Rectangle 711"/>
            <p:cNvSpPr>
              <a:spLocks noChangeArrowheads="1"/>
            </p:cNvSpPr>
            <p:nvPr/>
          </p:nvSpPr>
          <p:spPr bwMode="auto">
            <a:xfrm>
              <a:off x="0" y="2091"/>
              <a:ext cx="169"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34" name="Rectangle 712"/>
            <p:cNvSpPr>
              <a:spLocks noChangeArrowheads="1"/>
            </p:cNvSpPr>
            <p:nvPr/>
          </p:nvSpPr>
          <p:spPr bwMode="auto">
            <a:xfrm>
              <a:off x="0" y="2106"/>
              <a:ext cx="29"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a:t>
              </a:r>
              <a:endParaRPr lang="en-US" altLang="zh-CN" sz="2800" b="1">
                <a:solidFill>
                  <a:srgbClr val="000000"/>
                </a:solidFill>
                <a:latin typeface="Times New Roman" panose="02020603050405020304" pitchFamily="18" charset="0"/>
                <a:ea typeface="楷体_GB2312" pitchFamily="49" charset="-122"/>
              </a:endParaRPr>
            </a:p>
          </p:txBody>
        </p:sp>
        <p:sp>
          <p:nvSpPr>
            <p:cNvPr id="82635" name="Rectangle 713"/>
            <p:cNvSpPr>
              <a:spLocks noChangeArrowheads="1"/>
            </p:cNvSpPr>
            <p:nvPr/>
          </p:nvSpPr>
          <p:spPr bwMode="auto">
            <a:xfrm>
              <a:off x="28" y="2106"/>
              <a:ext cx="11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0.5</a:t>
              </a:r>
              <a:endParaRPr lang="en-US" altLang="zh-CN" sz="2800" b="1">
                <a:solidFill>
                  <a:srgbClr val="000000"/>
                </a:solidFill>
                <a:latin typeface="Times New Roman" panose="02020603050405020304" pitchFamily="18" charset="0"/>
                <a:ea typeface="楷体_GB2312" pitchFamily="49" charset="-122"/>
              </a:endParaRPr>
            </a:p>
          </p:txBody>
        </p:sp>
        <p:sp>
          <p:nvSpPr>
            <p:cNvPr id="82636" name="Rectangle 714"/>
            <p:cNvSpPr>
              <a:spLocks noChangeArrowheads="1"/>
            </p:cNvSpPr>
            <p:nvPr/>
          </p:nvSpPr>
          <p:spPr bwMode="auto">
            <a:xfrm>
              <a:off x="145" y="2106"/>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37" name="Line 715"/>
            <p:cNvSpPr>
              <a:spLocks noChangeShapeType="1"/>
            </p:cNvSpPr>
            <p:nvPr/>
          </p:nvSpPr>
          <p:spPr bwMode="auto">
            <a:xfrm>
              <a:off x="156" y="1797"/>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38" name="Line 716"/>
            <p:cNvSpPr>
              <a:spLocks noChangeShapeType="1"/>
            </p:cNvSpPr>
            <p:nvPr/>
          </p:nvSpPr>
          <p:spPr bwMode="auto">
            <a:xfrm flipH="1">
              <a:off x="2730" y="1797"/>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39" name="Rectangle 717"/>
            <p:cNvSpPr>
              <a:spLocks noChangeArrowheads="1"/>
            </p:cNvSpPr>
            <p:nvPr/>
          </p:nvSpPr>
          <p:spPr bwMode="auto">
            <a:xfrm>
              <a:off x="90" y="1749"/>
              <a:ext cx="7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40" name="Rectangle 718"/>
            <p:cNvSpPr>
              <a:spLocks noChangeArrowheads="1"/>
            </p:cNvSpPr>
            <p:nvPr/>
          </p:nvSpPr>
          <p:spPr bwMode="auto">
            <a:xfrm>
              <a:off x="90" y="1766"/>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0</a:t>
              </a:r>
              <a:endParaRPr lang="en-US" altLang="zh-CN" sz="2800" b="1">
                <a:solidFill>
                  <a:srgbClr val="000000"/>
                </a:solidFill>
                <a:latin typeface="Times New Roman" panose="02020603050405020304" pitchFamily="18" charset="0"/>
                <a:ea typeface="楷体_GB2312" pitchFamily="49" charset="-122"/>
              </a:endParaRPr>
            </a:p>
          </p:txBody>
        </p:sp>
        <p:sp>
          <p:nvSpPr>
            <p:cNvPr id="82641" name="Rectangle 719"/>
            <p:cNvSpPr>
              <a:spLocks noChangeArrowheads="1"/>
            </p:cNvSpPr>
            <p:nvPr/>
          </p:nvSpPr>
          <p:spPr bwMode="auto">
            <a:xfrm>
              <a:off x="137" y="1766"/>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42" name="Line 720"/>
            <p:cNvSpPr>
              <a:spLocks noChangeShapeType="1"/>
            </p:cNvSpPr>
            <p:nvPr/>
          </p:nvSpPr>
          <p:spPr bwMode="auto">
            <a:xfrm>
              <a:off x="156" y="1456"/>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43" name="Line 721"/>
            <p:cNvSpPr>
              <a:spLocks noChangeShapeType="1"/>
            </p:cNvSpPr>
            <p:nvPr/>
          </p:nvSpPr>
          <p:spPr bwMode="auto">
            <a:xfrm flipH="1">
              <a:off x="2730" y="1456"/>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44" name="Rectangle 722"/>
            <p:cNvSpPr>
              <a:spLocks noChangeArrowheads="1"/>
            </p:cNvSpPr>
            <p:nvPr/>
          </p:nvSpPr>
          <p:spPr bwMode="auto">
            <a:xfrm>
              <a:off x="24" y="1408"/>
              <a:ext cx="145"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45" name="Rectangle 723"/>
            <p:cNvSpPr>
              <a:spLocks noChangeArrowheads="1"/>
            </p:cNvSpPr>
            <p:nvPr/>
          </p:nvSpPr>
          <p:spPr bwMode="auto">
            <a:xfrm>
              <a:off x="24" y="1424"/>
              <a:ext cx="11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0.5</a:t>
              </a:r>
              <a:endParaRPr lang="en-US" altLang="zh-CN" sz="2800" b="1">
                <a:solidFill>
                  <a:srgbClr val="000000"/>
                </a:solidFill>
                <a:latin typeface="Times New Roman" panose="02020603050405020304" pitchFamily="18" charset="0"/>
                <a:ea typeface="楷体_GB2312" pitchFamily="49" charset="-122"/>
              </a:endParaRPr>
            </a:p>
          </p:txBody>
        </p:sp>
        <p:sp>
          <p:nvSpPr>
            <p:cNvPr id="82646" name="Rectangle 724"/>
            <p:cNvSpPr>
              <a:spLocks noChangeArrowheads="1"/>
            </p:cNvSpPr>
            <p:nvPr/>
          </p:nvSpPr>
          <p:spPr bwMode="auto">
            <a:xfrm>
              <a:off x="141" y="1424"/>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47" name="Line 725"/>
            <p:cNvSpPr>
              <a:spLocks noChangeShapeType="1"/>
            </p:cNvSpPr>
            <p:nvPr/>
          </p:nvSpPr>
          <p:spPr bwMode="auto">
            <a:xfrm>
              <a:off x="156" y="1120"/>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48" name="Line 726"/>
            <p:cNvSpPr>
              <a:spLocks noChangeShapeType="1"/>
            </p:cNvSpPr>
            <p:nvPr/>
          </p:nvSpPr>
          <p:spPr bwMode="auto">
            <a:xfrm flipH="1">
              <a:off x="2730" y="1120"/>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49" name="Rectangle 727"/>
            <p:cNvSpPr>
              <a:spLocks noChangeArrowheads="1"/>
            </p:cNvSpPr>
            <p:nvPr/>
          </p:nvSpPr>
          <p:spPr bwMode="auto">
            <a:xfrm>
              <a:off x="90" y="1072"/>
              <a:ext cx="7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50" name="Rectangle 728"/>
            <p:cNvSpPr>
              <a:spLocks noChangeArrowheads="1"/>
            </p:cNvSpPr>
            <p:nvPr/>
          </p:nvSpPr>
          <p:spPr bwMode="auto">
            <a:xfrm>
              <a:off x="90" y="108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1</a:t>
              </a:r>
              <a:endParaRPr lang="en-US" altLang="zh-CN" sz="2800" b="1">
                <a:solidFill>
                  <a:srgbClr val="000000"/>
                </a:solidFill>
                <a:latin typeface="Times New Roman" panose="02020603050405020304" pitchFamily="18" charset="0"/>
                <a:ea typeface="楷体_GB2312" pitchFamily="49" charset="-122"/>
              </a:endParaRPr>
            </a:p>
          </p:txBody>
        </p:sp>
        <p:sp>
          <p:nvSpPr>
            <p:cNvPr id="82651" name="Rectangle 729"/>
            <p:cNvSpPr>
              <a:spLocks noChangeArrowheads="1"/>
            </p:cNvSpPr>
            <p:nvPr/>
          </p:nvSpPr>
          <p:spPr bwMode="auto">
            <a:xfrm>
              <a:off x="137" y="1088"/>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52" name="Line 730"/>
            <p:cNvSpPr>
              <a:spLocks noChangeShapeType="1"/>
            </p:cNvSpPr>
            <p:nvPr/>
          </p:nvSpPr>
          <p:spPr bwMode="auto">
            <a:xfrm>
              <a:off x="156" y="778"/>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53" name="Line 731"/>
            <p:cNvSpPr>
              <a:spLocks noChangeShapeType="1"/>
            </p:cNvSpPr>
            <p:nvPr/>
          </p:nvSpPr>
          <p:spPr bwMode="auto">
            <a:xfrm flipH="1">
              <a:off x="2730" y="778"/>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54" name="Rectangle 732"/>
            <p:cNvSpPr>
              <a:spLocks noChangeArrowheads="1"/>
            </p:cNvSpPr>
            <p:nvPr/>
          </p:nvSpPr>
          <p:spPr bwMode="auto">
            <a:xfrm>
              <a:off x="24" y="730"/>
              <a:ext cx="145"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55" name="Rectangle 733"/>
            <p:cNvSpPr>
              <a:spLocks noChangeArrowheads="1"/>
            </p:cNvSpPr>
            <p:nvPr/>
          </p:nvSpPr>
          <p:spPr bwMode="auto">
            <a:xfrm>
              <a:off x="24" y="746"/>
              <a:ext cx="11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1.5</a:t>
              </a:r>
              <a:endParaRPr lang="en-US" altLang="zh-CN" sz="2800" b="1">
                <a:solidFill>
                  <a:srgbClr val="000000"/>
                </a:solidFill>
                <a:latin typeface="Times New Roman" panose="02020603050405020304" pitchFamily="18" charset="0"/>
                <a:ea typeface="楷体_GB2312" pitchFamily="49" charset="-122"/>
              </a:endParaRPr>
            </a:p>
          </p:txBody>
        </p:sp>
        <p:sp>
          <p:nvSpPr>
            <p:cNvPr id="82656" name="Rectangle 734"/>
            <p:cNvSpPr>
              <a:spLocks noChangeArrowheads="1"/>
            </p:cNvSpPr>
            <p:nvPr/>
          </p:nvSpPr>
          <p:spPr bwMode="auto">
            <a:xfrm>
              <a:off x="141" y="746"/>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57" name="Line 735"/>
            <p:cNvSpPr>
              <a:spLocks noChangeShapeType="1"/>
            </p:cNvSpPr>
            <p:nvPr/>
          </p:nvSpPr>
          <p:spPr bwMode="auto">
            <a:xfrm>
              <a:off x="156" y="436"/>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58" name="Line 736"/>
            <p:cNvSpPr>
              <a:spLocks noChangeShapeType="1"/>
            </p:cNvSpPr>
            <p:nvPr/>
          </p:nvSpPr>
          <p:spPr bwMode="auto">
            <a:xfrm flipH="1">
              <a:off x="2730" y="436"/>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59" name="Rectangle 737"/>
            <p:cNvSpPr>
              <a:spLocks noChangeArrowheads="1"/>
            </p:cNvSpPr>
            <p:nvPr/>
          </p:nvSpPr>
          <p:spPr bwMode="auto">
            <a:xfrm>
              <a:off x="90" y="388"/>
              <a:ext cx="7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60" name="Rectangle 738"/>
            <p:cNvSpPr>
              <a:spLocks noChangeArrowheads="1"/>
            </p:cNvSpPr>
            <p:nvPr/>
          </p:nvSpPr>
          <p:spPr bwMode="auto">
            <a:xfrm>
              <a:off x="90" y="404"/>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2</a:t>
              </a:r>
              <a:endParaRPr lang="en-US" altLang="zh-CN" sz="2800" b="1">
                <a:solidFill>
                  <a:srgbClr val="000000"/>
                </a:solidFill>
                <a:latin typeface="Times New Roman" panose="02020603050405020304" pitchFamily="18" charset="0"/>
                <a:ea typeface="楷体_GB2312" pitchFamily="49" charset="-122"/>
              </a:endParaRPr>
            </a:p>
          </p:txBody>
        </p:sp>
        <p:sp>
          <p:nvSpPr>
            <p:cNvPr id="82661" name="Rectangle 739"/>
            <p:cNvSpPr>
              <a:spLocks noChangeArrowheads="1"/>
            </p:cNvSpPr>
            <p:nvPr/>
          </p:nvSpPr>
          <p:spPr bwMode="auto">
            <a:xfrm>
              <a:off x="137" y="404"/>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62" name="Line 740"/>
            <p:cNvSpPr>
              <a:spLocks noChangeShapeType="1"/>
            </p:cNvSpPr>
            <p:nvPr/>
          </p:nvSpPr>
          <p:spPr bwMode="auto">
            <a:xfrm>
              <a:off x="156" y="94"/>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63" name="Line 741"/>
            <p:cNvSpPr>
              <a:spLocks noChangeShapeType="1"/>
            </p:cNvSpPr>
            <p:nvPr/>
          </p:nvSpPr>
          <p:spPr bwMode="auto">
            <a:xfrm flipH="1">
              <a:off x="2730" y="94"/>
              <a:ext cx="2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64" name="Rectangle 742"/>
            <p:cNvSpPr>
              <a:spLocks noChangeArrowheads="1"/>
            </p:cNvSpPr>
            <p:nvPr/>
          </p:nvSpPr>
          <p:spPr bwMode="auto">
            <a:xfrm>
              <a:off x="24" y="46"/>
              <a:ext cx="145"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665" name="Rectangle 743"/>
            <p:cNvSpPr>
              <a:spLocks noChangeArrowheads="1"/>
            </p:cNvSpPr>
            <p:nvPr/>
          </p:nvSpPr>
          <p:spPr bwMode="auto">
            <a:xfrm>
              <a:off x="24" y="63"/>
              <a:ext cx="110"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100" b="1">
                  <a:solidFill>
                    <a:srgbClr val="000000"/>
                  </a:solidFill>
                  <a:latin typeface="Helvetica" panose="020B0604020202020204" pitchFamily="34" charset="0"/>
                  <a:ea typeface="楷体_GB2312" pitchFamily="49" charset="-122"/>
                </a:rPr>
                <a:t>2.5</a:t>
              </a:r>
              <a:endParaRPr lang="en-US" altLang="zh-CN" sz="2800" b="1">
                <a:solidFill>
                  <a:srgbClr val="000000"/>
                </a:solidFill>
                <a:latin typeface="Times New Roman" panose="02020603050405020304" pitchFamily="18" charset="0"/>
                <a:ea typeface="楷体_GB2312" pitchFamily="49" charset="-122"/>
              </a:endParaRPr>
            </a:p>
          </p:txBody>
        </p:sp>
        <p:sp>
          <p:nvSpPr>
            <p:cNvPr id="82666" name="Rectangle 744"/>
            <p:cNvSpPr>
              <a:spLocks noChangeArrowheads="1"/>
            </p:cNvSpPr>
            <p:nvPr/>
          </p:nvSpPr>
          <p:spPr bwMode="auto">
            <a:xfrm>
              <a:off x="141" y="63"/>
              <a:ext cx="22"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100" b="1">
                  <a:solidFill>
                    <a:srgbClr val="000000"/>
                  </a:solidFill>
                  <a:latin typeface="Times New Roman" panose="02020603050405020304" pitchFamily="18" charset="0"/>
                  <a:ea typeface="楷体_GB2312" pitchFamily="49" charset="-122"/>
                </a:rPr>
                <a:t> </a:t>
              </a:r>
              <a:endParaRPr lang="zh-CN" altLang="en-US" sz="2800" b="1">
                <a:solidFill>
                  <a:srgbClr val="000000"/>
                </a:solidFill>
                <a:latin typeface="Times New Roman" panose="02020603050405020304" pitchFamily="18" charset="0"/>
                <a:ea typeface="楷体_GB2312" pitchFamily="49" charset="-122"/>
              </a:endParaRPr>
            </a:p>
          </p:txBody>
        </p:sp>
        <p:sp>
          <p:nvSpPr>
            <p:cNvPr id="82667" name="Line 745"/>
            <p:cNvSpPr>
              <a:spLocks noChangeShapeType="1"/>
            </p:cNvSpPr>
            <p:nvPr/>
          </p:nvSpPr>
          <p:spPr bwMode="auto">
            <a:xfrm>
              <a:off x="156" y="94"/>
              <a:ext cx="259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68" name="未知"/>
            <p:cNvSpPr>
              <a:spLocks noChangeArrowheads="1"/>
            </p:cNvSpPr>
            <p:nvPr/>
          </p:nvSpPr>
          <p:spPr bwMode="auto">
            <a:xfrm>
              <a:off x="156" y="1114"/>
              <a:ext cx="2598" cy="665"/>
            </a:xfrm>
            <a:custGeom>
              <a:avLst/>
              <a:gdLst>
                <a:gd name="T0" fmla="*/ 109 w 5197"/>
                <a:gd name="T1" fmla="*/ 1317 h 1330"/>
                <a:gd name="T2" fmla="*/ 361 w 5197"/>
                <a:gd name="T3" fmla="*/ 1294 h 1330"/>
                <a:gd name="T4" fmla="*/ 516 w 5197"/>
                <a:gd name="T5" fmla="*/ 1294 h 1330"/>
                <a:gd name="T6" fmla="*/ 733 w 5197"/>
                <a:gd name="T7" fmla="*/ 1282 h 1330"/>
                <a:gd name="T8" fmla="*/ 893 w 5197"/>
                <a:gd name="T9" fmla="*/ 1269 h 1330"/>
                <a:gd name="T10" fmla="*/ 1096 w 5197"/>
                <a:gd name="T11" fmla="*/ 1234 h 1330"/>
                <a:gd name="T12" fmla="*/ 1248 w 5197"/>
                <a:gd name="T13" fmla="*/ 1209 h 1330"/>
                <a:gd name="T14" fmla="*/ 1361 w 5197"/>
                <a:gd name="T15" fmla="*/ 1173 h 1330"/>
                <a:gd name="T16" fmla="*/ 1565 w 5197"/>
                <a:gd name="T17" fmla="*/ 1102 h 1330"/>
                <a:gd name="T18" fmla="*/ 1764 w 5197"/>
                <a:gd name="T19" fmla="*/ 983 h 1330"/>
                <a:gd name="T20" fmla="*/ 1928 w 5197"/>
                <a:gd name="T21" fmla="*/ 871 h 1330"/>
                <a:gd name="T22" fmla="*/ 2243 w 5197"/>
                <a:gd name="T23" fmla="*/ 462 h 1330"/>
                <a:gd name="T24" fmla="*/ 2350 w 5197"/>
                <a:gd name="T25" fmla="*/ 282 h 1330"/>
                <a:gd name="T26" fmla="*/ 2506 w 5197"/>
                <a:gd name="T27" fmla="*/ 69 h 1330"/>
                <a:gd name="T28" fmla="*/ 2603 w 5197"/>
                <a:gd name="T29" fmla="*/ 23 h 1330"/>
                <a:gd name="T30" fmla="*/ 2742 w 5197"/>
                <a:gd name="T31" fmla="*/ 128 h 1330"/>
                <a:gd name="T32" fmla="*/ 2897 w 5197"/>
                <a:gd name="T33" fmla="*/ 376 h 1330"/>
                <a:gd name="T34" fmla="*/ 3055 w 5197"/>
                <a:gd name="T35" fmla="*/ 620 h 1330"/>
                <a:gd name="T36" fmla="*/ 3272 w 5197"/>
                <a:gd name="T37" fmla="*/ 871 h 1330"/>
                <a:gd name="T38" fmla="*/ 3523 w 5197"/>
                <a:gd name="T39" fmla="*/ 1052 h 1330"/>
                <a:gd name="T40" fmla="*/ 3742 w 5197"/>
                <a:gd name="T41" fmla="*/ 1150 h 1330"/>
                <a:gd name="T42" fmla="*/ 3946 w 5197"/>
                <a:gd name="T43" fmla="*/ 1209 h 1330"/>
                <a:gd name="T44" fmla="*/ 4057 w 5197"/>
                <a:gd name="T45" fmla="*/ 1209 h 1330"/>
                <a:gd name="T46" fmla="*/ 4212 w 5197"/>
                <a:gd name="T47" fmla="*/ 1246 h 1330"/>
                <a:gd name="T48" fmla="*/ 4416 w 5197"/>
                <a:gd name="T49" fmla="*/ 1282 h 1330"/>
                <a:gd name="T50" fmla="*/ 4573 w 5197"/>
                <a:gd name="T51" fmla="*/ 1294 h 1330"/>
                <a:gd name="T52" fmla="*/ 4777 w 5197"/>
                <a:gd name="T53" fmla="*/ 1305 h 1330"/>
                <a:gd name="T54" fmla="*/ 4994 w 5197"/>
                <a:gd name="T55" fmla="*/ 1317 h 1330"/>
                <a:gd name="T56" fmla="*/ 5197 w 5197"/>
                <a:gd name="T57" fmla="*/ 1330 h 1330"/>
                <a:gd name="T58" fmla="*/ 5042 w 5197"/>
                <a:gd name="T59" fmla="*/ 1294 h 1330"/>
                <a:gd name="T60" fmla="*/ 4838 w 5197"/>
                <a:gd name="T61" fmla="*/ 1282 h 1330"/>
                <a:gd name="T62" fmla="*/ 4621 w 5197"/>
                <a:gd name="T63" fmla="*/ 1271 h 1330"/>
                <a:gd name="T64" fmla="*/ 4418 w 5197"/>
                <a:gd name="T65" fmla="*/ 1259 h 1330"/>
                <a:gd name="T66" fmla="*/ 4314 w 5197"/>
                <a:gd name="T67" fmla="*/ 1248 h 1330"/>
                <a:gd name="T68" fmla="*/ 4109 w 5197"/>
                <a:gd name="T69" fmla="*/ 1213 h 1330"/>
                <a:gd name="T70" fmla="*/ 3955 w 5197"/>
                <a:gd name="T71" fmla="*/ 1188 h 1330"/>
                <a:gd name="T72" fmla="*/ 3750 w 5197"/>
                <a:gd name="T73" fmla="*/ 1129 h 1330"/>
                <a:gd name="T74" fmla="*/ 3590 w 5197"/>
                <a:gd name="T75" fmla="*/ 1079 h 1330"/>
                <a:gd name="T76" fmla="*/ 3439 w 5197"/>
                <a:gd name="T77" fmla="*/ 973 h 1330"/>
                <a:gd name="T78" fmla="*/ 3285 w 5197"/>
                <a:gd name="T79" fmla="*/ 854 h 1330"/>
                <a:gd name="T80" fmla="*/ 3070 w 5197"/>
                <a:gd name="T81" fmla="*/ 603 h 1330"/>
                <a:gd name="T82" fmla="*/ 2905 w 5197"/>
                <a:gd name="T83" fmla="*/ 370 h 1330"/>
                <a:gd name="T84" fmla="*/ 2709 w 5197"/>
                <a:gd name="T85" fmla="*/ 52 h 1330"/>
                <a:gd name="T86" fmla="*/ 2544 w 5197"/>
                <a:gd name="T87" fmla="*/ 11 h 1330"/>
                <a:gd name="T88" fmla="*/ 2333 w 5197"/>
                <a:gd name="T89" fmla="*/ 267 h 1330"/>
                <a:gd name="T90" fmla="*/ 2177 w 5197"/>
                <a:gd name="T91" fmla="*/ 533 h 1330"/>
                <a:gd name="T92" fmla="*/ 1981 w 5197"/>
                <a:gd name="T93" fmla="*/ 814 h 1330"/>
                <a:gd name="T94" fmla="*/ 1818 w 5197"/>
                <a:gd name="T95" fmla="*/ 937 h 1330"/>
                <a:gd name="T96" fmla="*/ 1663 w 5197"/>
                <a:gd name="T97" fmla="*/ 1033 h 1330"/>
                <a:gd name="T98" fmla="*/ 1450 w 5197"/>
                <a:gd name="T99" fmla="*/ 1129 h 1330"/>
                <a:gd name="T100" fmla="*/ 1294 w 5197"/>
                <a:gd name="T101" fmla="*/ 1163 h 1330"/>
                <a:gd name="T102" fmla="*/ 1139 w 5197"/>
                <a:gd name="T103" fmla="*/ 1198 h 1330"/>
                <a:gd name="T104" fmla="*/ 983 w 5197"/>
                <a:gd name="T105" fmla="*/ 1225 h 1330"/>
                <a:gd name="T106" fmla="*/ 780 w 5197"/>
                <a:gd name="T107" fmla="*/ 1261 h 1330"/>
                <a:gd name="T108" fmla="*/ 624 w 5197"/>
                <a:gd name="T109" fmla="*/ 1282 h 1330"/>
                <a:gd name="T110" fmla="*/ 468 w 5197"/>
                <a:gd name="T111" fmla="*/ 1282 h 1330"/>
                <a:gd name="T112" fmla="*/ 265 w 5197"/>
                <a:gd name="T113" fmla="*/ 1294 h 1330"/>
                <a:gd name="T114" fmla="*/ 48 w 5197"/>
                <a:gd name="T115" fmla="*/ 1307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1330">
                  <a:moveTo>
                    <a:pt x="0" y="1307"/>
                  </a:moveTo>
                  <a:lnTo>
                    <a:pt x="0" y="1330"/>
                  </a:lnTo>
                  <a:lnTo>
                    <a:pt x="48" y="1330"/>
                  </a:lnTo>
                  <a:lnTo>
                    <a:pt x="50" y="1330"/>
                  </a:lnTo>
                  <a:lnTo>
                    <a:pt x="111" y="1317"/>
                  </a:lnTo>
                  <a:lnTo>
                    <a:pt x="109" y="1305"/>
                  </a:lnTo>
                  <a:lnTo>
                    <a:pt x="109" y="1317"/>
                  </a:lnTo>
                  <a:lnTo>
                    <a:pt x="157" y="1317"/>
                  </a:lnTo>
                  <a:lnTo>
                    <a:pt x="205" y="1317"/>
                  </a:lnTo>
                  <a:lnTo>
                    <a:pt x="265" y="1317"/>
                  </a:lnTo>
                  <a:lnTo>
                    <a:pt x="313" y="1317"/>
                  </a:lnTo>
                  <a:lnTo>
                    <a:pt x="317" y="1317"/>
                  </a:lnTo>
                  <a:lnTo>
                    <a:pt x="365" y="1305"/>
                  </a:lnTo>
                  <a:lnTo>
                    <a:pt x="361" y="1294"/>
                  </a:lnTo>
                  <a:lnTo>
                    <a:pt x="361" y="1305"/>
                  </a:lnTo>
                  <a:lnTo>
                    <a:pt x="420" y="1305"/>
                  </a:lnTo>
                  <a:lnTo>
                    <a:pt x="468" y="1305"/>
                  </a:lnTo>
                  <a:lnTo>
                    <a:pt x="472" y="1305"/>
                  </a:lnTo>
                  <a:lnTo>
                    <a:pt x="520" y="1294"/>
                  </a:lnTo>
                  <a:lnTo>
                    <a:pt x="516" y="1282"/>
                  </a:lnTo>
                  <a:lnTo>
                    <a:pt x="516" y="1294"/>
                  </a:lnTo>
                  <a:lnTo>
                    <a:pt x="576" y="1294"/>
                  </a:lnTo>
                  <a:lnTo>
                    <a:pt x="624" y="1294"/>
                  </a:lnTo>
                  <a:lnTo>
                    <a:pt x="628" y="1294"/>
                  </a:lnTo>
                  <a:lnTo>
                    <a:pt x="676" y="1282"/>
                  </a:lnTo>
                  <a:lnTo>
                    <a:pt x="672" y="1271"/>
                  </a:lnTo>
                  <a:lnTo>
                    <a:pt x="672" y="1282"/>
                  </a:lnTo>
                  <a:lnTo>
                    <a:pt x="733" y="1282"/>
                  </a:lnTo>
                  <a:lnTo>
                    <a:pt x="781" y="1282"/>
                  </a:lnTo>
                  <a:lnTo>
                    <a:pt x="785" y="1282"/>
                  </a:lnTo>
                  <a:lnTo>
                    <a:pt x="833" y="1269"/>
                  </a:lnTo>
                  <a:lnTo>
                    <a:pt x="829" y="1257"/>
                  </a:lnTo>
                  <a:lnTo>
                    <a:pt x="829" y="1269"/>
                  </a:lnTo>
                  <a:lnTo>
                    <a:pt x="889" y="1269"/>
                  </a:lnTo>
                  <a:lnTo>
                    <a:pt x="893" y="1269"/>
                  </a:lnTo>
                  <a:lnTo>
                    <a:pt x="941" y="1257"/>
                  </a:lnTo>
                  <a:lnTo>
                    <a:pt x="989" y="1246"/>
                  </a:lnTo>
                  <a:lnTo>
                    <a:pt x="985" y="1234"/>
                  </a:lnTo>
                  <a:lnTo>
                    <a:pt x="985" y="1246"/>
                  </a:lnTo>
                  <a:lnTo>
                    <a:pt x="1044" y="1246"/>
                  </a:lnTo>
                  <a:lnTo>
                    <a:pt x="1048" y="1246"/>
                  </a:lnTo>
                  <a:lnTo>
                    <a:pt x="1096" y="1234"/>
                  </a:lnTo>
                  <a:lnTo>
                    <a:pt x="1144" y="1221"/>
                  </a:lnTo>
                  <a:lnTo>
                    <a:pt x="1140" y="1209"/>
                  </a:lnTo>
                  <a:lnTo>
                    <a:pt x="1142" y="1221"/>
                  </a:lnTo>
                  <a:lnTo>
                    <a:pt x="1202" y="1209"/>
                  </a:lnTo>
                  <a:lnTo>
                    <a:pt x="1200" y="1198"/>
                  </a:lnTo>
                  <a:lnTo>
                    <a:pt x="1200" y="1209"/>
                  </a:lnTo>
                  <a:lnTo>
                    <a:pt x="1248" y="1209"/>
                  </a:lnTo>
                  <a:lnTo>
                    <a:pt x="1252" y="1207"/>
                  </a:lnTo>
                  <a:lnTo>
                    <a:pt x="1254" y="1209"/>
                  </a:lnTo>
                  <a:lnTo>
                    <a:pt x="1302" y="1186"/>
                  </a:lnTo>
                  <a:lnTo>
                    <a:pt x="1296" y="1175"/>
                  </a:lnTo>
                  <a:lnTo>
                    <a:pt x="1298" y="1186"/>
                  </a:lnTo>
                  <a:lnTo>
                    <a:pt x="1359" y="1173"/>
                  </a:lnTo>
                  <a:lnTo>
                    <a:pt x="1361" y="1173"/>
                  </a:lnTo>
                  <a:lnTo>
                    <a:pt x="1409" y="1161"/>
                  </a:lnTo>
                  <a:lnTo>
                    <a:pt x="1457" y="1150"/>
                  </a:lnTo>
                  <a:lnTo>
                    <a:pt x="1459" y="1150"/>
                  </a:lnTo>
                  <a:lnTo>
                    <a:pt x="1519" y="1125"/>
                  </a:lnTo>
                  <a:lnTo>
                    <a:pt x="1567" y="1102"/>
                  </a:lnTo>
                  <a:lnTo>
                    <a:pt x="1561" y="1090"/>
                  </a:lnTo>
                  <a:lnTo>
                    <a:pt x="1565" y="1102"/>
                  </a:lnTo>
                  <a:lnTo>
                    <a:pt x="1613" y="1090"/>
                  </a:lnTo>
                  <a:lnTo>
                    <a:pt x="1615" y="1088"/>
                  </a:lnTo>
                  <a:lnTo>
                    <a:pt x="1674" y="1052"/>
                  </a:lnTo>
                  <a:lnTo>
                    <a:pt x="1722" y="1027"/>
                  </a:lnTo>
                  <a:lnTo>
                    <a:pt x="1724" y="1027"/>
                  </a:lnTo>
                  <a:lnTo>
                    <a:pt x="1772" y="992"/>
                  </a:lnTo>
                  <a:lnTo>
                    <a:pt x="1764" y="983"/>
                  </a:lnTo>
                  <a:lnTo>
                    <a:pt x="1770" y="992"/>
                  </a:lnTo>
                  <a:lnTo>
                    <a:pt x="1830" y="956"/>
                  </a:lnTo>
                  <a:lnTo>
                    <a:pt x="1832" y="956"/>
                  </a:lnTo>
                  <a:lnTo>
                    <a:pt x="1880" y="919"/>
                  </a:lnTo>
                  <a:lnTo>
                    <a:pt x="1928" y="871"/>
                  </a:lnTo>
                  <a:lnTo>
                    <a:pt x="1920" y="862"/>
                  </a:lnTo>
                  <a:lnTo>
                    <a:pt x="1928" y="871"/>
                  </a:lnTo>
                  <a:lnTo>
                    <a:pt x="1989" y="823"/>
                  </a:lnTo>
                  <a:lnTo>
                    <a:pt x="2037" y="764"/>
                  </a:lnTo>
                  <a:lnTo>
                    <a:pt x="2085" y="693"/>
                  </a:lnTo>
                  <a:lnTo>
                    <a:pt x="2145" y="620"/>
                  </a:lnTo>
                  <a:lnTo>
                    <a:pt x="2193" y="549"/>
                  </a:lnTo>
                  <a:lnTo>
                    <a:pt x="2195" y="547"/>
                  </a:lnTo>
                  <a:lnTo>
                    <a:pt x="2243" y="462"/>
                  </a:lnTo>
                  <a:lnTo>
                    <a:pt x="2233" y="455"/>
                  </a:lnTo>
                  <a:lnTo>
                    <a:pt x="2241" y="464"/>
                  </a:lnTo>
                  <a:lnTo>
                    <a:pt x="2300" y="380"/>
                  </a:lnTo>
                  <a:lnTo>
                    <a:pt x="2302" y="376"/>
                  </a:lnTo>
                  <a:lnTo>
                    <a:pt x="2350" y="280"/>
                  </a:lnTo>
                  <a:lnTo>
                    <a:pt x="2340" y="274"/>
                  </a:lnTo>
                  <a:lnTo>
                    <a:pt x="2350" y="282"/>
                  </a:lnTo>
                  <a:lnTo>
                    <a:pt x="2398" y="199"/>
                  </a:lnTo>
                  <a:lnTo>
                    <a:pt x="2388" y="192"/>
                  </a:lnTo>
                  <a:lnTo>
                    <a:pt x="2396" y="201"/>
                  </a:lnTo>
                  <a:lnTo>
                    <a:pt x="2458" y="128"/>
                  </a:lnTo>
                  <a:lnTo>
                    <a:pt x="2506" y="69"/>
                  </a:lnTo>
                  <a:lnTo>
                    <a:pt x="2498" y="59"/>
                  </a:lnTo>
                  <a:lnTo>
                    <a:pt x="2506" y="69"/>
                  </a:lnTo>
                  <a:lnTo>
                    <a:pt x="2554" y="32"/>
                  </a:lnTo>
                  <a:lnTo>
                    <a:pt x="2546" y="23"/>
                  </a:lnTo>
                  <a:lnTo>
                    <a:pt x="2550" y="32"/>
                  </a:lnTo>
                  <a:lnTo>
                    <a:pt x="2548" y="34"/>
                  </a:lnTo>
                  <a:lnTo>
                    <a:pt x="2607" y="23"/>
                  </a:lnTo>
                  <a:lnTo>
                    <a:pt x="2605" y="11"/>
                  </a:lnTo>
                  <a:lnTo>
                    <a:pt x="2603" y="23"/>
                  </a:lnTo>
                  <a:lnTo>
                    <a:pt x="2651" y="34"/>
                  </a:lnTo>
                  <a:lnTo>
                    <a:pt x="2653" y="23"/>
                  </a:lnTo>
                  <a:lnTo>
                    <a:pt x="2648" y="32"/>
                  </a:lnTo>
                  <a:lnTo>
                    <a:pt x="2696" y="69"/>
                  </a:lnTo>
                  <a:lnTo>
                    <a:pt x="2701" y="59"/>
                  </a:lnTo>
                  <a:lnTo>
                    <a:pt x="2694" y="69"/>
                  </a:lnTo>
                  <a:lnTo>
                    <a:pt x="2742" y="128"/>
                  </a:lnTo>
                  <a:lnTo>
                    <a:pt x="2801" y="201"/>
                  </a:lnTo>
                  <a:lnTo>
                    <a:pt x="2809" y="192"/>
                  </a:lnTo>
                  <a:lnTo>
                    <a:pt x="2801" y="199"/>
                  </a:lnTo>
                  <a:lnTo>
                    <a:pt x="2849" y="282"/>
                  </a:lnTo>
                  <a:lnTo>
                    <a:pt x="2857" y="274"/>
                  </a:lnTo>
                  <a:lnTo>
                    <a:pt x="2849" y="280"/>
                  </a:lnTo>
                  <a:lnTo>
                    <a:pt x="2897" y="376"/>
                  </a:lnTo>
                  <a:lnTo>
                    <a:pt x="2897" y="380"/>
                  </a:lnTo>
                  <a:lnTo>
                    <a:pt x="2959" y="464"/>
                  </a:lnTo>
                  <a:lnTo>
                    <a:pt x="2966" y="455"/>
                  </a:lnTo>
                  <a:lnTo>
                    <a:pt x="2959" y="462"/>
                  </a:lnTo>
                  <a:lnTo>
                    <a:pt x="3007" y="547"/>
                  </a:lnTo>
                  <a:lnTo>
                    <a:pt x="3007" y="549"/>
                  </a:lnTo>
                  <a:lnTo>
                    <a:pt x="3055" y="620"/>
                  </a:lnTo>
                  <a:lnTo>
                    <a:pt x="3114" y="693"/>
                  </a:lnTo>
                  <a:lnTo>
                    <a:pt x="3162" y="764"/>
                  </a:lnTo>
                  <a:lnTo>
                    <a:pt x="3210" y="823"/>
                  </a:lnTo>
                  <a:lnTo>
                    <a:pt x="3212" y="823"/>
                  </a:lnTo>
                  <a:lnTo>
                    <a:pt x="3272" y="871"/>
                  </a:lnTo>
                  <a:lnTo>
                    <a:pt x="3277" y="862"/>
                  </a:lnTo>
                  <a:lnTo>
                    <a:pt x="3272" y="871"/>
                  </a:lnTo>
                  <a:lnTo>
                    <a:pt x="3320" y="919"/>
                  </a:lnTo>
                  <a:lnTo>
                    <a:pt x="3368" y="956"/>
                  </a:lnTo>
                  <a:lnTo>
                    <a:pt x="3427" y="992"/>
                  </a:lnTo>
                  <a:lnTo>
                    <a:pt x="3433" y="983"/>
                  </a:lnTo>
                  <a:lnTo>
                    <a:pt x="3427" y="992"/>
                  </a:lnTo>
                  <a:lnTo>
                    <a:pt x="3475" y="1027"/>
                  </a:lnTo>
                  <a:lnTo>
                    <a:pt x="3523" y="1052"/>
                  </a:lnTo>
                  <a:lnTo>
                    <a:pt x="3585" y="1088"/>
                  </a:lnTo>
                  <a:lnTo>
                    <a:pt x="3588" y="1090"/>
                  </a:lnTo>
                  <a:lnTo>
                    <a:pt x="3636" y="1102"/>
                  </a:lnTo>
                  <a:lnTo>
                    <a:pt x="3638" y="1090"/>
                  </a:lnTo>
                  <a:lnTo>
                    <a:pt x="3634" y="1102"/>
                  </a:lnTo>
                  <a:lnTo>
                    <a:pt x="3682" y="1125"/>
                  </a:lnTo>
                  <a:lnTo>
                    <a:pt x="3742" y="1150"/>
                  </a:lnTo>
                  <a:lnTo>
                    <a:pt x="3744" y="1150"/>
                  </a:lnTo>
                  <a:lnTo>
                    <a:pt x="3792" y="1161"/>
                  </a:lnTo>
                  <a:lnTo>
                    <a:pt x="3840" y="1173"/>
                  </a:lnTo>
                  <a:lnTo>
                    <a:pt x="3899" y="1186"/>
                  </a:lnTo>
                  <a:lnTo>
                    <a:pt x="3901" y="1175"/>
                  </a:lnTo>
                  <a:lnTo>
                    <a:pt x="3898" y="1186"/>
                  </a:lnTo>
                  <a:lnTo>
                    <a:pt x="3946" y="1209"/>
                  </a:lnTo>
                  <a:lnTo>
                    <a:pt x="3946" y="1207"/>
                  </a:lnTo>
                  <a:lnTo>
                    <a:pt x="3949" y="1209"/>
                  </a:lnTo>
                  <a:lnTo>
                    <a:pt x="3997" y="1209"/>
                  </a:lnTo>
                  <a:lnTo>
                    <a:pt x="3997" y="1198"/>
                  </a:lnTo>
                  <a:lnTo>
                    <a:pt x="3995" y="1209"/>
                  </a:lnTo>
                  <a:lnTo>
                    <a:pt x="4055" y="1221"/>
                  </a:lnTo>
                  <a:lnTo>
                    <a:pt x="4057" y="1209"/>
                  </a:lnTo>
                  <a:lnTo>
                    <a:pt x="4055" y="1221"/>
                  </a:lnTo>
                  <a:lnTo>
                    <a:pt x="4103" y="1234"/>
                  </a:lnTo>
                  <a:lnTo>
                    <a:pt x="4151" y="1246"/>
                  </a:lnTo>
                  <a:lnTo>
                    <a:pt x="4153" y="1246"/>
                  </a:lnTo>
                  <a:lnTo>
                    <a:pt x="4214" y="1246"/>
                  </a:lnTo>
                  <a:lnTo>
                    <a:pt x="4214" y="1234"/>
                  </a:lnTo>
                  <a:lnTo>
                    <a:pt x="4212" y="1246"/>
                  </a:lnTo>
                  <a:lnTo>
                    <a:pt x="4260" y="1257"/>
                  </a:lnTo>
                  <a:lnTo>
                    <a:pt x="4308" y="1269"/>
                  </a:lnTo>
                  <a:lnTo>
                    <a:pt x="4310" y="1269"/>
                  </a:lnTo>
                  <a:lnTo>
                    <a:pt x="4370" y="1269"/>
                  </a:lnTo>
                  <a:lnTo>
                    <a:pt x="4370" y="1257"/>
                  </a:lnTo>
                  <a:lnTo>
                    <a:pt x="4368" y="1269"/>
                  </a:lnTo>
                  <a:lnTo>
                    <a:pt x="4416" y="1282"/>
                  </a:lnTo>
                  <a:lnTo>
                    <a:pt x="4418" y="1282"/>
                  </a:lnTo>
                  <a:lnTo>
                    <a:pt x="4466" y="1282"/>
                  </a:lnTo>
                  <a:lnTo>
                    <a:pt x="4525" y="1282"/>
                  </a:lnTo>
                  <a:lnTo>
                    <a:pt x="4525" y="1271"/>
                  </a:lnTo>
                  <a:lnTo>
                    <a:pt x="4523" y="1282"/>
                  </a:lnTo>
                  <a:lnTo>
                    <a:pt x="4571" y="1294"/>
                  </a:lnTo>
                  <a:lnTo>
                    <a:pt x="4573" y="1294"/>
                  </a:lnTo>
                  <a:lnTo>
                    <a:pt x="4621" y="1294"/>
                  </a:lnTo>
                  <a:lnTo>
                    <a:pt x="4681" y="1294"/>
                  </a:lnTo>
                  <a:lnTo>
                    <a:pt x="4681" y="1282"/>
                  </a:lnTo>
                  <a:lnTo>
                    <a:pt x="4679" y="1294"/>
                  </a:lnTo>
                  <a:lnTo>
                    <a:pt x="4727" y="1305"/>
                  </a:lnTo>
                  <a:lnTo>
                    <a:pt x="4729" y="1305"/>
                  </a:lnTo>
                  <a:lnTo>
                    <a:pt x="4777" y="1305"/>
                  </a:lnTo>
                  <a:lnTo>
                    <a:pt x="4838" y="1305"/>
                  </a:lnTo>
                  <a:lnTo>
                    <a:pt x="4838" y="1294"/>
                  </a:lnTo>
                  <a:lnTo>
                    <a:pt x="4836" y="1305"/>
                  </a:lnTo>
                  <a:lnTo>
                    <a:pt x="4884" y="1317"/>
                  </a:lnTo>
                  <a:lnTo>
                    <a:pt x="4886" y="1317"/>
                  </a:lnTo>
                  <a:lnTo>
                    <a:pt x="4934" y="1317"/>
                  </a:lnTo>
                  <a:lnTo>
                    <a:pt x="4994" y="1317"/>
                  </a:lnTo>
                  <a:lnTo>
                    <a:pt x="5042" y="1317"/>
                  </a:lnTo>
                  <a:lnTo>
                    <a:pt x="5090" y="1317"/>
                  </a:lnTo>
                  <a:lnTo>
                    <a:pt x="5090" y="1305"/>
                  </a:lnTo>
                  <a:lnTo>
                    <a:pt x="5088" y="1317"/>
                  </a:lnTo>
                  <a:lnTo>
                    <a:pt x="5147" y="1330"/>
                  </a:lnTo>
                  <a:lnTo>
                    <a:pt x="5149" y="1330"/>
                  </a:lnTo>
                  <a:lnTo>
                    <a:pt x="5197" y="1330"/>
                  </a:lnTo>
                  <a:lnTo>
                    <a:pt x="5197" y="1307"/>
                  </a:lnTo>
                  <a:lnTo>
                    <a:pt x="5149" y="1307"/>
                  </a:lnTo>
                  <a:lnTo>
                    <a:pt x="5149" y="1319"/>
                  </a:lnTo>
                  <a:lnTo>
                    <a:pt x="5153" y="1307"/>
                  </a:lnTo>
                  <a:lnTo>
                    <a:pt x="5094" y="1294"/>
                  </a:lnTo>
                  <a:lnTo>
                    <a:pt x="5090" y="1294"/>
                  </a:lnTo>
                  <a:lnTo>
                    <a:pt x="5042" y="1294"/>
                  </a:lnTo>
                  <a:lnTo>
                    <a:pt x="4994" y="1294"/>
                  </a:lnTo>
                  <a:lnTo>
                    <a:pt x="4934" y="1294"/>
                  </a:lnTo>
                  <a:lnTo>
                    <a:pt x="4886" y="1294"/>
                  </a:lnTo>
                  <a:lnTo>
                    <a:pt x="4886" y="1305"/>
                  </a:lnTo>
                  <a:lnTo>
                    <a:pt x="4890" y="1296"/>
                  </a:lnTo>
                  <a:lnTo>
                    <a:pt x="4842" y="1284"/>
                  </a:lnTo>
                  <a:lnTo>
                    <a:pt x="4838" y="1282"/>
                  </a:lnTo>
                  <a:lnTo>
                    <a:pt x="4777" y="1282"/>
                  </a:lnTo>
                  <a:lnTo>
                    <a:pt x="4729" y="1282"/>
                  </a:lnTo>
                  <a:lnTo>
                    <a:pt x="4729" y="1294"/>
                  </a:lnTo>
                  <a:lnTo>
                    <a:pt x="4733" y="1284"/>
                  </a:lnTo>
                  <a:lnTo>
                    <a:pt x="4685" y="1273"/>
                  </a:lnTo>
                  <a:lnTo>
                    <a:pt x="4681" y="1271"/>
                  </a:lnTo>
                  <a:lnTo>
                    <a:pt x="4621" y="1271"/>
                  </a:lnTo>
                  <a:lnTo>
                    <a:pt x="4573" y="1271"/>
                  </a:lnTo>
                  <a:lnTo>
                    <a:pt x="4573" y="1282"/>
                  </a:lnTo>
                  <a:lnTo>
                    <a:pt x="4577" y="1273"/>
                  </a:lnTo>
                  <a:lnTo>
                    <a:pt x="4529" y="1261"/>
                  </a:lnTo>
                  <a:lnTo>
                    <a:pt x="4525" y="1259"/>
                  </a:lnTo>
                  <a:lnTo>
                    <a:pt x="4466" y="1259"/>
                  </a:lnTo>
                  <a:lnTo>
                    <a:pt x="4418" y="1259"/>
                  </a:lnTo>
                  <a:lnTo>
                    <a:pt x="4418" y="1271"/>
                  </a:lnTo>
                  <a:lnTo>
                    <a:pt x="4422" y="1261"/>
                  </a:lnTo>
                  <a:lnTo>
                    <a:pt x="4374" y="1248"/>
                  </a:lnTo>
                  <a:lnTo>
                    <a:pt x="4370" y="1246"/>
                  </a:lnTo>
                  <a:lnTo>
                    <a:pt x="4310" y="1246"/>
                  </a:lnTo>
                  <a:lnTo>
                    <a:pt x="4310" y="1257"/>
                  </a:lnTo>
                  <a:lnTo>
                    <a:pt x="4314" y="1248"/>
                  </a:lnTo>
                  <a:lnTo>
                    <a:pt x="4266" y="1236"/>
                  </a:lnTo>
                  <a:lnTo>
                    <a:pt x="4218" y="1225"/>
                  </a:lnTo>
                  <a:lnTo>
                    <a:pt x="4214" y="1223"/>
                  </a:lnTo>
                  <a:lnTo>
                    <a:pt x="4153" y="1223"/>
                  </a:lnTo>
                  <a:lnTo>
                    <a:pt x="4153" y="1234"/>
                  </a:lnTo>
                  <a:lnTo>
                    <a:pt x="4157" y="1225"/>
                  </a:lnTo>
                  <a:lnTo>
                    <a:pt x="4109" y="1213"/>
                  </a:lnTo>
                  <a:lnTo>
                    <a:pt x="4061" y="1200"/>
                  </a:lnTo>
                  <a:lnTo>
                    <a:pt x="4059" y="1198"/>
                  </a:lnTo>
                  <a:lnTo>
                    <a:pt x="3999" y="1186"/>
                  </a:lnTo>
                  <a:lnTo>
                    <a:pt x="3997" y="1186"/>
                  </a:lnTo>
                  <a:lnTo>
                    <a:pt x="3949" y="1186"/>
                  </a:lnTo>
                  <a:lnTo>
                    <a:pt x="3949" y="1198"/>
                  </a:lnTo>
                  <a:lnTo>
                    <a:pt x="3955" y="1188"/>
                  </a:lnTo>
                  <a:lnTo>
                    <a:pt x="3907" y="1165"/>
                  </a:lnTo>
                  <a:lnTo>
                    <a:pt x="3905" y="1163"/>
                  </a:lnTo>
                  <a:lnTo>
                    <a:pt x="3846" y="1150"/>
                  </a:lnTo>
                  <a:lnTo>
                    <a:pt x="3842" y="1161"/>
                  </a:lnTo>
                  <a:lnTo>
                    <a:pt x="3846" y="1152"/>
                  </a:lnTo>
                  <a:lnTo>
                    <a:pt x="3798" y="1140"/>
                  </a:lnTo>
                  <a:lnTo>
                    <a:pt x="3750" y="1129"/>
                  </a:lnTo>
                  <a:lnTo>
                    <a:pt x="3746" y="1138"/>
                  </a:lnTo>
                  <a:lnTo>
                    <a:pt x="3752" y="1129"/>
                  </a:lnTo>
                  <a:lnTo>
                    <a:pt x="3692" y="1104"/>
                  </a:lnTo>
                  <a:lnTo>
                    <a:pt x="3644" y="1081"/>
                  </a:lnTo>
                  <a:lnTo>
                    <a:pt x="3642" y="1081"/>
                  </a:lnTo>
                  <a:lnTo>
                    <a:pt x="3594" y="1069"/>
                  </a:lnTo>
                  <a:lnTo>
                    <a:pt x="3590" y="1079"/>
                  </a:lnTo>
                  <a:lnTo>
                    <a:pt x="3596" y="1069"/>
                  </a:lnTo>
                  <a:lnTo>
                    <a:pt x="3535" y="1033"/>
                  </a:lnTo>
                  <a:lnTo>
                    <a:pt x="3487" y="1008"/>
                  </a:lnTo>
                  <a:lnTo>
                    <a:pt x="3481" y="1017"/>
                  </a:lnTo>
                  <a:lnTo>
                    <a:pt x="3489" y="1008"/>
                  </a:lnTo>
                  <a:lnTo>
                    <a:pt x="3441" y="973"/>
                  </a:lnTo>
                  <a:lnTo>
                    <a:pt x="3439" y="973"/>
                  </a:lnTo>
                  <a:lnTo>
                    <a:pt x="3379" y="937"/>
                  </a:lnTo>
                  <a:lnTo>
                    <a:pt x="3373" y="946"/>
                  </a:lnTo>
                  <a:lnTo>
                    <a:pt x="3381" y="937"/>
                  </a:lnTo>
                  <a:lnTo>
                    <a:pt x="3333" y="900"/>
                  </a:lnTo>
                  <a:lnTo>
                    <a:pt x="3325" y="910"/>
                  </a:lnTo>
                  <a:lnTo>
                    <a:pt x="3333" y="902"/>
                  </a:lnTo>
                  <a:lnTo>
                    <a:pt x="3285" y="854"/>
                  </a:lnTo>
                  <a:lnTo>
                    <a:pt x="3285" y="852"/>
                  </a:lnTo>
                  <a:lnTo>
                    <a:pt x="3226" y="804"/>
                  </a:lnTo>
                  <a:lnTo>
                    <a:pt x="3218" y="814"/>
                  </a:lnTo>
                  <a:lnTo>
                    <a:pt x="3226" y="806"/>
                  </a:lnTo>
                  <a:lnTo>
                    <a:pt x="3178" y="747"/>
                  </a:lnTo>
                  <a:lnTo>
                    <a:pt x="3130" y="675"/>
                  </a:lnTo>
                  <a:lnTo>
                    <a:pt x="3070" y="603"/>
                  </a:lnTo>
                  <a:lnTo>
                    <a:pt x="3022" y="531"/>
                  </a:lnTo>
                  <a:lnTo>
                    <a:pt x="3014" y="539"/>
                  </a:lnTo>
                  <a:lnTo>
                    <a:pt x="3024" y="533"/>
                  </a:lnTo>
                  <a:lnTo>
                    <a:pt x="2976" y="449"/>
                  </a:lnTo>
                  <a:lnTo>
                    <a:pt x="2974" y="447"/>
                  </a:lnTo>
                  <a:lnTo>
                    <a:pt x="2913" y="363"/>
                  </a:lnTo>
                  <a:lnTo>
                    <a:pt x="2905" y="370"/>
                  </a:lnTo>
                  <a:lnTo>
                    <a:pt x="2915" y="364"/>
                  </a:lnTo>
                  <a:lnTo>
                    <a:pt x="2867" y="268"/>
                  </a:lnTo>
                  <a:lnTo>
                    <a:pt x="2867" y="267"/>
                  </a:lnTo>
                  <a:lnTo>
                    <a:pt x="2819" y="184"/>
                  </a:lnTo>
                  <a:lnTo>
                    <a:pt x="2817" y="184"/>
                  </a:lnTo>
                  <a:lnTo>
                    <a:pt x="2757" y="111"/>
                  </a:lnTo>
                  <a:lnTo>
                    <a:pt x="2709" y="52"/>
                  </a:lnTo>
                  <a:lnTo>
                    <a:pt x="2709" y="50"/>
                  </a:lnTo>
                  <a:lnTo>
                    <a:pt x="2661" y="13"/>
                  </a:lnTo>
                  <a:lnTo>
                    <a:pt x="2657" y="13"/>
                  </a:lnTo>
                  <a:lnTo>
                    <a:pt x="2609" y="2"/>
                  </a:lnTo>
                  <a:lnTo>
                    <a:pt x="2605" y="0"/>
                  </a:lnTo>
                  <a:lnTo>
                    <a:pt x="2603" y="0"/>
                  </a:lnTo>
                  <a:lnTo>
                    <a:pt x="2544" y="11"/>
                  </a:lnTo>
                  <a:lnTo>
                    <a:pt x="2542" y="13"/>
                  </a:lnTo>
                  <a:lnTo>
                    <a:pt x="2540" y="13"/>
                  </a:lnTo>
                  <a:lnTo>
                    <a:pt x="2492" y="50"/>
                  </a:lnTo>
                  <a:lnTo>
                    <a:pt x="2490" y="52"/>
                  </a:lnTo>
                  <a:lnTo>
                    <a:pt x="2442" y="111"/>
                  </a:lnTo>
                  <a:lnTo>
                    <a:pt x="2381" y="184"/>
                  </a:lnTo>
                  <a:lnTo>
                    <a:pt x="2333" y="267"/>
                  </a:lnTo>
                  <a:lnTo>
                    <a:pt x="2333" y="268"/>
                  </a:lnTo>
                  <a:lnTo>
                    <a:pt x="2285" y="364"/>
                  </a:lnTo>
                  <a:lnTo>
                    <a:pt x="2292" y="370"/>
                  </a:lnTo>
                  <a:lnTo>
                    <a:pt x="2285" y="363"/>
                  </a:lnTo>
                  <a:lnTo>
                    <a:pt x="2225" y="447"/>
                  </a:lnTo>
                  <a:lnTo>
                    <a:pt x="2225" y="449"/>
                  </a:lnTo>
                  <a:lnTo>
                    <a:pt x="2177" y="533"/>
                  </a:lnTo>
                  <a:lnTo>
                    <a:pt x="2185" y="539"/>
                  </a:lnTo>
                  <a:lnTo>
                    <a:pt x="2177" y="531"/>
                  </a:lnTo>
                  <a:lnTo>
                    <a:pt x="2129" y="603"/>
                  </a:lnTo>
                  <a:lnTo>
                    <a:pt x="2070" y="675"/>
                  </a:lnTo>
                  <a:lnTo>
                    <a:pt x="2022" y="747"/>
                  </a:lnTo>
                  <a:lnTo>
                    <a:pt x="1974" y="806"/>
                  </a:lnTo>
                  <a:lnTo>
                    <a:pt x="1981" y="814"/>
                  </a:lnTo>
                  <a:lnTo>
                    <a:pt x="1976" y="804"/>
                  </a:lnTo>
                  <a:lnTo>
                    <a:pt x="1914" y="852"/>
                  </a:lnTo>
                  <a:lnTo>
                    <a:pt x="1914" y="854"/>
                  </a:lnTo>
                  <a:lnTo>
                    <a:pt x="1866" y="902"/>
                  </a:lnTo>
                  <a:lnTo>
                    <a:pt x="1872" y="910"/>
                  </a:lnTo>
                  <a:lnTo>
                    <a:pt x="1866" y="900"/>
                  </a:lnTo>
                  <a:lnTo>
                    <a:pt x="1818" y="937"/>
                  </a:lnTo>
                  <a:lnTo>
                    <a:pt x="1824" y="946"/>
                  </a:lnTo>
                  <a:lnTo>
                    <a:pt x="1818" y="937"/>
                  </a:lnTo>
                  <a:lnTo>
                    <a:pt x="1759" y="973"/>
                  </a:lnTo>
                  <a:lnTo>
                    <a:pt x="1711" y="1008"/>
                  </a:lnTo>
                  <a:lnTo>
                    <a:pt x="1716" y="1017"/>
                  </a:lnTo>
                  <a:lnTo>
                    <a:pt x="1711" y="1008"/>
                  </a:lnTo>
                  <a:lnTo>
                    <a:pt x="1663" y="1033"/>
                  </a:lnTo>
                  <a:lnTo>
                    <a:pt x="1603" y="1069"/>
                  </a:lnTo>
                  <a:lnTo>
                    <a:pt x="1609" y="1079"/>
                  </a:lnTo>
                  <a:lnTo>
                    <a:pt x="1607" y="1069"/>
                  </a:lnTo>
                  <a:lnTo>
                    <a:pt x="1559" y="1081"/>
                  </a:lnTo>
                  <a:lnTo>
                    <a:pt x="1557" y="1081"/>
                  </a:lnTo>
                  <a:lnTo>
                    <a:pt x="1509" y="1104"/>
                  </a:lnTo>
                  <a:lnTo>
                    <a:pt x="1450" y="1129"/>
                  </a:lnTo>
                  <a:lnTo>
                    <a:pt x="1453" y="1138"/>
                  </a:lnTo>
                  <a:lnTo>
                    <a:pt x="1452" y="1129"/>
                  </a:lnTo>
                  <a:lnTo>
                    <a:pt x="1404" y="1140"/>
                  </a:lnTo>
                  <a:lnTo>
                    <a:pt x="1356" y="1152"/>
                  </a:lnTo>
                  <a:lnTo>
                    <a:pt x="1357" y="1161"/>
                  </a:lnTo>
                  <a:lnTo>
                    <a:pt x="1356" y="1150"/>
                  </a:lnTo>
                  <a:lnTo>
                    <a:pt x="1294" y="1163"/>
                  </a:lnTo>
                  <a:lnTo>
                    <a:pt x="1292" y="1165"/>
                  </a:lnTo>
                  <a:lnTo>
                    <a:pt x="1244" y="1188"/>
                  </a:lnTo>
                  <a:lnTo>
                    <a:pt x="1248" y="1198"/>
                  </a:lnTo>
                  <a:lnTo>
                    <a:pt x="1248" y="1186"/>
                  </a:lnTo>
                  <a:lnTo>
                    <a:pt x="1200" y="1186"/>
                  </a:lnTo>
                  <a:lnTo>
                    <a:pt x="1198" y="1186"/>
                  </a:lnTo>
                  <a:lnTo>
                    <a:pt x="1139" y="1198"/>
                  </a:lnTo>
                  <a:lnTo>
                    <a:pt x="1139" y="1200"/>
                  </a:lnTo>
                  <a:lnTo>
                    <a:pt x="1091" y="1213"/>
                  </a:lnTo>
                  <a:lnTo>
                    <a:pt x="1043" y="1225"/>
                  </a:lnTo>
                  <a:lnTo>
                    <a:pt x="1044" y="1234"/>
                  </a:lnTo>
                  <a:lnTo>
                    <a:pt x="1044" y="1223"/>
                  </a:lnTo>
                  <a:lnTo>
                    <a:pt x="985" y="1223"/>
                  </a:lnTo>
                  <a:lnTo>
                    <a:pt x="983" y="1225"/>
                  </a:lnTo>
                  <a:lnTo>
                    <a:pt x="935" y="1236"/>
                  </a:lnTo>
                  <a:lnTo>
                    <a:pt x="887" y="1248"/>
                  </a:lnTo>
                  <a:lnTo>
                    <a:pt x="889" y="1257"/>
                  </a:lnTo>
                  <a:lnTo>
                    <a:pt x="889" y="1246"/>
                  </a:lnTo>
                  <a:lnTo>
                    <a:pt x="829" y="1246"/>
                  </a:lnTo>
                  <a:lnTo>
                    <a:pt x="828" y="1248"/>
                  </a:lnTo>
                  <a:lnTo>
                    <a:pt x="780" y="1261"/>
                  </a:lnTo>
                  <a:lnTo>
                    <a:pt x="781" y="1271"/>
                  </a:lnTo>
                  <a:lnTo>
                    <a:pt x="781" y="1259"/>
                  </a:lnTo>
                  <a:lnTo>
                    <a:pt x="733" y="1259"/>
                  </a:lnTo>
                  <a:lnTo>
                    <a:pt x="672" y="1259"/>
                  </a:lnTo>
                  <a:lnTo>
                    <a:pt x="670" y="1261"/>
                  </a:lnTo>
                  <a:lnTo>
                    <a:pt x="622" y="1273"/>
                  </a:lnTo>
                  <a:lnTo>
                    <a:pt x="624" y="1282"/>
                  </a:lnTo>
                  <a:lnTo>
                    <a:pt x="624" y="1271"/>
                  </a:lnTo>
                  <a:lnTo>
                    <a:pt x="576" y="1271"/>
                  </a:lnTo>
                  <a:lnTo>
                    <a:pt x="516" y="1271"/>
                  </a:lnTo>
                  <a:lnTo>
                    <a:pt x="515" y="1273"/>
                  </a:lnTo>
                  <a:lnTo>
                    <a:pt x="467" y="1284"/>
                  </a:lnTo>
                  <a:lnTo>
                    <a:pt x="468" y="1294"/>
                  </a:lnTo>
                  <a:lnTo>
                    <a:pt x="468" y="1282"/>
                  </a:lnTo>
                  <a:lnTo>
                    <a:pt x="420" y="1282"/>
                  </a:lnTo>
                  <a:lnTo>
                    <a:pt x="361" y="1282"/>
                  </a:lnTo>
                  <a:lnTo>
                    <a:pt x="359" y="1284"/>
                  </a:lnTo>
                  <a:lnTo>
                    <a:pt x="311" y="1296"/>
                  </a:lnTo>
                  <a:lnTo>
                    <a:pt x="313" y="1305"/>
                  </a:lnTo>
                  <a:lnTo>
                    <a:pt x="313" y="1294"/>
                  </a:lnTo>
                  <a:lnTo>
                    <a:pt x="265" y="1294"/>
                  </a:lnTo>
                  <a:lnTo>
                    <a:pt x="205" y="1294"/>
                  </a:lnTo>
                  <a:lnTo>
                    <a:pt x="157" y="1294"/>
                  </a:lnTo>
                  <a:lnTo>
                    <a:pt x="109" y="1294"/>
                  </a:lnTo>
                  <a:lnTo>
                    <a:pt x="108" y="1294"/>
                  </a:lnTo>
                  <a:lnTo>
                    <a:pt x="46" y="1307"/>
                  </a:lnTo>
                  <a:lnTo>
                    <a:pt x="48" y="1319"/>
                  </a:lnTo>
                  <a:lnTo>
                    <a:pt x="48" y="1307"/>
                  </a:lnTo>
                  <a:lnTo>
                    <a:pt x="0" y="130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82669" name="Group 747"/>
            <p:cNvGrpSpPr/>
            <p:nvPr/>
          </p:nvGrpSpPr>
          <p:grpSpPr bwMode="auto">
            <a:xfrm>
              <a:off x="156" y="1775"/>
              <a:ext cx="2599" cy="43"/>
              <a:chOff x="0" y="0"/>
              <a:chExt cx="2599" cy="43"/>
            </a:xfrm>
          </p:grpSpPr>
          <p:sp>
            <p:nvSpPr>
              <p:cNvPr id="82670" name="Line 748"/>
              <p:cNvSpPr>
                <a:spLocks noChangeShapeType="1"/>
              </p:cNvSpPr>
              <p:nvPr/>
            </p:nvSpPr>
            <p:spPr bwMode="auto">
              <a:xfrm>
                <a:off x="0" y="20"/>
                <a:ext cx="2598" cy="1"/>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71" name="未知"/>
              <p:cNvSpPr>
                <a:spLocks noChangeArrowheads="1"/>
              </p:cNvSpPr>
              <p:nvPr/>
            </p:nvSpPr>
            <p:spPr bwMode="auto">
              <a:xfrm>
                <a:off x="2531" y="0"/>
                <a:ext cx="68" cy="43"/>
              </a:xfrm>
              <a:custGeom>
                <a:avLst/>
                <a:gdLst>
                  <a:gd name="T0" fmla="*/ 0 w 136"/>
                  <a:gd name="T1" fmla="*/ 87 h 87"/>
                  <a:gd name="T2" fmla="*/ 136 w 136"/>
                  <a:gd name="T3" fmla="*/ 43 h 87"/>
                  <a:gd name="T4" fmla="*/ 0 w 136"/>
                  <a:gd name="T5" fmla="*/ 0 h 87"/>
                </a:gdLst>
                <a:ahLst/>
                <a:cxnLst>
                  <a:cxn ang="0">
                    <a:pos x="T0" y="T1"/>
                  </a:cxn>
                  <a:cxn ang="0">
                    <a:pos x="T2" y="T3"/>
                  </a:cxn>
                  <a:cxn ang="0">
                    <a:pos x="T4" y="T5"/>
                  </a:cxn>
                </a:cxnLst>
                <a:rect l="0" t="0" r="r" b="b"/>
                <a:pathLst>
                  <a:path w="136" h="87">
                    <a:moveTo>
                      <a:pt x="0" y="87"/>
                    </a:moveTo>
                    <a:lnTo>
                      <a:pt x="136" y="43"/>
                    </a:lnTo>
                    <a:lnTo>
                      <a:pt x="0" y="0"/>
                    </a:lnTo>
                  </a:path>
                </a:pathLst>
              </a:custGeom>
              <a:noFill/>
              <a:ln w="12700">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82672" name="Group 750"/>
            <p:cNvGrpSpPr/>
            <p:nvPr/>
          </p:nvGrpSpPr>
          <p:grpSpPr bwMode="auto">
            <a:xfrm>
              <a:off x="1438" y="94"/>
              <a:ext cx="43" cy="2045"/>
              <a:chOff x="0" y="0"/>
              <a:chExt cx="43" cy="2045"/>
            </a:xfrm>
          </p:grpSpPr>
          <p:sp>
            <p:nvSpPr>
              <p:cNvPr id="82673" name="Line 751"/>
              <p:cNvSpPr>
                <a:spLocks noChangeShapeType="1"/>
              </p:cNvSpPr>
              <p:nvPr/>
            </p:nvSpPr>
            <p:spPr bwMode="auto">
              <a:xfrm flipV="1">
                <a:off x="20" y="0"/>
                <a:ext cx="1" cy="2045"/>
              </a:xfrm>
              <a:prstGeom prst="line">
                <a:avLst/>
              </a:prstGeom>
              <a:noFill/>
              <a:ln w="12700">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74" name="未知"/>
              <p:cNvSpPr>
                <a:spLocks noChangeArrowheads="1"/>
              </p:cNvSpPr>
              <p:nvPr/>
            </p:nvSpPr>
            <p:spPr bwMode="auto">
              <a:xfrm>
                <a:off x="0" y="1"/>
                <a:ext cx="43" cy="68"/>
              </a:xfrm>
              <a:custGeom>
                <a:avLst/>
                <a:gdLst>
                  <a:gd name="T0" fmla="*/ 86 w 86"/>
                  <a:gd name="T1" fmla="*/ 134 h 134"/>
                  <a:gd name="T2" fmla="*/ 42 w 86"/>
                  <a:gd name="T3" fmla="*/ 0 h 134"/>
                  <a:gd name="T4" fmla="*/ 0 w 86"/>
                  <a:gd name="T5" fmla="*/ 134 h 134"/>
                </a:gdLst>
                <a:ahLst/>
                <a:cxnLst>
                  <a:cxn ang="0">
                    <a:pos x="T0" y="T1"/>
                  </a:cxn>
                  <a:cxn ang="0">
                    <a:pos x="T2" y="T3"/>
                  </a:cxn>
                  <a:cxn ang="0">
                    <a:pos x="T4" y="T5"/>
                  </a:cxn>
                </a:cxnLst>
                <a:rect l="0" t="0" r="r" b="b"/>
                <a:pathLst>
                  <a:path w="86" h="134">
                    <a:moveTo>
                      <a:pt x="86" y="134"/>
                    </a:moveTo>
                    <a:lnTo>
                      <a:pt x="42" y="0"/>
                    </a:lnTo>
                    <a:lnTo>
                      <a:pt x="0" y="134"/>
                    </a:lnTo>
                  </a:path>
                </a:pathLst>
              </a:custGeom>
              <a:noFill/>
              <a:ln w="12700">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675" name="未知"/>
            <p:cNvSpPr>
              <a:spLocks noChangeArrowheads="1"/>
            </p:cNvSpPr>
            <p:nvPr/>
          </p:nvSpPr>
          <p:spPr bwMode="auto">
            <a:xfrm>
              <a:off x="156" y="94"/>
              <a:ext cx="2598" cy="2045"/>
            </a:xfrm>
            <a:custGeom>
              <a:avLst/>
              <a:gdLst>
                <a:gd name="T0" fmla="*/ 0 w 5197"/>
                <a:gd name="T1" fmla="*/ 4089 h 4089"/>
                <a:gd name="T2" fmla="*/ 5197 w 5197"/>
                <a:gd name="T3" fmla="*/ 4089 h 4089"/>
                <a:gd name="T4" fmla="*/ 5197 w 5197"/>
                <a:gd name="T5" fmla="*/ 0 h 4089"/>
              </a:gdLst>
              <a:ahLst/>
              <a:cxnLst>
                <a:cxn ang="0">
                  <a:pos x="T0" y="T1"/>
                </a:cxn>
                <a:cxn ang="0">
                  <a:pos x="T2" y="T3"/>
                </a:cxn>
                <a:cxn ang="0">
                  <a:pos x="T4" y="T5"/>
                </a:cxn>
              </a:cxnLst>
              <a:rect l="0" t="0" r="r" b="b"/>
              <a:pathLst>
                <a:path w="5197" h="4089">
                  <a:moveTo>
                    <a:pt x="0" y="4089"/>
                  </a:moveTo>
                  <a:lnTo>
                    <a:pt x="5197" y="4089"/>
                  </a:lnTo>
                  <a:lnTo>
                    <a:pt x="5197" y="0"/>
                  </a:lnTo>
                </a:path>
              </a:pathLst>
            </a:cu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48882" name="Group 754"/>
          <p:cNvGrpSpPr/>
          <p:nvPr/>
        </p:nvGrpSpPr>
        <p:grpSpPr bwMode="auto">
          <a:xfrm>
            <a:off x="1219200" y="1831975"/>
            <a:ext cx="4124325" cy="3246438"/>
            <a:chOff x="0" y="0"/>
            <a:chExt cx="2598" cy="2045"/>
          </a:xfrm>
        </p:grpSpPr>
        <p:sp>
          <p:nvSpPr>
            <p:cNvPr id="82677" name="未知"/>
            <p:cNvSpPr>
              <a:spLocks noChangeArrowheads="1"/>
            </p:cNvSpPr>
            <p:nvPr/>
          </p:nvSpPr>
          <p:spPr bwMode="auto">
            <a:xfrm>
              <a:off x="0" y="1026"/>
              <a:ext cx="2598" cy="653"/>
            </a:xfrm>
            <a:custGeom>
              <a:avLst/>
              <a:gdLst>
                <a:gd name="T0" fmla="*/ 48 w 5197"/>
                <a:gd name="T1" fmla="*/ 1246 h 1308"/>
                <a:gd name="T2" fmla="*/ 157 w 5197"/>
                <a:gd name="T3" fmla="*/ 1150 h 1308"/>
                <a:gd name="T4" fmla="*/ 265 w 5197"/>
                <a:gd name="T5" fmla="*/ 1054 h 1308"/>
                <a:gd name="T6" fmla="*/ 361 w 5197"/>
                <a:gd name="T7" fmla="*/ 958 h 1308"/>
                <a:gd name="T8" fmla="*/ 468 w 5197"/>
                <a:gd name="T9" fmla="*/ 876 h 1308"/>
                <a:gd name="T10" fmla="*/ 576 w 5197"/>
                <a:gd name="T11" fmla="*/ 791 h 1308"/>
                <a:gd name="T12" fmla="*/ 672 w 5197"/>
                <a:gd name="T13" fmla="*/ 707 h 1308"/>
                <a:gd name="T14" fmla="*/ 781 w 5197"/>
                <a:gd name="T15" fmla="*/ 636 h 1308"/>
                <a:gd name="T16" fmla="*/ 889 w 5197"/>
                <a:gd name="T17" fmla="*/ 565 h 1308"/>
                <a:gd name="T18" fmla="*/ 985 w 5197"/>
                <a:gd name="T19" fmla="*/ 503 h 1308"/>
                <a:gd name="T20" fmla="*/ 1092 w 5197"/>
                <a:gd name="T21" fmla="*/ 432 h 1308"/>
                <a:gd name="T22" fmla="*/ 1200 w 5197"/>
                <a:gd name="T23" fmla="*/ 373 h 1308"/>
                <a:gd name="T24" fmla="*/ 1296 w 5197"/>
                <a:gd name="T25" fmla="*/ 325 h 1308"/>
                <a:gd name="T26" fmla="*/ 1405 w 5197"/>
                <a:gd name="T27" fmla="*/ 277 h 1308"/>
                <a:gd name="T28" fmla="*/ 1513 w 5197"/>
                <a:gd name="T29" fmla="*/ 229 h 1308"/>
                <a:gd name="T30" fmla="*/ 1609 w 5197"/>
                <a:gd name="T31" fmla="*/ 181 h 1308"/>
                <a:gd name="T32" fmla="*/ 1716 w 5197"/>
                <a:gd name="T33" fmla="*/ 144 h 1308"/>
                <a:gd name="T34" fmla="*/ 1824 w 5197"/>
                <a:gd name="T35" fmla="*/ 108 h 1308"/>
                <a:gd name="T36" fmla="*/ 1920 w 5197"/>
                <a:gd name="T37" fmla="*/ 85 h 1308"/>
                <a:gd name="T38" fmla="*/ 2029 w 5197"/>
                <a:gd name="T39" fmla="*/ 60 h 1308"/>
                <a:gd name="T40" fmla="*/ 2137 w 5197"/>
                <a:gd name="T41" fmla="*/ 37 h 1308"/>
                <a:gd name="T42" fmla="*/ 2233 w 5197"/>
                <a:gd name="T43" fmla="*/ 23 h 1308"/>
                <a:gd name="T44" fmla="*/ 2340 w 5197"/>
                <a:gd name="T45" fmla="*/ 12 h 1308"/>
                <a:gd name="T46" fmla="*/ 2450 w 5197"/>
                <a:gd name="T47" fmla="*/ 0 h 1308"/>
                <a:gd name="T48" fmla="*/ 2546 w 5197"/>
                <a:gd name="T49" fmla="*/ 0 h 1308"/>
                <a:gd name="T50" fmla="*/ 2653 w 5197"/>
                <a:gd name="T51" fmla="*/ 0 h 1308"/>
                <a:gd name="T52" fmla="*/ 2749 w 5197"/>
                <a:gd name="T53" fmla="*/ 0 h 1308"/>
                <a:gd name="T54" fmla="*/ 2857 w 5197"/>
                <a:gd name="T55" fmla="*/ 12 h 1308"/>
                <a:gd name="T56" fmla="*/ 2966 w 5197"/>
                <a:gd name="T57" fmla="*/ 23 h 1308"/>
                <a:gd name="T58" fmla="*/ 3062 w 5197"/>
                <a:gd name="T59" fmla="*/ 37 h 1308"/>
                <a:gd name="T60" fmla="*/ 3170 w 5197"/>
                <a:gd name="T61" fmla="*/ 60 h 1308"/>
                <a:gd name="T62" fmla="*/ 3277 w 5197"/>
                <a:gd name="T63" fmla="*/ 85 h 1308"/>
                <a:gd name="T64" fmla="*/ 3373 w 5197"/>
                <a:gd name="T65" fmla="*/ 108 h 1308"/>
                <a:gd name="T66" fmla="*/ 3481 w 5197"/>
                <a:gd name="T67" fmla="*/ 144 h 1308"/>
                <a:gd name="T68" fmla="*/ 3590 w 5197"/>
                <a:gd name="T69" fmla="*/ 181 h 1308"/>
                <a:gd name="T70" fmla="*/ 3686 w 5197"/>
                <a:gd name="T71" fmla="*/ 229 h 1308"/>
                <a:gd name="T72" fmla="*/ 3794 w 5197"/>
                <a:gd name="T73" fmla="*/ 277 h 1308"/>
                <a:gd name="T74" fmla="*/ 3901 w 5197"/>
                <a:gd name="T75" fmla="*/ 325 h 1308"/>
                <a:gd name="T76" fmla="*/ 3997 w 5197"/>
                <a:gd name="T77" fmla="*/ 373 h 1308"/>
                <a:gd name="T78" fmla="*/ 4105 w 5197"/>
                <a:gd name="T79" fmla="*/ 432 h 1308"/>
                <a:gd name="T80" fmla="*/ 4214 w 5197"/>
                <a:gd name="T81" fmla="*/ 503 h 1308"/>
                <a:gd name="T82" fmla="*/ 4310 w 5197"/>
                <a:gd name="T83" fmla="*/ 565 h 1308"/>
                <a:gd name="T84" fmla="*/ 4418 w 5197"/>
                <a:gd name="T85" fmla="*/ 636 h 1308"/>
                <a:gd name="T86" fmla="*/ 4525 w 5197"/>
                <a:gd name="T87" fmla="*/ 707 h 1308"/>
                <a:gd name="T88" fmla="*/ 4621 w 5197"/>
                <a:gd name="T89" fmla="*/ 791 h 1308"/>
                <a:gd name="T90" fmla="*/ 4729 w 5197"/>
                <a:gd name="T91" fmla="*/ 876 h 1308"/>
                <a:gd name="T92" fmla="*/ 4838 w 5197"/>
                <a:gd name="T93" fmla="*/ 958 h 1308"/>
                <a:gd name="T94" fmla="*/ 4934 w 5197"/>
                <a:gd name="T95" fmla="*/ 1054 h 1308"/>
                <a:gd name="T96" fmla="*/ 5042 w 5197"/>
                <a:gd name="T97" fmla="*/ 1150 h 1308"/>
                <a:gd name="T98" fmla="*/ 5149 w 5197"/>
                <a:gd name="T99" fmla="*/ 1246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97" h="1308">
                  <a:moveTo>
                    <a:pt x="0" y="1308"/>
                  </a:moveTo>
                  <a:lnTo>
                    <a:pt x="48" y="1246"/>
                  </a:lnTo>
                  <a:lnTo>
                    <a:pt x="109" y="1198"/>
                  </a:lnTo>
                  <a:lnTo>
                    <a:pt x="157" y="1150"/>
                  </a:lnTo>
                  <a:lnTo>
                    <a:pt x="205" y="1102"/>
                  </a:lnTo>
                  <a:lnTo>
                    <a:pt x="265" y="1054"/>
                  </a:lnTo>
                  <a:lnTo>
                    <a:pt x="313" y="1006"/>
                  </a:lnTo>
                  <a:lnTo>
                    <a:pt x="361" y="958"/>
                  </a:lnTo>
                  <a:lnTo>
                    <a:pt x="420" y="924"/>
                  </a:lnTo>
                  <a:lnTo>
                    <a:pt x="468" y="876"/>
                  </a:lnTo>
                  <a:lnTo>
                    <a:pt x="516" y="828"/>
                  </a:lnTo>
                  <a:lnTo>
                    <a:pt x="576" y="791"/>
                  </a:lnTo>
                  <a:lnTo>
                    <a:pt x="624" y="755"/>
                  </a:lnTo>
                  <a:lnTo>
                    <a:pt x="672" y="707"/>
                  </a:lnTo>
                  <a:lnTo>
                    <a:pt x="733" y="672"/>
                  </a:lnTo>
                  <a:lnTo>
                    <a:pt x="781" y="636"/>
                  </a:lnTo>
                  <a:lnTo>
                    <a:pt x="829" y="599"/>
                  </a:lnTo>
                  <a:lnTo>
                    <a:pt x="889" y="565"/>
                  </a:lnTo>
                  <a:lnTo>
                    <a:pt x="937" y="528"/>
                  </a:lnTo>
                  <a:lnTo>
                    <a:pt x="985" y="503"/>
                  </a:lnTo>
                  <a:lnTo>
                    <a:pt x="1044" y="469"/>
                  </a:lnTo>
                  <a:lnTo>
                    <a:pt x="1092" y="432"/>
                  </a:lnTo>
                  <a:lnTo>
                    <a:pt x="1140" y="407"/>
                  </a:lnTo>
                  <a:lnTo>
                    <a:pt x="1200" y="373"/>
                  </a:lnTo>
                  <a:lnTo>
                    <a:pt x="1248" y="348"/>
                  </a:lnTo>
                  <a:lnTo>
                    <a:pt x="1296" y="325"/>
                  </a:lnTo>
                  <a:lnTo>
                    <a:pt x="1357" y="300"/>
                  </a:lnTo>
                  <a:lnTo>
                    <a:pt x="1405" y="277"/>
                  </a:lnTo>
                  <a:lnTo>
                    <a:pt x="1453" y="252"/>
                  </a:lnTo>
                  <a:lnTo>
                    <a:pt x="1513" y="229"/>
                  </a:lnTo>
                  <a:lnTo>
                    <a:pt x="1561" y="204"/>
                  </a:lnTo>
                  <a:lnTo>
                    <a:pt x="1609" y="181"/>
                  </a:lnTo>
                  <a:lnTo>
                    <a:pt x="1668" y="167"/>
                  </a:lnTo>
                  <a:lnTo>
                    <a:pt x="1716" y="144"/>
                  </a:lnTo>
                  <a:lnTo>
                    <a:pt x="1764" y="133"/>
                  </a:lnTo>
                  <a:lnTo>
                    <a:pt x="1824" y="108"/>
                  </a:lnTo>
                  <a:lnTo>
                    <a:pt x="1872" y="96"/>
                  </a:lnTo>
                  <a:lnTo>
                    <a:pt x="1920" y="85"/>
                  </a:lnTo>
                  <a:lnTo>
                    <a:pt x="1981" y="71"/>
                  </a:lnTo>
                  <a:lnTo>
                    <a:pt x="2029" y="60"/>
                  </a:lnTo>
                  <a:lnTo>
                    <a:pt x="2077" y="48"/>
                  </a:lnTo>
                  <a:lnTo>
                    <a:pt x="2137" y="37"/>
                  </a:lnTo>
                  <a:lnTo>
                    <a:pt x="2185" y="23"/>
                  </a:lnTo>
                  <a:lnTo>
                    <a:pt x="2233" y="23"/>
                  </a:lnTo>
                  <a:lnTo>
                    <a:pt x="2292" y="12"/>
                  </a:lnTo>
                  <a:lnTo>
                    <a:pt x="2340" y="12"/>
                  </a:lnTo>
                  <a:lnTo>
                    <a:pt x="2388" y="0"/>
                  </a:lnTo>
                  <a:lnTo>
                    <a:pt x="2450" y="0"/>
                  </a:lnTo>
                  <a:lnTo>
                    <a:pt x="2498" y="0"/>
                  </a:lnTo>
                  <a:lnTo>
                    <a:pt x="2546" y="0"/>
                  </a:lnTo>
                  <a:lnTo>
                    <a:pt x="2605" y="0"/>
                  </a:lnTo>
                  <a:lnTo>
                    <a:pt x="2653" y="0"/>
                  </a:lnTo>
                  <a:lnTo>
                    <a:pt x="2701" y="0"/>
                  </a:lnTo>
                  <a:lnTo>
                    <a:pt x="2749" y="0"/>
                  </a:lnTo>
                  <a:lnTo>
                    <a:pt x="2809" y="0"/>
                  </a:lnTo>
                  <a:lnTo>
                    <a:pt x="2857" y="12"/>
                  </a:lnTo>
                  <a:lnTo>
                    <a:pt x="2905" y="12"/>
                  </a:lnTo>
                  <a:lnTo>
                    <a:pt x="2966" y="23"/>
                  </a:lnTo>
                  <a:lnTo>
                    <a:pt x="3014" y="23"/>
                  </a:lnTo>
                  <a:lnTo>
                    <a:pt x="3062" y="37"/>
                  </a:lnTo>
                  <a:lnTo>
                    <a:pt x="3122" y="48"/>
                  </a:lnTo>
                  <a:lnTo>
                    <a:pt x="3170" y="60"/>
                  </a:lnTo>
                  <a:lnTo>
                    <a:pt x="3218" y="71"/>
                  </a:lnTo>
                  <a:lnTo>
                    <a:pt x="3277" y="85"/>
                  </a:lnTo>
                  <a:lnTo>
                    <a:pt x="3325" y="96"/>
                  </a:lnTo>
                  <a:lnTo>
                    <a:pt x="3373" y="108"/>
                  </a:lnTo>
                  <a:lnTo>
                    <a:pt x="3433" y="133"/>
                  </a:lnTo>
                  <a:lnTo>
                    <a:pt x="3481" y="144"/>
                  </a:lnTo>
                  <a:lnTo>
                    <a:pt x="3529" y="167"/>
                  </a:lnTo>
                  <a:lnTo>
                    <a:pt x="3590" y="181"/>
                  </a:lnTo>
                  <a:lnTo>
                    <a:pt x="3638" y="204"/>
                  </a:lnTo>
                  <a:lnTo>
                    <a:pt x="3686" y="229"/>
                  </a:lnTo>
                  <a:lnTo>
                    <a:pt x="3746" y="252"/>
                  </a:lnTo>
                  <a:lnTo>
                    <a:pt x="3794" y="277"/>
                  </a:lnTo>
                  <a:lnTo>
                    <a:pt x="3842" y="300"/>
                  </a:lnTo>
                  <a:lnTo>
                    <a:pt x="3901" y="325"/>
                  </a:lnTo>
                  <a:lnTo>
                    <a:pt x="3949" y="348"/>
                  </a:lnTo>
                  <a:lnTo>
                    <a:pt x="3997" y="373"/>
                  </a:lnTo>
                  <a:lnTo>
                    <a:pt x="4057" y="407"/>
                  </a:lnTo>
                  <a:lnTo>
                    <a:pt x="4105" y="432"/>
                  </a:lnTo>
                  <a:lnTo>
                    <a:pt x="4153" y="469"/>
                  </a:lnTo>
                  <a:lnTo>
                    <a:pt x="4214" y="503"/>
                  </a:lnTo>
                  <a:lnTo>
                    <a:pt x="4262" y="528"/>
                  </a:lnTo>
                  <a:lnTo>
                    <a:pt x="4310" y="565"/>
                  </a:lnTo>
                  <a:lnTo>
                    <a:pt x="4370" y="599"/>
                  </a:lnTo>
                  <a:lnTo>
                    <a:pt x="4418" y="636"/>
                  </a:lnTo>
                  <a:lnTo>
                    <a:pt x="4466" y="672"/>
                  </a:lnTo>
                  <a:lnTo>
                    <a:pt x="4525" y="707"/>
                  </a:lnTo>
                  <a:lnTo>
                    <a:pt x="4573" y="755"/>
                  </a:lnTo>
                  <a:lnTo>
                    <a:pt x="4621" y="791"/>
                  </a:lnTo>
                  <a:lnTo>
                    <a:pt x="4681" y="828"/>
                  </a:lnTo>
                  <a:lnTo>
                    <a:pt x="4729" y="876"/>
                  </a:lnTo>
                  <a:lnTo>
                    <a:pt x="4777" y="924"/>
                  </a:lnTo>
                  <a:lnTo>
                    <a:pt x="4838" y="958"/>
                  </a:lnTo>
                  <a:lnTo>
                    <a:pt x="4886" y="1006"/>
                  </a:lnTo>
                  <a:lnTo>
                    <a:pt x="4934" y="1054"/>
                  </a:lnTo>
                  <a:lnTo>
                    <a:pt x="4994" y="1102"/>
                  </a:lnTo>
                  <a:lnTo>
                    <a:pt x="5042" y="1150"/>
                  </a:lnTo>
                  <a:lnTo>
                    <a:pt x="5090" y="1198"/>
                  </a:lnTo>
                  <a:lnTo>
                    <a:pt x="5149" y="1246"/>
                  </a:lnTo>
                  <a:lnTo>
                    <a:pt x="5197" y="1308"/>
                  </a:lnTo>
                </a:path>
              </a:pathLst>
            </a:custGeom>
            <a:noFill/>
            <a:ln w="9525">
              <a:solidFill>
                <a:srgbClr val="FF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78" name="Line 756"/>
            <p:cNvSpPr>
              <a:spLocks noChangeShapeType="1"/>
            </p:cNvSpPr>
            <p:nvPr/>
          </p:nvSpPr>
          <p:spPr bwMode="auto">
            <a:xfrm flipV="1">
              <a:off x="0" y="0"/>
              <a:ext cx="1" cy="2045"/>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79" name="未知"/>
            <p:cNvSpPr>
              <a:spLocks noChangeArrowheads="1"/>
            </p:cNvSpPr>
            <p:nvPr/>
          </p:nvSpPr>
          <p:spPr bwMode="auto">
            <a:xfrm>
              <a:off x="0" y="0"/>
              <a:ext cx="2598" cy="2045"/>
            </a:xfrm>
            <a:custGeom>
              <a:avLst/>
              <a:gdLst>
                <a:gd name="T0" fmla="*/ 0 w 5197"/>
                <a:gd name="T1" fmla="*/ 4089 h 4089"/>
                <a:gd name="T2" fmla="*/ 5197 w 5197"/>
                <a:gd name="T3" fmla="*/ 4089 h 4089"/>
                <a:gd name="T4" fmla="*/ 5197 w 5197"/>
                <a:gd name="T5" fmla="*/ 0 h 4089"/>
              </a:gdLst>
              <a:ahLst/>
              <a:cxnLst>
                <a:cxn ang="0">
                  <a:pos x="T0" y="T1"/>
                </a:cxn>
                <a:cxn ang="0">
                  <a:pos x="T2" y="T3"/>
                </a:cxn>
                <a:cxn ang="0">
                  <a:pos x="T4" y="T5"/>
                </a:cxn>
              </a:cxnLst>
              <a:rect l="0" t="0" r="r" b="b"/>
              <a:pathLst>
                <a:path w="5197" h="4089">
                  <a:moveTo>
                    <a:pt x="0" y="4089"/>
                  </a:moveTo>
                  <a:lnTo>
                    <a:pt x="5197" y="4089"/>
                  </a:lnTo>
                  <a:lnTo>
                    <a:pt x="5197" y="0"/>
                  </a:lnTo>
                </a:path>
              </a:pathLst>
            </a:cu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80" name="Line 758"/>
            <p:cNvSpPr>
              <a:spLocks noChangeShapeType="1"/>
            </p:cNvSpPr>
            <p:nvPr/>
          </p:nvSpPr>
          <p:spPr bwMode="auto">
            <a:xfrm>
              <a:off x="0" y="0"/>
              <a:ext cx="259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8887" name="Group 759"/>
          <p:cNvGrpSpPr/>
          <p:nvPr/>
        </p:nvGrpSpPr>
        <p:grpSpPr bwMode="auto">
          <a:xfrm>
            <a:off x="1219200" y="1828800"/>
            <a:ext cx="4124325" cy="3244850"/>
            <a:chOff x="0" y="0"/>
            <a:chExt cx="2598" cy="2044"/>
          </a:xfrm>
        </p:grpSpPr>
        <p:sp>
          <p:nvSpPr>
            <p:cNvPr id="82682" name="未知"/>
            <p:cNvSpPr>
              <a:spLocks noChangeArrowheads="1"/>
            </p:cNvSpPr>
            <p:nvPr/>
          </p:nvSpPr>
          <p:spPr bwMode="auto">
            <a:xfrm>
              <a:off x="0" y="1319"/>
              <a:ext cx="2598" cy="420"/>
            </a:xfrm>
            <a:custGeom>
              <a:avLst/>
              <a:gdLst>
                <a:gd name="T0" fmla="*/ 48 w 5197"/>
                <a:gd name="T1" fmla="*/ 754 h 839"/>
                <a:gd name="T2" fmla="*/ 157 w 5197"/>
                <a:gd name="T3" fmla="*/ 802 h 839"/>
                <a:gd name="T4" fmla="*/ 265 w 5197"/>
                <a:gd name="T5" fmla="*/ 827 h 839"/>
                <a:gd name="T6" fmla="*/ 361 w 5197"/>
                <a:gd name="T7" fmla="*/ 839 h 839"/>
                <a:gd name="T8" fmla="*/ 468 w 5197"/>
                <a:gd name="T9" fmla="*/ 839 h 839"/>
                <a:gd name="T10" fmla="*/ 576 w 5197"/>
                <a:gd name="T11" fmla="*/ 827 h 839"/>
                <a:gd name="T12" fmla="*/ 672 w 5197"/>
                <a:gd name="T13" fmla="*/ 791 h 839"/>
                <a:gd name="T14" fmla="*/ 781 w 5197"/>
                <a:gd name="T15" fmla="*/ 754 h 839"/>
                <a:gd name="T16" fmla="*/ 889 w 5197"/>
                <a:gd name="T17" fmla="*/ 706 h 839"/>
                <a:gd name="T18" fmla="*/ 985 w 5197"/>
                <a:gd name="T19" fmla="*/ 658 h 839"/>
                <a:gd name="T20" fmla="*/ 1092 w 5197"/>
                <a:gd name="T21" fmla="*/ 599 h 839"/>
                <a:gd name="T22" fmla="*/ 1200 w 5197"/>
                <a:gd name="T23" fmla="*/ 539 h 839"/>
                <a:gd name="T24" fmla="*/ 1296 w 5197"/>
                <a:gd name="T25" fmla="*/ 478 h 839"/>
                <a:gd name="T26" fmla="*/ 1405 w 5197"/>
                <a:gd name="T27" fmla="*/ 418 h 839"/>
                <a:gd name="T28" fmla="*/ 1513 w 5197"/>
                <a:gd name="T29" fmla="*/ 359 h 839"/>
                <a:gd name="T30" fmla="*/ 1609 w 5197"/>
                <a:gd name="T31" fmla="*/ 299 h 839"/>
                <a:gd name="T32" fmla="*/ 1716 w 5197"/>
                <a:gd name="T33" fmla="*/ 251 h 839"/>
                <a:gd name="T34" fmla="*/ 1824 w 5197"/>
                <a:gd name="T35" fmla="*/ 190 h 839"/>
                <a:gd name="T36" fmla="*/ 1920 w 5197"/>
                <a:gd name="T37" fmla="*/ 142 h 839"/>
                <a:gd name="T38" fmla="*/ 2029 w 5197"/>
                <a:gd name="T39" fmla="*/ 107 h 839"/>
                <a:gd name="T40" fmla="*/ 2137 w 5197"/>
                <a:gd name="T41" fmla="*/ 71 h 839"/>
                <a:gd name="T42" fmla="*/ 2233 w 5197"/>
                <a:gd name="T43" fmla="*/ 34 h 839"/>
                <a:gd name="T44" fmla="*/ 2340 w 5197"/>
                <a:gd name="T45" fmla="*/ 23 h 839"/>
                <a:gd name="T46" fmla="*/ 2450 w 5197"/>
                <a:gd name="T47" fmla="*/ 0 h 839"/>
                <a:gd name="T48" fmla="*/ 2546 w 5197"/>
                <a:gd name="T49" fmla="*/ 0 h 839"/>
                <a:gd name="T50" fmla="*/ 2653 w 5197"/>
                <a:gd name="T51" fmla="*/ 0 h 839"/>
                <a:gd name="T52" fmla="*/ 2749 w 5197"/>
                <a:gd name="T53" fmla="*/ 0 h 839"/>
                <a:gd name="T54" fmla="*/ 2857 w 5197"/>
                <a:gd name="T55" fmla="*/ 23 h 839"/>
                <a:gd name="T56" fmla="*/ 2966 w 5197"/>
                <a:gd name="T57" fmla="*/ 34 h 839"/>
                <a:gd name="T58" fmla="*/ 3062 w 5197"/>
                <a:gd name="T59" fmla="*/ 71 h 839"/>
                <a:gd name="T60" fmla="*/ 3170 w 5197"/>
                <a:gd name="T61" fmla="*/ 107 h 839"/>
                <a:gd name="T62" fmla="*/ 3277 w 5197"/>
                <a:gd name="T63" fmla="*/ 142 h 839"/>
                <a:gd name="T64" fmla="*/ 3373 w 5197"/>
                <a:gd name="T65" fmla="*/ 190 h 839"/>
                <a:gd name="T66" fmla="*/ 3481 w 5197"/>
                <a:gd name="T67" fmla="*/ 251 h 839"/>
                <a:gd name="T68" fmla="*/ 3590 w 5197"/>
                <a:gd name="T69" fmla="*/ 299 h 839"/>
                <a:gd name="T70" fmla="*/ 3686 w 5197"/>
                <a:gd name="T71" fmla="*/ 359 h 839"/>
                <a:gd name="T72" fmla="*/ 3794 w 5197"/>
                <a:gd name="T73" fmla="*/ 418 h 839"/>
                <a:gd name="T74" fmla="*/ 3901 w 5197"/>
                <a:gd name="T75" fmla="*/ 478 h 839"/>
                <a:gd name="T76" fmla="*/ 3997 w 5197"/>
                <a:gd name="T77" fmla="*/ 539 h 839"/>
                <a:gd name="T78" fmla="*/ 4105 w 5197"/>
                <a:gd name="T79" fmla="*/ 599 h 839"/>
                <a:gd name="T80" fmla="*/ 4214 w 5197"/>
                <a:gd name="T81" fmla="*/ 658 h 839"/>
                <a:gd name="T82" fmla="*/ 4310 w 5197"/>
                <a:gd name="T83" fmla="*/ 706 h 839"/>
                <a:gd name="T84" fmla="*/ 4418 w 5197"/>
                <a:gd name="T85" fmla="*/ 754 h 839"/>
                <a:gd name="T86" fmla="*/ 4525 w 5197"/>
                <a:gd name="T87" fmla="*/ 791 h 839"/>
                <a:gd name="T88" fmla="*/ 4621 w 5197"/>
                <a:gd name="T89" fmla="*/ 827 h 839"/>
                <a:gd name="T90" fmla="*/ 4729 w 5197"/>
                <a:gd name="T91" fmla="*/ 839 h 839"/>
                <a:gd name="T92" fmla="*/ 4838 w 5197"/>
                <a:gd name="T93" fmla="*/ 839 h 839"/>
                <a:gd name="T94" fmla="*/ 4934 w 5197"/>
                <a:gd name="T95" fmla="*/ 827 h 839"/>
                <a:gd name="T96" fmla="*/ 5042 w 5197"/>
                <a:gd name="T97" fmla="*/ 802 h 839"/>
                <a:gd name="T98" fmla="*/ 5149 w 5197"/>
                <a:gd name="T99" fmla="*/ 754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97" h="839">
                  <a:moveTo>
                    <a:pt x="0" y="718"/>
                  </a:moveTo>
                  <a:lnTo>
                    <a:pt x="48" y="754"/>
                  </a:lnTo>
                  <a:lnTo>
                    <a:pt x="109" y="779"/>
                  </a:lnTo>
                  <a:lnTo>
                    <a:pt x="157" y="802"/>
                  </a:lnTo>
                  <a:lnTo>
                    <a:pt x="205" y="814"/>
                  </a:lnTo>
                  <a:lnTo>
                    <a:pt x="265" y="827"/>
                  </a:lnTo>
                  <a:lnTo>
                    <a:pt x="313" y="839"/>
                  </a:lnTo>
                  <a:lnTo>
                    <a:pt x="361" y="839"/>
                  </a:lnTo>
                  <a:lnTo>
                    <a:pt x="420" y="839"/>
                  </a:lnTo>
                  <a:lnTo>
                    <a:pt x="468" y="839"/>
                  </a:lnTo>
                  <a:lnTo>
                    <a:pt x="516" y="839"/>
                  </a:lnTo>
                  <a:lnTo>
                    <a:pt x="576" y="827"/>
                  </a:lnTo>
                  <a:lnTo>
                    <a:pt x="624" y="814"/>
                  </a:lnTo>
                  <a:lnTo>
                    <a:pt x="672" y="791"/>
                  </a:lnTo>
                  <a:lnTo>
                    <a:pt x="733" y="779"/>
                  </a:lnTo>
                  <a:lnTo>
                    <a:pt x="781" y="754"/>
                  </a:lnTo>
                  <a:lnTo>
                    <a:pt x="829" y="731"/>
                  </a:lnTo>
                  <a:lnTo>
                    <a:pt x="889" y="706"/>
                  </a:lnTo>
                  <a:lnTo>
                    <a:pt x="937" y="683"/>
                  </a:lnTo>
                  <a:lnTo>
                    <a:pt x="985" y="658"/>
                  </a:lnTo>
                  <a:lnTo>
                    <a:pt x="1044" y="635"/>
                  </a:lnTo>
                  <a:lnTo>
                    <a:pt x="1092" y="599"/>
                  </a:lnTo>
                  <a:lnTo>
                    <a:pt x="1140" y="574"/>
                  </a:lnTo>
                  <a:lnTo>
                    <a:pt x="1200" y="539"/>
                  </a:lnTo>
                  <a:lnTo>
                    <a:pt x="1248" y="514"/>
                  </a:lnTo>
                  <a:lnTo>
                    <a:pt x="1296" y="478"/>
                  </a:lnTo>
                  <a:lnTo>
                    <a:pt x="1357" y="455"/>
                  </a:lnTo>
                  <a:lnTo>
                    <a:pt x="1405" y="418"/>
                  </a:lnTo>
                  <a:lnTo>
                    <a:pt x="1453" y="395"/>
                  </a:lnTo>
                  <a:lnTo>
                    <a:pt x="1513" y="359"/>
                  </a:lnTo>
                  <a:lnTo>
                    <a:pt x="1561" y="334"/>
                  </a:lnTo>
                  <a:lnTo>
                    <a:pt x="1609" y="299"/>
                  </a:lnTo>
                  <a:lnTo>
                    <a:pt x="1668" y="274"/>
                  </a:lnTo>
                  <a:lnTo>
                    <a:pt x="1716" y="251"/>
                  </a:lnTo>
                  <a:lnTo>
                    <a:pt x="1764" y="215"/>
                  </a:lnTo>
                  <a:lnTo>
                    <a:pt x="1824" y="190"/>
                  </a:lnTo>
                  <a:lnTo>
                    <a:pt x="1872" y="167"/>
                  </a:lnTo>
                  <a:lnTo>
                    <a:pt x="1920" y="142"/>
                  </a:lnTo>
                  <a:lnTo>
                    <a:pt x="1981" y="130"/>
                  </a:lnTo>
                  <a:lnTo>
                    <a:pt x="2029" y="107"/>
                  </a:lnTo>
                  <a:lnTo>
                    <a:pt x="2077" y="82"/>
                  </a:lnTo>
                  <a:lnTo>
                    <a:pt x="2137" y="71"/>
                  </a:lnTo>
                  <a:lnTo>
                    <a:pt x="2185" y="59"/>
                  </a:lnTo>
                  <a:lnTo>
                    <a:pt x="2233" y="34"/>
                  </a:lnTo>
                  <a:lnTo>
                    <a:pt x="2292" y="23"/>
                  </a:lnTo>
                  <a:lnTo>
                    <a:pt x="2340" y="23"/>
                  </a:lnTo>
                  <a:lnTo>
                    <a:pt x="2388" y="11"/>
                  </a:lnTo>
                  <a:lnTo>
                    <a:pt x="2450" y="0"/>
                  </a:lnTo>
                  <a:lnTo>
                    <a:pt x="2498" y="0"/>
                  </a:lnTo>
                  <a:lnTo>
                    <a:pt x="2546" y="0"/>
                  </a:lnTo>
                  <a:lnTo>
                    <a:pt x="2605" y="0"/>
                  </a:lnTo>
                  <a:lnTo>
                    <a:pt x="2653" y="0"/>
                  </a:lnTo>
                  <a:lnTo>
                    <a:pt x="2701" y="0"/>
                  </a:lnTo>
                  <a:lnTo>
                    <a:pt x="2749" y="0"/>
                  </a:lnTo>
                  <a:lnTo>
                    <a:pt x="2809" y="11"/>
                  </a:lnTo>
                  <a:lnTo>
                    <a:pt x="2857" y="23"/>
                  </a:lnTo>
                  <a:lnTo>
                    <a:pt x="2905" y="23"/>
                  </a:lnTo>
                  <a:lnTo>
                    <a:pt x="2966" y="34"/>
                  </a:lnTo>
                  <a:lnTo>
                    <a:pt x="3014" y="59"/>
                  </a:lnTo>
                  <a:lnTo>
                    <a:pt x="3062" y="71"/>
                  </a:lnTo>
                  <a:lnTo>
                    <a:pt x="3122" y="82"/>
                  </a:lnTo>
                  <a:lnTo>
                    <a:pt x="3170" y="107"/>
                  </a:lnTo>
                  <a:lnTo>
                    <a:pt x="3218" y="130"/>
                  </a:lnTo>
                  <a:lnTo>
                    <a:pt x="3277" y="142"/>
                  </a:lnTo>
                  <a:lnTo>
                    <a:pt x="3325" y="167"/>
                  </a:lnTo>
                  <a:lnTo>
                    <a:pt x="3373" y="190"/>
                  </a:lnTo>
                  <a:lnTo>
                    <a:pt x="3433" y="215"/>
                  </a:lnTo>
                  <a:lnTo>
                    <a:pt x="3481" y="251"/>
                  </a:lnTo>
                  <a:lnTo>
                    <a:pt x="3529" y="274"/>
                  </a:lnTo>
                  <a:lnTo>
                    <a:pt x="3590" y="299"/>
                  </a:lnTo>
                  <a:lnTo>
                    <a:pt x="3638" y="334"/>
                  </a:lnTo>
                  <a:lnTo>
                    <a:pt x="3686" y="359"/>
                  </a:lnTo>
                  <a:lnTo>
                    <a:pt x="3746" y="395"/>
                  </a:lnTo>
                  <a:lnTo>
                    <a:pt x="3794" y="418"/>
                  </a:lnTo>
                  <a:lnTo>
                    <a:pt x="3842" y="455"/>
                  </a:lnTo>
                  <a:lnTo>
                    <a:pt x="3901" y="478"/>
                  </a:lnTo>
                  <a:lnTo>
                    <a:pt x="3949" y="514"/>
                  </a:lnTo>
                  <a:lnTo>
                    <a:pt x="3997" y="539"/>
                  </a:lnTo>
                  <a:lnTo>
                    <a:pt x="4057" y="574"/>
                  </a:lnTo>
                  <a:lnTo>
                    <a:pt x="4105" y="599"/>
                  </a:lnTo>
                  <a:lnTo>
                    <a:pt x="4153" y="635"/>
                  </a:lnTo>
                  <a:lnTo>
                    <a:pt x="4214" y="658"/>
                  </a:lnTo>
                  <a:lnTo>
                    <a:pt x="4262" y="683"/>
                  </a:lnTo>
                  <a:lnTo>
                    <a:pt x="4310" y="706"/>
                  </a:lnTo>
                  <a:lnTo>
                    <a:pt x="4370" y="731"/>
                  </a:lnTo>
                  <a:lnTo>
                    <a:pt x="4418" y="754"/>
                  </a:lnTo>
                  <a:lnTo>
                    <a:pt x="4466" y="779"/>
                  </a:lnTo>
                  <a:lnTo>
                    <a:pt x="4525" y="791"/>
                  </a:lnTo>
                  <a:lnTo>
                    <a:pt x="4573" y="814"/>
                  </a:lnTo>
                  <a:lnTo>
                    <a:pt x="4621" y="827"/>
                  </a:lnTo>
                  <a:lnTo>
                    <a:pt x="4681" y="839"/>
                  </a:lnTo>
                  <a:lnTo>
                    <a:pt x="4729" y="839"/>
                  </a:lnTo>
                  <a:lnTo>
                    <a:pt x="4777" y="839"/>
                  </a:lnTo>
                  <a:lnTo>
                    <a:pt x="4838" y="839"/>
                  </a:lnTo>
                  <a:lnTo>
                    <a:pt x="4886" y="839"/>
                  </a:lnTo>
                  <a:lnTo>
                    <a:pt x="4934" y="827"/>
                  </a:lnTo>
                  <a:lnTo>
                    <a:pt x="4994" y="814"/>
                  </a:lnTo>
                  <a:lnTo>
                    <a:pt x="5042" y="802"/>
                  </a:lnTo>
                  <a:lnTo>
                    <a:pt x="5090" y="779"/>
                  </a:lnTo>
                  <a:lnTo>
                    <a:pt x="5149" y="754"/>
                  </a:lnTo>
                  <a:lnTo>
                    <a:pt x="5197" y="718"/>
                  </a:lnTo>
                </a:path>
              </a:pathLst>
            </a:custGeom>
            <a:noFill/>
            <a:ln w="15875">
              <a:solidFill>
                <a:srgbClr val="339966"/>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83" name="未知"/>
            <p:cNvSpPr>
              <a:spLocks noChangeArrowheads="1"/>
            </p:cNvSpPr>
            <p:nvPr/>
          </p:nvSpPr>
          <p:spPr bwMode="auto">
            <a:xfrm>
              <a:off x="0" y="0"/>
              <a:ext cx="2598" cy="2044"/>
            </a:xfrm>
            <a:custGeom>
              <a:avLst/>
              <a:gdLst>
                <a:gd name="T0" fmla="*/ 0 w 5197"/>
                <a:gd name="T1" fmla="*/ 4087 h 4087"/>
                <a:gd name="T2" fmla="*/ 5197 w 5197"/>
                <a:gd name="T3" fmla="*/ 4087 h 4087"/>
                <a:gd name="T4" fmla="*/ 5197 w 5197"/>
                <a:gd name="T5" fmla="*/ 0 h 4087"/>
              </a:gdLst>
              <a:ahLst/>
              <a:cxnLst>
                <a:cxn ang="0">
                  <a:pos x="T0" y="T1"/>
                </a:cxn>
                <a:cxn ang="0">
                  <a:pos x="T2" y="T3"/>
                </a:cxn>
                <a:cxn ang="0">
                  <a:pos x="T4" y="T5"/>
                </a:cxn>
              </a:cxnLst>
              <a:rect l="0" t="0" r="r" b="b"/>
              <a:pathLst>
                <a:path w="5197" h="4087">
                  <a:moveTo>
                    <a:pt x="0" y="4087"/>
                  </a:moveTo>
                  <a:lnTo>
                    <a:pt x="5197" y="4087"/>
                  </a:lnTo>
                  <a:lnTo>
                    <a:pt x="5197" y="0"/>
                  </a:lnTo>
                </a:path>
              </a:pathLst>
            </a:cu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84" name="Line 762"/>
            <p:cNvSpPr>
              <a:spLocks noChangeShapeType="1"/>
            </p:cNvSpPr>
            <p:nvPr/>
          </p:nvSpPr>
          <p:spPr bwMode="auto">
            <a:xfrm flipV="1">
              <a:off x="0" y="0"/>
              <a:ext cx="1" cy="204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685" name="Line 763"/>
            <p:cNvSpPr>
              <a:spLocks noChangeShapeType="1"/>
            </p:cNvSpPr>
            <p:nvPr/>
          </p:nvSpPr>
          <p:spPr bwMode="auto">
            <a:xfrm>
              <a:off x="0" y="0"/>
              <a:ext cx="259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grpSp>
        <p:nvGrpSpPr>
          <p:cNvPr id="48892" name="Group 764"/>
          <p:cNvGrpSpPr/>
          <p:nvPr/>
        </p:nvGrpSpPr>
        <p:grpSpPr bwMode="auto">
          <a:xfrm>
            <a:off x="1219200" y="1828800"/>
            <a:ext cx="4129088" cy="3249613"/>
            <a:chOff x="0" y="0"/>
            <a:chExt cx="2601" cy="2047"/>
          </a:xfrm>
        </p:grpSpPr>
        <p:grpSp>
          <p:nvGrpSpPr>
            <p:cNvPr id="82687" name="Group 765"/>
            <p:cNvGrpSpPr/>
            <p:nvPr/>
          </p:nvGrpSpPr>
          <p:grpSpPr bwMode="auto">
            <a:xfrm>
              <a:off x="2595" y="2"/>
              <a:ext cx="6" cy="2045"/>
              <a:chOff x="0" y="0"/>
              <a:chExt cx="6" cy="2045"/>
            </a:xfrm>
          </p:grpSpPr>
          <p:sp>
            <p:nvSpPr>
              <p:cNvPr id="82688" name="未知"/>
              <p:cNvSpPr>
                <a:spLocks noChangeArrowheads="1"/>
              </p:cNvSpPr>
              <p:nvPr/>
            </p:nvSpPr>
            <p:spPr bwMode="auto">
              <a:xfrm>
                <a:off x="0" y="2039"/>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89" name="未知"/>
              <p:cNvSpPr>
                <a:spLocks noChangeArrowheads="1"/>
              </p:cNvSpPr>
              <p:nvPr/>
            </p:nvSpPr>
            <p:spPr bwMode="auto">
              <a:xfrm>
                <a:off x="0" y="2028"/>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0" name="未知"/>
              <p:cNvSpPr>
                <a:spLocks noChangeArrowheads="1"/>
              </p:cNvSpPr>
              <p:nvPr/>
            </p:nvSpPr>
            <p:spPr bwMode="auto">
              <a:xfrm>
                <a:off x="0" y="2016"/>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1" name="未知"/>
              <p:cNvSpPr>
                <a:spLocks noChangeArrowheads="1"/>
              </p:cNvSpPr>
              <p:nvPr/>
            </p:nvSpPr>
            <p:spPr bwMode="auto">
              <a:xfrm>
                <a:off x="0" y="2005"/>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2" name="未知"/>
              <p:cNvSpPr>
                <a:spLocks noChangeArrowheads="1"/>
              </p:cNvSpPr>
              <p:nvPr/>
            </p:nvSpPr>
            <p:spPr bwMode="auto">
              <a:xfrm>
                <a:off x="0" y="1993"/>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3" name="未知"/>
              <p:cNvSpPr>
                <a:spLocks noChangeArrowheads="1"/>
              </p:cNvSpPr>
              <p:nvPr/>
            </p:nvSpPr>
            <p:spPr bwMode="auto">
              <a:xfrm>
                <a:off x="0" y="1982"/>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4" name="未知"/>
              <p:cNvSpPr>
                <a:spLocks noChangeArrowheads="1"/>
              </p:cNvSpPr>
              <p:nvPr/>
            </p:nvSpPr>
            <p:spPr bwMode="auto">
              <a:xfrm>
                <a:off x="0" y="1970"/>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5" name="未知"/>
              <p:cNvSpPr>
                <a:spLocks noChangeArrowheads="1"/>
              </p:cNvSpPr>
              <p:nvPr/>
            </p:nvSpPr>
            <p:spPr bwMode="auto">
              <a:xfrm>
                <a:off x="0" y="1959"/>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6" name="未知"/>
              <p:cNvSpPr>
                <a:spLocks noChangeArrowheads="1"/>
              </p:cNvSpPr>
              <p:nvPr/>
            </p:nvSpPr>
            <p:spPr bwMode="auto">
              <a:xfrm>
                <a:off x="0" y="1947"/>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7" name="未知"/>
              <p:cNvSpPr>
                <a:spLocks noChangeArrowheads="1"/>
              </p:cNvSpPr>
              <p:nvPr/>
            </p:nvSpPr>
            <p:spPr bwMode="auto">
              <a:xfrm>
                <a:off x="0" y="1936"/>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8" name="未知"/>
              <p:cNvSpPr>
                <a:spLocks noChangeArrowheads="1"/>
              </p:cNvSpPr>
              <p:nvPr/>
            </p:nvSpPr>
            <p:spPr bwMode="auto">
              <a:xfrm>
                <a:off x="0" y="1924"/>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699" name="未知"/>
              <p:cNvSpPr>
                <a:spLocks noChangeArrowheads="1"/>
              </p:cNvSpPr>
              <p:nvPr/>
            </p:nvSpPr>
            <p:spPr bwMode="auto">
              <a:xfrm>
                <a:off x="0" y="1913"/>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0" name="未知"/>
              <p:cNvSpPr>
                <a:spLocks noChangeArrowheads="1"/>
              </p:cNvSpPr>
              <p:nvPr/>
            </p:nvSpPr>
            <p:spPr bwMode="auto">
              <a:xfrm>
                <a:off x="0" y="1901"/>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1" name="未知"/>
              <p:cNvSpPr>
                <a:spLocks noChangeArrowheads="1"/>
              </p:cNvSpPr>
              <p:nvPr/>
            </p:nvSpPr>
            <p:spPr bwMode="auto">
              <a:xfrm>
                <a:off x="0" y="1889"/>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2" name="未知"/>
              <p:cNvSpPr>
                <a:spLocks noChangeArrowheads="1"/>
              </p:cNvSpPr>
              <p:nvPr/>
            </p:nvSpPr>
            <p:spPr bwMode="auto">
              <a:xfrm>
                <a:off x="0" y="1878"/>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3" name="未知"/>
              <p:cNvSpPr>
                <a:spLocks noChangeArrowheads="1"/>
              </p:cNvSpPr>
              <p:nvPr/>
            </p:nvSpPr>
            <p:spPr bwMode="auto">
              <a:xfrm>
                <a:off x="0" y="1866"/>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4" name="未知"/>
              <p:cNvSpPr>
                <a:spLocks noChangeArrowheads="1"/>
              </p:cNvSpPr>
              <p:nvPr/>
            </p:nvSpPr>
            <p:spPr bwMode="auto">
              <a:xfrm>
                <a:off x="0" y="185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5" name="未知"/>
              <p:cNvSpPr>
                <a:spLocks noChangeArrowheads="1"/>
              </p:cNvSpPr>
              <p:nvPr/>
            </p:nvSpPr>
            <p:spPr bwMode="auto">
              <a:xfrm>
                <a:off x="0" y="184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6" name="未知"/>
              <p:cNvSpPr>
                <a:spLocks noChangeArrowheads="1"/>
              </p:cNvSpPr>
              <p:nvPr/>
            </p:nvSpPr>
            <p:spPr bwMode="auto">
              <a:xfrm>
                <a:off x="0" y="1832"/>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7" name="未知"/>
              <p:cNvSpPr>
                <a:spLocks noChangeArrowheads="1"/>
              </p:cNvSpPr>
              <p:nvPr/>
            </p:nvSpPr>
            <p:spPr bwMode="auto">
              <a:xfrm>
                <a:off x="0" y="1820"/>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8" name="未知"/>
              <p:cNvSpPr>
                <a:spLocks noChangeArrowheads="1"/>
              </p:cNvSpPr>
              <p:nvPr/>
            </p:nvSpPr>
            <p:spPr bwMode="auto">
              <a:xfrm>
                <a:off x="0" y="1809"/>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09" name="未知"/>
              <p:cNvSpPr>
                <a:spLocks noChangeArrowheads="1"/>
              </p:cNvSpPr>
              <p:nvPr/>
            </p:nvSpPr>
            <p:spPr bwMode="auto">
              <a:xfrm>
                <a:off x="0" y="179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0" name="未知"/>
              <p:cNvSpPr>
                <a:spLocks noChangeArrowheads="1"/>
              </p:cNvSpPr>
              <p:nvPr/>
            </p:nvSpPr>
            <p:spPr bwMode="auto">
              <a:xfrm>
                <a:off x="0" y="178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1" name="未知"/>
              <p:cNvSpPr>
                <a:spLocks noChangeArrowheads="1"/>
              </p:cNvSpPr>
              <p:nvPr/>
            </p:nvSpPr>
            <p:spPr bwMode="auto">
              <a:xfrm>
                <a:off x="0" y="177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2" name="未知"/>
              <p:cNvSpPr>
                <a:spLocks noChangeArrowheads="1"/>
              </p:cNvSpPr>
              <p:nvPr/>
            </p:nvSpPr>
            <p:spPr bwMode="auto">
              <a:xfrm>
                <a:off x="0" y="176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3" name="未知"/>
              <p:cNvSpPr>
                <a:spLocks noChangeArrowheads="1"/>
              </p:cNvSpPr>
              <p:nvPr/>
            </p:nvSpPr>
            <p:spPr bwMode="auto">
              <a:xfrm>
                <a:off x="0" y="1751"/>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4" name="未知"/>
              <p:cNvSpPr>
                <a:spLocks noChangeArrowheads="1"/>
              </p:cNvSpPr>
              <p:nvPr/>
            </p:nvSpPr>
            <p:spPr bwMode="auto">
              <a:xfrm>
                <a:off x="0" y="1740"/>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5" name="未知"/>
              <p:cNvSpPr>
                <a:spLocks noChangeArrowheads="1"/>
              </p:cNvSpPr>
              <p:nvPr/>
            </p:nvSpPr>
            <p:spPr bwMode="auto">
              <a:xfrm>
                <a:off x="0" y="1728"/>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6" name="未知"/>
              <p:cNvSpPr>
                <a:spLocks noChangeArrowheads="1"/>
              </p:cNvSpPr>
              <p:nvPr/>
            </p:nvSpPr>
            <p:spPr bwMode="auto">
              <a:xfrm>
                <a:off x="0" y="1717"/>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7" name="未知"/>
              <p:cNvSpPr>
                <a:spLocks noChangeArrowheads="1"/>
              </p:cNvSpPr>
              <p:nvPr/>
            </p:nvSpPr>
            <p:spPr bwMode="auto">
              <a:xfrm>
                <a:off x="0" y="1705"/>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8" name="未知"/>
              <p:cNvSpPr>
                <a:spLocks noChangeArrowheads="1"/>
              </p:cNvSpPr>
              <p:nvPr/>
            </p:nvSpPr>
            <p:spPr bwMode="auto">
              <a:xfrm>
                <a:off x="0" y="1694"/>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19" name="未知"/>
              <p:cNvSpPr>
                <a:spLocks noChangeArrowheads="1"/>
              </p:cNvSpPr>
              <p:nvPr/>
            </p:nvSpPr>
            <p:spPr bwMode="auto">
              <a:xfrm>
                <a:off x="0" y="1682"/>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0" name="未知"/>
              <p:cNvSpPr>
                <a:spLocks noChangeArrowheads="1"/>
              </p:cNvSpPr>
              <p:nvPr/>
            </p:nvSpPr>
            <p:spPr bwMode="auto">
              <a:xfrm>
                <a:off x="0" y="1671"/>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1" name="未知"/>
              <p:cNvSpPr>
                <a:spLocks noChangeArrowheads="1"/>
              </p:cNvSpPr>
              <p:nvPr/>
            </p:nvSpPr>
            <p:spPr bwMode="auto">
              <a:xfrm>
                <a:off x="0" y="1659"/>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2" name="未知"/>
              <p:cNvSpPr>
                <a:spLocks noChangeArrowheads="1"/>
              </p:cNvSpPr>
              <p:nvPr/>
            </p:nvSpPr>
            <p:spPr bwMode="auto">
              <a:xfrm>
                <a:off x="0" y="1648"/>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3" name="未知"/>
              <p:cNvSpPr>
                <a:spLocks noChangeArrowheads="1"/>
              </p:cNvSpPr>
              <p:nvPr/>
            </p:nvSpPr>
            <p:spPr bwMode="auto">
              <a:xfrm>
                <a:off x="0" y="1636"/>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4" name="未知"/>
              <p:cNvSpPr>
                <a:spLocks noChangeArrowheads="1"/>
              </p:cNvSpPr>
              <p:nvPr/>
            </p:nvSpPr>
            <p:spPr bwMode="auto">
              <a:xfrm>
                <a:off x="0" y="1625"/>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5" name="未知"/>
              <p:cNvSpPr>
                <a:spLocks noChangeArrowheads="1"/>
              </p:cNvSpPr>
              <p:nvPr/>
            </p:nvSpPr>
            <p:spPr bwMode="auto">
              <a:xfrm>
                <a:off x="0" y="1613"/>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6" name="未知"/>
              <p:cNvSpPr>
                <a:spLocks noChangeArrowheads="1"/>
              </p:cNvSpPr>
              <p:nvPr/>
            </p:nvSpPr>
            <p:spPr bwMode="auto">
              <a:xfrm>
                <a:off x="0" y="1601"/>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7" name="未知"/>
              <p:cNvSpPr>
                <a:spLocks noChangeArrowheads="1"/>
              </p:cNvSpPr>
              <p:nvPr/>
            </p:nvSpPr>
            <p:spPr bwMode="auto">
              <a:xfrm>
                <a:off x="0" y="1590"/>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8" name="未知"/>
              <p:cNvSpPr>
                <a:spLocks noChangeArrowheads="1"/>
              </p:cNvSpPr>
              <p:nvPr/>
            </p:nvSpPr>
            <p:spPr bwMode="auto">
              <a:xfrm>
                <a:off x="0" y="1578"/>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29" name="未知"/>
              <p:cNvSpPr>
                <a:spLocks noChangeArrowheads="1"/>
              </p:cNvSpPr>
              <p:nvPr/>
            </p:nvSpPr>
            <p:spPr bwMode="auto">
              <a:xfrm>
                <a:off x="0" y="1567"/>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0" name="未知"/>
              <p:cNvSpPr>
                <a:spLocks noChangeArrowheads="1"/>
              </p:cNvSpPr>
              <p:nvPr/>
            </p:nvSpPr>
            <p:spPr bwMode="auto">
              <a:xfrm>
                <a:off x="0" y="155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1" name="未知"/>
              <p:cNvSpPr>
                <a:spLocks noChangeArrowheads="1"/>
              </p:cNvSpPr>
              <p:nvPr/>
            </p:nvSpPr>
            <p:spPr bwMode="auto">
              <a:xfrm>
                <a:off x="0" y="154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2" name="未知"/>
              <p:cNvSpPr>
                <a:spLocks noChangeArrowheads="1"/>
              </p:cNvSpPr>
              <p:nvPr/>
            </p:nvSpPr>
            <p:spPr bwMode="auto">
              <a:xfrm>
                <a:off x="0" y="1532"/>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3" name="未知"/>
              <p:cNvSpPr>
                <a:spLocks noChangeArrowheads="1"/>
              </p:cNvSpPr>
              <p:nvPr/>
            </p:nvSpPr>
            <p:spPr bwMode="auto">
              <a:xfrm>
                <a:off x="0" y="1521"/>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4" name="未知"/>
              <p:cNvSpPr>
                <a:spLocks noChangeArrowheads="1"/>
              </p:cNvSpPr>
              <p:nvPr/>
            </p:nvSpPr>
            <p:spPr bwMode="auto">
              <a:xfrm>
                <a:off x="0" y="1509"/>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5" name="未知"/>
              <p:cNvSpPr>
                <a:spLocks noChangeArrowheads="1"/>
              </p:cNvSpPr>
              <p:nvPr/>
            </p:nvSpPr>
            <p:spPr bwMode="auto">
              <a:xfrm>
                <a:off x="0" y="1498"/>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6" name="未知"/>
              <p:cNvSpPr>
                <a:spLocks noChangeArrowheads="1"/>
              </p:cNvSpPr>
              <p:nvPr/>
            </p:nvSpPr>
            <p:spPr bwMode="auto">
              <a:xfrm>
                <a:off x="0" y="148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7" name="未知"/>
              <p:cNvSpPr>
                <a:spLocks noChangeArrowheads="1"/>
              </p:cNvSpPr>
              <p:nvPr/>
            </p:nvSpPr>
            <p:spPr bwMode="auto">
              <a:xfrm>
                <a:off x="0" y="147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8" name="未知"/>
              <p:cNvSpPr>
                <a:spLocks noChangeArrowheads="1"/>
              </p:cNvSpPr>
              <p:nvPr/>
            </p:nvSpPr>
            <p:spPr bwMode="auto">
              <a:xfrm>
                <a:off x="0" y="146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39" name="未知"/>
              <p:cNvSpPr>
                <a:spLocks noChangeArrowheads="1"/>
              </p:cNvSpPr>
              <p:nvPr/>
            </p:nvSpPr>
            <p:spPr bwMode="auto">
              <a:xfrm>
                <a:off x="0" y="1452"/>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0" name="未知"/>
              <p:cNvSpPr>
                <a:spLocks noChangeArrowheads="1"/>
              </p:cNvSpPr>
              <p:nvPr/>
            </p:nvSpPr>
            <p:spPr bwMode="auto">
              <a:xfrm>
                <a:off x="0" y="1440"/>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1" name="未知"/>
              <p:cNvSpPr>
                <a:spLocks noChangeArrowheads="1"/>
              </p:cNvSpPr>
              <p:nvPr/>
            </p:nvSpPr>
            <p:spPr bwMode="auto">
              <a:xfrm>
                <a:off x="0" y="1429"/>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2" name="未知"/>
              <p:cNvSpPr>
                <a:spLocks noChangeArrowheads="1"/>
              </p:cNvSpPr>
              <p:nvPr/>
            </p:nvSpPr>
            <p:spPr bwMode="auto">
              <a:xfrm>
                <a:off x="0" y="1417"/>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3" name="未知"/>
              <p:cNvSpPr>
                <a:spLocks noChangeArrowheads="1"/>
              </p:cNvSpPr>
              <p:nvPr/>
            </p:nvSpPr>
            <p:spPr bwMode="auto">
              <a:xfrm>
                <a:off x="0" y="1406"/>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4" name="未知"/>
              <p:cNvSpPr>
                <a:spLocks noChangeArrowheads="1"/>
              </p:cNvSpPr>
              <p:nvPr/>
            </p:nvSpPr>
            <p:spPr bwMode="auto">
              <a:xfrm>
                <a:off x="0" y="1394"/>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5" name="未知"/>
              <p:cNvSpPr>
                <a:spLocks noChangeArrowheads="1"/>
              </p:cNvSpPr>
              <p:nvPr/>
            </p:nvSpPr>
            <p:spPr bwMode="auto">
              <a:xfrm>
                <a:off x="0" y="1383"/>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6" name="未知"/>
              <p:cNvSpPr>
                <a:spLocks noChangeArrowheads="1"/>
              </p:cNvSpPr>
              <p:nvPr/>
            </p:nvSpPr>
            <p:spPr bwMode="auto">
              <a:xfrm>
                <a:off x="0" y="1371"/>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7" name="未知"/>
              <p:cNvSpPr>
                <a:spLocks noChangeArrowheads="1"/>
              </p:cNvSpPr>
              <p:nvPr/>
            </p:nvSpPr>
            <p:spPr bwMode="auto">
              <a:xfrm>
                <a:off x="0" y="1360"/>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8" name="未知"/>
              <p:cNvSpPr>
                <a:spLocks noChangeArrowheads="1"/>
              </p:cNvSpPr>
              <p:nvPr/>
            </p:nvSpPr>
            <p:spPr bwMode="auto">
              <a:xfrm>
                <a:off x="0" y="1348"/>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49" name="未知"/>
              <p:cNvSpPr>
                <a:spLocks noChangeArrowheads="1"/>
              </p:cNvSpPr>
              <p:nvPr/>
            </p:nvSpPr>
            <p:spPr bwMode="auto">
              <a:xfrm>
                <a:off x="0" y="1337"/>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0" name="未知"/>
              <p:cNvSpPr>
                <a:spLocks noChangeArrowheads="1"/>
              </p:cNvSpPr>
              <p:nvPr/>
            </p:nvSpPr>
            <p:spPr bwMode="auto">
              <a:xfrm>
                <a:off x="0" y="1325"/>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1" name="未知"/>
              <p:cNvSpPr>
                <a:spLocks noChangeArrowheads="1"/>
              </p:cNvSpPr>
              <p:nvPr/>
            </p:nvSpPr>
            <p:spPr bwMode="auto">
              <a:xfrm>
                <a:off x="0" y="1314"/>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2" name="未知"/>
              <p:cNvSpPr>
                <a:spLocks noChangeArrowheads="1"/>
              </p:cNvSpPr>
              <p:nvPr/>
            </p:nvSpPr>
            <p:spPr bwMode="auto">
              <a:xfrm>
                <a:off x="0" y="1302"/>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3" name="未知"/>
              <p:cNvSpPr>
                <a:spLocks noChangeArrowheads="1"/>
              </p:cNvSpPr>
              <p:nvPr/>
            </p:nvSpPr>
            <p:spPr bwMode="auto">
              <a:xfrm>
                <a:off x="0" y="1290"/>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4" name="未知"/>
              <p:cNvSpPr>
                <a:spLocks noChangeArrowheads="1"/>
              </p:cNvSpPr>
              <p:nvPr/>
            </p:nvSpPr>
            <p:spPr bwMode="auto">
              <a:xfrm>
                <a:off x="0" y="1279"/>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5" name="未知"/>
              <p:cNvSpPr>
                <a:spLocks noChangeArrowheads="1"/>
              </p:cNvSpPr>
              <p:nvPr/>
            </p:nvSpPr>
            <p:spPr bwMode="auto">
              <a:xfrm>
                <a:off x="0" y="1267"/>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6" name="未知"/>
              <p:cNvSpPr>
                <a:spLocks noChangeArrowheads="1"/>
              </p:cNvSpPr>
              <p:nvPr/>
            </p:nvSpPr>
            <p:spPr bwMode="auto">
              <a:xfrm>
                <a:off x="0" y="125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7" name="未知"/>
              <p:cNvSpPr>
                <a:spLocks noChangeArrowheads="1"/>
              </p:cNvSpPr>
              <p:nvPr/>
            </p:nvSpPr>
            <p:spPr bwMode="auto">
              <a:xfrm>
                <a:off x="0" y="124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8" name="未知"/>
              <p:cNvSpPr>
                <a:spLocks noChangeArrowheads="1"/>
              </p:cNvSpPr>
              <p:nvPr/>
            </p:nvSpPr>
            <p:spPr bwMode="auto">
              <a:xfrm>
                <a:off x="0" y="123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59" name="未知"/>
              <p:cNvSpPr>
                <a:spLocks noChangeArrowheads="1"/>
              </p:cNvSpPr>
              <p:nvPr/>
            </p:nvSpPr>
            <p:spPr bwMode="auto">
              <a:xfrm>
                <a:off x="0" y="1221"/>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0" name="未知"/>
              <p:cNvSpPr>
                <a:spLocks noChangeArrowheads="1"/>
              </p:cNvSpPr>
              <p:nvPr/>
            </p:nvSpPr>
            <p:spPr bwMode="auto">
              <a:xfrm>
                <a:off x="0" y="1210"/>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1" name="未知"/>
              <p:cNvSpPr>
                <a:spLocks noChangeArrowheads="1"/>
              </p:cNvSpPr>
              <p:nvPr/>
            </p:nvSpPr>
            <p:spPr bwMode="auto">
              <a:xfrm>
                <a:off x="0" y="1198"/>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2" name="未知"/>
              <p:cNvSpPr>
                <a:spLocks noChangeArrowheads="1"/>
              </p:cNvSpPr>
              <p:nvPr/>
            </p:nvSpPr>
            <p:spPr bwMode="auto">
              <a:xfrm>
                <a:off x="0" y="118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3" name="未知"/>
              <p:cNvSpPr>
                <a:spLocks noChangeArrowheads="1"/>
              </p:cNvSpPr>
              <p:nvPr/>
            </p:nvSpPr>
            <p:spPr bwMode="auto">
              <a:xfrm>
                <a:off x="0" y="117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4" name="未知"/>
              <p:cNvSpPr>
                <a:spLocks noChangeArrowheads="1"/>
              </p:cNvSpPr>
              <p:nvPr/>
            </p:nvSpPr>
            <p:spPr bwMode="auto">
              <a:xfrm>
                <a:off x="0" y="116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5" name="未知"/>
              <p:cNvSpPr>
                <a:spLocks noChangeArrowheads="1"/>
              </p:cNvSpPr>
              <p:nvPr/>
            </p:nvSpPr>
            <p:spPr bwMode="auto">
              <a:xfrm>
                <a:off x="0" y="1152"/>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6" name="未知"/>
              <p:cNvSpPr>
                <a:spLocks noChangeArrowheads="1"/>
              </p:cNvSpPr>
              <p:nvPr/>
            </p:nvSpPr>
            <p:spPr bwMode="auto">
              <a:xfrm>
                <a:off x="0" y="1141"/>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7" name="未知"/>
              <p:cNvSpPr>
                <a:spLocks noChangeArrowheads="1"/>
              </p:cNvSpPr>
              <p:nvPr/>
            </p:nvSpPr>
            <p:spPr bwMode="auto">
              <a:xfrm>
                <a:off x="0" y="1129"/>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8" name="未知"/>
              <p:cNvSpPr>
                <a:spLocks noChangeArrowheads="1"/>
              </p:cNvSpPr>
              <p:nvPr/>
            </p:nvSpPr>
            <p:spPr bwMode="auto">
              <a:xfrm>
                <a:off x="0" y="1118"/>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69" name="未知"/>
              <p:cNvSpPr>
                <a:spLocks noChangeArrowheads="1"/>
              </p:cNvSpPr>
              <p:nvPr/>
            </p:nvSpPr>
            <p:spPr bwMode="auto">
              <a:xfrm>
                <a:off x="0" y="1106"/>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0" name="未知"/>
              <p:cNvSpPr>
                <a:spLocks noChangeArrowheads="1"/>
              </p:cNvSpPr>
              <p:nvPr/>
            </p:nvSpPr>
            <p:spPr bwMode="auto">
              <a:xfrm>
                <a:off x="0" y="1095"/>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1" name="未知"/>
              <p:cNvSpPr>
                <a:spLocks noChangeArrowheads="1"/>
              </p:cNvSpPr>
              <p:nvPr/>
            </p:nvSpPr>
            <p:spPr bwMode="auto">
              <a:xfrm>
                <a:off x="0" y="1083"/>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2" name="未知"/>
              <p:cNvSpPr>
                <a:spLocks noChangeArrowheads="1"/>
              </p:cNvSpPr>
              <p:nvPr/>
            </p:nvSpPr>
            <p:spPr bwMode="auto">
              <a:xfrm>
                <a:off x="0" y="1072"/>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3" name="未知"/>
              <p:cNvSpPr>
                <a:spLocks noChangeArrowheads="1"/>
              </p:cNvSpPr>
              <p:nvPr/>
            </p:nvSpPr>
            <p:spPr bwMode="auto">
              <a:xfrm>
                <a:off x="0" y="1060"/>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4" name="未知"/>
              <p:cNvSpPr>
                <a:spLocks noChangeArrowheads="1"/>
              </p:cNvSpPr>
              <p:nvPr/>
            </p:nvSpPr>
            <p:spPr bwMode="auto">
              <a:xfrm>
                <a:off x="0" y="1049"/>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5" name="未知"/>
              <p:cNvSpPr>
                <a:spLocks noChangeArrowheads="1"/>
              </p:cNvSpPr>
              <p:nvPr/>
            </p:nvSpPr>
            <p:spPr bwMode="auto">
              <a:xfrm>
                <a:off x="0" y="1037"/>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6" name="未知"/>
              <p:cNvSpPr>
                <a:spLocks noChangeArrowheads="1"/>
              </p:cNvSpPr>
              <p:nvPr/>
            </p:nvSpPr>
            <p:spPr bwMode="auto">
              <a:xfrm>
                <a:off x="0" y="1026"/>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7" name="未知"/>
              <p:cNvSpPr>
                <a:spLocks noChangeArrowheads="1"/>
              </p:cNvSpPr>
              <p:nvPr/>
            </p:nvSpPr>
            <p:spPr bwMode="auto">
              <a:xfrm>
                <a:off x="0" y="1014"/>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8" name="未知"/>
              <p:cNvSpPr>
                <a:spLocks noChangeArrowheads="1"/>
              </p:cNvSpPr>
              <p:nvPr/>
            </p:nvSpPr>
            <p:spPr bwMode="auto">
              <a:xfrm>
                <a:off x="0" y="1002"/>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79" name="未知"/>
              <p:cNvSpPr>
                <a:spLocks noChangeArrowheads="1"/>
              </p:cNvSpPr>
              <p:nvPr/>
            </p:nvSpPr>
            <p:spPr bwMode="auto">
              <a:xfrm>
                <a:off x="0" y="991"/>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0" name="未知"/>
              <p:cNvSpPr>
                <a:spLocks noChangeArrowheads="1"/>
              </p:cNvSpPr>
              <p:nvPr/>
            </p:nvSpPr>
            <p:spPr bwMode="auto">
              <a:xfrm>
                <a:off x="0" y="979"/>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1" name="未知"/>
              <p:cNvSpPr>
                <a:spLocks noChangeArrowheads="1"/>
              </p:cNvSpPr>
              <p:nvPr/>
            </p:nvSpPr>
            <p:spPr bwMode="auto">
              <a:xfrm>
                <a:off x="0" y="968"/>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2" name="未知"/>
              <p:cNvSpPr>
                <a:spLocks noChangeArrowheads="1"/>
              </p:cNvSpPr>
              <p:nvPr/>
            </p:nvSpPr>
            <p:spPr bwMode="auto">
              <a:xfrm>
                <a:off x="0" y="95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3" name="未知"/>
              <p:cNvSpPr>
                <a:spLocks noChangeArrowheads="1"/>
              </p:cNvSpPr>
              <p:nvPr/>
            </p:nvSpPr>
            <p:spPr bwMode="auto">
              <a:xfrm>
                <a:off x="0" y="94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4" name="未知"/>
              <p:cNvSpPr>
                <a:spLocks noChangeArrowheads="1"/>
              </p:cNvSpPr>
              <p:nvPr/>
            </p:nvSpPr>
            <p:spPr bwMode="auto">
              <a:xfrm>
                <a:off x="0" y="93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5" name="未知"/>
              <p:cNvSpPr>
                <a:spLocks noChangeArrowheads="1"/>
              </p:cNvSpPr>
              <p:nvPr/>
            </p:nvSpPr>
            <p:spPr bwMode="auto">
              <a:xfrm>
                <a:off x="0" y="922"/>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6" name="未知"/>
              <p:cNvSpPr>
                <a:spLocks noChangeArrowheads="1"/>
              </p:cNvSpPr>
              <p:nvPr/>
            </p:nvSpPr>
            <p:spPr bwMode="auto">
              <a:xfrm>
                <a:off x="0" y="910"/>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7" name="未知"/>
              <p:cNvSpPr>
                <a:spLocks noChangeArrowheads="1"/>
              </p:cNvSpPr>
              <p:nvPr/>
            </p:nvSpPr>
            <p:spPr bwMode="auto">
              <a:xfrm>
                <a:off x="0" y="899"/>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8" name="未知"/>
              <p:cNvSpPr>
                <a:spLocks noChangeArrowheads="1"/>
              </p:cNvSpPr>
              <p:nvPr/>
            </p:nvSpPr>
            <p:spPr bwMode="auto">
              <a:xfrm>
                <a:off x="0" y="88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89" name="未知"/>
              <p:cNvSpPr>
                <a:spLocks noChangeArrowheads="1"/>
              </p:cNvSpPr>
              <p:nvPr/>
            </p:nvSpPr>
            <p:spPr bwMode="auto">
              <a:xfrm>
                <a:off x="0" y="87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0" name="未知"/>
              <p:cNvSpPr>
                <a:spLocks noChangeArrowheads="1"/>
              </p:cNvSpPr>
              <p:nvPr/>
            </p:nvSpPr>
            <p:spPr bwMode="auto">
              <a:xfrm>
                <a:off x="0" y="86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1" name="未知"/>
              <p:cNvSpPr>
                <a:spLocks noChangeArrowheads="1"/>
              </p:cNvSpPr>
              <p:nvPr/>
            </p:nvSpPr>
            <p:spPr bwMode="auto">
              <a:xfrm>
                <a:off x="0" y="853"/>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2" name="未知"/>
              <p:cNvSpPr>
                <a:spLocks noChangeArrowheads="1"/>
              </p:cNvSpPr>
              <p:nvPr/>
            </p:nvSpPr>
            <p:spPr bwMode="auto">
              <a:xfrm>
                <a:off x="0" y="841"/>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3" name="未知"/>
              <p:cNvSpPr>
                <a:spLocks noChangeArrowheads="1"/>
              </p:cNvSpPr>
              <p:nvPr/>
            </p:nvSpPr>
            <p:spPr bwMode="auto">
              <a:xfrm>
                <a:off x="0" y="830"/>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4" name="未知"/>
              <p:cNvSpPr>
                <a:spLocks noChangeArrowheads="1"/>
              </p:cNvSpPr>
              <p:nvPr/>
            </p:nvSpPr>
            <p:spPr bwMode="auto">
              <a:xfrm>
                <a:off x="0" y="818"/>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5" name="未知"/>
              <p:cNvSpPr>
                <a:spLocks noChangeArrowheads="1"/>
              </p:cNvSpPr>
              <p:nvPr/>
            </p:nvSpPr>
            <p:spPr bwMode="auto">
              <a:xfrm>
                <a:off x="0" y="807"/>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6" name="未知"/>
              <p:cNvSpPr>
                <a:spLocks noChangeArrowheads="1"/>
              </p:cNvSpPr>
              <p:nvPr/>
            </p:nvSpPr>
            <p:spPr bwMode="auto">
              <a:xfrm>
                <a:off x="0" y="795"/>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7" name="未知"/>
              <p:cNvSpPr>
                <a:spLocks noChangeArrowheads="1"/>
              </p:cNvSpPr>
              <p:nvPr/>
            </p:nvSpPr>
            <p:spPr bwMode="auto">
              <a:xfrm>
                <a:off x="0" y="784"/>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8" name="未知"/>
              <p:cNvSpPr>
                <a:spLocks noChangeArrowheads="1"/>
              </p:cNvSpPr>
              <p:nvPr/>
            </p:nvSpPr>
            <p:spPr bwMode="auto">
              <a:xfrm>
                <a:off x="0" y="772"/>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799" name="未知"/>
              <p:cNvSpPr>
                <a:spLocks noChangeArrowheads="1"/>
              </p:cNvSpPr>
              <p:nvPr/>
            </p:nvSpPr>
            <p:spPr bwMode="auto">
              <a:xfrm>
                <a:off x="0" y="761"/>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0" name="未知"/>
              <p:cNvSpPr>
                <a:spLocks noChangeArrowheads="1"/>
              </p:cNvSpPr>
              <p:nvPr/>
            </p:nvSpPr>
            <p:spPr bwMode="auto">
              <a:xfrm>
                <a:off x="0" y="749"/>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1" name="未知"/>
              <p:cNvSpPr>
                <a:spLocks noChangeArrowheads="1"/>
              </p:cNvSpPr>
              <p:nvPr/>
            </p:nvSpPr>
            <p:spPr bwMode="auto">
              <a:xfrm>
                <a:off x="0" y="738"/>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2" name="未知"/>
              <p:cNvSpPr>
                <a:spLocks noChangeArrowheads="1"/>
              </p:cNvSpPr>
              <p:nvPr/>
            </p:nvSpPr>
            <p:spPr bwMode="auto">
              <a:xfrm>
                <a:off x="0" y="726"/>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3" name="未知"/>
              <p:cNvSpPr>
                <a:spLocks noChangeArrowheads="1"/>
              </p:cNvSpPr>
              <p:nvPr/>
            </p:nvSpPr>
            <p:spPr bwMode="auto">
              <a:xfrm>
                <a:off x="0" y="715"/>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4" name="未知"/>
              <p:cNvSpPr>
                <a:spLocks noChangeArrowheads="1"/>
              </p:cNvSpPr>
              <p:nvPr/>
            </p:nvSpPr>
            <p:spPr bwMode="auto">
              <a:xfrm>
                <a:off x="0" y="703"/>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5" name="未知"/>
              <p:cNvSpPr>
                <a:spLocks noChangeArrowheads="1"/>
              </p:cNvSpPr>
              <p:nvPr/>
            </p:nvSpPr>
            <p:spPr bwMode="auto">
              <a:xfrm>
                <a:off x="0" y="691"/>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6" name="未知"/>
              <p:cNvSpPr>
                <a:spLocks noChangeArrowheads="1"/>
              </p:cNvSpPr>
              <p:nvPr/>
            </p:nvSpPr>
            <p:spPr bwMode="auto">
              <a:xfrm>
                <a:off x="0" y="680"/>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7" name="未知"/>
              <p:cNvSpPr>
                <a:spLocks noChangeArrowheads="1"/>
              </p:cNvSpPr>
              <p:nvPr/>
            </p:nvSpPr>
            <p:spPr bwMode="auto">
              <a:xfrm>
                <a:off x="0" y="668"/>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8" name="未知"/>
              <p:cNvSpPr>
                <a:spLocks noChangeArrowheads="1"/>
              </p:cNvSpPr>
              <p:nvPr/>
            </p:nvSpPr>
            <p:spPr bwMode="auto">
              <a:xfrm>
                <a:off x="0" y="65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09" name="未知"/>
              <p:cNvSpPr>
                <a:spLocks noChangeArrowheads="1"/>
              </p:cNvSpPr>
              <p:nvPr/>
            </p:nvSpPr>
            <p:spPr bwMode="auto">
              <a:xfrm>
                <a:off x="0" y="64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0" name="未知"/>
              <p:cNvSpPr>
                <a:spLocks noChangeArrowheads="1"/>
              </p:cNvSpPr>
              <p:nvPr/>
            </p:nvSpPr>
            <p:spPr bwMode="auto">
              <a:xfrm>
                <a:off x="0" y="63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1" name="未知"/>
              <p:cNvSpPr>
                <a:spLocks noChangeArrowheads="1"/>
              </p:cNvSpPr>
              <p:nvPr/>
            </p:nvSpPr>
            <p:spPr bwMode="auto">
              <a:xfrm>
                <a:off x="0" y="622"/>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2" name="未知"/>
              <p:cNvSpPr>
                <a:spLocks noChangeArrowheads="1"/>
              </p:cNvSpPr>
              <p:nvPr/>
            </p:nvSpPr>
            <p:spPr bwMode="auto">
              <a:xfrm>
                <a:off x="0" y="611"/>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3" name="未知"/>
              <p:cNvSpPr>
                <a:spLocks noChangeArrowheads="1"/>
              </p:cNvSpPr>
              <p:nvPr/>
            </p:nvSpPr>
            <p:spPr bwMode="auto">
              <a:xfrm>
                <a:off x="0" y="599"/>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4" name="未知"/>
              <p:cNvSpPr>
                <a:spLocks noChangeArrowheads="1"/>
              </p:cNvSpPr>
              <p:nvPr/>
            </p:nvSpPr>
            <p:spPr bwMode="auto">
              <a:xfrm>
                <a:off x="0" y="588"/>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5" name="未知"/>
              <p:cNvSpPr>
                <a:spLocks noChangeArrowheads="1"/>
              </p:cNvSpPr>
              <p:nvPr/>
            </p:nvSpPr>
            <p:spPr bwMode="auto">
              <a:xfrm>
                <a:off x="0" y="57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6" name="未知"/>
              <p:cNvSpPr>
                <a:spLocks noChangeArrowheads="1"/>
              </p:cNvSpPr>
              <p:nvPr/>
            </p:nvSpPr>
            <p:spPr bwMode="auto">
              <a:xfrm>
                <a:off x="0" y="56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7" name="未知"/>
              <p:cNvSpPr>
                <a:spLocks noChangeArrowheads="1"/>
              </p:cNvSpPr>
              <p:nvPr/>
            </p:nvSpPr>
            <p:spPr bwMode="auto">
              <a:xfrm>
                <a:off x="0" y="553"/>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8" name="未知"/>
              <p:cNvSpPr>
                <a:spLocks noChangeArrowheads="1"/>
              </p:cNvSpPr>
              <p:nvPr/>
            </p:nvSpPr>
            <p:spPr bwMode="auto">
              <a:xfrm>
                <a:off x="0" y="542"/>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19" name="未知"/>
              <p:cNvSpPr>
                <a:spLocks noChangeArrowheads="1"/>
              </p:cNvSpPr>
              <p:nvPr/>
            </p:nvSpPr>
            <p:spPr bwMode="auto">
              <a:xfrm>
                <a:off x="0" y="530"/>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0" name="未知"/>
              <p:cNvSpPr>
                <a:spLocks noChangeArrowheads="1"/>
              </p:cNvSpPr>
              <p:nvPr/>
            </p:nvSpPr>
            <p:spPr bwMode="auto">
              <a:xfrm>
                <a:off x="0" y="519"/>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1" name="未知"/>
              <p:cNvSpPr>
                <a:spLocks noChangeArrowheads="1"/>
              </p:cNvSpPr>
              <p:nvPr/>
            </p:nvSpPr>
            <p:spPr bwMode="auto">
              <a:xfrm>
                <a:off x="0" y="507"/>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2" name="未知"/>
              <p:cNvSpPr>
                <a:spLocks noChangeArrowheads="1"/>
              </p:cNvSpPr>
              <p:nvPr/>
            </p:nvSpPr>
            <p:spPr bwMode="auto">
              <a:xfrm>
                <a:off x="0" y="496"/>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3" name="未知"/>
              <p:cNvSpPr>
                <a:spLocks noChangeArrowheads="1"/>
              </p:cNvSpPr>
              <p:nvPr/>
            </p:nvSpPr>
            <p:spPr bwMode="auto">
              <a:xfrm>
                <a:off x="0" y="484"/>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4" name="未知"/>
              <p:cNvSpPr>
                <a:spLocks noChangeArrowheads="1"/>
              </p:cNvSpPr>
              <p:nvPr/>
            </p:nvSpPr>
            <p:spPr bwMode="auto">
              <a:xfrm>
                <a:off x="0" y="473"/>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5" name="未知"/>
              <p:cNvSpPr>
                <a:spLocks noChangeArrowheads="1"/>
              </p:cNvSpPr>
              <p:nvPr/>
            </p:nvSpPr>
            <p:spPr bwMode="auto">
              <a:xfrm>
                <a:off x="0" y="461"/>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6" name="未知"/>
              <p:cNvSpPr>
                <a:spLocks noChangeArrowheads="1"/>
              </p:cNvSpPr>
              <p:nvPr/>
            </p:nvSpPr>
            <p:spPr bwMode="auto">
              <a:xfrm>
                <a:off x="0" y="450"/>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7" name="未知"/>
              <p:cNvSpPr>
                <a:spLocks noChangeArrowheads="1"/>
              </p:cNvSpPr>
              <p:nvPr/>
            </p:nvSpPr>
            <p:spPr bwMode="auto">
              <a:xfrm>
                <a:off x="0" y="438"/>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8" name="未知"/>
              <p:cNvSpPr>
                <a:spLocks noChangeArrowheads="1"/>
              </p:cNvSpPr>
              <p:nvPr/>
            </p:nvSpPr>
            <p:spPr bwMode="auto">
              <a:xfrm>
                <a:off x="0" y="427"/>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29" name="未知"/>
              <p:cNvSpPr>
                <a:spLocks noChangeArrowheads="1"/>
              </p:cNvSpPr>
              <p:nvPr/>
            </p:nvSpPr>
            <p:spPr bwMode="auto">
              <a:xfrm>
                <a:off x="0" y="415"/>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0" name="未知"/>
              <p:cNvSpPr>
                <a:spLocks noChangeArrowheads="1"/>
              </p:cNvSpPr>
              <p:nvPr/>
            </p:nvSpPr>
            <p:spPr bwMode="auto">
              <a:xfrm>
                <a:off x="0" y="403"/>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1" name="未知"/>
              <p:cNvSpPr>
                <a:spLocks noChangeArrowheads="1"/>
              </p:cNvSpPr>
              <p:nvPr/>
            </p:nvSpPr>
            <p:spPr bwMode="auto">
              <a:xfrm>
                <a:off x="0" y="392"/>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2" name="未知"/>
              <p:cNvSpPr>
                <a:spLocks noChangeArrowheads="1"/>
              </p:cNvSpPr>
              <p:nvPr/>
            </p:nvSpPr>
            <p:spPr bwMode="auto">
              <a:xfrm>
                <a:off x="0" y="380"/>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3" name="未知"/>
              <p:cNvSpPr>
                <a:spLocks noChangeArrowheads="1"/>
              </p:cNvSpPr>
              <p:nvPr/>
            </p:nvSpPr>
            <p:spPr bwMode="auto">
              <a:xfrm>
                <a:off x="0" y="369"/>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4" name="未知"/>
              <p:cNvSpPr>
                <a:spLocks noChangeArrowheads="1"/>
              </p:cNvSpPr>
              <p:nvPr/>
            </p:nvSpPr>
            <p:spPr bwMode="auto">
              <a:xfrm>
                <a:off x="0" y="35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5" name="未知"/>
              <p:cNvSpPr>
                <a:spLocks noChangeArrowheads="1"/>
              </p:cNvSpPr>
              <p:nvPr/>
            </p:nvSpPr>
            <p:spPr bwMode="auto">
              <a:xfrm>
                <a:off x="0" y="34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6" name="未知"/>
              <p:cNvSpPr>
                <a:spLocks noChangeArrowheads="1"/>
              </p:cNvSpPr>
              <p:nvPr/>
            </p:nvSpPr>
            <p:spPr bwMode="auto">
              <a:xfrm>
                <a:off x="0" y="334"/>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7" name="未知"/>
              <p:cNvSpPr>
                <a:spLocks noChangeArrowheads="1"/>
              </p:cNvSpPr>
              <p:nvPr/>
            </p:nvSpPr>
            <p:spPr bwMode="auto">
              <a:xfrm>
                <a:off x="0" y="32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8" name="未知"/>
              <p:cNvSpPr>
                <a:spLocks noChangeArrowheads="1"/>
              </p:cNvSpPr>
              <p:nvPr/>
            </p:nvSpPr>
            <p:spPr bwMode="auto">
              <a:xfrm>
                <a:off x="0" y="311"/>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39" name="未知"/>
              <p:cNvSpPr>
                <a:spLocks noChangeArrowheads="1"/>
              </p:cNvSpPr>
              <p:nvPr/>
            </p:nvSpPr>
            <p:spPr bwMode="auto">
              <a:xfrm>
                <a:off x="0" y="300"/>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0" name="未知"/>
              <p:cNvSpPr>
                <a:spLocks noChangeArrowheads="1"/>
              </p:cNvSpPr>
              <p:nvPr/>
            </p:nvSpPr>
            <p:spPr bwMode="auto">
              <a:xfrm>
                <a:off x="0" y="288"/>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1" name="未知"/>
              <p:cNvSpPr>
                <a:spLocks noChangeArrowheads="1"/>
              </p:cNvSpPr>
              <p:nvPr/>
            </p:nvSpPr>
            <p:spPr bwMode="auto">
              <a:xfrm>
                <a:off x="0" y="277"/>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2" name="未知"/>
              <p:cNvSpPr>
                <a:spLocks noChangeArrowheads="1"/>
              </p:cNvSpPr>
              <p:nvPr/>
            </p:nvSpPr>
            <p:spPr bwMode="auto">
              <a:xfrm>
                <a:off x="0" y="26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1 h 11"/>
                  <a:gd name="T18" fmla="*/ 9 w 11"/>
                  <a:gd name="T19" fmla="*/ 0 h 11"/>
                  <a:gd name="T20" fmla="*/ 7 w 11"/>
                  <a:gd name="T21" fmla="*/ 0 h 11"/>
                  <a:gd name="T22" fmla="*/ 5 w 11"/>
                  <a:gd name="T23" fmla="*/ 0 h 11"/>
                  <a:gd name="T24" fmla="*/ 3 w 11"/>
                  <a:gd name="T25" fmla="*/ 0 h 11"/>
                  <a:gd name="T26" fmla="*/ 1 w 11"/>
                  <a:gd name="T27" fmla="*/ 1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1"/>
                    </a:lnTo>
                    <a:lnTo>
                      <a:pt x="9" y="0"/>
                    </a:lnTo>
                    <a:lnTo>
                      <a:pt x="7" y="0"/>
                    </a:lnTo>
                    <a:lnTo>
                      <a:pt x="5" y="0"/>
                    </a:lnTo>
                    <a:lnTo>
                      <a:pt x="3" y="0"/>
                    </a:lnTo>
                    <a:lnTo>
                      <a:pt x="1" y="1"/>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3" name="未知"/>
              <p:cNvSpPr>
                <a:spLocks noChangeArrowheads="1"/>
              </p:cNvSpPr>
              <p:nvPr/>
            </p:nvSpPr>
            <p:spPr bwMode="auto">
              <a:xfrm>
                <a:off x="0" y="254"/>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4" name="未知"/>
              <p:cNvSpPr>
                <a:spLocks noChangeArrowheads="1"/>
              </p:cNvSpPr>
              <p:nvPr/>
            </p:nvSpPr>
            <p:spPr bwMode="auto">
              <a:xfrm>
                <a:off x="0" y="242"/>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5" name="未知"/>
              <p:cNvSpPr>
                <a:spLocks noChangeArrowheads="1"/>
              </p:cNvSpPr>
              <p:nvPr/>
            </p:nvSpPr>
            <p:spPr bwMode="auto">
              <a:xfrm>
                <a:off x="0" y="231"/>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6" name="未知"/>
              <p:cNvSpPr>
                <a:spLocks noChangeArrowheads="1"/>
              </p:cNvSpPr>
              <p:nvPr/>
            </p:nvSpPr>
            <p:spPr bwMode="auto">
              <a:xfrm>
                <a:off x="0" y="219"/>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7" name="未知"/>
              <p:cNvSpPr>
                <a:spLocks noChangeArrowheads="1"/>
              </p:cNvSpPr>
              <p:nvPr/>
            </p:nvSpPr>
            <p:spPr bwMode="auto">
              <a:xfrm>
                <a:off x="0" y="208"/>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8" name="未知"/>
              <p:cNvSpPr>
                <a:spLocks noChangeArrowheads="1"/>
              </p:cNvSpPr>
              <p:nvPr/>
            </p:nvSpPr>
            <p:spPr bwMode="auto">
              <a:xfrm>
                <a:off x="0" y="196"/>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49" name="未知"/>
              <p:cNvSpPr>
                <a:spLocks noChangeArrowheads="1"/>
              </p:cNvSpPr>
              <p:nvPr/>
            </p:nvSpPr>
            <p:spPr bwMode="auto">
              <a:xfrm>
                <a:off x="0" y="185"/>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0" name="未知"/>
              <p:cNvSpPr>
                <a:spLocks noChangeArrowheads="1"/>
              </p:cNvSpPr>
              <p:nvPr/>
            </p:nvSpPr>
            <p:spPr bwMode="auto">
              <a:xfrm>
                <a:off x="0" y="173"/>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1" name="未知"/>
              <p:cNvSpPr>
                <a:spLocks noChangeArrowheads="1"/>
              </p:cNvSpPr>
              <p:nvPr/>
            </p:nvSpPr>
            <p:spPr bwMode="auto">
              <a:xfrm>
                <a:off x="0" y="162"/>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2" name="未知"/>
              <p:cNvSpPr>
                <a:spLocks noChangeArrowheads="1"/>
              </p:cNvSpPr>
              <p:nvPr/>
            </p:nvSpPr>
            <p:spPr bwMode="auto">
              <a:xfrm>
                <a:off x="0" y="150"/>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3" name="未知"/>
              <p:cNvSpPr>
                <a:spLocks noChangeArrowheads="1"/>
              </p:cNvSpPr>
              <p:nvPr/>
            </p:nvSpPr>
            <p:spPr bwMode="auto">
              <a:xfrm>
                <a:off x="0" y="139"/>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4" name="未知"/>
              <p:cNvSpPr>
                <a:spLocks noChangeArrowheads="1"/>
              </p:cNvSpPr>
              <p:nvPr/>
            </p:nvSpPr>
            <p:spPr bwMode="auto">
              <a:xfrm>
                <a:off x="0" y="127"/>
                <a:ext cx="6" cy="6"/>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5" name="未知"/>
              <p:cNvSpPr>
                <a:spLocks noChangeArrowheads="1"/>
              </p:cNvSpPr>
              <p:nvPr/>
            </p:nvSpPr>
            <p:spPr bwMode="auto">
              <a:xfrm>
                <a:off x="0" y="116"/>
                <a:ext cx="6" cy="5"/>
              </a:xfrm>
              <a:custGeom>
                <a:avLst/>
                <a:gdLst>
                  <a:gd name="T0" fmla="*/ 0 w 11"/>
                  <a:gd name="T1" fmla="*/ 8 h 12"/>
                  <a:gd name="T2" fmla="*/ 1 w 11"/>
                  <a:gd name="T3" fmla="*/ 8 h 12"/>
                  <a:gd name="T4" fmla="*/ 3 w 11"/>
                  <a:gd name="T5" fmla="*/ 10 h 12"/>
                  <a:gd name="T6" fmla="*/ 5 w 11"/>
                  <a:gd name="T7" fmla="*/ 12 h 12"/>
                  <a:gd name="T8" fmla="*/ 7 w 11"/>
                  <a:gd name="T9" fmla="*/ 10 h 12"/>
                  <a:gd name="T10" fmla="*/ 9 w 11"/>
                  <a:gd name="T11" fmla="*/ 8 h 12"/>
                  <a:gd name="T12" fmla="*/ 11 w 11"/>
                  <a:gd name="T13" fmla="*/ 6 h 12"/>
                  <a:gd name="T14" fmla="*/ 11 w 11"/>
                  <a:gd name="T15" fmla="*/ 4 h 12"/>
                  <a:gd name="T16" fmla="*/ 11 w 11"/>
                  <a:gd name="T17" fmla="*/ 2 h 12"/>
                  <a:gd name="T18" fmla="*/ 9 w 11"/>
                  <a:gd name="T19" fmla="*/ 0 h 12"/>
                  <a:gd name="T20" fmla="*/ 7 w 11"/>
                  <a:gd name="T21" fmla="*/ 0 h 12"/>
                  <a:gd name="T22" fmla="*/ 5 w 11"/>
                  <a:gd name="T23" fmla="*/ 0 h 12"/>
                  <a:gd name="T24" fmla="*/ 3 w 11"/>
                  <a:gd name="T25" fmla="*/ 0 h 12"/>
                  <a:gd name="T26" fmla="*/ 1 w 11"/>
                  <a:gd name="T27" fmla="*/ 2 h 12"/>
                  <a:gd name="T28" fmla="*/ 0 w 11"/>
                  <a:gd name="T29" fmla="*/ 4 h 12"/>
                  <a:gd name="T30" fmla="*/ 0 w 11"/>
                  <a:gd name="T31" fmla="*/ 6 h 12"/>
                  <a:gd name="T32" fmla="*/ 0 w 11"/>
                  <a:gd name="T3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0" y="8"/>
                    </a:moveTo>
                    <a:lnTo>
                      <a:pt x="1" y="8"/>
                    </a:lnTo>
                    <a:lnTo>
                      <a:pt x="3" y="10"/>
                    </a:lnTo>
                    <a:lnTo>
                      <a:pt x="5" y="12"/>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6" name="未知"/>
              <p:cNvSpPr>
                <a:spLocks noChangeArrowheads="1"/>
              </p:cNvSpPr>
              <p:nvPr/>
            </p:nvSpPr>
            <p:spPr bwMode="auto">
              <a:xfrm>
                <a:off x="0" y="104"/>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7" name="未知"/>
              <p:cNvSpPr>
                <a:spLocks noChangeArrowheads="1"/>
              </p:cNvSpPr>
              <p:nvPr/>
            </p:nvSpPr>
            <p:spPr bwMode="auto">
              <a:xfrm>
                <a:off x="0" y="92"/>
                <a:ext cx="6" cy="6"/>
              </a:xfrm>
              <a:custGeom>
                <a:avLst/>
                <a:gdLst>
                  <a:gd name="T0" fmla="*/ 0 w 11"/>
                  <a:gd name="T1" fmla="*/ 8 h 11"/>
                  <a:gd name="T2" fmla="*/ 1 w 11"/>
                  <a:gd name="T3" fmla="*/ 8 h 11"/>
                  <a:gd name="T4" fmla="*/ 3 w 11"/>
                  <a:gd name="T5" fmla="*/ 10 h 11"/>
                  <a:gd name="T6" fmla="*/ 5 w 11"/>
                  <a:gd name="T7" fmla="*/ 11 h 11"/>
                  <a:gd name="T8" fmla="*/ 7 w 11"/>
                  <a:gd name="T9" fmla="*/ 10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10"/>
                    </a:lnTo>
                    <a:lnTo>
                      <a:pt x="5" y="11"/>
                    </a:lnTo>
                    <a:lnTo>
                      <a:pt x="7" y="10"/>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8" name="未知"/>
              <p:cNvSpPr>
                <a:spLocks noChangeArrowheads="1"/>
              </p:cNvSpPr>
              <p:nvPr/>
            </p:nvSpPr>
            <p:spPr bwMode="auto">
              <a:xfrm>
                <a:off x="0" y="81"/>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59" name="未知"/>
              <p:cNvSpPr>
                <a:spLocks noChangeArrowheads="1"/>
              </p:cNvSpPr>
              <p:nvPr/>
            </p:nvSpPr>
            <p:spPr bwMode="auto">
              <a:xfrm>
                <a:off x="0" y="69"/>
                <a:ext cx="6" cy="6"/>
              </a:xfrm>
              <a:custGeom>
                <a:avLst/>
                <a:gdLst>
                  <a:gd name="T0" fmla="*/ 0 w 11"/>
                  <a:gd name="T1" fmla="*/ 8 h 11"/>
                  <a:gd name="T2" fmla="*/ 1 w 11"/>
                  <a:gd name="T3" fmla="*/ 8 h 11"/>
                  <a:gd name="T4" fmla="*/ 3 w 11"/>
                  <a:gd name="T5" fmla="*/ 9 h 11"/>
                  <a:gd name="T6" fmla="*/ 5 w 11"/>
                  <a:gd name="T7" fmla="*/ 11 h 11"/>
                  <a:gd name="T8" fmla="*/ 7 w 11"/>
                  <a:gd name="T9" fmla="*/ 9 h 11"/>
                  <a:gd name="T10" fmla="*/ 9 w 11"/>
                  <a:gd name="T11" fmla="*/ 8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8"/>
                    </a:moveTo>
                    <a:lnTo>
                      <a:pt x="1" y="8"/>
                    </a:lnTo>
                    <a:lnTo>
                      <a:pt x="3" y="9"/>
                    </a:lnTo>
                    <a:lnTo>
                      <a:pt x="5" y="11"/>
                    </a:lnTo>
                    <a:lnTo>
                      <a:pt x="7" y="9"/>
                    </a:lnTo>
                    <a:lnTo>
                      <a:pt x="9" y="8"/>
                    </a:lnTo>
                    <a:lnTo>
                      <a:pt x="11" y="6"/>
                    </a:lnTo>
                    <a:lnTo>
                      <a:pt x="11" y="4"/>
                    </a:lnTo>
                    <a:lnTo>
                      <a:pt x="11" y="2"/>
                    </a:lnTo>
                    <a:lnTo>
                      <a:pt x="9" y="0"/>
                    </a:lnTo>
                    <a:lnTo>
                      <a:pt x="7" y="0"/>
                    </a:lnTo>
                    <a:lnTo>
                      <a:pt x="5" y="0"/>
                    </a:lnTo>
                    <a:lnTo>
                      <a:pt x="3" y="0"/>
                    </a:lnTo>
                    <a:lnTo>
                      <a:pt x="1" y="2"/>
                    </a:lnTo>
                    <a:lnTo>
                      <a:pt x="0" y="4"/>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0" name="未知"/>
              <p:cNvSpPr>
                <a:spLocks noChangeArrowheads="1"/>
              </p:cNvSpPr>
              <p:nvPr/>
            </p:nvSpPr>
            <p:spPr bwMode="auto">
              <a:xfrm>
                <a:off x="0" y="58"/>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1" name="未知"/>
              <p:cNvSpPr>
                <a:spLocks noChangeArrowheads="1"/>
              </p:cNvSpPr>
              <p:nvPr/>
            </p:nvSpPr>
            <p:spPr bwMode="auto">
              <a:xfrm>
                <a:off x="0" y="46"/>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6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6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6"/>
                    </a:lnTo>
                    <a:lnTo>
                      <a:pt x="11" y="4"/>
                    </a:lnTo>
                    <a:lnTo>
                      <a:pt x="11" y="2"/>
                    </a:lnTo>
                    <a:lnTo>
                      <a:pt x="9" y="0"/>
                    </a:lnTo>
                    <a:lnTo>
                      <a:pt x="7" y="0"/>
                    </a:lnTo>
                    <a:lnTo>
                      <a:pt x="5" y="0"/>
                    </a:lnTo>
                    <a:lnTo>
                      <a:pt x="3" y="0"/>
                    </a:lnTo>
                    <a:lnTo>
                      <a:pt x="1" y="2"/>
                    </a:lnTo>
                    <a:lnTo>
                      <a:pt x="0" y="4"/>
                    </a:lnTo>
                    <a:lnTo>
                      <a:pt x="0" y="6"/>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2" name="未知"/>
              <p:cNvSpPr>
                <a:spLocks noChangeArrowheads="1"/>
              </p:cNvSpPr>
              <p:nvPr/>
            </p:nvSpPr>
            <p:spPr bwMode="auto">
              <a:xfrm>
                <a:off x="0" y="35"/>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3" name="未知"/>
              <p:cNvSpPr>
                <a:spLocks noChangeArrowheads="1"/>
              </p:cNvSpPr>
              <p:nvPr/>
            </p:nvSpPr>
            <p:spPr bwMode="auto">
              <a:xfrm>
                <a:off x="0" y="23"/>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4" name="未知"/>
              <p:cNvSpPr>
                <a:spLocks noChangeArrowheads="1"/>
              </p:cNvSpPr>
              <p:nvPr/>
            </p:nvSpPr>
            <p:spPr bwMode="auto">
              <a:xfrm>
                <a:off x="0" y="12"/>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4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4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4"/>
                    </a:lnTo>
                    <a:lnTo>
                      <a:pt x="11" y="2"/>
                    </a:lnTo>
                    <a:lnTo>
                      <a:pt x="9" y="0"/>
                    </a:lnTo>
                    <a:lnTo>
                      <a:pt x="7" y="0"/>
                    </a:lnTo>
                    <a:lnTo>
                      <a:pt x="5" y="0"/>
                    </a:lnTo>
                    <a:lnTo>
                      <a:pt x="3" y="0"/>
                    </a:lnTo>
                    <a:lnTo>
                      <a:pt x="1"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5" name="未知"/>
              <p:cNvSpPr>
                <a:spLocks noChangeArrowheads="1"/>
              </p:cNvSpPr>
              <p:nvPr/>
            </p:nvSpPr>
            <p:spPr bwMode="auto">
              <a:xfrm>
                <a:off x="0" y="0"/>
                <a:ext cx="6" cy="6"/>
              </a:xfrm>
              <a:custGeom>
                <a:avLst/>
                <a:gdLst>
                  <a:gd name="T0" fmla="*/ 0 w 11"/>
                  <a:gd name="T1" fmla="*/ 7 h 11"/>
                  <a:gd name="T2" fmla="*/ 1 w 11"/>
                  <a:gd name="T3" fmla="*/ 7 h 11"/>
                  <a:gd name="T4" fmla="*/ 3 w 11"/>
                  <a:gd name="T5" fmla="*/ 9 h 11"/>
                  <a:gd name="T6" fmla="*/ 5 w 11"/>
                  <a:gd name="T7" fmla="*/ 11 h 11"/>
                  <a:gd name="T8" fmla="*/ 7 w 11"/>
                  <a:gd name="T9" fmla="*/ 9 h 11"/>
                  <a:gd name="T10" fmla="*/ 9 w 11"/>
                  <a:gd name="T11" fmla="*/ 7 h 11"/>
                  <a:gd name="T12" fmla="*/ 11 w 11"/>
                  <a:gd name="T13" fmla="*/ 5 h 11"/>
                  <a:gd name="T14" fmla="*/ 11 w 11"/>
                  <a:gd name="T15" fmla="*/ 3 h 11"/>
                  <a:gd name="T16" fmla="*/ 11 w 11"/>
                  <a:gd name="T17" fmla="*/ 2 h 11"/>
                  <a:gd name="T18" fmla="*/ 9 w 11"/>
                  <a:gd name="T19" fmla="*/ 0 h 11"/>
                  <a:gd name="T20" fmla="*/ 7 w 11"/>
                  <a:gd name="T21" fmla="*/ 0 h 11"/>
                  <a:gd name="T22" fmla="*/ 5 w 11"/>
                  <a:gd name="T23" fmla="*/ 0 h 11"/>
                  <a:gd name="T24" fmla="*/ 3 w 11"/>
                  <a:gd name="T25" fmla="*/ 0 h 11"/>
                  <a:gd name="T26" fmla="*/ 1 w 11"/>
                  <a:gd name="T27" fmla="*/ 2 h 11"/>
                  <a:gd name="T28" fmla="*/ 0 w 11"/>
                  <a:gd name="T29" fmla="*/ 3 h 11"/>
                  <a:gd name="T30" fmla="*/ 0 w 11"/>
                  <a:gd name="T31" fmla="*/ 5 h 11"/>
                  <a:gd name="T32" fmla="*/ 0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0" y="7"/>
                    </a:moveTo>
                    <a:lnTo>
                      <a:pt x="1" y="7"/>
                    </a:lnTo>
                    <a:lnTo>
                      <a:pt x="3" y="9"/>
                    </a:lnTo>
                    <a:lnTo>
                      <a:pt x="5" y="11"/>
                    </a:lnTo>
                    <a:lnTo>
                      <a:pt x="7" y="9"/>
                    </a:lnTo>
                    <a:lnTo>
                      <a:pt x="9" y="7"/>
                    </a:lnTo>
                    <a:lnTo>
                      <a:pt x="11" y="5"/>
                    </a:lnTo>
                    <a:lnTo>
                      <a:pt x="11" y="3"/>
                    </a:lnTo>
                    <a:lnTo>
                      <a:pt x="11" y="2"/>
                    </a:lnTo>
                    <a:lnTo>
                      <a:pt x="9" y="0"/>
                    </a:lnTo>
                    <a:lnTo>
                      <a:pt x="7" y="0"/>
                    </a:lnTo>
                    <a:lnTo>
                      <a:pt x="5" y="0"/>
                    </a:lnTo>
                    <a:lnTo>
                      <a:pt x="3" y="0"/>
                    </a:lnTo>
                    <a:lnTo>
                      <a:pt x="1" y="2"/>
                    </a:lnTo>
                    <a:lnTo>
                      <a:pt x="0" y="3"/>
                    </a:lnTo>
                    <a:lnTo>
                      <a:pt x="0" y="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866" name="未知"/>
            <p:cNvSpPr>
              <a:spLocks noChangeArrowheads="1"/>
            </p:cNvSpPr>
            <p:nvPr/>
          </p:nvSpPr>
          <p:spPr bwMode="auto">
            <a:xfrm>
              <a:off x="0" y="234"/>
              <a:ext cx="2598" cy="1708"/>
            </a:xfrm>
            <a:custGeom>
              <a:avLst/>
              <a:gdLst>
                <a:gd name="T0" fmla="*/ 48 w 5197"/>
                <a:gd name="T1" fmla="*/ 1102 h 3418"/>
                <a:gd name="T2" fmla="*/ 157 w 5197"/>
                <a:gd name="T3" fmla="*/ 0 h 3418"/>
                <a:gd name="T4" fmla="*/ 265 w 5197"/>
                <a:gd name="T5" fmla="*/ 576 h 3418"/>
                <a:gd name="T6" fmla="*/ 361 w 5197"/>
                <a:gd name="T7" fmla="*/ 1619 h 3418"/>
                <a:gd name="T8" fmla="*/ 468 w 5197"/>
                <a:gd name="T9" fmla="*/ 2554 h 3418"/>
                <a:gd name="T10" fmla="*/ 576 w 5197"/>
                <a:gd name="T11" fmla="*/ 3155 h 3418"/>
                <a:gd name="T12" fmla="*/ 672 w 5197"/>
                <a:gd name="T13" fmla="*/ 3395 h 3418"/>
                <a:gd name="T14" fmla="*/ 781 w 5197"/>
                <a:gd name="T15" fmla="*/ 3383 h 3418"/>
                <a:gd name="T16" fmla="*/ 889 w 5197"/>
                <a:gd name="T17" fmla="*/ 3214 h 3418"/>
                <a:gd name="T18" fmla="*/ 985 w 5197"/>
                <a:gd name="T19" fmla="*/ 2999 h 3418"/>
                <a:gd name="T20" fmla="*/ 1092 w 5197"/>
                <a:gd name="T21" fmla="*/ 2807 h 3418"/>
                <a:gd name="T22" fmla="*/ 1200 w 5197"/>
                <a:gd name="T23" fmla="*/ 2675 h 3418"/>
                <a:gd name="T24" fmla="*/ 1296 w 5197"/>
                <a:gd name="T25" fmla="*/ 2627 h 3418"/>
                <a:gd name="T26" fmla="*/ 1405 w 5197"/>
                <a:gd name="T27" fmla="*/ 2627 h 3418"/>
                <a:gd name="T28" fmla="*/ 1513 w 5197"/>
                <a:gd name="T29" fmla="*/ 2650 h 3418"/>
                <a:gd name="T30" fmla="*/ 1609 w 5197"/>
                <a:gd name="T31" fmla="*/ 2675 h 3418"/>
                <a:gd name="T32" fmla="*/ 1716 w 5197"/>
                <a:gd name="T33" fmla="*/ 2675 h 3418"/>
                <a:gd name="T34" fmla="*/ 1824 w 5197"/>
                <a:gd name="T35" fmla="*/ 2615 h 3418"/>
                <a:gd name="T36" fmla="*/ 1920 w 5197"/>
                <a:gd name="T37" fmla="*/ 2506 h 3418"/>
                <a:gd name="T38" fmla="*/ 2029 w 5197"/>
                <a:gd name="T39" fmla="*/ 2350 h 3418"/>
                <a:gd name="T40" fmla="*/ 2137 w 5197"/>
                <a:gd name="T41" fmla="*/ 2158 h 3418"/>
                <a:gd name="T42" fmla="*/ 2233 w 5197"/>
                <a:gd name="T43" fmla="*/ 1966 h 3418"/>
                <a:gd name="T44" fmla="*/ 2340 w 5197"/>
                <a:gd name="T45" fmla="*/ 1788 h 3418"/>
                <a:gd name="T46" fmla="*/ 2450 w 5197"/>
                <a:gd name="T47" fmla="*/ 1655 h 3418"/>
                <a:gd name="T48" fmla="*/ 2546 w 5197"/>
                <a:gd name="T49" fmla="*/ 1582 h 3418"/>
                <a:gd name="T50" fmla="*/ 2653 w 5197"/>
                <a:gd name="T51" fmla="*/ 1582 h 3418"/>
                <a:gd name="T52" fmla="*/ 2749 w 5197"/>
                <a:gd name="T53" fmla="*/ 1655 h 3418"/>
                <a:gd name="T54" fmla="*/ 2857 w 5197"/>
                <a:gd name="T55" fmla="*/ 1788 h 3418"/>
                <a:gd name="T56" fmla="*/ 2966 w 5197"/>
                <a:gd name="T57" fmla="*/ 1966 h 3418"/>
                <a:gd name="T58" fmla="*/ 3062 w 5197"/>
                <a:gd name="T59" fmla="*/ 2158 h 3418"/>
                <a:gd name="T60" fmla="*/ 3170 w 5197"/>
                <a:gd name="T61" fmla="*/ 2350 h 3418"/>
                <a:gd name="T62" fmla="*/ 3277 w 5197"/>
                <a:gd name="T63" fmla="*/ 2506 h 3418"/>
                <a:gd name="T64" fmla="*/ 3373 w 5197"/>
                <a:gd name="T65" fmla="*/ 2615 h 3418"/>
                <a:gd name="T66" fmla="*/ 3481 w 5197"/>
                <a:gd name="T67" fmla="*/ 2675 h 3418"/>
                <a:gd name="T68" fmla="*/ 3590 w 5197"/>
                <a:gd name="T69" fmla="*/ 2675 h 3418"/>
                <a:gd name="T70" fmla="*/ 3686 w 5197"/>
                <a:gd name="T71" fmla="*/ 2650 h 3418"/>
                <a:gd name="T72" fmla="*/ 3794 w 5197"/>
                <a:gd name="T73" fmla="*/ 2627 h 3418"/>
                <a:gd name="T74" fmla="*/ 3901 w 5197"/>
                <a:gd name="T75" fmla="*/ 2627 h 3418"/>
                <a:gd name="T76" fmla="*/ 3997 w 5197"/>
                <a:gd name="T77" fmla="*/ 2675 h 3418"/>
                <a:gd name="T78" fmla="*/ 4105 w 5197"/>
                <a:gd name="T79" fmla="*/ 2807 h 3418"/>
                <a:gd name="T80" fmla="*/ 4214 w 5197"/>
                <a:gd name="T81" fmla="*/ 2999 h 3418"/>
                <a:gd name="T82" fmla="*/ 4310 w 5197"/>
                <a:gd name="T83" fmla="*/ 3214 h 3418"/>
                <a:gd name="T84" fmla="*/ 4418 w 5197"/>
                <a:gd name="T85" fmla="*/ 3383 h 3418"/>
                <a:gd name="T86" fmla="*/ 4525 w 5197"/>
                <a:gd name="T87" fmla="*/ 3395 h 3418"/>
                <a:gd name="T88" fmla="*/ 4621 w 5197"/>
                <a:gd name="T89" fmla="*/ 3155 h 3418"/>
                <a:gd name="T90" fmla="*/ 4729 w 5197"/>
                <a:gd name="T91" fmla="*/ 2554 h 3418"/>
                <a:gd name="T92" fmla="*/ 4838 w 5197"/>
                <a:gd name="T93" fmla="*/ 1619 h 3418"/>
                <a:gd name="T94" fmla="*/ 4934 w 5197"/>
                <a:gd name="T95" fmla="*/ 576 h 3418"/>
                <a:gd name="T96" fmla="*/ 5042 w 5197"/>
                <a:gd name="T97" fmla="*/ 0 h 3418"/>
                <a:gd name="T98" fmla="*/ 5149 w 5197"/>
                <a:gd name="T99" fmla="*/ 1102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97" h="3418">
                  <a:moveTo>
                    <a:pt x="0" y="2890"/>
                  </a:moveTo>
                  <a:lnTo>
                    <a:pt x="48" y="1102"/>
                  </a:lnTo>
                  <a:lnTo>
                    <a:pt x="109" y="240"/>
                  </a:lnTo>
                  <a:lnTo>
                    <a:pt x="157" y="0"/>
                  </a:lnTo>
                  <a:lnTo>
                    <a:pt x="205" y="167"/>
                  </a:lnTo>
                  <a:lnTo>
                    <a:pt x="265" y="576"/>
                  </a:lnTo>
                  <a:lnTo>
                    <a:pt x="313" y="1091"/>
                  </a:lnTo>
                  <a:lnTo>
                    <a:pt x="361" y="1619"/>
                  </a:lnTo>
                  <a:lnTo>
                    <a:pt x="420" y="2124"/>
                  </a:lnTo>
                  <a:lnTo>
                    <a:pt x="468" y="2554"/>
                  </a:lnTo>
                  <a:lnTo>
                    <a:pt x="516" y="2903"/>
                  </a:lnTo>
                  <a:lnTo>
                    <a:pt x="576" y="3155"/>
                  </a:lnTo>
                  <a:lnTo>
                    <a:pt x="624" y="3310"/>
                  </a:lnTo>
                  <a:lnTo>
                    <a:pt x="672" y="3395"/>
                  </a:lnTo>
                  <a:lnTo>
                    <a:pt x="733" y="3418"/>
                  </a:lnTo>
                  <a:lnTo>
                    <a:pt x="781" y="3383"/>
                  </a:lnTo>
                  <a:lnTo>
                    <a:pt x="829" y="3310"/>
                  </a:lnTo>
                  <a:lnTo>
                    <a:pt x="889" y="3214"/>
                  </a:lnTo>
                  <a:lnTo>
                    <a:pt x="937" y="3107"/>
                  </a:lnTo>
                  <a:lnTo>
                    <a:pt x="985" y="2999"/>
                  </a:lnTo>
                  <a:lnTo>
                    <a:pt x="1044" y="2890"/>
                  </a:lnTo>
                  <a:lnTo>
                    <a:pt x="1092" y="2807"/>
                  </a:lnTo>
                  <a:lnTo>
                    <a:pt x="1140" y="2734"/>
                  </a:lnTo>
                  <a:lnTo>
                    <a:pt x="1200" y="2675"/>
                  </a:lnTo>
                  <a:lnTo>
                    <a:pt x="1248" y="2638"/>
                  </a:lnTo>
                  <a:lnTo>
                    <a:pt x="1296" y="2627"/>
                  </a:lnTo>
                  <a:lnTo>
                    <a:pt x="1357" y="2615"/>
                  </a:lnTo>
                  <a:lnTo>
                    <a:pt x="1405" y="2627"/>
                  </a:lnTo>
                  <a:lnTo>
                    <a:pt x="1453" y="2638"/>
                  </a:lnTo>
                  <a:lnTo>
                    <a:pt x="1513" y="2650"/>
                  </a:lnTo>
                  <a:lnTo>
                    <a:pt x="1561" y="2663"/>
                  </a:lnTo>
                  <a:lnTo>
                    <a:pt x="1609" y="2675"/>
                  </a:lnTo>
                  <a:lnTo>
                    <a:pt x="1668" y="2675"/>
                  </a:lnTo>
                  <a:lnTo>
                    <a:pt x="1716" y="2675"/>
                  </a:lnTo>
                  <a:lnTo>
                    <a:pt x="1764" y="2650"/>
                  </a:lnTo>
                  <a:lnTo>
                    <a:pt x="1824" y="2615"/>
                  </a:lnTo>
                  <a:lnTo>
                    <a:pt x="1872" y="2567"/>
                  </a:lnTo>
                  <a:lnTo>
                    <a:pt x="1920" y="2506"/>
                  </a:lnTo>
                  <a:lnTo>
                    <a:pt x="1981" y="2435"/>
                  </a:lnTo>
                  <a:lnTo>
                    <a:pt x="2029" y="2350"/>
                  </a:lnTo>
                  <a:lnTo>
                    <a:pt x="2077" y="2254"/>
                  </a:lnTo>
                  <a:lnTo>
                    <a:pt x="2137" y="2158"/>
                  </a:lnTo>
                  <a:lnTo>
                    <a:pt x="2185" y="2062"/>
                  </a:lnTo>
                  <a:lnTo>
                    <a:pt x="2233" y="1966"/>
                  </a:lnTo>
                  <a:lnTo>
                    <a:pt x="2292" y="1870"/>
                  </a:lnTo>
                  <a:lnTo>
                    <a:pt x="2340" y="1788"/>
                  </a:lnTo>
                  <a:lnTo>
                    <a:pt x="2388" y="1715"/>
                  </a:lnTo>
                  <a:lnTo>
                    <a:pt x="2450" y="1655"/>
                  </a:lnTo>
                  <a:lnTo>
                    <a:pt x="2498" y="1619"/>
                  </a:lnTo>
                  <a:lnTo>
                    <a:pt x="2546" y="1582"/>
                  </a:lnTo>
                  <a:lnTo>
                    <a:pt x="2605" y="1582"/>
                  </a:lnTo>
                  <a:lnTo>
                    <a:pt x="2653" y="1582"/>
                  </a:lnTo>
                  <a:lnTo>
                    <a:pt x="2701" y="1619"/>
                  </a:lnTo>
                  <a:lnTo>
                    <a:pt x="2749" y="1655"/>
                  </a:lnTo>
                  <a:lnTo>
                    <a:pt x="2809" y="1715"/>
                  </a:lnTo>
                  <a:lnTo>
                    <a:pt x="2857" y="1788"/>
                  </a:lnTo>
                  <a:lnTo>
                    <a:pt x="2905" y="1870"/>
                  </a:lnTo>
                  <a:lnTo>
                    <a:pt x="2966" y="1966"/>
                  </a:lnTo>
                  <a:lnTo>
                    <a:pt x="3014" y="2062"/>
                  </a:lnTo>
                  <a:lnTo>
                    <a:pt x="3062" y="2158"/>
                  </a:lnTo>
                  <a:lnTo>
                    <a:pt x="3122" y="2254"/>
                  </a:lnTo>
                  <a:lnTo>
                    <a:pt x="3170" y="2350"/>
                  </a:lnTo>
                  <a:lnTo>
                    <a:pt x="3218" y="2435"/>
                  </a:lnTo>
                  <a:lnTo>
                    <a:pt x="3277" y="2506"/>
                  </a:lnTo>
                  <a:lnTo>
                    <a:pt x="3325" y="2567"/>
                  </a:lnTo>
                  <a:lnTo>
                    <a:pt x="3373" y="2615"/>
                  </a:lnTo>
                  <a:lnTo>
                    <a:pt x="3433" y="2650"/>
                  </a:lnTo>
                  <a:lnTo>
                    <a:pt x="3481" y="2675"/>
                  </a:lnTo>
                  <a:lnTo>
                    <a:pt x="3529" y="2675"/>
                  </a:lnTo>
                  <a:lnTo>
                    <a:pt x="3590" y="2675"/>
                  </a:lnTo>
                  <a:lnTo>
                    <a:pt x="3638" y="2663"/>
                  </a:lnTo>
                  <a:lnTo>
                    <a:pt x="3686" y="2650"/>
                  </a:lnTo>
                  <a:lnTo>
                    <a:pt x="3746" y="2638"/>
                  </a:lnTo>
                  <a:lnTo>
                    <a:pt x="3794" y="2627"/>
                  </a:lnTo>
                  <a:lnTo>
                    <a:pt x="3842" y="2615"/>
                  </a:lnTo>
                  <a:lnTo>
                    <a:pt x="3901" y="2627"/>
                  </a:lnTo>
                  <a:lnTo>
                    <a:pt x="3949" y="2638"/>
                  </a:lnTo>
                  <a:lnTo>
                    <a:pt x="3997" y="2675"/>
                  </a:lnTo>
                  <a:lnTo>
                    <a:pt x="4057" y="2734"/>
                  </a:lnTo>
                  <a:lnTo>
                    <a:pt x="4105" y="2807"/>
                  </a:lnTo>
                  <a:lnTo>
                    <a:pt x="4153" y="2890"/>
                  </a:lnTo>
                  <a:lnTo>
                    <a:pt x="4214" y="2999"/>
                  </a:lnTo>
                  <a:lnTo>
                    <a:pt x="4262" y="3107"/>
                  </a:lnTo>
                  <a:lnTo>
                    <a:pt x="4310" y="3214"/>
                  </a:lnTo>
                  <a:lnTo>
                    <a:pt x="4370" y="3310"/>
                  </a:lnTo>
                  <a:lnTo>
                    <a:pt x="4418" y="3383"/>
                  </a:lnTo>
                  <a:lnTo>
                    <a:pt x="4466" y="3418"/>
                  </a:lnTo>
                  <a:lnTo>
                    <a:pt x="4525" y="3395"/>
                  </a:lnTo>
                  <a:lnTo>
                    <a:pt x="4573" y="3310"/>
                  </a:lnTo>
                  <a:lnTo>
                    <a:pt x="4621" y="3155"/>
                  </a:lnTo>
                  <a:lnTo>
                    <a:pt x="4681" y="2903"/>
                  </a:lnTo>
                  <a:lnTo>
                    <a:pt x="4729" y="2554"/>
                  </a:lnTo>
                  <a:lnTo>
                    <a:pt x="4777" y="2124"/>
                  </a:lnTo>
                  <a:lnTo>
                    <a:pt x="4838" y="1619"/>
                  </a:lnTo>
                  <a:lnTo>
                    <a:pt x="4886" y="1091"/>
                  </a:lnTo>
                  <a:lnTo>
                    <a:pt x="4934" y="576"/>
                  </a:lnTo>
                  <a:lnTo>
                    <a:pt x="4994" y="167"/>
                  </a:lnTo>
                  <a:lnTo>
                    <a:pt x="5042" y="0"/>
                  </a:lnTo>
                  <a:lnTo>
                    <a:pt x="5090" y="240"/>
                  </a:lnTo>
                  <a:lnTo>
                    <a:pt x="5149" y="1102"/>
                  </a:lnTo>
                  <a:lnTo>
                    <a:pt x="5197" y="2890"/>
                  </a:lnTo>
                </a:path>
              </a:pathLst>
            </a:custGeom>
            <a:noFill/>
            <a:ln w="22225">
              <a:solidFill>
                <a:schemeClr val="accent2"/>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7" name="Line 945"/>
            <p:cNvSpPr>
              <a:spLocks noChangeShapeType="1"/>
            </p:cNvSpPr>
            <p:nvPr/>
          </p:nvSpPr>
          <p:spPr bwMode="auto">
            <a:xfrm flipV="1">
              <a:off x="0" y="0"/>
              <a:ext cx="1" cy="2044"/>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2868" name="未知"/>
            <p:cNvSpPr>
              <a:spLocks noChangeArrowheads="1"/>
            </p:cNvSpPr>
            <p:nvPr/>
          </p:nvSpPr>
          <p:spPr bwMode="auto">
            <a:xfrm>
              <a:off x="0" y="0"/>
              <a:ext cx="2598" cy="2044"/>
            </a:xfrm>
            <a:custGeom>
              <a:avLst/>
              <a:gdLst>
                <a:gd name="T0" fmla="*/ 0 w 5197"/>
                <a:gd name="T1" fmla="*/ 4087 h 4087"/>
                <a:gd name="T2" fmla="*/ 5197 w 5197"/>
                <a:gd name="T3" fmla="*/ 4087 h 4087"/>
                <a:gd name="T4" fmla="*/ 5197 w 5197"/>
                <a:gd name="T5" fmla="*/ 0 h 4087"/>
              </a:gdLst>
              <a:ahLst/>
              <a:cxnLst>
                <a:cxn ang="0">
                  <a:pos x="T0" y="T1"/>
                </a:cxn>
                <a:cxn ang="0">
                  <a:pos x="T2" y="T3"/>
                </a:cxn>
                <a:cxn ang="0">
                  <a:pos x="T4" y="T5"/>
                </a:cxn>
              </a:cxnLst>
              <a:rect l="0" t="0" r="r" b="b"/>
              <a:pathLst>
                <a:path w="5197" h="4087">
                  <a:moveTo>
                    <a:pt x="0" y="4087"/>
                  </a:moveTo>
                  <a:lnTo>
                    <a:pt x="5197" y="4087"/>
                  </a:lnTo>
                  <a:lnTo>
                    <a:pt x="5197" y="0"/>
                  </a:lnTo>
                </a:path>
              </a:pathLst>
            </a:custGeom>
            <a:noFill/>
            <a:ln w="9525">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69" name="Line 947"/>
            <p:cNvSpPr>
              <a:spLocks noChangeShapeType="1"/>
            </p:cNvSpPr>
            <p:nvPr/>
          </p:nvSpPr>
          <p:spPr bwMode="auto">
            <a:xfrm>
              <a:off x="0" y="0"/>
              <a:ext cx="259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49076" name="AutoShape 948"/>
          <p:cNvSpPr>
            <a:spLocks noChangeArrowheads="1"/>
          </p:cNvSpPr>
          <p:nvPr/>
        </p:nvSpPr>
        <p:spPr bwMode="auto">
          <a:xfrm>
            <a:off x="5791200" y="3200400"/>
            <a:ext cx="2971800" cy="2057400"/>
          </a:xfrm>
          <a:prstGeom prst="wedgeEllipseCallout">
            <a:avLst>
              <a:gd name="adj1" fmla="val -69606"/>
              <a:gd name="adj2" fmla="val -98921"/>
            </a:avLst>
          </a:prstGeom>
          <a:gradFill rotWithShape="0">
            <a:gsLst>
              <a:gs pos="0">
                <a:srgbClr val="C0C0C0"/>
              </a:gs>
              <a:gs pos="100000">
                <a:schemeClr val="bg1"/>
              </a:gs>
            </a:gsLst>
            <a:lin ang="2700000" scaled="1"/>
          </a:gradFill>
          <a:ln w="9525">
            <a:solidFill>
              <a:schemeClr val="tx1"/>
            </a:solidFill>
            <a:miter lim="800000"/>
          </a:ln>
        </p:spPr>
        <p:txBody>
          <a:bodyPr wrap="none" tIns="0"/>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i="1">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越大，</a:t>
            </a:r>
          </a:p>
          <a:p>
            <a:pPr algn="ctr" eaLnBrk="1" hangingPunct="1"/>
            <a:r>
              <a:rPr lang="zh-CN" altLang="en-US" sz="2400" b="1">
                <a:solidFill>
                  <a:srgbClr val="000000"/>
                </a:solidFill>
                <a:latin typeface="Times New Roman" panose="02020603050405020304" pitchFamily="18" charset="0"/>
                <a:ea typeface="楷体_GB2312" pitchFamily="49" charset="-122"/>
              </a:rPr>
              <a:t>端点附近抖动</a:t>
            </a:r>
          </a:p>
          <a:p>
            <a:pPr algn="ctr" eaLnBrk="1" hangingPunct="1"/>
            <a:r>
              <a:rPr lang="zh-CN" altLang="en-US" sz="2400" b="1">
                <a:solidFill>
                  <a:srgbClr val="000000"/>
                </a:solidFill>
                <a:latin typeface="Times New Roman" panose="02020603050405020304" pitchFamily="18" charset="0"/>
                <a:ea typeface="楷体_GB2312" pitchFamily="49" charset="-122"/>
              </a:rPr>
              <a:t>越大，称为</a:t>
            </a:r>
          </a:p>
          <a:p>
            <a:pPr algn="ctr" eaLnBrk="1" hangingPunct="1"/>
            <a:r>
              <a:rPr lang="en-US" altLang="zh-CN" sz="2400" b="1">
                <a:solidFill>
                  <a:srgbClr val="3333CC"/>
                </a:solidFill>
                <a:latin typeface="Times New Roman" panose="02020603050405020304" pitchFamily="18" charset="0"/>
                <a:ea typeface="楷体_GB2312" pitchFamily="49" charset="-122"/>
              </a:rPr>
              <a:t>Runge </a:t>
            </a:r>
            <a:r>
              <a:rPr lang="zh-CN" altLang="en-US" sz="2400" b="1">
                <a:solidFill>
                  <a:srgbClr val="3333CC"/>
                </a:solidFill>
                <a:latin typeface="Times New Roman" panose="02020603050405020304" pitchFamily="18" charset="0"/>
                <a:ea typeface="楷体_GB2312" pitchFamily="49" charset="-122"/>
              </a:rPr>
              <a:t>现象</a:t>
            </a:r>
            <a:endParaRPr lang="zh-CN" altLang="en-US" sz="2400" b="1" i="1">
              <a:solidFill>
                <a:srgbClr val="3333CC"/>
              </a:solidFill>
              <a:latin typeface="Times New Roman" panose="02020603050405020304" pitchFamily="18" charset="0"/>
              <a:ea typeface="楷体_GB2312" pitchFamily="49" charset="-122"/>
            </a:endParaRPr>
          </a:p>
        </p:txBody>
      </p:sp>
      <p:grpSp>
        <p:nvGrpSpPr>
          <p:cNvPr id="49077" name="Group 949"/>
          <p:cNvGrpSpPr/>
          <p:nvPr/>
        </p:nvGrpSpPr>
        <p:grpSpPr bwMode="auto">
          <a:xfrm>
            <a:off x="5867400" y="1905000"/>
            <a:ext cx="2438400" cy="579438"/>
            <a:chOff x="0" y="0"/>
            <a:chExt cx="1536" cy="365"/>
          </a:xfrm>
        </p:grpSpPr>
        <p:sp>
          <p:nvSpPr>
            <p:cNvPr id="82872" name="Text Box 950"/>
            <p:cNvSpPr txBox="1">
              <a:spLocks noChangeArrowheads="1"/>
            </p:cNvSpPr>
            <p:nvPr/>
          </p:nvSpPr>
          <p:spPr bwMode="auto">
            <a:xfrm>
              <a:off x="0" y="48"/>
              <a:ext cx="15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400" b="1" i="1">
                  <a:solidFill>
                    <a:srgbClr val="000000"/>
                  </a:solidFill>
                  <a:latin typeface="Times New Roman" panose="02020603050405020304" pitchFamily="18" charset="0"/>
                  <a:ea typeface="楷体_GB2312" pitchFamily="49" charset="-122"/>
                </a:rPr>
                <a:t>L</a:t>
              </a:r>
              <a:r>
                <a:rPr lang="en-US" altLang="zh-CN" sz="2400" b="1" i="1" baseline="-25000">
                  <a:solidFill>
                    <a:srgbClr val="000000"/>
                  </a:solidFill>
                  <a:latin typeface="Times New Roman" panose="02020603050405020304" pitchFamily="18" charset="0"/>
                  <a:ea typeface="楷体_GB2312" pitchFamily="49" charset="-122"/>
                </a:rPr>
                <a:t>n</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000000"/>
                  </a:solidFill>
                  <a:latin typeface="Times New Roman" panose="02020603050405020304" pitchFamily="18" charset="0"/>
                  <a:ea typeface="楷体_GB2312" pitchFamily="49" charset="-122"/>
                  <a:sym typeface="Symbol" panose="05050102010706020507" pitchFamily="18" charset="2"/>
                </a:rPr>
                <a:t>f</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000000"/>
                  </a:solidFill>
                  <a:latin typeface="Times New Roman" panose="02020603050405020304" pitchFamily="18" charset="0"/>
                  <a:ea typeface="楷体_GB2312" pitchFamily="49" charset="-122"/>
                  <a:sym typeface="Symbol" panose="05050102010706020507" pitchFamily="18" charset="2"/>
                </a:rPr>
                <a:t>x</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a:t>
              </a:r>
              <a:endParaRPr lang="en-US" altLang="zh-CN" sz="2400" b="1" i="1">
                <a:solidFill>
                  <a:srgbClr val="000000"/>
                </a:solidFill>
                <a:latin typeface="Times New Roman" panose="02020603050405020304" pitchFamily="18" charset="0"/>
                <a:ea typeface="楷体_GB2312" pitchFamily="49" charset="-122"/>
              </a:endParaRPr>
            </a:p>
          </p:txBody>
        </p:sp>
        <p:sp>
          <p:nvSpPr>
            <p:cNvPr id="82873" name="Text Box 951"/>
            <p:cNvSpPr txBox="1">
              <a:spLocks noChangeArrowheads="1"/>
            </p:cNvSpPr>
            <p:nvPr/>
          </p:nvSpPr>
          <p:spPr bwMode="auto">
            <a:xfrm>
              <a:off x="624" y="0"/>
              <a:ext cx="288"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3200" b="1">
                  <a:solidFill>
                    <a:srgbClr val="FF3300"/>
                  </a:solidFill>
                  <a:latin typeface="Times New Roman" panose="02020603050405020304" pitchFamily="18" charset="0"/>
                  <a:ea typeface="楷体_GB2312" pitchFamily="49" charset="-122"/>
                  <a:sym typeface="Symbol" panose="05050102010706020507" pitchFamily="18" charset="2"/>
                </a:rPr>
                <a:t></a:t>
              </a:r>
              <a:endParaRPr lang="zh-CN" altLang="en-US" sz="3200" b="1">
                <a:solidFill>
                  <a:srgbClr val="FF3300"/>
                </a:solidFill>
                <a:latin typeface="Times New Roman" panose="02020603050405020304" pitchFamily="18" charset="0"/>
                <a:ea typeface="楷体_GB2312" pitchFamily="49" charset="-122"/>
              </a:endParaRPr>
            </a:p>
          </p:txBody>
        </p:sp>
      </p:grpSp>
      <p:grpSp>
        <p:nvGrpSpPr>
          <p:cNvPr id="49080" name="Group 952"/>
          <p:cNvGrpSpPr/>
          <p:nvPr/>
        </p:nvGrpSpPr>
        <p:grpSpPr bwMode="auto">
          <a:xfrm>
            <a:off x="685800" y="5638800"/>
            <a:ext cx="3733800" cy="519113"/>
            <a:chOff x="0" y="0"/>
            <a:chExt cx="2352" cy="327"/>
          </a:xfrm>
        </p:grpSpPr>
        <p:grpSp>
          <p:nvGrpSpPr>
            <p:cNvPr id="82875" name="Group 953"/>
            <p:cNvGrpSpPr/>
            <p:nvPr/>
          </p:nvGrpSpPr>
          <p:grpSpPr bwMode="auto">
            <a:xfrm rot="-5400000">
              <a:off x="142" y="-147"/>
              <a:ext cx="325" cy="620"/>
              <a:chOff x="0" y="0"/>
              <a:chExt cx="325" cy="620"/>
            </a:xfrm>
          </p:grpSpPr>
          <p:sp>
            <p:nvSpPr>
              <p:cNvPr id="82876" name="未知"/>
              <p:cNvSpPr>
                <a:spLocks noChangeArrowheads="1"/>
              </p:cNvSpPr>
              <p:nvPr/>
            </p:nvSpPr>
            <p:spPr bwMode="auto">
              <a:xfrm>
                <a:off x="0" y="0"/>
                <a:ext cx="317" cy="616"/>
              </a:xfrm>
              <a:custGeom>
                <a:avLst/>
                <a:gdLst>
                  <a:gd name="T0" fmla="*/ 341 w 951"/>
                  <a:gd name="T1" fmla="*/ 0 h 1848"/>
                  <a:gd name="T2" fmla="*/ 629 w 951"/>
                  <a:gd name="T3" fmla="*/ 0 h 1848"/>
                  <a:gd name="T4" fmla="*/ 574 w 951"/>
                  <a:gd name="T5" fmla="*/ 71 h 1848"/>
                  <a:gd name="T6" fmla="*/ 407 w 951"/>
                  <a:gd name="T7" fmla="*/ 71 h 1848"/>
                  <a:gd name="T8" fmla="*/ 344 w 951"/>
                  <a:gd name="T9" fmla="*/ 184 h 1848"/>
                  <a:gd name="T10" fmla="*/ 632 w 951"/>
                  <a:gd name="T11" fmla="*/ 184 h 1848"/>
                  <a:gd name="T12" fmla="*/ 573 w 951"/>
                  <a:gd name="T13" fmla="*/ 72 h 1848"/>
                  <a:gd name="T14" fmla="*/ 629 w 951"/>
                  <a:gd name="T15" fmla="*/ 1 h 1848"/>
                  <a:gd name="T16" fmla="*/ 730 w 951"/>
                  <a:gd name="T17" fmla="*/ 176 h 1848"/>
                  <a:gd name="T18" fmla="*/ 784 w 951"/>
                  <a:gd name="T19" fmla="*/ 177 h 1848"/>
                  <a:gd name="T20" fmla="*/ 803 w 951"/>
                  <a:gd name="T21" fmla="*/ 237 h 1848"/>
                  <a:gd name="T22" fmla="*/ 888 w 951"/>
                  <a:gd name="T23" fmla="*/ 237 h 1848"/>
                  <a:gd name="T24" fmla="*/ 889 w 951"/>
                  <a:gd name="T25" fmla="*/ 279 h 1848"/>
                  <a:gd name="T26" fmla="*/ 921 w 951"/>
                  <a:gd name="T27" fmla="*/ 280 h 1848"/>
                  <a:gd name="T28" fmla="*/ 951 w 951"/>
                  <a:gd name="T29" fmla="*/ 280 h 1848"/>
                  <a:gd name="T30" fmla="*/ 951 w 951"/>
                  <a:gd name="T31" fmla="*/ 538 h 1848"/>
                  <a:gd name="T32" fmla="*/ 888 w 951"/>
                  <a:gd name="T33" fmla="*/ 540 h 1848"/>
                  <a:gd name="T34" fmla="*/ 887 w 951"/>
                  <a:gd name="T35" fmla="*/ 594 h 1848"/>
                  <a:gd name="T36" fmla="*/ 806 w 951"/>
                  <a:gd name="T37" fmla="*/ 594 h 1848"/>
                  <a:gd name="T38" fmla="*/ 783 w 951"/>
                  <a:gd name="T39" fmla="*/ 658 h 1848"/>
                  <a:gd name="T40" fmla="*/ 738 w 951"/>
                  <a:gd name="T41" fmla="*/ 659 h 1848"/>
                  <a:gd name="T42" fmla="*/ 735 w 951"/>
                  <a:gd name="T43" fmla="*/ 790 h 1848"/>
                  <a:gd name="T44" fmla="*/ 705 w 951"/>
                  <a:gd name="T45" fmla="*/ 790 h 1848"/>
                  <a:gd name="T46" fmla="*/ 695 w 951"/>
                  <a:gd name="T47" fmla="*/ 810 h 1848"/>
                  <a:gd name="T48" fmla="*/ 695 w 951"/>
                  <a:gd name="T49" fmla="*/ 941 h 1848"/>
                  <a:gd name="T50" fmla="*/ 642 w 951"/>
                  <a:gd name="T51" fmla="*/ 942 h 1848"/>
                  <a:gd name="T52" fmla="*/ 645 w 951"/>
                  <a:gd name="T53" fmla="*/ 1729 h 1848"/>
                  <a:gd name="T54" fmla="*/ 519 w 951"/>
                  <a:gd name="T55" fmla="*/ 1848 h 1848"/>
                  <a:gd name="T56" fmla="*/ 357 w 951"/>
                  <a:gd name="T57" fmla="*/ 1711 h 1848"/>
                  <a:gd name="T58" fmla="*/ 415 w 951"/>
                  <a:gd name="T59" fmla="*/ 1673 h 1848"/>
                  <a:gd name="T60" fmla="*/ 415 w 951"/>
                  <a:gd name="T61" fmla="*/ 1627 h 1848"/>
                  <a:gd name="T62" fmla="*/ 357 w 951"/>
                  <a:gd name="T63" fmla="*/ 1586 h 1848"/>
                  <a:gd name="T64" fmla="*/ 415 w 951"/>
                  <a:gd name="T65" fmla="*/ 1551 h 1848"/>
                  <a:gd name="T66" fmla="*/ 406 w 951"/>
                  <a:gd name="T67" fmla="*/ 1536 h 1848"/>
                  <a:gd name="T68" fmla="*/ 356 w 951"/>
                  <a:gd name="T69" fmla="*/ 1504 h 1848"/>
                  <a:gd name="T70" fmla="*/ 347 w 951"/>
                  <a:gd name="T71" fmla="*/ 1402 h 1848"/>
                  <a:gd name="T72" fmla="*/ 340 w 951"/>
                  <a:gd name="T73" fmla="*/ 1392 h 1848"/>
                  <a:gd name="T74" fmla="*/ 416 w 951"/>
                  <a:gd name="T75" fmla="*/ 1333 h 1848"/>
                  <a:gd name="T76" fmla="*/ 416 w 951"/>
                  <a:gd name="T77" fmla="*/ 1282 h 1848"/>
                  <a:gd name="T78" fmla="*/ 356 w 951"/>
                  <a:gd name="T79" fmla="*/ 1223 h 1848"/>
                  <a:gd name="T80" fmla="*/ 415 w 951"/>
                  <a:gd name="T81" fmla="*/ 1169 h 1848"/>
                  <a:gd name="T82" fmla="*/ 415 w 951"/>
                  <a:gd name="T83" fmla="*/ 1116 h 1848"/>
                  <a:gd name="T84" fmla="*/ 357 w 951"/>
                  <a:gd name="T85" fmla="*/ 1047 h 1848"/>
                  <a:gd name="T86" fmla="*/ 346 w 951"/>
                  <a:gd name="T87" fmla="*/ 935 h 1848"/>
                  <a:gd name="T88" fmla="*/ 276 w 951"/>
                  <a:gd name="T89" fmla="*/ 935 h 1848"/>
                  <a:gd name="T90" fmla="*/ 276 w 951"/>
                  <a:gd name="T91" fmla="*/ 785 h 1848"/>
                  <a:gd name="T92" fmla="*/ 234 w 951"/>
                  <a:gd name="T93" fmla="*/ 785 h 1848"/>
                  <a:gd name="T94" fmla="*/ 234 w 951"/>
                  <a:gd name="T95" fmla="*/ 653 h 1848"/>
                  <a:gd name="T96" fmla="*/ 187 w 951"/>
                  <a:gd name="T97" fmla="*/ 653 h 1848"/>
                  <a:gd name="T98" fmla="*/ 166 w 951"/>
                  <a:gd name="T99" fmla="*/ 589 h 1848"/>
                  <a:gd name="T100" fmla="*/ 72 w 951"/>
                  <a:gd name="T101" fmla="*/ 589 h 1848"/>
                  <a:gd name="T102" fmla="*/ 72 w 951"/>
                  <a:gd name="T103" fmla="*/ 534 h 1848"/>
                  <a:gd name="T104" fmla="*/ 0 w 951"/>
                  <a:gd name="T105" fmla="*/ 534 h 1848"/>
                  <a:gd name="T106" fmla="*/ 0 w 951"/>
                  <a:gd name="T107" fmla="*/ 274 h 1848"/>
                  <a:gd name="T108" fmla="*/ 71 w 951"/>
                  <a:gd name="T109" fmla="*/ 274 h 1848"/>
                  <a:gd name="T110" fmla="*/ 71 w 951"/>
                  <a:gd name="T111" fmla="*/ 236 h 1848"/>
                  <a:gd name="T112" fmla="*/ 151 w 951"/>
                  <a:gd name="T113" fmla="*/ 236 h 1848"/>
                  <a:gd name="T114" fmla="*/ 169 w 951"/>
                  <a:gd name="T115" fmla="*/ 219 h 1848"/>
                  <a:gd name="T116" fmla="*/ 188 w 951"/>
                  <a:gd name="T117" fmla="*/ 177 h 1848"/>
                  <a:gd name="T118" fmla="*/ 234 w 951"/>
                  <a:gd name="T119" fmla="*/ 177 h 1848"/>
                  <a:gd name="T120" fmla="*/ 341 w 951"/>
                  <a:gd name="T121" fmla="*/ 0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51" h="1848">
                    <a:moveTo>
                      <a:pt x="341" y="0"/>
                    </a:moveTo>
                    <a:lnTo>
                      <a:pt x="629" y="0"/>
                    </a:lnTo>
                    <a:lnTo>
                      <a:pt x="574" y="71"/>
                    </a:lnTo>
                    <a:lnTo>
                      <a:pt x="407" y="71"/>
                    </a:lnTo>
                    <a:lnTo>
                      <a:pt x="344" y="184"/>
                    </a:lnTo>
                    <a:lnTo>
                      <a:pt x="632" y="184"/>
                    </a:lnTo>
                    <a:lnTo>
                      <a:pt x="573" y="72"/>
                    </a:lnTo>
                    <a:lnTo>
                      <a:pt x="629" y="1"/>
                    </a:lnTo>
                    <a:lnTo>
                      <a:pt x="730" y="176"/>
                    </a:lnTo>
                    <a:lnTo>
                      <a:pt x="784" y="177"/>
                    </a:lnTo>
                    <a:lnTo>
                      <a:pt x="803" y="237"/>
                    </a:lnTo>
                    <a:lnTo>
                      <a:pt x="888" y="237"/>
                    </a:lnTo>
                    <a:lnTo>
                      <a:pt x="889" y="279"/>
                    </a:lnTo>
                    <a:lnTo>
                      <a:pt x="921" y="280"/>
                    </a:lnTo>
                    <a:lnTo>
                      <a:pt x="951" y="280"/>
                    </a:lnTo>
                    <a:lnTo>
                      <a:pt x="951" y="538"/>
                    </a:lnTo>
                    <a:lnTo>
                      <a:pt x="888" y="540"/>
                    </a:lnTo>
                    <a:lnTo>
                      <a:pt x="887" y="594"/>
                    </a:lnTo>
                    <a:lnTo>
                      <a:pt x="806" y="594"/>
                    </a:lnTo>
                    <a:lnTo>
                      <a:pt x="783" y="658"/>
                    </a:lnTo>
                    <a:lnTo>
                      <a:pt x="738" y="659"/>
                    </a:lnTo>
                    <a:lnTo>
                      <a:pt x="735" y="790"/>
                    </a:lnTo>
                    <a:lnTo>
                      <a:pt x="705" y="790"/>
                    </a:lnTo>
                    <a:lnTo>
                      <a:pt x="695" y="810"/>
                    </a:lnTo>
                    <a:lnTo>
                      <a:pt x="695" y="941"/>
                    </a:lnTo>
                    <a:lnTo>
                      <a:pt x="642" y="942"/>
                    </a:lnTo>
                    <a:lnTo>
                      <a:pt x="645" y="1729"/>
                    </a:lnTo>
                    <a:lnTo>
                      <a:pt x="519" y="1848"/>
                    </a:lnTo>
                    <a:lnTo>
                      <a:pt x="357" y="1711"/>
                    </a:lnTo>
                    <a:lnTo>
                      <a:pt x="415" y="1673"/>
                    </a:lnTo>
                    <a:lnTo>
                      <a:pt x="415" y="1627"/>
                    </a:lnTo>
                    <a:lnTo>
                      <a:pt x="357" y="1586"/>
                    </a:lnTo>
                    <a:lnTo>
                      <a:pt x="415" y="1551"/>
                    </a:lnTo>
                    <a:lnTo>
                      <a:pt x="406" y="1536"/>
                    </a:lnTo>
                    <a:lnTo>
                      <a:pt x="356" y="1504"/>
                    </a:lnTo>
                    <a:lnTo>
                      <a:pt x="347" y="1402"/>
                    </a:lnTo>
                    <a:lnTo>
                      <a:pt x="340" y="1392"/>
                    </a:lnTo>
                    <a:lnTo>
                      <a:pt x="416" y="1333"/>
                    </a:lnTo>
                    <a:lnTo>
                      <a:pt x="416" y="1282"/>
                    </a:lnTo>
                    <a:lnTo>
                      <a:pt x="356" y="1223"/>
                    </a:lnTo>
                    <a:lnTo>
                      <a:pt x="415" y="1169"/>
                    </a:lnTo>
                    <a:lnTo>
                      <a:pt x="415" y="1116"/>
                    </a:lnTo>
                    <a:lnTo>
                      <a:pt x="357" y="1047"/>
                    </a:lnTo>
                    <a:lnTo>
                      <a:pt x="346" y="935"/>
                    </a:lnTo>
                    <a:lnTo>
                      <a:pt x="276" y="935"/>
                    </a:lnTo>
                    <a:lnTo>
                      <a:pt x="276" y="785"/>
                    </a:lnTo>
                    <a:lnTo>
                      <a:pt x="234" y="785"/>
                    </a:lnTo>
                    <a:lnTo>
                      <a:pt x="234" y="653"/>
                    </a:lnTo>
                    <a:lnTo>
                      <a:pt x="187" y="653"/>
                    </a:lnTo>
                    <a:lnTo>
                      <a:pt x="166" y="589"/>
                    </a:lnTo>
                    <a:lnTo>
                      <a:pt x="72" y="589"/>
                    </a:lnTo>
                    <a:lnTo>
                      <a:pt x="72" y="534"/>
                    </a:lnTo>
                    <a:lnTo>
                      <a:pt x="0" y="534"/>
                    </a:lnTo>
                    <a:lnTo>
                      <a:pt x="0" y="274"/>
                    </a:lnTo>
                    <a:lnTo>
                      <a:pt x="71" y="274"/>
                    </a:lnTo>
                    <a:lnTo>
                      <a:pt x="71" y="236"/>
                    </a:lnTo>
                    <a:lnTo>
                      <a:pt x="151" y="236"/>
                    </a:lnTo>
                    <a:lnTo>
                      <a:pt x="169" y="219"/>
                    </a:lnTo>
                    <a:lnTo>
                      <a:pt x="188" y="177"/>
                    </a:lnTo>
                    <a:lnTo>
                      <a:pt x="234" y="177"/>
                    </a:lnTo>
                    <a:lnTo>
                      <a:pt x="341" y="0"/>
                    </a:lnTo>
                    <a:close/>
                  </a:path>
                </a:pathLst>
              </a:custGeom>
              <a:solidFill>
                <a:srgbClr val="FF9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77" name="未知"/>
              <p:cNvSpPr>
                <a:spLocks noChangeArrowheads="1"/>
              </p:cNvSpPr>
              <p:nvPr/>
            </p:nvSpPr>
            <p:spPr bwMode="auto">
              <a:xfrm>
                <a:off x="8" y="3"/>
                <a:ext cx="317" cy="617"/>
              </a:xfrm>
              <a:custGeom>
                <a:avLst/>
                <a:gdLst>
                  <a:gd name="T0" fmla="*/ 342 w 953"/>
                  <a:gd name="T1" fmla="*/ 0 h 1849"/>
                  <a:gd name="T2" fmla="*/ 629 w 953"/>
                  <a:gd name="T3" fmla="*/ 0 h 1849"/>
                  <a:gd name="T4" fmla="*/ 575 w 953"/>
                  <a:gd name="T5" fmla="*/ 71 h 1849"/>
                  <a:gd name="T6" fmla="*/ 407 w 953"/>
                  <a:gd name="T7" fmla="*/ 71 h 1849"/>
                  <a:gd name="T8" fmla="*/ 344 w 953"/>
                  <a:gd name="T9" fmla="*/ 184 h 1849"/>
                  <a:gd name="T10" fmla="*/ 632 w 953"/>
                  <a:gd name="T11" fmla="*/ 184 h 1849"/>
                  <a:gd name="T12" fmla="*/ 573 w 953"/>
                  <a:gd name="T13" fmla="*/ 72 h 1849"/>
                  <a:gd name="T14" fmla="*/ 629 w 953"/>
                  <a:gd name="T15" fmla="*/ 1 h 1849"/>
                  <a:gd name="T16" fmla="*/ 731 w 953"/>
                  <a:gd name="T17" fmla="*/ 176 h 1849"/>
                  <a:gd name="T18" fmla="*/ 784 w 953"/>
                  <a:gd name="T19" fmla="*/ 177 h 1849"/>
                  <a:gd name="T20" fmla="*/ 803 w 953"/>
                  <a:gd name="T21" fmla="*/ 237 h 1849"/>
                  <a:gd name="T22" fmla="*/ 888 w 953"/>
                  <a:gd name="T23" fmla="*/ 237 h 1849"/>
                  <a:gd name="T24" fmla="*/ 890 w 953"/>
                  <a:gd name="T25" fmla="*/ 279 h 1849"/>
                  <a:gd name="T26" fmla="*/ 922 w 953"/>
                  <a:gd name="T27" fmla="*/ 280 h 1849"/>
                  <a:gd name="T28" fmla="*/ 953 w 953"/>
                  <a:gd name="T29" fmla="*/ 280 h 1849"/>
                  <a:gd name="T30" fmla="*/ 953 w 953"/>
                  <a:gd name="T31" fmla="*/ 538 h 1849"/>
                  <a:gd name="T32" fmla="*/ 888 w 953"/>
                  <a:gd name="T33" fmla="*/ 540 h 1849"/>
                  <a:gd name="T34" fmla="*/ 887 w 953"/>
                  <a:gd name="T35" fmla="*/ 594 h 1849"/>
                  <a:gd name="T36" fmla="*/ 806 w 953"/>
                  <a:gd name="T37" fmla="*/ 594 h 1849"/>
                  <a:gd name="T38" fmla="*/ 783 w 953"/>
                  <a:gd name="T39" fmla="*/ 658 h 1849"/>
                  <a:gd name="T40" fmla="*/ 739 w 953"/>
                  <a:gd name="T41" fmla="*/ 659 h 1849"/>
                  <a:gd name="T42" fmla="*/ 735 w 953"/>
                  <a:gd name="T43" fmla="*/ 790 h 1849"/>
                  <a:gd name="T44" fmla="*/ 705 w 953"/>
                  <a:gd name="T45" fmla="*/ 790 h 1849"/>
                  <a:gd name="T46" fmla="*/ 698 w 953"/>
                  <a:gd name="T47" fmla="*/ 801 h 1849"/>
                  <a:gd name="T48" fmla="*/ 698 w 953"/>
                  <a:gd name="T49" fmla="*/ 942 h 1849"/>
                  <a:gd name="T50" fmla="*/ 642 w 953"/>
                  <a:gd name="T51" fmla="*/ 942 h 1849"/>
                  <a:gd name="T52" fmla="*/ 646 w 953"/>
                  <a:gd name="T53" fmla="*/ 1729 h 1849"/>
                  <a:gd name="T54" fmla="*/ 519 w 953"/>
                  <a:gd name="T55" fmla="*/ 1849 h 1849"/>
                  <a:gd name="T56" fmla="*/ 357 w 953"/>
                  <a:gd name="T57" fmla="*/ 1711 h 1849"/>
                  <a:gd name="T58" fmla="*/ 415 w 953"/>
                  <a:gd name="T59" fmla="*/ 1673 h 1849"/>
                  <a:gd name="T60" fmla="*/ 415 w 953"/>
                  <a:gd name="T61" fmla="*/ 1627 h 1849"/>
                  <a:gd name="T62" fmla="*/ 357 w 953"/>
                  <a:gd name="T63" fmla="*/ 1586 h 1849"/>
                  <a:gd name="T64" fmla="*/ 415 w 953"/>
                  <a:gd name="T65" fmla="*/ 1551 h 1849"/>
                  <a:gd name="T66" fmla="*/ 406 w 953"/>
                  <a:gd name="T67" fmla="*/ 1536 h 1849"/>
                  <a:gd name="T68" fmla="*/ 356 w 953"/>
                  <a:gd name="T69" fmla="*/ 1504 h 1849"/>
                  <a:gd name="T70" fmla="*/ 347 w 953"/>
                  <a:gd name="T71" fmla="*/ 1402 h 1849"/>
                  <a:gd name="T72" fmla="*/ 340 w 953"/>
                  <a:gd name="T73" fmla="*/ 1393 h 1849"/>
                  <a:gd name="T74" fmla="*/ 416 w 953"/>
                  <a:gd name="T75" fmla="*/ 1333 h 1849"/>
                  <a:gd name="T76" fmla="*/ 416 w 953"/>
                  <a:gd name="T77" fmla="*/ 1282 h 1849"/>
                  <a:gd name="T78" fmla="*/ 356 w 953"/>
                  <a:gd name="T79" fmla="*/ 1223 h 1849"/>
                  <a:gd name="T80" fmla="*/ 415 w 953"/>
                  <a:gd name="T81" fmla="*/ 1169 h 1849"/>
                  <a:gd name="T82" fmla="*/ 415 w 953"/>
                  <a:gd name="T83" fmla="*/ 1116 h 1849"/>
                  <a:gd name="T84" fmla="*/ 357 w 953"/>
                  <a:gd name="T85" fmla="*/ 1047 h 1849"/>
                  <a:gd name="T86" fmla="*/ 346 w 953"/>
                  <a:gd name="T87" fmla="*/ 935 h 1849"/>
                  <a:gd name="T88" fmla="*/ 276 w 953"/>
                  <a:gd name="T89" fmla="*/ 935 h 1849"/>
                  <a:gd name="T90" fmla="*/ 276 w 953"/>
                  <a:gd name="T91" fmla="*/ 785 h 1849"/>
                  <a:gd name="T92" fmla="*/ 235 w 953"/>
                  <a:gd name="T93" fmla="*/ 785 h 1849"/>
                  <a:gd name="T94" fmla="*/ 235 w 953"/>
                  <a:gd name="T95" fmla="*/ 653 h 1849"/>
                  <a:gd name="T96" fmla="*/ 187 w 953"/>
                  <a:gd name="T97" fmla="*/ 653 h 1849"/>
                  <a:gd name="T98" fmla="*/ 166 w 953"/>
                  <a:gd name="T99" fmla="*/ 589 h 1849"/>
                  <a:gd name="T100" fmla="*/ 72 w 953"/>
                  <a:gd name="T101" fmla="*/ 589 h 1849"/>
                  <a:gd name="T102" fmla="*/ 72 w 953"/>
                  <a:gd name="T103" fmla="*/ 534 h 1849"/>
                  <a:gd name="T104" fmla="*/ 0 w 953"/>
                  <a:gd name="T105" fmla="*/ 534 h 1849"/>
                  <a:gd name="T106" fmla="*/ 0 w 953"/>
                  <a:gd name="T107" fmla="*/ 273 h 1849"/>
                  <a:gd name="T108" fmla="*/ 71 w 953"/>
                  <a:gd name="T109" fmla="*/ 273 h 1849"/>
                  <a:gd name="T110" fmla="*/ 71 w 953"/>
                  <a:gd name="T111" fmla="*/ 236 h 1849"/>
                  <a:gd name="T112" fmla="*/ 151 w 953"/>
                  <a:gd name="T113" fmla="*/ 236 h 1849"/>
                  <a:gd name="T114" fmla="*/ 170 w 953"/>
                  <a:gd name="T115" fmla="*/ 219 h 1849"/>
                  <a:gd name="T116" fmla="*/ 189 w 953"/>
                  <a:gd name="T117" fmla="*/ 177 h 1849"/>
                  <a:gd name="T118" fmla="*/ 235 w 953"/>
                  <a:gd name="T119" fmla="*/ 177 h 1849"/>
                  <a:gd name="T120" fmla="*/ 342 w 953"/>
                  <a:gd name="T121" fmla="*/ 0 h 1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53" h="1849">
                    <a:moveTo>
                      <a:pt x="342" y="0"/>
                    </a:moveTo>
                    <a:lnTo>
                      <a:pt x="629" y="0"/>
                    </a:lnTo>
                    <a:lnTo>
                      <a:pt x="575" y="71"/>
                    </a:lnTo>
                    <a:lnTo>
                      <a:pt x="407" y="71"/>
                    </a:lnTo>
                    <a:lnTo>
                      <a:pt x="344" y="184"/>
                    </a:lnTo>
                    <a:lnTo>
                      <a:pt x="632" y="184"/>
                    </a:lnTo>
                    <a:lnTo>
                      <a:pt x="573" y="72"/>
                    </a:lnTo>
                    <a:lnTo>
                      <a:pt x="629" y="1"/>
                    </a:lnTo>
                    <a:lnTo>
                      <a:pt x="731" y="176"/>
                    </a:lnTo>
                    <a:lnTo>
                      <a:pt x="784" y="177"/>
                    </a:lnTo>
                    <a:lnTo>
                      <a:pt x="803" y="237"/>
                    </a:lnTo>
                    <a:lnTo>
                      <a:pt x="888" y="237"/>
                    </a:lnTo>
                    <a:lnTo>
                      <a:pt x="890" y="279"/>
                    </a:lnTo>
                    <a:lnTo>
                      <a:pt x="922" y="280"/>
                    </a:lnTo>
                    <a:lnTo>
                      <a:pt x="953" y="280"/>
                    </a:lnTo>
                    <a:lnTo>
                      <a:pt x="953" y="538"/>
                    </a:lnTo>
                    <a:lnTo>
                      <a:pt x="888" y="540"/>
                    </a:lnTo>
                    <a:lnTo>
                      <a:pt x="887" y="594"/>
                    </a:lnTo>
                    <a:lnTo>
                      <a:pt x="806" y="594"/>
                    </a:lnTo>
                    <a:lnTo>
                      <a:pt x="783" y="658"/>
                    </a:lnTo>
                    <a:lnTo>
                      <a:pt x="739" y="659"/>
                    </a:lnTo>
                    <a:lnTo>
                      <a:pt x="735" y="790"/>
                    </a:lnTo>
                    <a:lnTo>
                      <a:pt x="705" y="790"/>
                    </a:lnTo>
                    <a:lnTo>
                      <a:pt x="698" y="801"/>
                    </a:lnTo>
                    <a:lnTo>
                      <a:pt x="698" y="942"/>
                    </a:lnTo>
                    <a:lnTo>
                      <a:pt x="642" y="942"/>
                    </a:lnTo>
                    <a:lnTo>
                      <a:pt x="646" y="1729"/>
                    </a:lnTo>
                    <a:lnTo>
                      <a:pt x="519" y="1849"/>
                    </a:lnTo>
                    <a:lnTo>
                      <a:pt x="357" y="1711"/>
                    </a:lnTo>
                    <a:lnTo>
                      <a:pt x="415" y="1673"/>
                    </a:lnTo>
                    <a:lnTo>
                      <a:pt x="415" y="1627"/>
                    </a:lnTo>
                    <a:lnTo>
                      <a:pt x="357" y="1586"/>
                    </a:lnTo>
                    <a:lnTo>
                      <a:pt x="415" y="1551"/>
                    </a:lnTo>
                    <a:lnTo>
                      <a:pt x="406" y="1536"/>
                    </a:lnTo>
                    <a:lnTo>
                      <a:pt x="356" y="1504"/>
                    </a:lnTo>
                    <a:lnTo>
                      <a:pt x="347" y="1402"/>
                    </a:lnTo>
                    <a:lnTo>
                      <a:pt x="340" y="1393"/>
                    </a:lnTo>
                    <a:lnTo>
                      <a:pt x="416" y="1333"/>
                    </a:lnTo>
                    <a:lnTo>
                      <a:pt x="416" y="1282"/>
                    </a:lnTo>
                    <a:lnTo>
                      <a:pt x="356" y="1223"/>
                    </a:lnTo>
                    <a:lnTo>
                      <a:pt x="415" y="1169"/>
                    </a:lnTo>
                    <a:lnTo>
                      <a:pt x="415" y="1116"/>
                    </a:lnTo>
                    <a:lnTo>
                      <a:pt x="357" y="1047"/>
                    </a:lnTo>
                    <a:lnTo>
                      <a:pt x="346" y="935"/>
                    </a:lnTo>
                    <a:lnTo>
                      <a:pt x="276" y="935"/>
                    </a:lnTo>
                    <a:lnTo>
                      <a:pt x="276" y="785"/>
                    </a:lnTo>
                    <a:lnTo>
                      <a:pt x="235" y="785"/>
                    </a:lnTo>
                    <a:lnTo>
                      <a:pt x="235" y="653"/>
                    </a:lnTo>
                    <a:lnTo>
                      <a:pt x="187" y="653"/>
                    </a:lnTo>
                    <a:lnTo>
                      <a:pt x="166" y="589"/>
                    </a:lnTo>
                    <a:lnTo>
                      <a:pt x="72" y="589"/>
                    </a:lnTo>
                    <a:lnTo>
                      <a:pt x="72" y="534"/>
                    </a:lnTo>
                    <a:lnTo>
                      <a:pt x="0" y="534"/>
                    </a:lnTo>
                    <a:lnTo>
                      <a:pt x="0" y="273"/>
                    </a:lnTo>
                    <a:lnTo>
                      <a:pt x="71" y="273"/>
                    </a:lnTo>
                    <a:lnTo>
                      <a:pt x="71" y="236"/>
                    </a:lnTo>
                    <a:lnTo>
                      <a:pt x="151" y="236"/>
                    </a:lnTo>
                    <a:lnTo>
                      <a:pt x="170" y="219"/>
                    </a:lnTo>
                    <a:lnTo>
                      <a:pt x="189" y="177"/>
                    </a:lnTo>
                    <a:lnTo>
                      <a:pt x="235" y="177"/>
                    </a:lnTo>
                    <a:lnTo>
                      <a:pt x="342" y="0"/>
                    </a:lnTo>
                    <a:close/>
                  </a:path>
                </a:pathLst>
              </a:custGeom>
              <a:solidFill>
                <a:srgbClr val="BF7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82878" name="Group 956"/>
              <p:cNvGrpSpPr/>
              <p:nvPr/>
            </p:nvGrpSpPr>
            <p:grpSpPr bwMode="auto">
              <a:xfrm>
                <a:off x="52" y="102"/>
                <a:ext cx="242" cy="71"/>
                <a:chOff x="0" y="0"/>
                <a:chExt cx="242" cy="71"/>
              </a:xfrm>
            </p:grpSpPr>
            <p:sp>
              <p:nvSpPr>
                <p:cNvPr id="82879" name="未知"/>
                <p:cNvSpPr>
                  <a:spLocks noChangeArrowheads="1"/>
                </p:cNvSpPr>
                <p:nvPr/>
              </p:nvSpPr>
              <p:spPr bwMode="auto">
                <a:xfrm>
                  <a:off x="0" y="0"/>
                  <a:ext cx="224" cy="71"/>
                </a:xfrm>
                <a:custGeom>
                  <a:avLst/>
                  <a:gdLst>
                    <a:gd name="T0" fmla="*/ 0 w 673"/>
                    <a:gd name="T1" fmla="*/ 110 h 212"/>
                    <a:gd name="T2" fmla="*/ 59 w 673"/>
                    <a:gd name="T3" fmla="*/ 0 h 212"/>
                    <a:gd name="T4" fmla="*/ 673 w 673"/>
                    <a:gd name="T5" fmla="*/ 0 h 212"/>
                    <a:gd name="T6" fmla="*/ 668 w 673"/>
                    <a:gd name="T7" fmla="*/ 8 h 212"/>
                    <a:gd name="T8" fmla="*/ 66 w 673"/>
                    <a:gd name="T9" fmla="*/ 8 h 212"/>
                    <a:gd name="T10" fmla="*/ 11 w 673"/>
                    <a:gd name="T11" fmla="*/ 110 h 212"/>
                    <a:gd name="T12" fmla="*/ 64 w 673"/>
                    <a:gd name="T13" fmla="*/ 205 h 212"/>
                    <a:gd name="T14" fmla="*/ 54 w 673"/>
                    <a:gd name="T15" fmla="*/ 212 h 212"/>
                    <a:gd name="T16" fmla="*/ 0 w 673"/>
                    <a:gd name="T17" fmla="*/ 11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3" h="212">
                      <a:moveTo>
                        <a:pt x="0" y="110"/>
                      </a:moveTo>
                      <a:lnTo>
                        <a:pt x="59" y="0"/>
                      </a:lnTo>
                      <a:lnTo>
                        <a:pt x="673" y="0"/>
                      </a:lnTo>
                      <a:lnTo>
                        <a:pt x="668" y="8"/>
                      </a:lnTo>
                      <a:lnTo>
                        <a:pt x="66" y="8"/>
                      </a:lnTo>
                      <a:lnTo>
                        <a:pt x="11" y="110"/>
                      </a:lnTo>
                      <a:lnTo>
                        <a:pt x="64" y="205"/>
                      </a:lnTo>
                      <a:lnTo>
                        <a:pt x="54" y="212"/>
                      </a:lnTo>
                      <a:lnTo>
                        <a:pt x="0" y="110"/>
                      </a:lnTo>
                      <a:close/>
                    </a:path>
                  </a:pathLst>
                </a:custGeom>
                <a:solidFill>
                  <a:srgbClr val="BF7F3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80" name="未知"/>
                <p:cNvSpPr>
                  <a:spLocks noChangeArrowheads="1"/>
                </p:cNvSpPr>
                <p:nvPr/>
              </p:nvSpPr>
              <p:spPr bwMode="auto">
                <a:xfrm>
                  <a:off x="18" y="0"/>
                  <a:ext cx="224" cy="70"/>
                </a:xfrm>
                <a:custGeom>
                  <a:avLst/>
                  <a:gdLst>
                    <a:gd name="T0" fmla="*/ 674 w 674"/>
                    <a:gd name="T1" fmla="*/ 101 h 211"/>
                    <a:gd name="T2" fmla="*/ 615 w 674"/>
                    <a:gd name="T3" fmla="*/ 211 h 211"/>
                    <a:gd name="T4" fmla="*/ 0 w 674"/>
                    <a:gd name="T5" fmla="*/ 211 h 211"/>
                    <a:gd name="T6" fmla="*/ 6 w 674"/>
                    <a:gd name="T7" fmla="*/ 204 h 211"/>
                    <a:gd name="T8" fmla="*/ 608 w 674"/>
                    <a:gd name="T9" fmla="*/ 204 h 211"/>
                    <a:gd name="T10" fmla="*/ 663 w 674"/>
                    <a:gd name="T11" fmla="*/ 101 h 211"/>
                    <a:gd name="T12" fmla="*/ 609 w 674"/>
                    <a:gd name="T13" fmla="*/ 6 h 211"/>
                    <a:gd name="T14" fmla="*/ 619 w 674"/>
                    <a:gd name="T15" fmla="*/ 0 h 211"/>
                    <a:gd name="T16" fmla="*/ 674 w 674"/>
                    <a:gd name="T17" fmla="*/ 10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4" h="211">
                      <a:moveTo>
                        <a:pt x="674" y="101"/>
                      </a:moveTo>
                      <a:lnTo>
                        <a:pt x="615" y="211"/>
                      </a:lnTo>
                      <a:lnTo>
                        <a:pt x="0" y="211"/>
                      </a:lnTo>
                      <a:lnTo>
                        <a:pt x="6" y="204"/>
                      </a:lnTo>
                      <a:lnTo>
                        <a:pt x="608" y="204"/>
                      </a:lnTo>
                      <a:lnTo>
                        <a:pt x="663" y="101"/>
                      </a:lnTo>
                      <a:lnTo>
                        <a:pt x="609" y="6"/>
                      </a:lnTo>
                      <a:lnTo>
                        <a:pt x="619" y="0"/>
                      </a:lnTo>
                      <a:lnTo>
                        <a:pt x="674" y="101"/>
                      </a:lnTo>
                      <a:close/>
                    </a:path>
                  </a:pathLst>
                </a:custGeom>
                <a:solidFill>
                  <a:srgbClr val="FF9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881" name="Rectangle 959"/>
              <p:cNvSpPr>
                <a:spLocks noChangeArrowheads="1"/>
              </p:cNvSpPr>
              <p:nvPr/>
            </p:nvSpPr>
            <p:spPr bwMode="auto">
              <a:xfrm>
                <a:off x="59" y="77"/>
                <a:ext cx="211" cy="4"/>
              </a:xfrm>
              <a:prstGeom prst="rect">
                <a:avLst/>
              </a:prstGeom>
              <a:solidFill>
                <a:srgbClr val="FF9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82882" name="Group 960"/>
              <p:cNvGrpSpPr/>
              <p:nvPr/>
            </p:nvGrpSpPr>
            <p:grpSpPr bwMode="auto">
              <a:xfrm>
                <a:off x="32" y="182"/>
                <a:ext cx="271" cy="437"/>
                <a:chOff x="0" y="0"/>
                <a:chExt cx="271" cy="437"/>
              </a:xfrm>
            </p:grpSpPr>
            <p:sp>
              <p:nvSpPr>
                <p:cNvPr id="82883" name="未知"/>
                <p:cNvSpPr>
                  <a:spLocks noChangeArrowheads="1"/>
                </p:cNvSpPr>
                <p:nvPr/>
              </p:nvSpPr>
              <p:spPr bwMode="auto">
                <a:xfrm>
                  <a:off x="124" y="85"/>
                  <a:ext cx="7" cy="337"/>
                </a:xfrm>
                <a:custGeom>
                  <a:avLst/>
                  <a:gdLst>
                    <a:gd name="T0" fmla="*/ 21 w 21"/>
                    <a:gd name="T1" fmla="*/ 0 h 1010"/>
                    <a:gd name="T2" fmla="*/ 20 w 21"/>
                    <a:gd name="T3" fmla="*/ 1010 h 1010"/>
                    <a:gd name="T4" fmla="*/ 2 w 21"/>
                    <a:gd name="T5" fmla="*/ 995 h 1010"/>
                    <a:gd name="T6" fmla="*/ 0 w 21"/>
                    <a:gd name="T7" fmla="*/ 31 h 1010"/>
                    <a:gd name="T8" fmla="*/ 21 w 21"/>
                    <a:gd name="T9" fmla="*/ 0 h 1010"/>
                  </a:gdLst>
                  <a:ahLst/>
                  <a:cxnLst>
                    <a:cxn ang="0">
                      <a:pos x="T0" y="T1"/>
                    </a:cxn>
                    <a:cxn ang="0">
                      <a:pos x="T2" y="T3"/>
                    </a:cxn>
                    <a:cxn ang="0">
                      <a:pos x="T4" y="T5"/>
                    </a:cxn>
                    <a:cxn ang="0">
                      <a:pos x="T6" y="T7"/>
                    </a:cxn>
                    <a:cxn ang="0">
                      <a:pos x="T8" y="T9"/>
                    </a:cxn>
                  </a:cxnLst>
                  <a:rect l="0" t="0" r="r" b="b"/>
                  <a:pathLst>
                    <a:path w="21" h="1010">
                      <a:moveTo>
                        <a:pt x="21" y="0"/>
                      </a:moveTo>
                      <a:lnTo>
                        <a:pt x="20" y="1010"/>
                      </a:lnTo>
                      <a:lnTo>
                        <a:pt x="2" y="995"/>
                      </a:lnTo>
                      <a:lnTo>
                        <a:pt x="0" y="31"/>
                      </a:lnTo>
                      <a:lnTo>
                        <a:pt x="21" y="0"/>
                      </a:lnTo>
                      <a:close/>
                    </a:path>
                  </a:pathLst>
                </a:custGeom>
                <a:solidFill>
                  <a:srgbClr val="FF9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84" name="未知"/>
                <p:cNvSpPr>
                  <a:spLocks noChangeArrowheads="1"/>
                </p:cNvSpPr>
                <p:nvPr/>
              </p:nvSpPr>
              <p:spPr bwMode="auto">
                <a:xfrm>
                  <a:off x="163" y="94"/>
                  <a:ext cx="6" cy="329"/>
                </a:xfrm>
                <a:custGeom>
                  <a:avLst/>
                  <a:gdLst>
                    <a:gd name="T0" fmla="*/ 16 w 19"/>
                    <a:gd name="T1" fmla="*/ 0 h 986"/>
                    <a:gd name="T2" fmla="*/ 19 w 19"/>
                    <a:gd name="T3" fmla="*/ 969 h 986"/>
                    <a:gd name="T4" fmla="*/ 2 w 19"/>
                    <a:gd name="T5" fmla="*/ 986 h 986"/>
                    <a:gd name="T6" fmla="*/ 0 w 19"/>
                    <a:gd name="T7" fmla="*/ 80 h 986"/>
                    <a:gd name="T8" fmla="*/ 16 w 19"/>
                    <a:gd name="T9" fmla="*/ 0 h 986"/>
                  </a:gdLst>
                  <a:ahLst/>
                  <a:cxnLst>
                    <a:cxn ang="0">
                      <a:pos x="T0" y="T1"/>
                    </a:cxn>
                    <a:cxn ang="0">
                      <a:pos x="T2" y="T3"/>
                    </a:cxn>
                    <a:cxn ang="0">
                      <a:pos x="T4" y="T5"/>
                    </a:cxn>
                    <a:cxn ang="0">
                      <a:pos x="T6" y="T7"/>
                    </a:cxn>
                    <a:cxn ang="0">
                      <a:pos x="T8" y="T9"/>
                    </a:cxn>
                  </a:cxnLst>
                  <a:rect l="0" t="0" r="r" b="b"/>
                  <a:pathLst>
                    <a:path w="19" h="986">
                      <a:moveTo>
                        <a:pt x="16" y="0"/>
                      </a:moveTo>
                      <a:lnTo>
                        <a:pt x="19" y="969"/>
                      </a:lnTo>
                      <a:lnTo>
                        <a:pt x="2" y="986"/>
                      </a:lnTo>
                      <a:lnTo>
                        <a:pt x="0" y="80"/>
                      </a:lnTo>
                      <a:lnTo>
                        <a:pt x="16" y="0"/>
                      </a:lnTo>
                      <a:close/>
                    </a:path>
                  </a:pathLst>
                </a:custGeom>
                <a:solidFill>
                  <a:srgbClr val="FF9F00"/>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82885" name="Group 963"/>
                <p:cNvGrpSpPr/>
                <p:nvPr/>
              </p:nvGrpSpPr>
              <p:grpSpPr bwMode="auto">
                <a:xfrm>
                  <a:off x="0" y="0"/>
                  <a:ext cx="271" cy="437"/>
                  <a:chOff x="0" y="0"/>
                  <a:chExt cx="271" cy="437"/>
                </a:xfrm>
              </p:grpSpPr>
              <p:sp>
                <p:nvSpPr>
                  <p:cNvPr id="82886" name="Rectangle 964"/>
                  <p:cNvSpPr>
                    <a:spLocks noChangeArrowheads="1"/>
                  </p:cNvSpPr>
                  <p:nvPr/>
                </p:nvSpPr>
                <p:spPr bwMode="auto">
                  <a:xfrm>
                    <a:off x="0" y="0"/>
                    <a:ext cx="271" cy="8"/>
                  </a:xfrm>
                  <a:prstGeom prst="rect">
                    <a:avLst/>
                  </a:prstGeom>
                  <a:solidFill>
                    <a:srgbClr val="BF7F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887" name="Rectangle 965"/>
                  <p:cNvSpPr>
                    <a:spLocks noChangeArrowheads="1"/>
                  </p:cNvSpPr>
                  <p:nvPr/>
                </p:nvSpPr>
                <p:spPr bwMode="auto">
                  <a:xfrm>
                    <a:off x="56" y="41"/>
                    <a:ext cx="166" cy="7"/>
                  </a:xfrm>
                  <a:prstGeom prst="rect">
                    <a:avLst/>
                  </a:prstGeom>
                  <a:solidFill>
                    <a:srgbClr val="BF7F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2888" name="未知"/>
                  <p:cNvSpPr>
                    <a:spLocks noChangeArrowheads="1"/>
                  </p:cNvSpPr>
                  <p:nvPr/>
                </p:nvSpPr>
                <p:spPr bwMode="auto">
                  <a:xfrm>
                    <a:off x="147" y="95"/>
                    <a:ext cx="21" cy="342"/>
                  </a:xfrm>
                  <a:custGeom>
                    <a:avLst/>
                    <a:gdLst>
                      <a:gd name="T0" fmla="*/ 62 w 62"/>
                      <a:gd name="T1" fmla="*/ 0 h 1026"/>
                      <a:gd name="T2" fmla="*/ 47 w 62"/>
                      <a:gd name="T3" fmla="*/ 67 h 1026"/>
                      <a:gd name="T4" fmla="*/ 23 w 62"/>
                      <a:gd name="T5" fmla="*/ 124 h 1026"/>
                      <a:gd name="T6" fmla="*/ 23 w 62"/>
                      <a:gd name="T7" fmla="*/ 1007 h 1026"/>
                      <a:gd name="T8" fmla="*/ 4 w 62"/>
                      <a:gd name="T9" fmla="*/ 1026 h 1026"/>
                      <a:gd name="T10" fmla="*/ 0 w 62"/>
                      <a:gd name="T11" fmla="*/ 108 h 1026"/>
                      <a:gd name="T12" fmla="*/ 62 w 62"/>
                      <a:gd name="T13" fmla="*/ 0 h 1026"/>
                    </a:gdLst>
                    <a:ahLst/>
                    <a:cxnLst>
                      <a:cxn ang="0">
                        <a:pos x="T0" y="T1"/>
                      </a:cxn>
                      <a:cxn ang="0">
                        <a:pos x="T2" y="T3"/>
                      </a:cxn>
                      <a:cxn ang="0">
                        <a:pos x="T4" y="T5"/>
                      </a:cxn>
                      <a:cxn ang="0">
                        <a:pos x="T6" y="T7"/>
                      </a:cxn>
                      <a:cxn ang="0">
                        <a:pos x="T8" y="T9"/>
                      </a:cxn>
                      <a:cxn ang="0">
                        <a:pos x="T10" y="T11"/>
                      </a:cxn>
                      <a:cxn ang="0">
                        <a:pos x="T12" y="T13"/>
                      </a:cxn>
                    </a:cxnLst>
                    <a:rect l="0" t="0" r="r" b="b"/>
                    <a:pathLst>
                      <a:path w="62" h="1026">
                        <a:moveTo>
                          <a:pt x="62" y="0"/>
                        </a:moveTo>
                        <a:lnTo>
                          <a:pt x="47" y="67"/>
                        </a:lnTo>
                        <a:lnTo>
                          <a:pt x="23" y="124"/>
                        </a:lnTo>
                        <a:lnTo>
                          <a:pt x="23" y="1007"/>
                        </a:lnTo>
                        <a:lnTo>
                          <a:pt x="4" y="1026"/>
                        </a:lnTo>
                        <a:lnTo>
                          <a:pt x="0" y="108"/>
                        </a:lnTo>
                        <a:lnTo>
                          <a:pt x="62" y="0"/>
                        </a:lnTo>
                        <a:close/>
                      </a:path>
                    </a:pathLst>
                  </a:custGeom>
                  <a:solidFill>
                    <a:srgbClr val="BF7F3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89" name="未知"/>
                  <p:cNvSpPr>
                    <a:spLocks noChangeArrowheads="1"/>
                  </p:cNvSpPr>
                  <p:nvPr/>
                </p:nvSpPr>
                <p:spPr bwMode="auto">
                  <a:xfrm>
                    <a:off x="68" y="82"/>
                    <a:ext cx="144" cy="52"/>
                  </a:xfrm>
                  <a:custGeom>
                    <a:avLst/>
                    <a:gdLst>
                      <a:gd name="T0" fmla="*/ 73 w 434"/>
                      <a:gd name="T1" fmla="*/ 155 h 155"/>
                      <a:gd name="T2" fmla="*/ 45 w 434"/>
                      <a:gd name="T3" fmla="*/ 120 h 155"/>
                      <a:gd name="T4" fmla="*/ 45 w 434"/>
                      <a:gd name="T5" fmla="*/ 18 h 155"/>
                      <a:gd name="T6" fmla="*/ 0 w 434"/>
                      <a:gd name="T7" fmla="*/ 18 h 155"/>
                      <a:gd name="T8" fmla="*/ 0 w 434"/>
                      <a:gd name="T9" fmla="*/ 0 h 155"/>
                      <a:gd name="T10" fmla="*/ 434 w 434"/>
                      <a:gd name="T11" fmla="*/ 0 h 155"/>
                      <a:gd name="T12" fmla="*/ 423 w 434"/>
                      <a:gd name="T13" fmla="*/ 18 h 155"/>
                      <a:gd name="T14" fmla="*/ 189 w 434"/>
                      <a:gd name="T15" fmla="*/ 18 h 155"/>
                      <a:gd name="T16" fmla="*/ 169 w 434"/>
                      <a:gd name="T17" fmla="*/ 47 h 155"/>
                      <a:gd name="T18" fmla="*/ 82 w 434"/>
                      <a:gd name="T19" fmla="*/ 47 h 155"/>
                      <a:gd name="T20" fmla="*/ 73 w 434"/>
                      <a:gd name="T2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4" h="155">
                        <a:moveTo>
                          <a:pt x="73" y="155"/>
                        </a:moveTo>
                        <a:lnTo>
                          <a:pt x="45" y="120"/>
                        </a:lnTo>
                        <a:lnTo>
                          <a:pt x="45" y="18"/>
                        </a:lnTo>
                        <a:lnTo>
                          <a:pt x="0" y="18"/>
                        </a:lnTo>
                        <a:lnTo>
                          <a:pt x="0" y="0"/>
                        </a:lnTo>
                        <a:lnTo>
                          <a:pt x="434" y="0"/>
                        </a:lnTo>
                        <a:lnTo>
                          <a:pt x="423" y="18"/>
                        </a:lnTo>
                        <a:lnTo>
                          <a:pt x="189" y="18"/>
                        </a:lnTo>
                        <a:lnTo>
                          <a:pt x="169" y="47"/>
                        </a:lnTo>
                        <a:lnTo>
                          <a:pt x="82" y="47"/>
                        </a:lnTo>
                        <a:lnTo>
                          <a:pt x="73" y="155"/>
                        </a:lnTo>
                        <a:close/>
                      </a:path>
                    </a:pathLst>
                  </a:custGeom>
                  <a:solidFill>
                    <a:srgbClr val="BF7F3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890" name="未知"/>
                  <p:cNvSpPr>
                    <a:spLocks noChangeArrowheads="1"/>
                  </p:cNvSpPr>
                  <p:nvPr/>
                </p:nvSpPr>
                <p:spPr bwMode="auto">
                  <a:xfrm>
                    <a:off x="31" y="17"/>
                    <a:ext cx="214" cy="7"/>
                  </a:xfrm>
                  <a:custGeom>
                    <a:avLst/>
                    <a:gdLst>
                      <a:gd name="T0" fmla="*/ 0 w 642"/>
                      <a:gd name="T1" fmla="*/ 1 h 21"/>
                      <a:gd name="T2" fmla="*/ 642 w 642"/>
                      <a:gd name="T3" fmla="*/ 0 h 21"/>
                      <a:gd name="T4" fmla="*/ 635 w 642"/>
                      <a:gd name="T5" fmla="*/ 20 h 21"/>
                      <a:gd name="T6" fmla="*/ 6 w 642"/>
                      <a:gd name="T7" fmla="*/ 21 h 21"/>
                      <a:gd name="T8" fmla="*/ 0 w 642"/>
                      <a:gd name="T9" fmla="*/ 1 h 21"/>
                    </a:gdLst>
                    <a:ahLst/>
                    <a:cxnLst>
                      <a:cxn ang="0">
                        <a:pos x="T0" y="T1"/>
                      </a:cxn>
                      <a:cxn ang="0">
                        <a:pos x="T2" y="T3"/>
                      </a:cxn>
                      <a:cxn ang="0">
                        <a:pos x="T4" y="T5"/>
                      </a:cxn>
                      <a:cxn ang="0">
                        <a:pos x="T6" y="T7"/>
                      </a:cxn>
                      <a:cxn ang="0">
                        <a:pos x="T8" y="T9"/>
                      </a:cxn>
                    </a:cxnLst>
                    <a:rect l="0" t="0" r="r" b="b"/>
                    <a:pathLst>
                      <a:path w="642" h="21">
                        <a:moveTo>
                          <a:pt x="0" y="1"/>
                        </a:moveTo>
                        <a:lnTo>
                          <a:pt x="642" y="0"/>
                        </a:lnTo>
                        <a:lnTo>
                          <a:pt x="635" y="20"/>
                        </a:lnTo>
                        <a:lnTo>
                          <a:pt x="6" y="21"/>
                        </a:lnTo>
                        <a:lnTo>
                          <a:pt x="0" y="1"/>
                        </a:lnTo>
                        <a:close/>
                      </a:path>
                    </a:pathLst>
                  </a:custGeom>
                  <a:solidFill>
                    <a:srgbClr val="BF7F3F"/>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grpSp>
        <p:sp>
          <p:nvSpPr>
            <p:cNvPr id="82891" name="Text Box 969"/>
            <p:cNvSpPr txBox="1">
              <a:spLocks noChangeArrowheads="1"/>
            </p:cNvSpPr>
            <p:nvPr/>
          </p:nvSpPr>
          <p:spPr bwMode="auto">
            <a:xfrm>
              <a:off x="672" y="0"/>
              <a:ext cx="168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0000"/>
                  </a:solidFill>
                  <a:latin typeface="Times New Roman" panose="02020603050405020304" pitchFamily="18" charset="0"/>
                  <a:ea typeface="楷体_GB2312" pitchFamily="49" charset="-122"/>
                </a:rPr>
                <a:t>分段</a:t>
              </a:r>
              <a:r>
                <a:rPr lang="zh-CN" altLang="en-US" sz="2800" b="1">
                  <a:solidFill>
                    <a:srgbClr val="3333CC"/>
                  </a:solidFill>
                  <a:latin typeface="Times New Roman" panose="02020603050405020304" pitchFamily="18" charset="0"/>
                  <a:ea typeface="楷体_GB2312" pitchFamily="49" charset="-122"/>
                </a:rPr>
                <a:t>低次</a:t>
              </a:r>
              <a:r>
                <a:rPr lang="zh-CN" altLang="en-US" sz="2800" b="1">
                  <a:solidFill>
                    <a:srgbClr val="000000"/>
                  </a:solidFill>
                  <a:latin typeface="Times New Roman" panose="02020603050405020304" pitchFamily="18" charset="0"/>
                  <a:ea typeface="楷体_GB2312" pitchFamily="49" charset="-122"/>
                </a:rPr>
                <a:t>插值</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8130"/>
                                        </p:tgtEl>
                                        <p:attrNameLst>
                                          <p:attrName>style.visibility</p:attrName>
                                        </p:attrNameLst>
                                      </p:cBhvr>
                                      <p:to>
                                        <p:strVal val="visible"/>
                                      </p:to>
                                    </p:set>
                                    <p:animEffect transition="in" filter="wipe(left)">
                                      <p:cBhvr>
                                        <p:cTn id="7" dur="500"/>
                                        <p:tgtEl>
                                          <p:spTgt spid="48130"/>
                                        </p:tgtEl>
                                      </p:cBhvr>
                                    </p:animEffect>
                                  </p:childTnLst>
                                  <p:subTnLst>
                                    <p:audio>
                                      <p:cMediaNode>
                                        <p:cTn display="0" masterRel="sameClick">
                                          <p:stCondLst>
                                            <p:cond evt="begin" delay="0">
                                              <p:tn val="5"/>
                                            </p:cond>
                                          </p:stCondLst>
                                          <p:endCondLst>
                                            <p:cond evt="onStopAudio" delay="0">
                                              <p:tgtEl>
                                                <p:sldTgt/>
                                              </p:tgtEl>
                                            </p:cond>
                                          </p:endCondLst>
                                        </p:cTn>
                                        <p:tgtEl>
                                          <p:sndTgt r:embed="rId3" name="PROJCTOR.WAV"/>
                                        </p:tgtEl>
                                      </p:cMediaNode>
                                    </p:audio>
                                  </p:sub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8131"/>
                                        </p:tgtEl>
                                        <p:attrNameLst>
                                          <p:attrName>style.visibility</p:attrName>
                                        </p:attrNameLst>
                                      </p:cBhvr>
                                      <p:to>
                                        <p:strVal val="visible"/>
                                      </p:to>
                                    </p:set>
                                    <p:animEffect transition="in" filter="dissolve">
                                      <p:cBhvr>
                                        <p:cTn id="12" dur="500"/>
                                        <p:tgtEl>
                                          <p:spTgt spid="48131"/>
                                        </p:tgtEl>
                                      </p:cBhvr>
                                    </p:animEffect>
                                  </p:childTnLst>
                                </p:cTn>
                              </p:par>
                            </p:childTnLst>
                          </p:cTn>
                        </p:par>
                        <p:par>
                          <p:cTn id="13" fill="hold">
                            <p:stCondLst>
                              <p:cond delay="500"/>
                            </p:stCondLst>
                            <p:childTnLst>
                              <p:par>
                                <p:cTn id="14" presetID="18" presetClass="entr" presetSubtype="3" fill="hold" grpId="0"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strips(upRight)">
                                      <p:cBhvr>
                                        <p:cTn id="16" dur="500"/>
                                        <p:tgtEl>
                                          <p:spTgt spid="48132"/>
                                        </p:tgtEl>
                                      </p:cBhvr>
                                    </p:animEffect>
                                  </p:childTnLst>
                                  <p:subTnLst>
                                    <p:set>
                                      <p:cBhvr override="childStyle">
                                        <p:cTn dur="1" fill="hold" display="0" masterRel="nextClick" afterEffect="1"/>
                                        <p:tgtEl>
                                          <p:spTgt spid="48132"/>
                                        </p:tgtEl>
                                        <p:attrNameLst>
                                          <p:attrName>style.visibility</p:attrName>
                                        </p:attrNameLst>
                                      </p:cBhvr>
                                      <p:to>
                                        <p:strVal val="hidden"/>
                                      </p:to>
                                    </p:set>
                                    <p:audio>
                                      <p:cMediaNode>
                                        <p:cTn display="0" masterRel="sameClick">
                                          <p:stCondLst>
                                            <p:cond evt="begin" delay="0">
                                              <p:tn val="14"/>
                                            </p:cond>
                                          </p:stCondLst>
                                          <p:endCondLst>
                                            <p:cond evt="onStopAudio" delay="0">
                                              <p:tgtEl>
                                                <p:sldTgt/>
                                              </p:tgtEl>
                                            </p:cond>
                                          </p:endCondLst>
                                        </p:cTn>
                                        <p:tgtEl>
                                          <p:sndTgt r:embed="rId4" name="whoosh.wav"/>
                                        </p:tgtEl>
                                      </p:cMediaNode>
                                    </p:audio>
                                  </p:sub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8133"/>
                                        </p:tgtEl>
                                        <p:attrNameLst>
                                          <p:attrName>style.visibility</p:attrName>
                                        </p:attrNameLst>
                                      </p:cBhvr>
                                      <p:to>
                                        <p:strVal val="visible"/>
                                      </p:to>
                                    </p:set>
                                    <p:animEffect transition="in" filter="dissolve">
                                      <p:cBhvr>
                                        <p:cTn id="21" dur="500"/>
                                        <p:tgtEl>
                                          <p:spTgt spid="48133"/>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48134"/>
                                        </p:tgtEl>
                                        <p:attrNameLst>
                                          <p:attrName>style.visibility</p:attrName>
                                        </p:attrNameLst>
                                      </p:cBhvr>
                                      <p:to>
                                        <p:strVal val="visible"/>
                                      </p:to>
                                    </p:set>
                                    <p:animEffect transition="in" filter="wipe(left)">
                                      <p:cBhvr>
                                        <p:cTn id="25" dur="500"/>
                                        <p:tgtEl>
                                          <p:spTgt spid="48134"/>
                                        </p:tgtEl>
                                      </p:cBhvr>
                                    </p:animEffect>
                                  </p:childTnLst>
                                  <p:subTnLst>
                                    <p:audio>
                                      <p:cMediaNode>
                                        <p:cTn display="0" masterRel="sameClick">
                                          <p:stCondLst>
                                            <p:cond evt="begin" delay="0">
                                              <p:tn val="23"/>
                                            </p:cond>
                                          </p:stCondLst>
                                          <p:endCondLst>
                                            <p:cond evt="onStopAudio" delay="0">
                                              <p:tgtEl>
                                                <p:sldTgt/>
                                              </p:tgtEl>
                                            </p:cond>
                                          </p:endCondLst>
                                        </p:cTn>
                                        <p:tgtEl>
                                          <p:sndTgt r:embed="rId5" name="type.wav"/>
                                        </p:tgtEl>
                                      </p:cMediaNode>
                                    </p:audio>
                                  </p:subTnLst>
                                </p:cTn>
                              </p:par>
                            </p:childTnLst>
                          </p:cTn>
                        </p:par>
                      </p:childTnLst>
                    </p:cTn>
                  </p:par>
                  <p:par>
                    <p:cTn id="26" fill="hold">
                      <p:stCondLst>
                        <p:cond delay="indefinite"/>
                      </p:stCondLst>
                      <p:childTnLst>
                        <p:par>
                          <p:cTn id="27" fill="hold">
                            <p:stCondLst>
                              <p:cond delay="0"/>
                            </p:stCondLst>
                            <p:childTnLst>
                              <p:par>
                                <p:cTn id="28" presetID="4" presetClass="entr" presetSubtype="16" fill="hold" nodeType="clickEffect">
                                  <p:stCondLst>
                                    <p:cond delay="0"/>
                                  </p:stCondLst>
                                  <p:childTnLst>
                                    <p:set>
                                      <p:cBhvr>
                                        <p:cTn id="29" dur="1" fill="hold">
                                          <p:stCondLst>
                                            <p:cond delay="0"/>
                                          </p:stCondLst>
                                        </p:cTn>
                                        <p:tgtEl>
                                          <p:spTgt spid="48138"/>
                                        </p:tgtEl>
                                        <p:attrNameLst>
                                          <p:attrName>style.visibility</p:attrName>
                                        </p:attrNameLst>
                                      </p:cBhvr>
                                      <p:to>
                                        <p:strVal val="visible"/>
                                      </p:to>
                                    </p:set>
                                    <p:animEffect transition="in" filter="box(in)">
                                      <p:cBhvr>
                                        <p:cTn id="30" dur="500"/>
                                        <p:tgtEl>
                                          <p:spTgt spid="48138"/>
                                        </p:tgtEl>
                                      </p:cBhvr>
                                    </p:animEffect>
                                  </p:childTnLst>
                                  <p:subTnLst>
                                    <p:audio>
                                      <p:cMediaNode>
                                        <p:cTn display="0" masterRel="sameClick">
                                          <p:stCondLst>
                                            <p:cond evt="begin" delay="0">
                                              <p:tn val="28"/>
                                            </p:cond>
                                          </p:stCondLst>
                                          <p:endCondLst>
                                            <p:cond evt="onStopAudio" delay="0">
                                              <p:tgtEl>
                                                <p:sldTgt/>
                                              </p:tgtEl>
                                            </p:cond>
                                          </p:endCondLst>
                                        </p:cTn>
                                        <p:tgtEl>
                                          <p:sndTgt r:embed="rId6" name="camera.wav"/>
                                        </p:tgtEl>
                                      </p:cMediaNode>
                                    </p:audio>
                                  </p:sub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48882"/>
                                        </p:tgtEl>
                                        <p:attrNameLst>
                                          <p:attrName>style.visibility</p:attrName>
                                        </p:attrNameLst>
                                      </p:cBhvr>
                                      <p:to>
                                        <p:strVal val="visible"/>
                                      </p:to>
                                    </p:set>
                                    <p:animEffect transition="in" filter="wipe(left)">
                                      <p:cBhvr>
                                        <p:cTn id="35" dur="500"/>
                                        <p:tgtEl>
                                          <p:spTgt spid="48882"/>
                                        </p:tgtEl>
                                      </p:cBhvr>
                                    </p:animEffect>
                                  </p:childTnLst>
                                  <p:subTnLst>
                                    <p:audio>
                                      <p:cMediaNode>
                                        <p:cTn display="0" masterRel="sameClick">
                                          <p:stCondLst>
                                            <p:cond evt="begin" delay="0">
                                              <p:tn val="33"/>
                                            </p:cond>
                                          </p:stCondLst>
                                          <p:endCondLst>
                                            <p:cond evt="onStopAudio" delay="0">
                                              <p:tgtEl>
                                                <p:sldTgt/>
                                              </p:tgtEl>
                                            </p:cond>
                                          </p:endCondLst>
                                        </p:cTn>
                                        <p:tgtEl>
                                          <p:sndTgt r:embed="rId6" name="camera.wav"/>
                                        </p:tgtEl>
                                      </p:cMediaNode>
                                    </p:audio>
                                  </p:sub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48887"/>
                                        </p:tgtEl>
                                        <p:attrNameLst>
                                          <p:attrName>style.visibility</p:attrName>
                                        </p:attrNameLst>
                                      </p:cBhvr>
                                      <p:to>
                                        <p:strVal val="visible"/>
                                      </p:to>
                                    </p:set>
                                    <p:animEffect transition="in" filter="wipe(left)">
                                      <p:cBhvr>
                                        <p:cTn id="40" dur="500"/>
                                        <p:tgtEl>
                                          <p:spTgt spid="48887"/>
                                        </p:tgtEl>
                                      </p:cBhvr>
                                    </p:animEffect>
                                  </p:childTnLst>
                                  <p:subTnLst>
                                    <p:audio>
                                      <p:cMediaNode>
                                        <p:cTn display="0" masterRel="sameClick">
                                          <p:stCondLst>
                                            <p:cond evt="begin" delay="0">
                                              <p:tn val="38"/>
                                            </p:cond>
                                          </p:stCondLst>
                                          <p:endCondLst>
                                            <p:cond evt="onStopAudio" delay="0">
                                              <p:tgtEl>
                                                <p:sldTgt/>
                                              </p:tgtEl>
                                            </p:cond>
                                          </p:endCondLst>
                                        </p:cTn>
                                        <p:tgtEl>
                                          <p:sndTgt r:embed="rId6" name="camera.wav"/>
                                        </p:tgtEl>
                                      </p:cMediaNode>
                                    </p:audio>
                                  </p:sub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48892"/>
                                        </p:tgtEl>
                                        <p:attrNameLst>
                                          <p:attrName>style.visibility</p:attrName>
                                        </p:attrNameLst>
                                      </p:cBhvr>
                                      <p:to>
                                        <p:strVal val="visible"/>
                                      </p:to>
                                    </p:set>
                                    <p:animEffect transition="in" filter="wipe(left)">
                                      <p:cBhvr>
                                        <p:cTn id="45" dur="500"/>
                                        <p:tgtEl>
                                          <p:spTgt spid="48892"/>
                                        </p:tgtEl>
                                      </p:cBhvr>
                                    </p:animEffect>
                                  </p:childTnLst>
                                  <p:subTnLst>
                                    <p:audio>
                                      <p:cMediaNode>
                                        <p:cTn display="0" masterRel="sameClick">
                                          <p:stCondLst>
                                            <p:cond evt="begin" delay="0">
                                              <p:tn val="43"/>
                                            </p:cond>
                                          </p:stCondLst>
                                          <p:endCondLst>
                                            <p:cond evt="onStopAudio" delay="0">
                                              <p:tgtEl>
                                                <p:sldTgt/>
                                              </p:tgtEl>
                                            </p:cond>
                                          </p:endCondLst>
                                        </p:cTn>
                                        <p:tgtEl>
                                          <p:sndTgt r:embed="rId6" name="camera.wav"/>
                                        </p:tgtEl>
                                      </p:cMediaNode>
                                    </p:audio>
                                  </p:subTnLst>
                                </p:cTn>
                              </p:par>
                            </p:childTnLst>
                          </p:cTn>
                        </p:par>
                      </p:childTnLst>
                    </p:cTn>
                  </p:par>
                  <p:par>
                    <p:cTn id="46" fill="hold">
                      <p:stCondLst>
                        <p:cond delay="indefinite"/>
                      </p:stCondLst>
                      <p:childTnLst>
                        <p:par>
                          <p:cTn id="47" fill="hold">
                            <p:stCondLst>
                              <p:cond delay="0"/>
                            </p:stCondLst>
                            <p:childTnLst>
                              <p:par>
                                <p:cTn id="48" presetID="18" presetClass="entr" presetSubtype="6" fill="hold" grpId="0" nodeType="clickEffect">
                                  <p:stCondLst>
                                    <p:cond delay="0"/>
                                  </p:stCondLst>
                                  <p:childTnLst>
                                    <p:set>
                                      <p:cBhvr>
                                        <p:cTn id="49" dur="1" fill="hold">
                                          <p:stCondLst>
                                            <p:cond delay="0"/>
                                          </p:stCondLst>
                                        </p:cTn>
                                        <p:tgtEl>
                                          <p:spTgt spid="49076"/>
                                        </p:tgtEl>
                                        <p:attrNameLst>
                                          <p:attrName>style.visibility</p:attrName>
                                        </p:attrNameLst>
                                      </p:cBhvr>
                                      <p:to>
                                        <p:strVal val="visible"/>
                                      </p:to>
                                    </p:set>
                                    <p:animEffect transition="in" filter="strips(downRight)">
                                      <p:cBhvr>
                                        <p:cTn id="50" dur="500"/>
                                        <p:tgtEl>
                                          <p:spTgt spid="49076"/>
                                        </p:tgtEl>
                                      </p:cBhvr>
                                    </p:animEffect>
                                  </p:childTnLst>
                                  <p:subTnLst>
                                    <p:audio>
                                      <p:cMediaNode>
                                        <p:cTn display="0" masterRel="sameClick">
                                          <p:stCondLst>
                                            <p:cond evt="begin" delay="0">
                                              <p:tn val="48"/>
                                            </p:cond>
                                          </p:stCondLst>
                                          <p:endCondLst>
                                            <p:cond evt="onStopAudio" delay="0">
                                              <p:tgtEl>
                                                <p:sldTgt/>
                                              </p:tgtEl>
                                            </p:cond>
                                          </p:endCondLst>
                                        </p:cTn>
                                        <p:tgtEl>
                                          <p:sndTgt r:embed="rId4" name="whoosh.wav"/>
                                        </p:tgtEl>
                                      </p:cMediaNode>
                                    </p:audio>
                                  </p:sub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49077"/>
                                        </p:tgtEl>
                                        <p:attrNameLst>
                                          <p:attrName>style.visibility</p:attrName>
                                        </p:attrNameLst>
                                      </p:cBhvr>
                                      <p:to>
                                        <p:strVal val="visible"/>
                                      </p:to>
                                    </p:set>
                                    <p:animEffect transition="in" filter="wipe(left)">
                                      <p:cBhvr>
                                        <p:cTn id="55" dur="500"/>
                                        <p:tgtEl>
                                          <p:spTgt spid="49077"/>
                                        </p:tgtEl>
                                      </p:cBhvr>
                                    </p:animEffect>
                                  </p:childTnLst>
                                  <p:subTnLst>
                                    <p:audio>
                                      <p:cMediaNode>
                                        <p:cTn display="0" masterRel="sameClick">
                                          <p:stCondLst>
                                            <p:cond evt="begin" delay="0">
                                              <p:tn val="53"/>
                                            </p:cond>
                                          </p:stCondLst>
                                          <p:endCondLst>
                                            <p:cond evt="onStopAudio" delay="0">
                                              <p:tgtEl>
                                                <p:sldTgt/>
                                              </p:tgtEl>
                                            </p:cond>
                                          </p:endCondLst>
                                        </p:cTn>
                                        <p:tgtEl>
                                          <p:sndTgt r:embed="rId7" name="gunshot.wav"/>
                                        </p:tgtEl>
                                      </p:cMediaNode>
                                    </p:audio>
                                  </p:sub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9080"/>
                                        </p:tgtEl>
                                        <p:attrNameLst>
                                          <p:attrName>style.visibility</p:attrName>
                                        </p:attrNameLst>
                                      </p:cBhvr>
                                      <p:to>
                                        <p:strVal val="visible"/>
                                      </p:to>
                                    </p:set>
                                    <p:animEffect transition="in" filter="wipe(left)">
                                      <p:cBhvr>
                                        <p:cTn id="60" dur="500"/>
                                        <p:tgtEl>
                                          <p:spTgt spid="49080"/>
                                        </p:tgtEl>
                                      </p:cBhvr>
                                    </p:animEffect>
                                  </p:childTnLst>
                                  <p:subTnLst>
                                    <p:audio>
                                      <p:cMediaNode>
                                        <p:cTn display="0" masterRel="sameClick">
                                          <p:stCondLst>
                                            <p:cond evt="begin" delay="0">
                                              <p:tn val="58"/>
                                            </p:cond>
                                          </p:stCondLst>
                                          <p:endCondLst>
                                            <p:cond evt="onStopAudio" delay="0">
                                              <p:tgtEl>
                                                <p:sldTgt/>
                                              </p:tgtEl>
                                            </p:cond>
                                          </p:endCondLst>
                                        </p:cTn>
                                        <p:tgtEl>
                                          <p:sndTgt r:embed="rId8" name="cashreg.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p:bldP spid="48132" grpId="0" animBg="1"/>
      <p:bldP spid="49076"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64C3D75B-DE6E-4953-8E81-83C64CF3A517}"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2946"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2947"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332005B-3B31-49D6-959E-F4D3554D2AE5}" type="slidenum">
              <a:rPr lang="zh-CN" altLang="en-US" smtClean="0">
                <a:solidFill>
                  <a:srgbClr val="000000"/>
                </a:solidFill>
                <a:latin typeface="Times New Roman" panose="02020603050405020304" pitchFamily="18" charset="0"/>
              </a:rPr>
              <a:t>73</a:t>
            </a:fld>
            <a:endParaRPr lang="zh-CN" altLang="en-US">
              <a:solidFill>
                <a:srgbClr val="000000"/>
              </a:solidFill>
              <a:latin typeface="Times New Roman" panose="02020603050405020304" pitchFamily="18" charset="0"/>
            </a:endParaRPr>
          </a:p>
        </p:txBody>
      </p:sp>
      <p:sp>
        <p:nvSpPr>
          <p:cNvPr id="49154" name="Text Box 2"/>
          <p:cNvSpPr txBox="1">
            <a:spLocks noChangeArrowheads="1"/>
          </p:cNvSpPr>
          <p:nvPr/>
        </p:nvSpPr>
        <p:spPr bwMode="auto">
          <a:xfrm>
            <a:off x="381000" y="304800"/>
            <a:ext cx="6781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rPr>
              <a:t>分段线性插值</a:t>
            </a:r>
            <a:r>
              <a:rPr lang="zh-CN" altLang="en-US" sz="2800">
                <a:solidFill>
                  <a:srgbClr val="000000"/>
                </a:solidFill>
                <a:latin typeface="Times New Roman" panose="02020603050405020304" pitchFamily="18" charset="0"/>
                <a:ea typeface="楷体_GB2312" pitchFamily="49" charset="-122"/>
              </a:rPr>
              <a:t>  </a:t>
            </a:r>
            <a:endParaRPr lang="zh-CN" altLang="en-US" sz="2000" b="1">
              <a:solidFill>
                <a:srgbClr val="008000"/>
              </a:solidFill>
              <a:ea typeface="楷体_GB2312" pitchFamily="49" charset="-122"/>
            </a:endParaRPr>
          </a:p>
        </p:txBody>
      </p:sp>
      <p:grpSp>
        <p:nvGrpSpPr>
          <p:cNvPr id="49155" name="Group 3"/>
          <p:cNvGrpSpPr/>
          <p:nvPr/>
        </p:nvGrpSpPr>
        <p:grpSpPr bwMode="auto">
          <a:xfrm>
            <a:off x="457200" y="914400"/>
            <a:ext cx="7620000" cy="457200"/>
            <a:chOff x="0" y="0"/>
            <a:chExt cx="4800" cy="288"/>
          </a:xfrm>
        </p:grpSpPr>
        <p:sp>
          <p:nvSpPr>
            <p:cNvPr id="82950" name="Text Box 4"/>
            <p:cNvSpPr txBox="1">
              <a:spLocks noChangeArrowheads="1"/>
            </p:cNvSpPr>
            <p:nvPr/>
          </p:nvSpPr>
          <p:spPr bwMode="auto">
            <a:xfrm>
              <a:off x="0" y="0"/>
              <a:ext cx="48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在每个区间             上，用</a:t>
              </a:r>
              <a:r>
                <a:rPr lang="en-US" altLang="zh-CN" sz="2400" b="1">
                  <a:solidFill>
                    <a:srgbClr val="3333CC"/>
                  </a:solidFill>
                  <a:latin typeface="Times New Roman" panose="02020603050405020304" pitchFamily="18" charset="0"/>
                  <a:ea typeface="楷体_GB2312" pitchFamily="49" charset="-122"/>
                </a:rPr>
                <a:t>1</a:t>
              </a:r>
              <a:r>
                <a:rPr lang="zh-CN" altLang="en-US" sz="2400" b="1">
                  <a:solidFill>
                    <a:srgbClr val="3333CC"/>
                  </a:solidFill>
                  <a:latin typeface="Times New Roman" panose="02020603050405020304" pitchFamily="18" charset="0"/>
                  <a:ea typeface="楷体_GB2312" pitchFamily="49" charset="-122"/>
                </a:rPr>
                <a:t>阶多项式</a:t>
              </a:r>
              <a:r>
                <a:rPr lang="zh-CN" altLang="en-US" sz="2400" b="1">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直线</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逼近 </a:t>
              </a:r>
              <a:r>
                <a:rPr lang="en-US" altLang="zh-CN" sz="2000" b="1" i="1">
                  <a:solidFill>
                    <a:srgbClr val="000000"/>
                  </a:solidFill>
                  <a:latin typeface="Times New Roman" panose="02020603050405020304" pitchFamily="18" charset="0"/>
                  <a:ea typeface="楷体_GB2312" pitchFamily="49" charset="-122"/>
                </a:rPr>
                <a:t>f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000000"/>
                  </a:solidFill>
                  <a:latin typeface="Times New Roman" panose="02020603050405020304" pitchFamily="18" charset="0"/>
                  <a:ea typeface="楷体_GB2312" pitchFamily="49" charset="-122"/>
                </a:rPr>
                <a:t>x</a:t>
              </a:r>
              <a:r>
                <a:rPr lang="en-US" altLang="zh-CN" sz="2000" b="1">
                  <a:solidFill>
                    <a:srgbClr val="0000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p>
          </p:txBody>
        </p:sp>
        <p:graphicFrame>
          <p:nvGraphicFramePr>
            <p:cNvPr id="82951" name="Object 5"/>
            <p:cNvGraphicFramePr>
              <a:graphicFrameLocks noChangeAspect="1"/>
            </p:cNvGraphicFramePr>
            <p:nvPr/>
          </p:nvGraphicFramePr>
          <p:xfrm>
            <a:off x="1008" y="14"/>
            <a:ext cx="624" cy="250"/>
          </p:xfrm>
          <a:graphic>
            <a:graphicData uri="http://schemas.openxmlformats.org/presentationml/2006/ole">
              <mc:AlternateContent xmlns:mc="http://schemas.openxmlformats.org/markup-compatibility/2006">
                <mc:Choice xmlns:v="urn:schemas-microsoft-com:vml" Requires="v">
                  <p:oleObj spid="_x0000_s83181" r:id="rId7" imgW="572135" imgH="228600" progId="Equation.3">
                    <p:embed/>
                  </p:oleObj>
                </mc:Choice>
                <mc:Fallback>
                  <p:oleObj r:id="rId7" imgW="572135" imgH="22860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8" y="14"/>
                          <a:ext cx="62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49158" name="Group 6"/>
          <p:cNvGrpSpPr/>
          <p:nvPr/>
        </p:nvGrpSpPr>
        <p:grpSpPr bwMode="auto">
          <a:xfrm>
            <a:off x="685800" y="1371600"/>
            <a:ext cx="5105400" cy="914400"/>
            <a:chOff x="0" y="0"/>
            <a:chExt cx="3216" cy="576"/>
          </a:xfrm>
        </p:grpSpPr>
        <p:sp>
          <p:nvSpPr>
            <p:cNvPr id="82953" name="AutoShape 7" descr="再生纸"/>
            <p:cNvSpPr>
              <a:spLocks noChangeArrowheads="1"/>
            </p:cNvSpPr>
            <p:nvPr/>
          </p:nvSpPr>
          <p:spPr bwMode="auto">
            <a:xfrm>
              <a:off x="0" y="0"/>
              <a:ext cx="3216" cy="576"/>
            </a:xfrm>
            <a:prstGeom prst="bevel">
              <a:avLst>
                <a:gd name="adj" fmla="val 6250"/>
              </a:avLst>
            </a:prstGeom>
            <a:blipFill dpi="0" rotWithShape="0">
              <a:blip r:embed="rId9"/>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aphicFrame>
          <p:nvGraphicFramePr>
            <p:cNvPr id="82954" name="Object 8"/>
            <p:cNvGraphicFramePr>
              <a:graphicFrameLocks noChangeAspect="1"/>
            </p:cNvGraphicFramePr>
            <p:nvPr/>
          </p:nvGraphicFramePr>
          <p:xfrm>
            <a:off x="96" y="48"/>
            <a:ext cx="3039" cy="454"/>
          </p:xfrm>
          <a:graphic>
            <a:graphicData uri="http://schemas.openxmlformats.org/presentationml/2006/ole">
              <mc:AlternateContent xmlns:mc="http://schemas.openxmlformats.org/markup-compatibility/2006">
                <mc:Choice xmlns:v="urn:schemas-microsoft-com:vml" Requires="v">
                  <p:oleObj spid="_x0000_s83182" r:id="rId10" imgW="2626360" imgH="405765" progId="Equation.3">
                    <p:embed/>
                  </p:oleObj>
                </mc:Choice>
                <mc:Fallback>
                  <p:oleObj r:id="rId10" imgW="2626360" imgH="405765" progId="Equation.3">
                    <p:embed/>
                    <p:pic>
                      <p:nvPicPr>
                        <p:cNvPr id="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6" y="48"/>
                          <a:ext cx="3039" cy="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aphicFrame>
        <p:nvGraphicFramePr>
          <p:cNvPr id="49161" name="Object 9"/>
          <p:cNvGraphicFramePr>
            <a:graphicFrameLocks noChangeAspect="1"/>
          </p:cNvGraphicFramePr>
          <p:nvPr/>
        </p:nvGraphicFramePr>
        <p:xfrm>
          <a:off x="6096000" y="1676400"/>
          <a:ext cx="2225675" cy="419100"/>
        </p:xfrm>
        <a:graphic>
          <a:graphicData uri="http://schemas.openxmlformats.org/presentationml/2006/ole">
            <mc:AlternateContent xmlns:mc="http://schemas.openxmlformats.org/markup-compatibility/2006">
              <mc:Choice xmlns:v="urn:schemas-microsoft-com:vml" Requires="v">
                <p:oleObj spid="_x0000_s83183" r:id="rId12" imgW="1080770" imgH="228600" progId="Equation.3">
                  <p:embed/>
                </p:oleObj>
              </mc:Choice>
              <mc:Fallback>
                <p:oleObj r:id="rId12" imgW="1080770" imgH="228600" progId="Equation.3">
                  <p:embed/>
                  <p:pic>
                    <p:nvPicPr>
                      <p:cNvPr id="0"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096000" y="1676400"/>
                        <a:ext cx="2225675"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nvGrpSpPr>
          <p:cNvPr id="49162" name="Group 10"/>
          <p:cNvGrpSpPr/>
          <p:nvPr/>
        </p:nvGrpSpPr>
        <p:grpSpPr bwMode="auto">
          <a:xfrm>
            <a:off x="533400" y="2362200"/>
            <a:ext cx="7391400" cy="573088"/>
            <a:chOff x="0" y="0"/>
            <a:chExt cx="4656" cy="361"/>
          </a:xfrm>
        </p:grpSpPr>
        <p:sp>
          <p:nvSpPr>
            <p:cNvPr id="82957" name="Text Box 11"/>
            <p:cNvSpPr txBox="1">
              <a:spLocks noChangeArrowheads="1"/>
            </p:cNvSpPr>
            <p:nvPr/>
          </p:nvSpPr>
          <p:spPr bwMode="auto">
            <a:xfrm>
              <a:off x="0" y="69"/>
              <a:ext cx="38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记                              ，易证：当          时，</a:t>
              </a:r>
            </a:p>
          </p:txBody>
        </p:sp>
        <p:graphicFrame>
          <p:nvGraphicFramePr>
            <p:cNvPr id="82958" name="Object 12"/>
            <p:cNvGraphicFramePr>
              <a:graphicFrameLocks noChangeAspect="1"/>
            </p:cNvGraphicFramePr>
            <p:nvPr/>
          </p:nvGraphicFramePr>
          <p:xfrm>
            <a:off x="288" y="96"/>
            <a:ext cx="1409" cy="265"/>
          </p:xfrm>
          <a:graphic>
            <a:graphicData uri="http://schemas.openxmlformats.org/presentationml/2006/ole">
              <mc:AlternateContent xmlns:mc="http://schemas.openxmlformats.org/markup-compatibility/2006">
                <mc:Choice xmlns:v="urn:schemas-microsoft-com:vml" Requires="v">
                  <p:oleObj spid="_x0000_s83184" r:id="rId14" imgW="1221105" imgH="228600" progId="Equation.3">
                    <p:embed/>
                  </p:oleObj>
                </mc:Choice>
                <mc:Fallback>
                  <p:oleObj r:id="rId14" imgW="1221105" imgH="228600" progId="Equation.3">
                    <p:embed/>
                    <p:pic>
                      <p:nvPicPr>
                        <p:cNvPr id="0" name="Object 1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8" y="96"/>
                          <a:ext cx="1409"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2959" name="Object 13"/>
            <p:cNvGraphicFramePr>
              <a:graphicFrameLocks noChangeAspect="1"/>
            </p:cNvGraphicFramePr>
            <p:nvPr/>
          </p:nvGraphicFramePr>
          <p:xfrm>
            <a:off x="2688" y="96"/>
            <a:ext cx="432" cy="216"/>
          </p:xfrm>
          <a:graphic>
            <a:graphicData uri="http://schemas.openxmlformats.org/presentationml/2006/ole">
              <mc:AlternateContent xmlns:mc="http://schemas.openxmlformats.org/markup-compatibility/2006">
                <mc:Choice xmlns:v="urn:schemas-microsoft-com:vml" Requires="v">
                  <p:oleObj spid="_x0000_s83185" r:id="rId16" imgW="419735" imgH="177800" progId="Equation.3">
                    <p:embed/>
                  </p:oleObj>
                </mc:Choice>
                <mc:Fallback>
                  <p:oleObj r:id="rId16" imgW="419735" imgH="177800" progId="Equation.3">
                    <p:embed/>
                    <p:pic>
                      <p:nvPicPr>
                        <p:cNvPr id="0" name="Object 1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88" y="96"/>
                          <a:ext cx="43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2960" name="Object 14"/>
            <p:cNvGraphicFramePr>
              <a:graphicFrameLocks noChangeAspect="1"/>
            </p:cNvGraphicFramePr>
            <p:nvPr/>
          </p:nvGraphicFramePr>
          <p:xfrm>
            <a:off x="3456" y="96"/>
            <a:ext cx="1200" cy="261"/>
          </p:xfrm>
          <a:graphic>
            <a:graphicData uri="http://schemas.openxmlformats.org/presentationml/2006/ole">
              <mc:AlternateContent xmlns:mc="http://schemas.openxmlformats.org/markup-compatibility/2006">
                <mc:Choice xmlns:v="urn:schemas-microsoft-com:vml" Requires="v">
                  <p:oleObj spid="_x0000_s83186" r:id="rId18" imgW="966470" imgH="228600" progId="Equation.3">
                    <p:embed/>
                  </p:oleObj>
                </mc:Choice>
                <mc:Fallback>
                  <p:oleObj r:id="rId18" imgW="966470" imgH="228600" progId="Equation.3">
                    <p:embed/>
                    <p:pic>
                      <p:nvPicPr>
                        <p:cNvPr id="0" name="Object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56" y="96"/>
                          <a:ext cx="120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2961" name="Text Box 15"/>
            <p:cNvSpPr txBox="1">
              <a:spLocks noChangeArrowheads="1"/>
            </p:cNvSpPr>
            <p:nvPr/>
          </p:nvSpPr>
          <p:spPr bwMode="auto">
            <a:xfrm>
              <a:off x="3936" y="0"/>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1600" b="1">
                  <a:solidFill>
                    <a:srgbClr val="000000"/>
                  </a:solidFill>
                  <a:latin typeface="Times New Roman" panose="02020603050405020304" pitchFamily="18" charset="0"/>
                  <a:ea typeface="楷体_GB2312" pitchFamily="49" charset="-122"/>
                </a:rPr>
                <a:t>一致</a:t>
              </a:r>
            </a:p>
          </p:txBody>
        </p:sp>
      </p:grpSp>
      <p:grpSp>
        <p:nvGrpSpPr>
          <p:cNvPr id="49168" name="Group 16"/>
          <p:cNvGrpSpPr/>
          <p:nvPr/>
        </p:nvGrpSpPr>
        <p:grpSpPr bwMode="auto">
          <a:xfrm>
            <a:off x="685800" y="2971800"/>
            <a:ext cx="4267200" cy="596900"/>
            <a:chOff x="0" y="0"/>
            <a:chExt cx="2688" cy="376"/>
          </a:xfrm>
        </p:grpSpPr>
        <p:grpSp>
          <p:nvGrpSpPr>
            <p:cNvPr id="82963" name="Group 17"/>
            <p:cNvGrpSpPr/>
            <p:nvPr/>
          </p:nvGrpSpPr>
          <p:grpSpPr bwMode="auto">
            <a:xfrm>
              <a:off x="0" y="0"/>
              <a:ext cx="333" cy="376"/>
              <a:chOff x="0" y="0"/>
              <a:chExt cx="649" cy="841"/>
            </a:xfrm>
          </p:grpSpPr>
          <p:sp>
            <p:nvSpPr>
              <p:cNvPr id="82964" name="未知"/>
              <p:cNvSpPr>
                <a:spLocks noChangeArrowheads="1"/>
              </p:cNvSpPr>
              <p:nvPr/>
            </p:nvSpPr>
            <p:spPr bwMode="auto">
              <a:xfrm>
                <a:off x="0" y="0"/>
                <a:ext cx="649" cy="841"/>
              </a:xfrm>
              <a:custGeom>
                <a:avLst/>
                <a:gdLst>
                  <a:gd name="T0" fmla="*/ 150 w 649"/>
                  <a:gd name="T1" fmla="*/ 6 h 841"/>
                  <a:gd name="T2" fmla="*/ 204 w 649"/>
                  <a:gd name="T3" fmla="*/ 6 h 841"/>
                  <a:gd name="T4" fmla="*/ 282 w 649"/>
                  <a:gd name="T5" fmla="*/ 18 h 841"/>
                  <a:gd name="T6" fmla="*/ 385 w 649"/>
                  <a:gd name="T7" fmla="*/ 54 h 841"/>
                  <a:gd name="T8" fmla="*/ 529 w 649"/>
                  <a:gd name="T9" fmla="*/ 114 h 841"/>
                  <a:gd name="T10" fmla="*/ 565 w 649"/>
                  <a:gd name="T11" fmla="*/ 144 h 841"/>
                  <a:gd name="T12" fmla="*/ 619 w 649"/>
                  <a:gd name="T13" fmla="*/ 240 h 841"/>
                  <a:gd name="T14" fmla="*/ 649 w 649"/>
                  <a:gd name="T15" fmla="*/ 300 h 841"/>
                  <a:gd name="T16" fmla="*/ 619 w 649"/>
                  <a:gd name="T17" fmla="*/ 342 h 841"/>
                  <a:gd name="T18" fmla="*/ 619 w 649"/>
                  <a:gd name="T19" fmla="*/ 372 h 841"/>
                  <a:gd name="T20" fmla="*/ 643 w 649"/>
                  <a:gd name="T21" fmla="*/ 420 h 841"/>
                  <a:gd name="T22" fmla="*/ 637 w 649"/>
                  <a:gd name="T23" fmla="*/ 462 h 841"/>
                  <a:gd name="T24" fmla="*/ 595 w 649"/>
                  <a:gd name="T25" fmla="*/ 492 h 841"/>
                  <a:gd name="T26" fmla="*/ 607 w 649"/>
                  <a:gd name="T27" fmla="*/ 528 h 841"/>
                  <a:gd name="T28" fmla="*/ 589 w 649"/>
                  <a:gd name="T29" fmla="*/ 577 h 841"/>
                  <a:gd name="T30" fmla="*/ 529 w 649"/>
                  <a:gd name="T31" fmla="*/ 595 h 841"/>
                  <a:gd name="T32" fmla="*/ 505 w 649"/>
                  <a:gd name="T33" fmla="*/ 631 h 841"/>
                  <a:gd name="T34" fmla="*/ 457 w 649"/>
                  <a:gd name="T35" fmla="*/ 649 h 841"/>
                  <a:gd name="T36" fmla="*/ 360 w 649"/>
                  <a:gd name="T37" fmla="*/ 655 h 841"/>
                  <a:gd name="T38" fmla="*/ 300 w 649"/>
                  <a:gd name="T39" fmla="*/ 637 h 841"/>
                  <a:gd name="T40" fmla="*/ 258 w 649"/>
                  <a:gd name="T41" fmla="*/ 589 h 841"/>
                  <a:gd name="T42" fmla="*/ 222 w 649"/>
                  <a:gd name="T43" fmla="*/ 528 h 841"/>
                  <a:gd name="T44" fmla="*/ 240 w 649"/>
                  <a:gd name="T45" fmla="*/ 504 h 841"/>
                  <a:gd name="T46" fmla="*/ 276 w 649"/>
                  <a:gd name="T47" fmla="*/ 498 h 841"/>
                  <a:gd name="T48" fmla="*/ 306 w 649"/>
                  <a:gd name="T49" fmla="*/ 522 h 841"/>
                  <a:gd name="T50" fmla="*/ 282 w 649"/>
                  <a:gd name="T51" fmla="*/ 498 h 841"/>
                  <a:gd name="T52" fmla="*/ 270 w 649"/>
                  <a:gd name="T53" fmla="*/ 492 h 841"/>
                  <a:gd name="T54" fmla="*/ 246 w 649"/>
                  <a:gd name="T55" fmla="*/ 474 h 841"/>
                  <a:gd name="T56" fmla="*/ 204 w 649"/>
                  <a:gd name="T57" fmla="*/ 486 h 841"/>
                  <a:gd name="T58" fmla="*/ 198 w 649"/>
                  <a:gd name="T59" fmla="*/ 516 h 841"/>
                  <a:gd name="T60" fmla="*/ 204 w 649"/>
                  <a:gd name="T61" fmla="*/ 607 h 841"/>
                  <a:gd name="T62" fmla="*/ 228 w 649"/>
                  <a:gd name="T63" fmla="*/ 703 h 841"/>
                  <a:gd name="T64" fmla="*/ 228 w 649"/>
                  <a:gd name="T65" fmla="*/ 793 h 841"/>
                  <a:gd name="T66" fmla="*/ 204 w 649"/>
                  <a:gd name="T67" fmla="*/ 829 h 841"/>
                  <a:gd name="T68" fmla="*/ 150 w 649"/>
                  <a:gd name="T69" fmla="*/ 835 h 841"/>
                  <a:gd name="T70" fmla="*/ 132 w 649"/>
                  <a:gd name="T71" fmla="*/ 775 h 841"/>
                  <a:gd name="T72" fmla="*/ 108 w 649"/>
                  <a:gd name="T73" fmla="*/ 709 h 841"/>
                  <a:gd name="T74" fmla="*/ 96 w 649"/>
                  <a:gd name="T75" fmla="*/ 685 h 841"/>
                  <a:gd name="T76" fmla="*/ 84 w 649"/>
                  <a:gd name="T77" fmla="*/ 655 h 841"/>
                  <a:gd name="T78" fmla="*/ 48 w 649"/>
                  <a:gd name="T79" fmla="*/ 522 h 841"/>
                  <a:gd name="T80" fmla="*/ 18 w 649"/>
                  <a:gd name="T81" fmla="*/ 366 h 841"/>
                  <a:gd name="T82" fmla="*/ 0 w 649"/>
                  <a:gd name="T83" fmla="*/ 270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9" h="841">
                    <a:moveTo>
                      <a:pt x="108" y="0"/>
                    </a:moveTo>
                    <a:lnTo>
                      <a:pt x="132" y="6"/>
                    </a:lnTo>
                    <a:lnTo>
                      <a:pt x="150" y="6"/>
                    </a:lnTo>
                    <a:lnTo>
                      <a:pt x="168" y="12"/>
                    </a:lnTo>
                    <a:lnTo>
                      <a:pt x="180" y="12"/>
                    </a:lnTo>
                    <a:lnTo>
                      <a:pt x="204" y="6"/>
                    </a:lnTo>
                    <a:lnTo>
                      <a:pt x="228" y="6"/>
                    </a:lnTo>
                    <a:lnTo>
                      <a:pt x="252" y="12"/>
                    </a:lnTo>
                    <a:lnTo>
                      <a:pt x="282" y="18"/>
                    </a:lnTo>
                    <a:lnTo>
                      <a:pt x="312" y="24"/>
                    </a:lnTo>
                    <a:lnTo>
                      <a:pt x="342" y="36"/>
                    </a:lnTo>
                    <a:lnTo>
                      <a:pt x="385" y="54"/>
                    </a:lnTo>
                    <a:lnTo>
                      <a:pt x="427" y="72"/>
                    </a:lnTo>
                    <a:lnTo>
                      <a:pt x="481" y="96"/>
                    </a:lnTo>
                    <a:lnTo>
                      <a:pt x="529" y="114"/>
                    </a:lnTo>
                    <a:lnTo>
                      <a:pt x="547" y="120"/>
                    </a:lnTo>
                    <a:lnTo>
                      <a:pt x="559" y="132"/>
                    </a:lnTo>
                    <a:lnTo>
                      <a:pt x="565" y="144"/>
                    </a:lnTo>
                    <a:lnTo>
                      <a:pt x="577" y="162"/>
                    </a:lnTo>
                    <a:lnTo>
                      <a:pt x="595" y="192"/>
                    </a:lnTo>
                    <a:lnTo>
                      <a:pt x="619" y="240"/>
                    </a:lnTo>
                    <a:lnTo>
                      <a:pt x="637" y="264"/>
                    </a:lnTo>
                    <a:lnTo>
                      <a:pt x="643" y="288"/>
                    </a:lnTo>
                    <a:lnTo>
                      <a:pt x="649" y="300"/>
                    </a:lnTo>
                    <a:lnTo>
                      <a:pt x="643" y="318"/>
                    </a:lnTo>
                    <a:lnTo>
                      <a:pt x="631" y="336"/>
                    </a:lnTo>
                    <a:lnTo>
                      <a:pt x="619" y="342"/>
                    </a:lnTo>
                    <a:lnTo>
                      <a:pt x="613" y="348"/>
                    </a:lnTo>
                    <a:lnTo>
                      <a:pt x="613" y="360"/>
                    </a:lnTo>
                    <a:lnTo>
                      <a:pt x="619" y="372"/>
                    </a:lnTo>
                    <a:lnTo>
                      <a:pt x="625" y="384"/>
                    </a:lnTo>
                    <a:lnTo>
                      <a:pt x="637" y="402"/>
                    </a:lnTo>
                    <a:lnTo>
                      <a:pt x="643" y="420"/>
                    </a:lnTo>
                    <a:lnTo>
                      <a:pt x="643" y="432"/>
                    </a:lnTo>
                    <a:lnTo>
                      <a:pt x="643" y="450"/>
                    </a:lnTo>
                    <a:lnTo>
                      <a:pt x="637" y="462"/>
                    </a:lnTo>
                    <a:lnTo>
                      <a:pt x="625" y="474"/>
                    </a:lnTo>
                    <a:lnTo>
                      <a:pt x="607" y="486"/>
                    </a:lnTo>
                    <a:lnTo>
                      <a:pt x="595" y="492"/>
                    </a:lnTo>
                    <a:lnTo>
                      <a:pt x="595" y="504"/>
                    </a:lnTo>
                    <a:lnTo>
                      <a:pt x="601" y="516"/>
                    </a:lnTo>
                    <a:lnTo>
                      <a:pt x="607" y="528"/>
                    </a:lnTo>
                    <a:lnTo>
                      <a:pt x="601" y="546"/>
                    </a:lnTo>
                    <a:lnTo>
                      <a:pt x="601" y="565"/>
                    </a:lnTo>
                    <a:lnTo>
                      <a:pt x="589" y="577"/>
                    </a:lnTo>
                    <a:lnTo>
                      <a:pt x="577" y="583"/>
                    </a:lnTo>
                    <a:lnTo>
                      <a:pt x="553" y="589"/>
                    </a:lnTo>
                    <a:lnTo>
                      <a:pt x="529" y="595"/>
                    </a:lnTo>
                    <a:lnTo>
                      <a:pt x="517" y="595"/>
                    </a:lnTo>
                    <a:lnTo>
                      <a:pt x="511" y="619"/>
                    </a:lnTo>
                    <a:lnTo>
                      <a:pt x="505" y="631"/>
                    </a:lnTo>
                    <a:lnTo>
                      <a:pt x="493" y="643"/>
                    </a:lnTo>
                    <a:lnTo>
                      <a:pt x="475" y="649"/>
                    </a:lnTo>
                    <a:lnTo>
                      <a:pt x="457" y="649"/>
                    </a:lnTo>
                    <a:lnTo>
                      <a:pt x="433" y="649"/>
                    </a:lnTo>
                    <a:lnTo>
                      <a:pt x="403" y="655"/>
                    </a:lnTo>
                    <a:lnTo>
                      <a:pt x="360" y="655"/>
                    </a:lnTo>
                    <a:lnTo>
                      <a:pt x="342" y="655"/>
                    </a:lnTo>
                    <a:lnTo>
                      <a:pt x="324" y="649"/>
                    </a:lnTo>
                    <a:lnTo>
                      <a:pt x="300" y="637"/>
                    </a:lnTo>
                    <a:lnTo>
                      <a:pt x="282" y="625"/>
                    </a:lnTo>
                    <a:lnTo>
                      <a:pt x="270" y="607"/>
                    </a:lnTo>
                    <a:lnTo>
                      <a:pt x="258" y="589"/>
                    </a:lnTo>
                    <a:lnTo>
                      <a:pt x="240" y="565"/>
                    </a:lnTo>
                    <a:lnTo>
                      <a:pt x="228" y="540"/>
                    </a:lnTo>
                    <a:lnTo>
                      <a:pt x="222" y="528"/>
                    </a:lnTo>
                    <a:lnTo>
                      <a:pt x="228" y="522"/>
                    </a:lnTo>
                    <a:lnTo>
                      <a:pt x="234" y="510"/>
                    </a:lnTo>
                    <a:lnTo>
                      <a:pt x="240" y="504"/>
                    </a:lnTo>
                    <a:lnTo>
                      <a:pt x="252" y="498"/>
                    </a:lnTo>
                    <a:lnTo>
                      <a:pt x="264" y="498"/>
                    </a:lnTo>
                    <a:lnTo>
                      <a:pt x="276" y="498"/>
                    </a:lnTo>
                    <a:lnTo>
                      <a:pt x="288" y="510"/>
                    </a:lnTo>
                    <a:lnTo>
                      <a:pt x="300" y="516"/>
                    </a:lnTo>
                    <a:lnTo>
                      <a:pt x="306" y="522"/>
                    </a:lnTo>
                    <a:lnTo>
                      <a:pt x="318" y="528"/>
                    </a:lnTo>
                    <a:lnTo>
                      <a:pt x="306" y="516"/>
                    </a:lnTo>
                    <a:lnTo>
                      <a:pt x="282" y="498"/>
                    </a:lnTo>
                    <a:lnTo>
                      <a:pt x="288" y="492"/>
                    </a:lnTo>
                    <a:lnTo>
                      <a:pt x="282" y="492"/>
                    </a:lnTo>
                    <a:lnTo>
                      <a:pt x="270" y="492"/>
                    </a:lnTo>
                    <a:lnTo>
                      <a:pt x="264" y="486"/>
                    </a:lnTo>
                    <a:lnTo>
                      <a:pt x="252" y="480"/>
                    </a:lnTo>
                    <a:lnTo>
                      <a:pt x="246" y="474"/>
                    </a:lnTo>
                    <a:lnTo>
                      <a:pt x="228" y="474"/>
                    </a:lnTo>
                    <a:lnTo>
                      <a:pt x="216" y="474"/>
                    </a:lnTo>
                    <a:lnTo>
                      <a:pt x="204" y="486"/>
                    </a:lnTo>
                    <a:lnTo>
                      <a:pt x="198" y="492"/>
                    </a:lnTo>
                    <a:lnTo>
                      <a:pt x="198" y="504"/>
                    </a:lnTo>
                    <a:lnTo>
                      <a:pt x="198" y="516"/>
                    </a:lnTo>
                    <a:lnTo>
                      <a:pt x="198" y="546"/>
                    </a:lnTo>
                    <a:lnTo>
                      <a:pt x="198" y="577"/>
                    </a:lnTo>
                    <a:lnTo>
                      <a:pt x="204" y="607"/>
                    </a:lnTo>
                    <a:lnTo>
                      <a:pt x="204" y="637"/>
                    </a:lnTo>
                    <a:lnTo>
                      <a:pt x="216" y="679"/>
                    </a:lnTo>
                    <a:lnTo>
                      <a:pt x="228" y="703"/>
                    </a:lnTo>
                    <a:lnTo>
                      <a:pt x="234" y="721"/>
                    </a:lnTo>
                    <a:lnTo>
                      <a:pt x="234" y="763"/>
                    </a:lnTo>
                    <a:lnTo>
                      <a:pt x="228" y="793"/>
                    </a:lnTo>
                    <a:lnTo>
                      <a:pt x="222" y="811"/>
                    </a:lnTo>
                    <a:lnTo>
                      <a:pt x="216" y="823"/>
                    </a:lnTo>
                    <a:lnTo>
                      <a:pt x="204" y="829"/>
                    </a:lnTo>
                    <a:lnTo>
                      <a:pt x="186" y="835"/>
                    </a:lnTo>
                    <a:lnTo>
                      <a:pt x="168" y="841"/>
                    </a:lnTo>
                    <a:lnTo>
                      <a:pt x="150" y="835"/>
                    </a:lnTo>
                    <a:lnTo>
                      <a:pt x="144" y="829"/>
                    </a:lnTo>
                    <a:lnTo>
                      <a:pt x="138" y="787"/>
                    </a:lnTo>
                    <a:lnTo>
                      <a:pt x="132" y="775"/>
                    </a:lnTo>
                    <a:lnTo>
                      <a:pt x="132" y="769"/>
                    </a:lnTo>
                    <a:lnTo>
                      <a:pt x="126" y="745"/>
                    </a:lnTo>
                    <a:lnTo>
                      <a:pt x="108" y="709"/>
                    </a:lnTo>
                    <a:lnTo>
                      <a:pt x="102" y="697"/>
                    </a:lnTo>
                    <a:lnTo>
                      <a:pt x="102" y="685"/>
                    </a:lnTo>
                    <a:lnTo>
                      <a:pt x="96" y="685"/>
                    </a:lnTo>
                    <a:lnTo>
                      <a:pt x="96" y="679"/>
                    </a:lnTo>
                    <a:lnTo>
                      <a:pt x="96" y="673"/>
                    </a:lnTo>
                    <a:lnTo>
                      <a:pt x="84" y="655"/>
                    </a:lnTo>
                    <a:lnTo>
                      <a:pt x="78" y="613"/>
                    </a:lnTo>
                    <a:lnTo>
                      <a:pt x="60" y="571"/>
                    </a:lnTo>
                    <a:lnTo>
                      <a:pt x="48" y="522"/>
                    </a:lnTo>
                    <a:lnTo>
                      <a:pt x="30" y="468"/>
                    </a:lnTo>
                    <a:lnTo>
                      <a:pt x="24" y="426"/>
                    </a:lnTo>
                    <a:lnTo>
                      <a:pt x="18" y="366"/>
                    </a:lnTo>
                    <a:lnTo>
                      <a:pt x="18" y="306"/>
                    </a:lnTo>
                    <a:lnTo>
                      <a:pt x="18" y="300"/>
                    </a:lnTo>
                    <a:lnTo>
                      <a:pt x="0" y="270"/>
                    </a:lnTo>
                    <a:lnTo>
                      <a:pt x="72" y="204"/>
                    </a:lnTo>
                    <a:lnTo>
                      <a:pt x="108" y="0"/>
                    </a:lnTo>
                    <a:close/>
                  </a:path>
                </a:pathLst>
              </a:custGeom>
              <a:solidFill>
                <a:srgbClr val="FFBD7B"/>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65" name="未知"/>
              <p:cNvSpPr>
                <a:spLocks noChangeArrowheads="1"/>
              </p:cNvSpPr>
              <p:nvPr/>
            </p:nvSpPr>
            <p:spPr bwMode="auto">
              <a:xfrm>
                <a:off x="102" y="0"/>
                <a:ext cx="445" cy="132"/>
              </a:xfrm>
              <a:custGeom>
                <a:avLst/>
                <a:gdLst>
                  <a:gd name="T0" fmla="*/ 24 w 445"/>
                  <a:gd name="T1" fmla="*/ 0 h 132"/>
                  <a:gd name="T2" fmla="*/ 42 w 445"/>
                  <a:gd name="T3" fmla="*/ 6 h 132"/>
                  <a:gd name="T4" fmla="*/ 60 w 445"/>
                  <a:gd name="T5" fmla="*/ 6 h 132"/>
                  <a:gd name="T6" fmla="*/ 72 w 445"/>
                  <a:gd name="T7" fmla="*/ 12 h 132"/>
                  <a:gd name="T8" fmla="*/ 90 w 445"/>
                  <a:gd name="T9" fmla="*/ 6 h 132"/>
                  <a:gd name="T10" fmla="*/ 102 w 445"/>
                  <a:gd name="T11" fmla="*/ 6 h 132"/>
                  <a:gd name="T12" fmla="*/ 120 w 445"/>
                  <a:gd name="T13" fmla="*/ 6 h 132"/>
                  <a:gd name="T14" fmla="*/ 144 w 445"/>
                  <a:gd name="T15" fmla="*/ 6 h 132"/>
                  <a:gd name="T16" fmla="*/ 174 w 445"/>
                  <a:gd name="T17" fmla="*/ 18 h 132"/>
                  <a:gd name="T18" fmla="*/ 210 w 445"/>
                  <a:gd name="T19" fmla="*/ 24 h 132"/>
                  <a:gd name="T20" fmla="*/ 246 w 445"/>
                  <a:gd name="T21" fmla="*/ 36 h 132"/>
                  <a:gd name="T22" fmla="*/ 289 w 445"/>
                  <a:gd name="T23" fmla="*/ 54 h 132"/>
                  <a:gd name="T24" fmla="*/ 337 w 445"/>
                  <a:gd name="T25" fmla="*/ 72 h 132"/>
                  <a:gd name="T26" fmla="*/ 379 w 445"/>
                  <a:gd name="T27" fmla="*/ 96 h 132"/>
                  <a:gd name="T28" fmla="*/ 409 w 445"/>
                  <a:gd name="T29" fmla="*/ 108 h 132"/>
                  <a:gd name="T30" fmla="*/ 427 w 445"/>
                  <a:gd name="T31" fmla="*/ 114 h 132"/>
                  <a:gd name="T32" fmla="*/ 445 w 445"/>
                  <a:gd name="T33" fmla="*/ 126 h 132"/>
                  <a:gd name="T34" fmla="*/ 433 w 445"/>
                  <a:gd name="T35" fmla="*/ 120 h 132"/>
                  <a:gd name="T36" fmla="*/ 421 w 445"/>
                  <a:gd name="T37" fmla="*/ 120 h 132"/>
                  <a:gd name="T38" fmla="*/ 409 w 445"/>
                  <a:gd name="T39" fmla="*/ 126 h 132"/>
                  <a:gd name="T40" fmla="*/ 403 w 445"/>
                  <a:gd name="T41" fmla="*/ 126 h 132"/>
                  <a:gd name="T42" fmla="*/ 385 w 445"/>
                  <a:gd name="T43" fmla="*/ 120 h 132"/>
                  <a:gd name="T44" fmla="*/ 367 w 445"/>
                  <a:gd name="T45" fmla="*/ 108 h 132"/>
                  <a:gd name="T46" fmla="*/ 349 w 445"/>
                  <a:gd name="T47" fmla="*/ 96 h 132"/>
                  <a:gd name="T48" fmla="*/ 325 w 445"/>
                  <a:gd name="T49" fmla="*/ 84 h 132"/>
                  <a:gd name="T50" fmla="*/ 301 w 445"/>
                  <a:gd name="T51" fmla="*/ 72 h 132"/>
                  <a:gd name="T52" fmla="*/ 271 w 445"/>
                  <a:gd name="T53" fmla="*/ 60 h 132"/>
                  <a:gd name="T54" fmla="*/ 246 w 445"/>
                  <a:gd name="T55" fmla="*/ 54 h 132"/>
                  <a:gd name="T56" fmla="*/ 222 w 445"/>
                  <a:gd name="T57" fmla="*/ 42 h 132"/>
                  <a:gd name="T58" fmla="*/ 204 w 445"/>
                  <a:gd name="T59" fmla="*/ 36 h 132"/>
                  <a:gd name="T60" fmla="*/ 186 w 445"/>
                  <a:gd name="T61" fmla="*/ 36 h 132"/>
                  <a:gd name="T62" fmla="*/ 174 w 445"/>
                  <a:gd name="T63" fmla="*/ 30 h 132"/>
                  <a:gd name="T64" fmla="*/ 150 w 445"/>
                  <a:gd name="T65" fmla="*/ 30 h 132"/>
                  <a:gd name="T66" fmla="*/ 126 w 445"/>
                  <a:gd name="T67" fmla="*/ 30 h 132"/>
                  <a:gd name="T68" fmla="*/ 102 w 445"/>
                  <a:gd name="T69" fmla="*/ 30 h 132"/>
                  <a:gd name="T70" fmla="*/ 84 w 445"/>
                  <a:gd name="T71" fmla="*/ 36 h 132"/>
                  <a:gd name="T72" fmla="*/ 66 w 445"/>
                  <a:gd name="T73" fmla="*/ 42 h 132"/>
                  <a:gd name="T74" fmla="*/ 54 w 445"/>
                  <a:gd name="T75" fmla="*/ 60 h 132"/>
                  <a:gd name="T76" fmla="*/ 42 w 445"/>
                  <a:gd name="T77" fmla="*/ 72 h 132"/>
                  <a:gd name="T78" fmla="*/ 30 w 445"/>
                  <a:gd name="T79" fmla="*/ 90 h 132"/>
                  <a:gd name="T80" fmla="*/ 18 w 445"/>
                  <a:gd name="T81" fmla="*/ 108 h 132"/>
                  <a:gd name="T82" fmla="*/ 12 w 445"/>
                  <a:gd name="T83" fmla="*/ 120 h 132"/>
                  <a:gd name="T84" fmla="*/ 0 w 445"/>
                  <a:gd name="T85" fmla="*/ 132 h 132"/>
                  <a:gd name="T86" fmla="*/ 24 w 445"/>
                  <a:gd name="T8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5" h="132">
                    <a:moveTo>
                      <a:pt x="24" y="0"/>
                    </a:moveTo>
                    <a:lnTo>
                      <a:pt x="42" y="6"/>
                    </a:lnTo>
                    <a:lnTo>
                      <a:pt x="60" y="6"/>
                    </a:lnTo>
                    <a:lnTo>
                      <a:pt x="72" y="12"/>
                    </a:lnTo>
                    <a:lnTo>
                      <a:pt x="90" y="6"/>
                    </a:lnTo>
                    <a:lnTo>
                      <a:pt x="102" y="6"/>
                    </a:lnTo>
                    <a:lnTo>
                      <a:pt x="120" y="6"/>
                    </a:lnTo>
                    <a:lnTo>
                      <a:pt x="144" y="6"/>
                    </a:lnTo>
                    <a:lnTo>
                      <a:pt x="174" y="18"/>
                    </a:lnTo>
                    <a:lnTo>
                      <a:pt x="210" y="24"/>
                    </a:lnTo>
                    <a:lnTo>
                      <a:pt x="246" y="36"/>
                    </a:lnTo>
                    <a:lnTo>
                      <a:pt x="289" y="54"/>
                    </a:lnTo>
                    <a:lnTo>
                      <a:pt x="337" y="72"/>
                    </a:lnTo>
                    <a:lnTo>
                      <a:pt x="379" y="96"/>
                    </a:lnTo>
                    <a:lnTo>
                      <a:pt x="409" y="108"/>
                    </a:lnTo>
                    <a:lnTo>
                      <a:pt x="427" y="114"/>
                    </a:lnTo>
                    <a:lnTo>
                      <a:pt x="445" y="126"/>
                    </a:lnTo>
                    <a:lnTo>
                      <a:pt x="433" y="120"/>
                    </a:lnTo>
                    <a:lnTo>
                      <a:pt x="421" y="120"/>
                    </a:lnTo>
                    <a:lnTo>
                      <a:pt x="409" y="126"/>
                    </a:lnTo>
                    <a:lnTo>
                      <a:pt x="403" y="126"/>
                    </a:lnTo>
                    <a:lnTo>
                      <a:pt x="385" y="120"/>
                    </a:lnTo>
                    <a:lnTo>
                      <a:pt x="367" y="108"/>
                    </a:lnTo>
                    <a:lnTo>
                      <a:pt x="349" y="96"/>
                    </a:lnTo>
                    <a:lnTo>
                      <a:pt x="325" y="84"/>
                    </a:lnTo>
                    <a:lnTo>
                      <a:pt x="301" y="72"/>
                    </a:lnTo>
                    <a:lnTo>
                      <a:pt x="271" y="60"/>
                    </a:lnTo>
                    <a:lnTo>
                      <a:pt x="246" y="54"/>
                    </a:lnTo>
                    <a:lnTo>
                      <a:pt x="222" y="42"/>
                    </a:lnTo>
                    <a:lnTo>
                      <a:pt x="204" y="36"/>
                    </a:lnTo>
                    <a:lnTo>
                      <a:pt x="186" y="36"/>
                    </a:lnTo>
                    <a:lnTo>
                      <a:pt x="174" y="30"/>
                    </a:lnTo>
                    <a:lnTo>
                      <a:pt x="150" y="30"/>
                    </a:lnTo>
                    <a:lnTo>
                      <a:pt x="126" y="30"/>
                    </a:lnTo>
                    <a:lnTo>
                      <a:pt x="102" y="30"/>
                    </a:lnTo>
                    <a:lnTo>
                      <a:pt x="84" y="36"/>
                    </a:lnTo>
                    <a:lnTo>
                      <a:pt x="66" y="42"/>
                    </a:lnTo>
                    <a:lnTo>
                      <a:pt x="54" y="60"/>
                    </a:lnTo>
                    <a:lnTo>
                      <a:pt x="42" y="72"/>
                    </a:lnTo>
                    <a:lnTo>
                      <a:pt x="30" y="90"/>
                    </a:lnTo>
                    <a:lnTo>
                      <a:pt x="18" y="108"/>
                    </a:lnTo>
                    <a:lnTo>
                      <a:pt x="12" y="120"/>
                    </a:lnTo>
                    <a:lnTo>
                      <a:pt x="0" y="132"/>
                    </a:lnTo>
                    <a:lnTo>
                      <a:pt x="24"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66" name="未知"/>
              <p:cNvSpPr>
                <a:spLocks noChangeArrowheads="1"/>
              </p:cNvSpPr>
              <p:nvPr/>
            </p:nvSpPr>
            <p:spPr bwMode="auto">
              <a:xfrm>
                <a:off x="529" y="234"/>
                <a:ext cx="96" cy="114"/>
              </a:xfrm>
              <a:custGeom>
                <a:avLst/>
                <a:gdLst>
                  <a:gd name="T0" fmla="*/ 90 w 96"/>
                  <a:gd name="T1" fmla="*/ 108 h 114"/>
                  <a:gd name="T2" fmla="*/ 96 w 96"/>
                  <a:gd name="T3" fmla="*/ 96 h 114"/>
                  <a:gd name="T4" fmla="*/ 96 w 96"/>
                  <a:gd name="T5" fmla="*/ 84 h 114"/>
                  <a:gd name="T6" fmla="*/ 90 w 96"/>
                  <a:gd name="T7" fmla="*/ 66 h 114"/>
                  <a:gd name="T8" fmla="*/ 78 w 96"/>
                  <a:gd name="T9" fmla="*/ 54 h 114"/>
                  <a:gd name="T10" fmla="*/ 66 w 96"/>
                  <a:gd name="T11" fmla="*/ 36 h 114"/>
                  <a:gd name="T12" fmla="*/ 42 w 96"/>
                  <a:gd name="T13" fmla="*/ 24 h 114"/>
                  <a:gd name="T14" fmla="*/ 24 w 96"/>
                  <a:gd name="T15" fmla="*/ 12 h 114"/>
                  <a:gd name="T16" fmla="*/ 0 w 96"/>
                  <a:gd name="T17" fmla="*/ 0 h 114"/>
                  <a:gd name="T18" fmla="*/ 24 w 96"/>
                  <a:gd name="T19" fmla="*/ 18 h 114"/>
                  <a:gd name="T20" fmla="*/ 30 w 96"/>
                  <a:gd name="T21" fmla="*/ 24 h 114"/>
                  <a:gd name="T22" fmla="*/ 42 w 96"/>
                  <a:gd name="T23" fmla="*/ 30 h 114"/>
                  <a:gd name="T24" fmla="*/ 54 w 96"/>
                  <a:gd name="T25" fmla="*/ 42 h 114"/>
                  <a:gd name="T26" fmla="*/ 60 w 96"/>
                  <a:gd name="T27" fmla="*/ 48 h 114"/>
                  <a:gd name="T28" fmla="*/ 72 w 96"/>
                  <a:gd name="T29" fmla="*/ 60 h 114"/>
                  <a:gd name="T30" fmla="*/ 78 w 96"/>
                  <a:gd name="T31" fmla="*/ 72 h 114"/>
                  <a:gd name="T32" fmla="*/ 84 w 96"/>
                  <a:gd name="T33" fmla="*/ 90 h 114"/>
                  <a:gd name="T34" fmla="*/ 84 w 96"/>
                  <a:gd name="T35" fmla="*/ 102 h 114"/>
                  <a:gd name="T36" fmla="*/ 84 w 96"/>
                  <a:gd name="T37" fmla="*/ 114 h 114"/>
                  <a:gd name="T38" fmla="*/ 90 w 96"/>
                  <a:gd name="T3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6" h="114">
                    <a:moveTo>
                      <a:pt x="90" y="108"/>
                    </a:moveTo>
                    <a:lnTo>
                      <a:pt x="96" y="96"/>
                    </a:lnTo>
                    <a:lnTo>
                      <a:pt x="96" y="84"/>
                    </a:lnTo>
                    <a:lnTo>
                      <a:pt x="90" y="66"/>
                    </a:lnTo>
                    <a:lnTo>
                      <a:pt x="78" y="54"/>
                    </a:lnTo>
                    <a:lnTo>
                      <a:pt x="66" y="36"/>
                    </a:lnTo>
                    <a:lnTo>
                      <a:pt x="42" y="24"/>
                    </a:lnTo>
                    <a:lnTo>
                      <a:pt x="24" y="12"/>
                    </a:lnTo>
                    <a:lnTo>
                      <a:pt x="0" y="0"/>
                    </a:lnTo>
                    <a:lnTo>
                      <a:pt x="24" y="18"/>
                    </a:lnTo>
                    <a:lnTo>
                      <a:pt x="30" y="24"/>
                    </a:lnTo>
                    <a:lnTo>
                      <a:pt x="42" y="30"/>
                    </a:lnTo>
                    <a:lnTo>
                      <a:pt x="54" y="42"/>
                    </a:lnTo>
                    <a:lnTo>
                      <a:pt x="60" y="48"/>
                    </a:lnTo>
                    <a:lnTo>
                      <a:pt x="72" y="60"/>
                    </a:lnTo>
                    <a:lnTo>
                      <a:pt x="78" y="72"/>
                    </a:lnTo>
                    <a:lnTo>
                      <a:pt x="84" y="90"/>
                    </a:lnTo>
                    <a:lnTo>
                      <a:pt x="84" y="102"/>
                    </a:lnTo>
                    <a:lnTo>
                      <a:pt x="84" y="114"/>
                    </a:lnTo>
                    <a:lnTo>
                      <a:pt x="90" y="108"/>
                    </a:lnTo>
                    <a:close/>
                  </a:path>
                </a:pathLst>
              </a:custGeom>
              <a:solidFill>
                <a:srgbClr val="FCA435"/>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67" name="未知"/>
              <p:cNvSpPr>
                <a:spLocks noChangeArrowheads="1"/>
              </p:cNvSpPr>
              <p:nvPr/>
            </p:nvSpPr>
            <p:spPr bwMode="auto">
              <a:xfrm>
                <a:off x="493" y="354"/>
                <a:ext cx="114" cy="138"/>
              </a:xfrm>
              <a:custGeom>
                <a:avLst/>
                <a:gdLst>
                  <a:gd name="T0" fmla="*/ 108 w 114"/>
                  <a:gd name="T1" fmla="*/ 132 h 138"/>
                  <a:gd name="T2" fmla="*/ 114 w 114"/>
                  <a:gd name="T3" fmla="*/ 114 h 138"/>
                  <a:gd name="T4" fmla="*/ 108 w 114"/>
                  <a:gd name="T5" fmla="*/ 96 h 138"/>
                  <a:gd name="T6" fmla="*/ 108 w 114"/>
                  <a:gd name="T7" fmla="*/ 84 h 138"/>
                  <a:gd name="T8" fmla="*/ 96 w 114"/>
                  <a:gd name="T9" fmla="*/ 66 h 138"/>
                  <a:gd name="T10" fmla="*/ 90 w 114"/>
                  <a:gd name="T11" fmla="*/ 54 h 138"/>
                  <a:gd name="T12" fmla="*/ 72 w 114"/>
                  <a:gd name="T13" fmla="*/ 42 h 138"/>
                  <a:gd name="T14" fmla="*/ 54 w 114"/>
                  <a:gd name="T15" fmla="*/ 30 h 138"/>
                  <a:gd name="T16" fmla="*/ 30 w 114"/>
                  <a:gd name="T17" fmla="*/ 18 h 138"/>
                  <a:gd name="T18" fmla="*/ 0 w 114"/>
                  <a:gd name="T19" fmla="*/ 0 h 138"/>
                  <a:gd name="T20" fmla="*/ 18 w 114"/>
                  <a:gd name="T21" fmla="*/ 12 h 138"/>
                  <a:gd name="T22" fmla="*/ 30 w 114"/>
                  <a:gd name="T23" fmla="*/ 24 h 138"/>
                  <a:gd name="T24" fmla="*/ 48 w 114"/>
                  <a:gd name="T25" fmla="*/ 36 h 138"/>
                  <a:gd name="T26" fmla="*/ 60 w 114"/>
                  <a:gd name="T27" fmla="*/ 48 h 138"/>
                  <a:gd name="T28" fmla="*/ 72 w 114"/>
                  <a:gd name="T29" fmla="*/ 60 h 138"/>
                  <a:gd name="T30" fmla="*/ 84 w 114"/>
                  <a:gd name="T31" fmla="*/ 78 h 138"/>
                  <a:gd name="T32" fmla="*/ 90 w 114"/>
                  <a:gd name="T33" fmla="*/ 96 h 138"/>
                  <a:gd name="T34" fmla="*/ 96 w 114"/>
                  <a:gd name="T35" fmla="*/ 120 h 138"/>
                  <a:gd name="T36" fmla="*/ 102 w 114"/>
                  <a:gd name="T37" fmla="*/ 138 h 138"/>
                  <a:gd name="T38" fmla="*/ 108 w 114"/>
                  <a:gd name="T39" fmla="*/ 13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4" h="138">
                    <a:moveTo>
                      <a:pt x="108" y="132"/>
                    </a:moveTo>
                    <a:lnTo>
                      <a:pt x="114" y="114"/>
                    </a:lnTo>
                    <a:lnTo>
                      <a:pt x="108" y="96"/>
                    </a:lnTo>
                    <a:lnTo>
                      <a:pt x="108" y="84"/>
                    </a:lnTo>
                    <a:lnTo>
                      <a:pt x="96" y="66"/>
                    </a:lnTo>
                    <a:lnTo>
                      <a:pt x="90" y="54"/>
                    </a:lnTo>
                    <a:lnTo>
                      <a:pt x="72" y="42"/>
                    </a:lnTo>
                    <a:lnTo>
                      <a:pt x="54" y="30"/>
                    </a:lnTo>
                    <a:lnTo>
                      <a:pt x="30" y="18"/>
                    </a:lnTo>
                    <a:lnTo>
                      <a:pt x="0" y="0"/>
                    </a:lnTo>
                    <a:lnTo>
                      <a:pt x="18" y="12"/>
                    </a:lnTo>
                    <a:lnTo>
                      <a:pt x="30" y="24"/>
                    </a:lnTo>
                    <a:lnTo>
                      <a:pt x="48" y="36"/>
                    </a:lnTo>
                    <a:lnTo>
                      <a:pt x="60" y="48"/>
                    </a:lnTo>
                    <a:lnTo>
                      <a:pt x="72" y="60"/>
                    </a:lnTo>
                    <a:lnTo>
                      <a:pt x="84" y="78"/>
                    </a:lnTo>
                    <a:lnTo>
                      <a:pt x="90" y="96"/>
                    </a:lnTo>
                    <a:lnTo>
                      <a:pt x="96" y="120"/>
                    </a:lnTo>
                    <a:lnTo>
                      <a:pt x="102" y="138"/>
                    </a:lnTo>
                    <a:lnTo>
                      <a:pt x="108" y="132"/>
                    </a:lnTo>
                    <a:close/>
                  </a:path>
                </a:pathLst>
              </a:custGeom>
              <a:solidFill>
                <a:srgbClr val="FCA437"/>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68" name="未知"/>
              <p:cNvSpPr>
                <a:spLocks noChangeArrowheads="1"/>
              </p:cNvSpPr>
              <p:nvPr/>
            </p:nvSpPr>
            <p:spPr bwMode="auto">
              <a:xfrm>
                <a:off x="439" y="492"/>
                <a:ext cx="90" cy="103"/>
              </a:xfrm>
              <a:custGeom>
                <a:avLst/>
                <a:gdLst>
                  <a:gd name="T0" fmla="*/ 0 w 90"/>
                  <a:gd name="T1" fmla="*/ 0 h 103"/>
                  <a:gd name="T2" fmla="*/ 24 w 90"/>
                  <a:gd name="T3" fmla="*/ 12 h 103"/>
                  <a:gd name="T4" fmla="*/ 48 w 90"/>
                  <a:gd name="T5" fmla="*/ 24 h 103"/>
                  <a:gd name="T6" fmla="*/ 66 w 90"/>
                  <a:gd name="T7" fmla="*/ 36 h 103"/>
                  <a:gd name="T8" fmla="*/ 78 w 90"/>
                  <a:gd name="T9" fmla="*/ 48 h 103"/>
                  <a:gd name="T10" fmla="*/ 84 w 90"/>
                  <a:gd name="T11" fmla="*/ 67 h 103"/>
                  <a:gd name="T12" fmla="*/ 90 w 90"/>
                  <a:gd name="T13" fmla="*/ 85 h 103"/>
                  <a:gd name="T14" fmla="*/ 90 w 90"/>
                  <a:gd name="T15" fmla="*/ 103 h 103"/>
                  <a:gd name="T16" fmla="*/ 84 w 90"/>
                  <a:gd name="T17" fmla="*/ 103 h 103"/>
                  <a:gd name="T18" fmla="*/ 72 w 90"/>
                  <a:gd name="T19" fmla="*/ 103 h 103"/>
                  <a:gd name="T20" fmla="*/ 72 w 90"/>
                  <a:gd name="T21" fmla="*/ 91 h 103"/>
                  <a:gd name="T22" fmla="*/ 66 w 90"/>
                  <a:gd name="T23" fmla="*/ 73 h 103"/>
                  <a:gd name="T24" fmla="*/ 60 w 90"/>
                  <a:gd name="T25" fmla="*/ 54 h 103"/>
                  <a:gd name="T26" fmla="*/ 48 w 90"/>
                  <a:gd name="T27" fmla="*/ 36 h 103"/>
                  <a:gd name="T28" fmla="*/ 30 w 90"/>
                  <a:gd name="T29" fmla="*/ 24 h 103"/>
                  <a:gd name="T30" fmla="*/ 18 w 90"/>
                  <a:gd name="T31" fmla="*/ 12 h 103"/>
                  <a:gd name="T32" fmla="*/ 0 w 90"/>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03">
                    <a:moveTo>
                      <a:pt x="0" y="0"/>
                    </a:moveTo>
                    <a:lnTo>
                      <a:pt x="24" y="12"/>
                    </a:lnTo>
                    <a:lnTo>
                      <a:pt x="48" y="24"/>
                    </a:lnTo>
                    <a:lnTo>
                      <a:pt x="66" y="36"/>
                    </a:lnTo>
                    <a:lnTo>
                      <a:pt x="78" y="48"/>
                    </a:lnTo>
                    <a:lnTo>
                      <a:pt x="84" y="67"/>
                    </a:lnTo>
                    <a:lnTo>
                      <a:pt x="90" y="85"/>
                    </a:lnTo>
                    <a:lnTo>
                      <a:pt x="90" y="103"/>
                    </a:lnTo>
                    <a:lnTo>
                      <a:pt x="84" y="103"/>
                    </a:lnTo>
                    <a:lnTo>
                      <a:pt x="72" y="103"/>
                    </a:lnTo>
                    <a:lnTo>
                      <a:pt x="72" y="91"/>
                    </a:lnTo>
                    <a:lnTo>
                      <a:pt x="66" y="73"/>
                    </a:lnTo>
                    <a:lnTo>
                      <a:pt x="60" y="54"/>
                    </a:lnTo>
                    <a:lnTo>
                      <a:pt x="48" y="36"/>
                    </a:lnTo>
                    <a:lnTo>
                      <a:pt x="30" y="24"/>
                    </a:lnTo>
                    <a:lnTo>
                      <a:pt x="18" y="12"/>
                    </a:lnTo>
                    <a:lnTo>
                      <a:pt x="0" y="0"/>
                    </a:lnTo>
                    <a:close/>
                  </a:path>
                </a:pathLst>
              </a:custGeom>
              <a:solidFill>
                <a:srgbClr val="FCA436"/>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69" name="未知"/>
              <p:cNvSpPr>
                <a:spLocks noChangeArrowheads="1"/>
              </p:cNvSpPr>
              <p:nvPr/>
            </p:nvSpPr>
            <p:spPr bwMode="auto">
              <a:xfrm>
                <a:off x="222" y="498"/>
                <a:ext cx="235" cy="151"/>
              </a:xfrm>
              <a:custGeom>
                <a:avLst/>
                <a:gdLst>
                  <a:gd name="T0" fmla="*/ 84 w 235"/>
                  <a:gd name="T1" fmla="*/ 24 h 151"/>
                  <a:gd name="T2" fmla="*/ 120 w 235"/>
                  <a:gd name="T3" fmla="*/ 30 h 151"/>
                  <a:gd name="T4" fmla="*/ 157 w 235"/>
                  <a:gd name="T5" fmla="*/ 42 h 151"/>
                  <a:gd name="T6" fmla="*/ 175 w 235"/>
                  <a:gd name="T7" fmla="*/ 54 h 151"/>
                  <a:gd name="T8" fmla="*/ 199 w 235"/>
                  <a:gd name="T9" fmla="*/ 73 h 151"/>
                  <a:gd name="T10" fmla="*/ 217 w 235"/>
                  <a:gd name="T11" fmla="*/ 91 h 151"/>
                  <a:gd name="T12" fmla="*/ 235 w 235"/>
                  <a:gd name="T13" fmla="*/ 109 h 151"/>
                  <a:gd name="T14" fmla="*/ 205 w 235"/>
                  <a:gd name="T15" fmla="*/ 85 h 151"/>
                  <a:gd name="T16" fmla="*/ 175 w 235"/>
                  <a:gd name="T17" fmla="*/ 67 h 151"/>
                  <a:gd name="T18" fmla="*/ 157 w 235"/>
                  <a:gd name="T19" fmla="*/ 48 h 151"/>
                  <a:gd name="T20" fmla="*/ 132 w 235"/>
                  <a:gd name="T21" fmla="*/ 48 h 151"/>
                  <a:gd name="T22" fmla="*/ 114 w 235"/>
                  <a:gd name="T23" fmla="*/ 42 h 151"/>
                  <a:gd name="T24" fmla="*/ 102 w 235"/>
                  <a:gd name="T25" fmla="*/ 36 h 151"/>
                  <a:gd name="T26" fmla="*/ 108 w 235"/>
                  <a:gd name="T27" fmla="*/ 54 h 151"/>
                  <a:gd name="T28" fmla="*/ 108 w 235"/>
                  <a:gd name="T29" fmla="*/ 73 h 151"/>
                  <a:gd name="T30" fmla="*/ 114 w 235"/>
                  <a:gd name="T31" fmla="*/ 91 h 151"/>
                  <a:gd name="T32" fmla="*/ 120 w 235"/>
                  <a:gd name="T33" fmla="*/ 109 h 151"/>
                  <a:gd name="T34" fmla="*/ 126 w 235"/>
                  <a:gd name="T35" fmla="*/ 127 h 151"/>
                  <a:gd name="T36" fmla="*/ 132 w 235"/>
                  <a:gd name="T37" fmla="*/ 133 h 151"/>
                  <a:gd name="T38" fmla="*/ 138 w 235"/>
                  <a:gd name="T39" fmla="*/ 151 h 151"/>
                  <a:gd name="T40" fmla="*/ 126 w 235"/>
                  <a:gd name="T41" fmla="*/ 133 h 151"/>
                  <a:gd name="T42" fmla="*/ 120 w 235"/>
                  <a:gd name="T43" fmla="*/ 115 h 151"/>
                  <a:gd name="T44" fmla="*/ 108 w 235"/>
                  <a:gd name="T45" fmla="*/ 97 h 151"/>
                  <a:gd name="T46" fmla="*/ 102 w 235"/>
                  <a:gd name="T47" fmla="*/ 85 h 151"/>
                  <a:gd name="T48" fmla="*/ 96 w 235"/>
                  <a:gd name="T49" fmla="*/ 67 h 151"/>
                  <a:gd name="T50" fmla="*/ 96 w 235"/>
                  <a:gd name="T51" fmla="*/ 54 h 151"/>
                  <a:gd name="T52" fmla="*/ 84 w 235"/>
                  <a:gd name="T53" fmla="*/ 42 h 151"/>
                  <a:gd name="T54" fmla="*/ 78 w 235"/>
                  <a:gd name="T55" fmla="*/ 30 h 151"/>
                  <a:gd name="T56" fmla="*/ 66 w 235"/>
                  <a:gd name="T57" fmla="*/ 18 h 151"/>
                  <a:gd name="T58" fmla="*/ 54 w 235"/>
                  <a:gd name="T59" fmla="*/ 12 h 151"/>
                  <a:gd name="T60" fmla="*/ 36 w 235"/>
                  <a:gd name="T61" fmla="*/ 12 h 151"/>
                  <a:gd name="T62" fmla="*/ 18 w 235"/>
                  <a:gd name="T63" fmla="*/ 18 h 151"/>
                  <a:gd name="T64" fmla="*/ 12 w 235"/>
                  <a:gd name="T65" fmla="*/ 30 h 151"/>
                  <a:gd name="T66" fmla="*/ 30 w 235"/>
                  <a:gd name="T67" fmla="*/ 42 h 151"/>
                  <a:gd name="T68" fmla="*/ 36 w 235"/>
                  <a:gd name="T69" fmla="*/ 54 h 151"/>
                  <a:gd name="T70" fmla="*/ 42 w 235"/>
                  <a:gd name="T71" fmla="*/ 79 h 151"/>
                  <a:gd name="T72" fmla="*/ 42 w 235"/>
                  <a:gd name="T73" fmla="*/ 91 h 151"/>
                  <a:gd name="T74" fmla="*/ 42 w 235"/>
                  <a:gd name="T75" fmla="*/ 79 h 151"/>
                  <a:gd name="T76" fmla="*/ 36 w 235"/>
                  <a:gd name="T77" fmla="*/ 67 h 151"/>
                  <a:gd name="T78" fmla="*/ 30 w 235"/>
                  <a:gd name="T79" fmla="*/ 54 h 151"/>
                  <a:gd name="T80" fmla="*/ 24 w 235"/>
                  <a:gd name="T81" fmla="*/ 42 h 151"/>
                  <a:gd name="T82" fmla="*/ 12 w 235"/>
                  <a:gd name="T83" fmla="*/ 36 h 151"/>
                  <a:gd name="T84" fmla="*/ 0 w 235"/>
                  <a:gd name="T85" fmla="*/ 36 h 151"/>
                  <a:gd name="T86" fmla="*/ 6 w 235"/>
                  <a:gd name="T87" fmla="*/ 24 h 151"/>
                  <a:gd name="T88" fmla="*/ 6 w 235"/>
                  <a:gd name="T89" fmla="*/ 18 h 151"/>
                  <a:gd name="T90" fmla="*/ 12 w 235"/>
                  <a:gd name="T91" fmla="*/ 6 h 151"/>
                  <a:gd name="T92" fmla="*/ 24 w 235"/>
                  <a:gd name="T93" fmla="*/ 6 h 151"/>
                  <a:gd name="T94" fmla="*/ 36 w 235"/>
                  <a:gd name="T95" fmla="*/ 0 h 151"/>
                  <a:gd name="T96" fmla="*/ 54 w 235"/>
                  <a:gd name="T97" fmla="*/ 0 h 151"/>
                  <a:gd name="T98" fmla="*/ 72 w 235"/>
                  <a:gd name="T99" fmla="*/ 12 h 151"/>
                  <a:gd name="T100" fmla="*/ 84 w 235"/>
                  <a:gd name="T101"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 h="151">
                    <a:moveTo>
                      <a:pt x="84" y="24"/>
                    </a:moveTo>
                    <a:lnTo>
                      <a:pt x="120" y="30"/>
                    </a:lnTo>
                    <a:lnTo>
                      <a:pt x="157" y="42"/>
                    </a:lnTo>
                    <a:lnTo>
                      <a:pt x="175" y="54"/>
                    </a:lnTo>
                    <a:lnTo>
                      <a:pt x="199" y="73"/>
                    </a:lnTo>
                    <a:lnTo>
                      <a:pt x="217" y="91"/>
                    </a:lnTo>
                    <a:lnTo>
                      <a:pt x="235" y="109"/>
                    </a:lnTo>
                    <a:lnTo>
                      <a:pt x="205" y="85"/>
                    </a:lnTo>
                    <a:lnTo>
                      <a:pt x="175" y="67"/>
                    </a:lnTo>
                    <a:lnTo>
                      <a:pt x="157" y="48"/>
                    </a:lnTo>
                    <a:lnTo>
                      <a:pt x="132" y="48"/>
                    </a:lnTo>
                    <a:lnTo>
                      <a:pt x="114" y="42"/>
                    </a:lnTo>
                    <a:lnTo>
                      <a:pt x="102" y="36"/>
                    </a:lnTo>
                    <a:lnTo>
                      <a:pt x="108" y="54"/>
                    </a:lnTo>
                    <a:lnTo>
                      <a:pt x="108" y="73"/>
                    </a:lnTo>
                    <a:lnTo>
                      <a:pt x="114" y="91"/>
                    </a:lnTo>
                    <a:lnTo>
                      <a:pt x="120" y="109"/>
                    </a:lnTo>
                    <a:lnTo>
                      <a:pt x="126" y="127"/>
                    </a:lnTo>
                    <a:lnTo>
                      <a:pt x="132" y="133"/>
                    </a:lnTo>
                    <a:lnTo>
                      <a:pt x="138" y="151"/>
                    </a:lnTo>
                    <a:lnTo>
                      <a:pt x="126" y="133"/>
                    </a:lnTo>
                    <a:lnTo>
                      <a:pt x="120" y="115"/>
                    </a:lnTo>
                    <a:lnTo>
                      <a:pt x="108" y="97"/>
                    </a:lnTo>
                    <a:lnTo>
                      <a:pt x="102" y="85"/>
                    </a:lnTo>
                    <a:lnTo>
                      <a:pt x="96" y="67"/>
                    </a:lnTo>
                    <a:lnTo>
                      <a:pt x="96" y="54"/>
                    </a:lnTo>
                    <a:lnTo>
                      <a:pt x="84" y="42"/>
                    </a:lnTo>
                    <a:lnTo>
                      <a:pt x="78" y="30"/>
                    </a:lnTo>
                    <a:lnTo>
                      <a:pt x="66" y="18"/>
                    </a:lnTo>
                    <a:lnTo>
                      <a:pt x="54" y="12"/>
                    </a:lnTo>
                    <a:lnTo>
                      <a:pt x="36" y="12"/>
                    </a:lnTo>
                    <a:lnTo>
                      <a:pt x="18" y="18"/>
                    </a:lnTo>
                    <a:lnTo>
                      <a:pt x="12" y="30"/>
                    </a:lnTo>
                    <a:lnTo>
                      <a:pt x="30" y="42"/>
                    </a:lnTo>
                    <a:lnTo>
                      <a:pt x="36" y="54"/>
                    </a:lnTo>
                    <a:lnTo>
                      <a:pt x="42" y="79"/>
                    </a:lnTo>
                    <a:lnTo>
                      <a:pt x="42" y="91"/>
                    </a:lnTo>
                    <a:lnTo>
                      <a:pt x="42" y="79"/>
                    </a:lnTo>
                    <a:lnTo>
                      <a:pt x="36" y="67"/>
                    </a:lnTo>
                    <a:lnTo>
                      <a:pt x="30" y="54"/>
                    </a:lnTo>
                    <a:lnTo>
                      <a:pt x="24" y="42"/>
                    </a:lnTo>
                    <a:lnTo>
                      <a:pt x="12" y="36"/>
                    </a:lnTo>
                    <a:lnTo>
                      <a:pt x="0" y="36"/>
                    </a:lnTo>
                    <a:lnTo>
                      <a:pt x="6" y="24"/>
                    </a:lnTo>
                    <a:lnTo>
                      <a:pt x="6" y="18"/>
                    </a:lnTo>
                    <a:lnTo>
                      <a:pt x="12" y="6"/>
                    </a:lnTo>
                    <a:lnTo>
                      <a:pt x="24" y="6"/>
                    </a:lnTo>
                    <a:lnTo>
                      <a:pt x="36" y="0"/>
                    </a:lnTo>
                    <a:lnTo>
                      <a:pt x="54" y="0"/>
                    </a:lnTo>
                    <a:lnTo>
                      <a:pt x="72" y="12"/>
                    </a:lnTo>
                    <a:lnTo>
                      <a:pt x="84" y="24"/>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0" name="未知"/>
              <p:cNvSpPr>
                <a:spLocks noChangeArrowheads="1"/>
              </p:cNvSpPr>
              <p:nvPr/>
            </p:nvSpPr>
            <p:spPr bwMode="auto">
              <a:xfrm>
                <a:off x="288" y="468"/>
                <a:ext cx="48" cy="42"/>
              </a:xfrm>
              <a:custGeom>
                <a:avLst/>
                <a:gdLst>
                  <a:gd name="T0" fmla="*/ 6 w 48"/>
                  <a:gd name="T1" fmla="*/ 42 h 42"/>
                  <a:gd name="T2" fmla="*/ 12 w 48"/>
                  <a:gd name="T3" fmla="*/ 30 h 42"/>
                  <a:gd name="T4" fmla="*/ 12 w 48"/>
                  <a:gd name="T5" fmla="*/ 18 h 42"/>
                  <a:gd name="T6" fmla="*/ 24 w 48"/>
                  <a:gd name="T7" fmla="*/ 12 h 42"/>
                  <a:gd name="T8" fmla="*/ 30 w 48"/>
                  <a:gd name="T9" fmla="*/ 6 h 42"/>
                  <a:gd name="T10" fmla="*/ 48 w 48"/>
                  <a:gd name="T11" fmla="*/ 0 h 42"/>
                  <a:gd name="T12" fmla="*/ 36 w 48"/>
                  <a:gd name="T13" fmla="*/ 0 h 42"/>
                  <a:gd name="T14" fmla="*/ 18 w 48"/>
                  <a:gd name="T15" fmla="*/ 6 h 42"/>
                  <a:gd name="T16" fmla="*/ 6 w 48"/>
                  <a:gd name="T17" fmla="*/ 18 h 42"/>
                  <a:gd name="T18" fmla="*/ 0 w 48"/>
                  <a:gd name="T19" fmla="*/ 30 h 42"/>
                  <a:gd name="T20" fmla="*/ 6 w 48"/>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2">
                    <a:moveTo>
                      <a:pt x="6" y="42"/>
                    </a:moveTo>
                    <a:lnTo>
                      <a:pt x="12" y="30"/>
                    </a:lnTo>
                    <a:lnTo>
                      <a:pt x="12" y="18"/>
                    </a:lnTo>
                    <a:lnTo>
                      <a:pt x="24" y="12"/>
                    </a:lnTo>
                    <a:lnTo>
                      <a:pt x="30" y="6"/>
                    </a:lnTo>
                    <a:lnTo>
                      <a:pt x="48" y="0"/>
                    </a:lnTo>
                    <a:lnTo>
                      <a:pt x="36" y="0"/>
                    </a:lnTo>
                    <a:lnTo>
                      <a:pt x="18" y="6"/>
                    </a:lnTo>
                    <a:lnTo>
                      <a:pt x="6" y="18"/>
                    </a:lnTo>
                    <a:lnTo>
                      <a:pt x="0" y="30"/>
                    </a:lnTo>
                    <a:lnTo>
                      <a:pt x="6" y="4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1" name="未知"/>
              <p:cNvSpPr>
                <a:spLocks noChangeArrowheads="1"/>
              </p:cNvSpPr>
              <p:nvPr/>
            </p:nvSpPr>
            <p:spPr bwMode="auto">
              <a:xfrm>
                <a:off x="264" y="438"/>
                <a:ext cx="18" cy="48"/>
              </a:xfrm>
              <a:custGeom>
                <a:avLst/>
                <a:gdLst>
                  <a:gd name="T0" fmla="*/ 0 w 18"/>
                  <a:gd name="T1" fmla="*/ 48 h 48"/>
                  <a:gd name="T2" fmla="*/ 0 w 18"/>
                  <a:gd name="T3" fmla="*/ 36 h 48"/>
                  <a:gd name="T4" fmla="*/ 0 w 18"/>
                  <a:gd name="T5" fmla="*/ 24 h 48"/>
                  <a:gd name="T6" fmla="*/ 12 w 18"/>
                  <a:gd name="T7" fmla="*/ 18 h 48"/>
                  <a:gd name="T8" fmla="*/ 18 w 18"/>
                  <a:gd name="T9" fmla="*/ 6 h 48"/>
                  <a:gd name="T10" fmla="*/ 12 w 18"/>
                  <a:gd name="T11" fmla="*/ 0 h 48"/>
                  <a:gd name="T12" fmla="*/ 0 w 18"/>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8" h="48">
                    <a:moveTo>
                      <a:pt x="0" y="48"/>
                    </a:moveTo>
                    <a:lnTo>
                      <a:pt x="0" y="36"/>
                    </a:lnTo>
                    <a:lnTo>
                      <a:pt x="0" y="24"/>
                    </a:lnTo>
                    <a:lnTo>
                      <a:pt x="12" y="18"/>
                    </a:lnTo>
                    <a:lnTo>
                      <a:pt x="18" y="6"/>
                    </a:lnTo>
                    <a:lnTo>
                      <a:pt x="12" y="0"/>
                    </a:lnTo>
                    <a:lnTo>
                      <a:pt x="0" y="48"/>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2" name="未知"/>
              <p:cNvSpPr>
                <a:spLocks noChangeArrowheads="1"/>
              </p:cNvSpPr>
              <p:nvPr/>
            </p:nvSpPr>
            <p:spPr bwMode="auto">
              <a:xfrm>
                <a:off x="168" y="444"/>
                <a:ext cx="72" cy="193"/>
              </a:xfrm>
              <a:custGeom>
                <a:avLst/>
                <a:gdLst>
                  <a:gd name="T0" fmla="*/ 30 w 72"/>
                  <a:gd name="T1" fmla="*/ 193 h 193"/>
                  <a:gd name="T2" fmla="*/ 36 w 72"/>
                  <a:gd name="T3" fmla="*/ 169 h 193"/>
                  <a:gd name="T4" fmla="*/ 30 w 72"/>
                  <a:gd name="T5" fmla="*/ 139 h 193"/>
                  <a:gd name="T6" fmla="*/ 30 w 72"/>
                  <a:gd name="T7" fmla="*/ 102 h 193"/>
                  <a:gd name="T8" fmla="*/ 30 w 72"/>
                  <a:gd name="T9" fmla="*/ 66 h 193"/>
                  <a:gd name="T10" fmla="*/ 30 w 72"/>
                  <a:gd name="T11" fmla="*/ 54 h 193"/>
                  <a:gd name="T12" fmla="*/ 36 w 72"/>
                  <a:gd name="T13" fmla="*/ 42 h 193"/>
                  <a:gd name="T14" fmla="*/ 48 w 72"/>
                  <a:gd name="T15" fmla="*/ 36 h 193"/>
                  <a:gd name="T16" fmla="*/ 60 w 72"/>
                  <a:gd name="T17" fmla="*/ 30 h 193"/>
                  <a:gd name="T18" fmla="*/ 66 w 72"/>
                  <a:gd name="T19" fmla="*/ 24 h 193"/>
                  <a:gd name="T20" fmla="*/ 66 w 72"/>
                  <a:gd name="T21" fmla="*/ 12 h 193"/>
                  <a:gd name="T22" fmla="*/ 72 w 72"/>
                  <a:gd name="T23" fmla="*/ 0 h 193"/>
                  <a:gd name="T24" fmla="*/ 60 w 72"/>
                  <a:gd name="T25" fmla="*/ 12 h 193"/>
                  <a:gd name="T26" fmla="*/ 60 w 72"/>
                  <a:gd name="T27" fmla="*/ 24 h 193"/>
                  <a:gd name="T28" fmla="*/ 48 w 72"/>
                  <a:gd name="T29" fmla="*/ 24 h 193"/>
                  <a:gd name="T30" fmla="*/ 36 w 72"/>
                  <a:gd name="T31" fmla="*/ 30 h 193"/>
                  <a:gd name="T32" fmla="*/ 30 w 72"/>
                  <a:gd name="T33" fmla="*/ 36 h 193"/>
                  <a:gd name="T34" fmla="*/ 24 w 72"/>
                  <a:gd name="T35" fmla="*/ 42 h 193"/>
                  <a:gd name="T36" fmla="*/ 12 w 72"/>
                  <a:gd name="T37" fmla="*/ 36 h 193"/>
                  <a:gd name="T38" fmla="*/ 6 w 72"/>
                  <a:gd name="T39" fmla="*/ 24 h 193"/>
                  <a:gd name="T40" fmla="*/ 6 w 72"/>
                  <a:gd name="T41" fmla="*/ 12 h 193"/>
                  <a:gd name="T42" fmla="*/ 0 w 72"/>
                  <a:gd name="T43" fmla="*/ 6 h 193"/>
                  <a:gd name="T44" fmla="*/ 0 w 72"/>
                  <a:gd name="T45" fmla="*/ 18 h 193"/>
                  <a:gd name="T46" fmla="*/ 0 w 72"/>
                  <a:gd name="T47" fmla="*/ 36 h 193"/>
                  <a:gd name="T48" fmla="*/ 0 w 72"/>
                  <a:gd name="T49" fmla="*/ 48 h 193"/>
                  <a:gd name="T50" fmla="*/ 6 w 72"/>
                  <a:gd name="T51" fmla="*/ 60 h 193"/>
                  <a:gd name="T52" fmla="*/ 0 w 72"/>
                  <a:gd name="T53" fmla="*/ 72 h 193"/>
                  <a:gd name="T54" fmla="*/ 6 w 72"/>
                  <a:gd name="T55" fmla="*/ 90 h 193"/>
                  <a:gd name="T56" fmla="*/ 12 w 72"/>
                  <a:gd name="T57" fmla="*/ 102 h 193"/>
                  <a:gd name="T58" fmla="*/ 12 w 72"/>
                  <a:gd name="T59" fmla="*/ 115 h 193"/>
                  <a:gd name="T60" fmla="*/ 18 w 72"/>
                  <a:gd name="T61" fmla="*/ 127 h 193"/>
                  <a:gd name="T62" fmla="*/ 18 w 72"/>
                  <a:gd name="T63" fmla="*/ 139 h 193"/>
                  <a:gd name="T64" fmla="*/ 12 w 72"/>
                  <a:gd name="T65" fmla="*/ 145 h 193"/>
                  <a:gd name="T66" fmla="*/ 0 w 72"/>
                  <a:gd name="T67" fmla="*/ 139 h 193"/>
                  <a:gd name="T68" fmla="*/ 6 w 72"/>
                  <a:gd name="T69" fmla="*/ 151 h 193"/>
                  <a:gd name="T70" fmla="*/ 12 w 72"/>
                  <a:gd name="T71" fmla="*/ 163 h 193"/>
                  <a:gd name="T72" fmla="*/ 12 w 72"/>
                  <a:gd name="T73" fmla="*/ 175 h 193"/>
                  <a:gd name="T74" fmla="*/ 18 w 72"/>
                  <a:gd name="T75" fmla="*/ 187 h 193"/>
                  <a:gd name="T76" fmla="*/ 30 w 72"/>
                  <a:gd name="T7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93">
                    <a:moveTo>
                      <a:pt x="30" y="193"/>
                    </a:moveTo>
                    <a:lnTo>
                      <a:pt x="36" y="169"/>
                    </a:lnTo>
                    <a:lnTo>
                      <a:pt x="30" y="139"/>
                    </a:lnTo>
                    <a:lnTo>
                      <a:pt x="30" y="102"/>
                    </a:lnTo>
                    <a:lnTo>
                      <a:pt x="30" y="66"/>
                    </a:lnTo>
                    <a:lnTo>
                      <a:pt x="30" y="54"/>
                    </a:lnTo>
                    <a:lnTo>
                      <a:pt x="36" y="42"/>
                    </a:lnTo>
                    <a:lnTo>
                      <a:pt x="48" y="36"/>
                    </a:lnTo>
                    <a:lnTo>
                      <a:pt x="60" y="30"/>
                    </a:lnTo>
                    <a:lnTo>
                      <a:pt x="66" y="24"/>
                    </a:lnTo>
                    <a:lnTo>
                      <a:pt x="66" y="12"/>
                    </a:lnTo>
                    <a:lnTo>
                      <a:pt x="72" y="0"/>
                    </a:lnTo>
                    <a:lnTo>
                      <a:pt x="60" y="12"/>
                    </a:lnTo>
                    <a:lnTo>
                      <a:pt x="60" y="24"/>
                    </a:lnTo>
                    <a:lnTo>
                      <a:pt x="48" y="24"/>
                    </a:lnTo>
                    <a:lnTo>
                      <a:pt x="36" y="30"/>
                    </a:lnTo>
                    <a:lnTo>
                      <a:pt x="30" y="36"/>
                    </a:lnTo>
                    <a:lnTo>
                      <a:pt x="24" y="42"/>
                    </a:lnTo>
                    <a:lnTo>
                      <a:pt x="12" y="36"/>
                    </a:lnTo>
                    <a:lnTo>
                      <a:pt x="6" y="24"/>
                    </a:lnTo>
                    <a:lnTo>
                      <a:pt x="6" y="12"/>
                    </a:lnTo>
                    <a:lnTo>
                      <a:pt x="0" y="6"/>
                    </a:lnTo>
                    <a:lnTo>
                      <a:pt x="0" y="18"/>
                    </a:lnTo>
                    <a:lnTo>
                      <a:pt x="0" y="36"/>
                    </a:lnTo>
                    <a:lnTo>
                      <a:pt x="0" y="48"/>
                    </a:lnTo>
                    <a:lnTo>
                      <a:pt x="6" y="60"/>
                    </a:lnTo>
                    <a:lnTo>
                      <a:pt x="0" y="72"/>
                    </a:lnTo>
                    <a:lnTo>
                      <a:pt x="6" y="90"/>
                    </a:lnTo>
                    <a:lnTo>
                      <a:pt x="12" y="102"/>
                    </a:lnTo>
                    <a:lnTo>
                      <a:pt x="12" y="115"/>
                    </a:lnTo>
                    <a:lnTo>
                      <a:pt x="18" y="127"/>
                    </a:lnTo>
                    <a:lnTo>
                      <a:pt x="18" y="139"/>
                    </a:lnTo>
                    <a:lnTo>
                      <a:pt x="12" y="145"/>
                    </a:lnTo>
                    <a:lnTo>
                      <a:pt x="0" y="139"/>
                    </a:lnTo>
                    <a:lnTo>
                      <a:pt x="6" y="151"/>
                    </a:lnTo>
                    <a:lnTo>
                      <a:pt x="12" y="163"/>
                    </a:lnTo>
                    <a:lnTo>
                      <a:pt x="12" y="175"/>
                    </a:lnTo>
                    <a:lnTo>
                      <a:pt x="18" y="187"/>
                    </a:lnTo>
                    <a:lnTo>
                      <a:pt x="30" y="193"/>
                    </a:lnTo>
                    <a:close/>
                  </a:path>
                </a:pathLst>
              </a:custGeom>
              <a:solidFill>
                <a:srgbClr val="FCA438"/>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3" name="未知"/>
              <p:cNvSpPr>
                <a:spLocks noChangeArrowheads="1"/>
              </p:cNvSpPr>
              <p:nvPr/>
            </p:nvSpPr>
            <p:spPr bwMode="auto">
              <a:xfrm>
                <a:off x="66" y="595"/>
                <a:ext cx="36" cy="36"/>
              </a:xfrm>
              <a:custGeom>
                <a:avLst/>
                <a:gdLst>
                  <a:gd name="T0" fmla="*/ 6 w 36"/>
                  <a:gd name="T1" fmla="*/ 12 h 36"/>
                  <a:gd name="T2" fmla="*/ 12 w 36"/>
                  <a:gd name="T3" fmla="*/ 12 h 36"/>
                  <a:gd name="T4" fmla="*/ 24 w 36"/>
                  <a:gd name="T5" fmla="*/ 12 h 36"/>
                  <a:gd name="T6" fmla="*/ 30 w 36"/>
                  <a:gd name="T7" fmla="*/ 18 h 36"/>
                  <a:gd name="T8" fmla="*/ 36 w 36"/>
                  <a:gd name="T9" fmla="*/ 36 h 36"/>
                  <a:gd name="T10" fmla="*/ 36 w 36"/>
                  <a:gd name="T11" fmla="*/ 24 h 36"/>
                  <a:gd name="T12" fmla="*/ 30 w 36"/>
                  <a:gd name="T13" fmla="*/ 12 h 36"/>
                  <a:gd name="T14" fmla="*/ 24 w 36"/>
                  <a:gd name="T15" fmla="*/ 6 h 36"/>
                  <a:gd name="T16" fmla="*/ 12 w 36"/>
                  <a:gd name="T17" fmla="*/ 0 h 36"/>
                  <a:gd name="T18" fmla="*/ 0 w 36"/>
                  <a:gd name="T19" fmla="*/ 0 h 36"/>
                  <a:gd name="T20" fmla="*/ 6 w 36"/>
                  <a:gd name="T21"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6">
                    <a:moveTo>
                      <a:pt x="6" y="12"/>
                    </a:moveTo>
                    <a:lnTo>
                      <a:pt x="12" y="12"/>
                    </a:lnTo>
                    <a:lnTo>
                      <a:pt x="24" y="12"/>
                    </a:lnTo>
                    <a:lnTo>
                      <a:pt x="30" y="18"/>
                    </a:lnTo>
                    <a:lnTo>
                      <a:pt x="36" y="36"/>
                    </a:lnTo>
                    <a:lnTo>
                      <a:pt x="36" y="24"/>
                    </a:lnTo>
                    <a:lnTo>
                      <a:pt x="30" y="12"/>
                    </a:lnTo>
                    <a:lnTo>
                      <a:pt x="24" y="6"/>
                    </a:lnTo>
                    <a:lnTo>
                      <a:pt x="12" y="0"/>
                    </a:lnTo>
                    <a:lnTo>
                      <a:pt x="0" y="0"/>
                    </a:lnTo>
                    <a:lnTo>
                      <a:pt x="6" y="1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4" name="未知"/>
              <p:cNvSpPr>
                <a:spLocks noChangeArrowheads="1"/>
              </p:cNvSpPr>
              <p:nvPr/>
            </p:nvSpPr>
            <p:spPr bwMode="auto">
              <a:xfrm>
                <a:off x="0" y="222"/>
                <a:ext cx="60" cy="108"/>
              </a:xfrm>
              <a:custGeom>
                <a:avLst/>
                <a:gdLst>
                  <a:gd name="T0" fmla="*/ 0 w 60"/>
                  <a:gd name="T1" fmla="*/ 42 h 108"/>
                  <a:gd name="T2" fmla="*/ 6 w 60"/>
                  <a:gd name="T3" fmla="*/ 54 h 108"/>
                  <a:gd name="T4" fmla="*/ 12 w 60"/>
                  <a:gd name="T5" fmla="*/ 66 h 108"/>
                  <a:gd name="T6" fmla="*/ 18 w 60"/>
                  <a:gd name="T7" fmla="*/ 72 h 108"/>
                  <a:gd name="T8" fmla="*/ 24 w 60"/>
                  <a:gd name="T9" fmla="*/ 78 h 108"/>
                  <a:gd name="T10" fmla="*/ 30 w 60"/>
                  <a:gd name="T11" fmla="*/ 96 h 108"/>
                  <a:gd name="T12" fmla="*/ 36 w 60"/>
                  <a:gd name="T13" fmla="*/ 108 h 108"/>
                  <a:gd name="T14" fmla="*/ 36 w 60"/>
                  <a:gd name="T15" fmla="*/ 90 h 108"/>
                  <a:gd name="T16" fmla="*/ 30 w 60"/>
                  <a:gd name="T17" fmla="*/ 78 h 108"/>
                  <a:gd name="T18" fmla="*/ 24 w 60"/>
                  <a:gd name="T19" fmla="*/ 66 h 108"/>
                  <a:gd name="T20" fmla="*/ 18 w 60"/>
                  <a:gd name="T21" fmla="*/ 54 h 108"/>
                  <a:gd name="T22" fmla="*/ 30 w 60"/>
                  <a:gd name="T23" fmla="*/ 48 h 108"/>
                  <a:gd name="T24" fmla="*/ 36 w 60"/>
                  <a:gd name="T25" fmla="*/ 42 h 108"/>
                  <a:gd name="T26" fmla="*/ 42 w 60"/>
                  <a:gd name="T27" fmla="*/ 36 h 108"/>
                  <a:gd name="T28" fmla="*/ 54 w 60"/>
                  <a:gd name="T29" fmla="*/ 18 h 108"/>
                  <a:gd name="T30" fmla="*/ 60 w 60"/>
                  <a:gd name="T31" fmla="*/ 0 h 108"/>
                  <a:gd name="T32" fmla="*/ 0 w 60"/>
                  <a:gd name="T33" fmla="*/ 4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108">
                    <a:moveTo>
                      <a:pt x="0" y="42"/>
                    </a:moveTo>
                    <a:lnTo>
                      <a:pt x="6" y="54"/>
                    </a:lnTo>
                    <a:lnTo>
                      <a:pt x="12" y="66"/>
                    </a:lnTo>
                    <a:lnTo>
                      <a:pt x="18" y="72"/>
                    </a:lnTo>
                    <a:lnTo>
                      <a:pt x="24" y="78"/>
                    </a:lnTo>
                    <a:lnTo>
                      <a:pt x="30" y="96"/>
                    </a:lnTo>
                    <a:lnTo>
                      <a:pt x="36" y="108"/>
                    </a:lnTo>
                    <a:lnTo>
                      <a:pt x="36" y="90"/>
                    </a:lnTo>
                    <a:lnTo>
                      <a:pt x="30" y="78"/>
                    </a:lnTo>
                    <a:lnTo>
                      <a:pt x="24" y="66"/>
                    </a:lnTo>
                    <a:lnTo>
                      <a:pt x="18" y="54"/>
                    </a:lnTo>
                    <a:lnTo>
                      <a:pt x="30" y="48"/>
                    </a:lnTo>
                    <a:lnTo>
                      <a:pt x="36" y="42"/>
                    </a:lnTo>
                    <a:lnTo>
                      <a:pt x="42" y="36"/>
                    </a:lnTo>
                    <a:lnTo>
                      <a:pt x="54" y="18"/>
                    </a:lnTo>
                    <a:lnTo>
                      <a:pt x="60" y="0"/>
                    </a:lnTo>
                    <a:lnTo>
                      <a:pt x="0" y="4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5" name="未知"/>
              <p:cNvSpPr>
                <a:spLocks noChangeArrowheads="1"/>
              </p:cNvSpPr>
              <p:nvPr/>
            </p:nvSpPr>
            <p:spPr bwMode="auto">
              <a:xfrm>
                <a:off x="132" y="769"/>
                <a:ext cx="42" cy="72"/>
              </a:xfrm>
              <a:custGeom>
                <a:avLst/>
                <a:gdLst>
                  <a:gd name="T0" fmla="*/ 0 w 42"/>
                  <a:gd name="T1" fmla="*/ 6 h 72"/>
                  <a:gd name="T2" fmla="*/ 12 w 42"/>
                  <a:gd name="T3" fmla="*/ 0 h 72"/>
                  <a:gd name="T4" fmla="*/ 18 w 42"/>
                  <a:gd name="T5" fmla="*/ 0 h 72"/>
                  <a:gd name="T6" fmla="*/ 30 w 42"/>
                  <a:gd name="T7" fmla="*/ 0 h 72"/>
                  <a:gd name="T8" fmla="*/ 36 w 42"/>
                  <a:gd name="T9" fmla="*/ 6 h 72"/>
                  <a:gd name="T10" fmla="*/ 42 w 42"/>
                  <a:gd name="T11" fmla="*/ 12 h 72"/>
                  <a:gd name="T12" fmla="*/ 42 w 42"/>
                  <a:gd name="T13" fmla="*/ 24 h 72"/>
                  <a:gd name="T14" fmla="*/ 42 w 42"/>
                  <a:gd name="T15" fmla="*/ 42 h 72"/>
                  <a:gd name="T16" fmla="*/ 42 w 42"/>
                  <a:gd name="T17" fmla="*/ 54 h 72"/>
                  <a:gd name="T18" fmla="*/ 42 w 42"/>
                  <a:gd name="T19" fmla="*/ 60 h 72"/>
                  <a:gd name="T20" fmla="*/ 36 w 42"/>
                  <a:gd name="T21" fmla="*/ 72 h 72"/>
                  <a:gd name="T22" fmla="*/ 30 w 42"/>
                  <a:gd name="T23" fmla="*/ 72 h 72"/>
                  <a:gd name="T24" fmla="*/ 18 w 42"/>
                  <a:gd name="T25" fmla="*/ 72 h 72"/>
                  <a:gd name="T26" fmla="*/ 12 w 42"/>
                  <a:gd name="T27" fmla="*/ 66 h 72"/>
                  <a:gd name="T28" fmla="*/ 12 w 42"/>
                  <a:gd name="T29" fmla="*/ 60 h 72"/>
                  <a:gd name="T30" fmla="*/ 6 w 42"/>
                  <a:gd name="T31" fmla="*/ 42 h 72"/>
                  <a:gd name="T32" fmla="*/ 6 w 42"/>
                  <a:gd name="T33" fmla="*/ 36 h 72"/>
                  <a:gd name="T34" fmla="*/ 6 w 42"/>
                  <a:gd name="T35" fmla="*/ 18 h 72"/>
                  <a:gd name="T36" fmla="*/ 0 w 42"/>
                  <a:gd name="T37" fmla="*/ 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2">
                    <a:moveTo>
                      <a:pt x="0" y="6"/>
                    </a:moveTo>
                    <a:lnTo>
                      <a:pt x="12" y="0"/>
                    </a:lnTo>
                    <a:lnTo>
                      <a:pt x="18" y="0"/>
                    </a:lnTo>
                    <a:lnTo>
                      <a:pt x="30" y="0"/>
                    </a:lnTo>
                    <a:lnTo>
                      <a:pt x="36" y="6"/>
                    </a:lnTo>
                    <a:lnTo>
                      <a:pt x="42" y="12"/>
                    </a:lnTo>
                    <a:lnTo>
                      <a:pt x="42" y="24"/>
                    </a:lnTo>
                    <a:lnTo>
                      <a:pt x="42" y="42"/>
                    </a:lnTo>
                    <a:lnTo>
                      <a:pt x="42" y="54"/>
                    </a:lnTo>
                    <a:lnTo>
                      <a:pt x="42" y="60"/>
                    </a:lnTo>
                    <a:lnTo>
                      <a:pt x="36" y="72"/>
                    </a:lnTo>
                    <a:lnTo>
                      <a:pt x="30" y="72"/>
                    </a:lnTo>
                    <a:lnTo>
                      <a:pt x="18" y="72"/>
                    </a:lnTo>
                    <a:lnTo>
                      <a:pt x="12" y="66"/>
                    </a:lnTo>
                    <a:lnTo>
                      <a:pt x="12" y="60"/>
                    </a:lnTo>
                    <a:lnTo>
                      <a:pt x="6" y="42"/>
                    </a:lnTo>
                    <a:lnTo>
                      <a:pt x="6" y="36"/>
                    </a:lnTo>
                    <a:lnTo>
                      <a:pt x="6" y="18"/>
                    </a:lnTo>
                    <a:lnTo>
                      <a:pt x="0" y="6"/>
                    </a:lnTo>
                    <a:close/>
                  </a:path>
                </a:pathLst>
              </a:custGeom>
              <a:solidFill>
                <a:srgbClr val="FCA43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6" name="未知"/>
              <p:cNvSpPr>
                <a:spLocks noChangeArrowheads="1"/>
              </p:cNvSpPr>
              <p:nvPr/>
            </p:nvSpPr>
            <p:spPr bwMode="auto">
              <a:xfrm>
                <a:off x="84" y="649"/>
                <a:ext cx="84" cy="60"/>
              </a:xfrm>
              <a:custGeom>
                <a:avLst/>
                <a:gdLst>
                  <a:gd name="T0" fmla="*/ 0 w 84"/>
                  <a:gd name="T1" fmla="*/ 0 h 60"/>
                  <a:gd name="T2" fmla="*/ 0 w 84"/>
                  <a:gd name="T3" fmla="*/ 12 h 60"/>
                  <a:gd name="T4" fmla="*/ 6 w 84"/>
                  <a:gd name="T5" fmla="*/ 18 h 60"/>
                  <a:gd name="T6" fmla="*/ 6 w 84"/>
                  <a:gd name="T7" fmla="*/ 24 h 60"/>
                  <a:gd name="T8" fmla="*/ 12 w 84"/>
                  <a:gd name="T9" fmla="*/ 24 h 60"/>
                  <a:gd name="T10" fmla="*/ 18 w 84"/>
                  <a:gd name="T11" fmla="*/ 30 h 60"/>
                  <a:gd name="T12" fmla="*/ 12 w 84"/>
                  <a:gd name="T13" fmla="*/ 30 h 60"/>
                  <a:gd name="T14" fmla="*/ 12 w 84"/>
                  <a:gd name="T15" fmla="*/ 36 h 60"/>
                  <a:gd name="T16" fmla="*/ 18 w 84"/>
                  <a:gd name="T17" fmla="*/ 42 h 60"/>
                  <a:gd name="T18" fmla="*/ 18 w 84"/>
                  <a:gd name="T19" fmla="*/ 48 h 60"/>
                  <a:gd name="T20" fmla="*/ 18 w 84"/>
                  <a:gd name="T21" fmla="*/ 54 h 60"/>
                  <a:gd name="T22" fmla="*/ 24 w 84"/>
                  <a:gd name="T23" fmla="*/ 60 h 60"/>
                  <a:gd name="T24" fmla="*/ 30 w 84"/>
                  <a:gd name="T25" fmla="*/ 54 h 60"/>
                  <a:gd name="T26" fmla="*/ 36 w 84"/>
                  <a:gd name="T27" fmla="*/ 48 h 60"/>
                  <a:gd name="T28" fmla="*/ 42 w 84"/>
                  <a:gd name="T29" fmla="*/ 42 h 60"/>
                  <a:gd name="T30" fmla="*/ 54 w 84"/>
                  <a:gd name="T31" fmla="*/ 42 h 60"/>
                  <a:gd name="T32" fmla="*/ 60 w 84"/>
                  <a:gd name="T33" fmla="*/ 42 h 60"/>
                  <a:gd name="T34" fmla="*/ 72 w 84"/>
                  <a:gd name="T35" fmla="*/ 48 h 60"/>
                  <a:gd name="T36" fmla="*/ 60 w 84"/>
                  <a:gd name="T37" fmla="*/ 42 h 60"/>
                  <a:gd name="T38" fmla="*/ 48 w 84"/>
                  <a:gd name="T39" fmla="*/ 36 h 60"/>
                  <a:gd name="T40" fmla="*/ 36 w 84"/>
                  <a:gd name="T41" fmla="*/ 36 h 60"/>
                  <a:gd name="T42" fmla="*/ 30 w 84"/>
                  <a:gd name="T43" fmla="*/ 42 h 60"/>
                  <a:gd name="T44" fmla="*/ 24 w 84"/>
                  <a:gd name="T45" fmla="*/ 48 h 60"/>
                  <a:gd name="T46" fmla="*/ 18 w 84"/>
                  <a:gd name="T47" fmla="*/ 42 h 60"/>
                  <a:gd name="T48" fmla="*/ 24 w 84"/>
                  <a:gd name="T49" fmla="*/ 36 h 60"/>
                  <a:gd name="T50" fmla="*/ 30 w 84"/>
                  <a:gd name="T51" fmla="*/ 30 h 60"/>
                  <a:gd name="T52" fmla="*/ 36 w 84"/>
                  <a:gd name="T53" fmla="*/ 30 h 60"/>
                  <a:gd name="T54" fmla="*/ 42 w 84"/>
                  <a:gd name="T55" fmla="*/ 30 h 60"/>
                  <a:gd name="T56" fmla="*/ 36 w 84"/>
                  <a:gd name="T57" fmla="*/ 24 h 60"/>
                  <a:gd name="T58" fmla="*/ 24 w 84"/>
                  <a:gd name="T59" fmla="*/ 24 h 60"/>
                  <a:gd name="T60" fmla="*/ 18 w 84"/>
                  <a:gd name="T61" fmla="*/ 30 h 60"/>
                  <a:gd name="T62" fmla="*/ 18 w 84"/>
                  <a:gd name="T63" fmla="*/ 24 h 60"/>
                  <a:gd name="T64" fmla="*/ 30 w 84"/>
                  <a:gd name="T65" fmla="*/ 18 h 60"/>
                  <a:gd name="T66" fmla="*/ 42 w 84"/>
                  <a:gd name="T67" fmla="*/ 18 h 60"/>
                  <a:gd name="T68" fmla="*/ 54 w 84"/>
                  <a:gd name="T69" fmla="*/ 18 h 60"/>
                  <a:gd name="T70" fmla="*/ 72 w 84"/>
                  <a:gd name="T71" fmla="*/ 18 h 60"/>
                  <a:gd name="T72" fmla="*/ 84 w 84"/>
                  <a:gd name="T73" fmla="*/ 24 h 60"/>
                  <a:gd name="T74" fmla="*/ 72 w 84"/>
                  <a:gd name="T75" fmla="*/ 18 h 60"/>
                  <a:gd name="T76" fmla="*/ 54 w 84"/>
                  <a:gd name="T77" fmla="*/ 12 h 60"/>
                  <a:gd name="T78" fmla="*/ 48 w 84"/>
                  <a:gd name="T79" fmla="*/ 12 h 60"/>
                  <a:gd name="T80" fmla="*/ 36 w 84"/>
                  <a:gd name="T81" fmla="*/ 12 h 60"/>
                  <a:gd name="T82" fmla="*/ 24 w 84"/>
                  <a:gd name="T83" fmla="*/ 12 h 60"/>
                  <a:gd name="T84" fmla="*/ 12 w 84"/>
                  <a:gd name="T85" fmla="*/ 12 h 60"/>
                  <a:gd name="T86" fmla="*/ 6 w 84"/>
                  <a:gd name="T87" fmla="*/ 6 h 60"/>
                  <a:gd name="T88" fmla="*/ 0 w 84"/>
                  <a:gd name="T8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60">
                    <a:moveTo>
                      <a:pt x="0" y="0"/>
                    </a:moveTo>
                    <a:lnTo>
                      <a:pt x="0" y="12"/>
                    </a:lnTo>
                    <a:lnTo>
                      <a:pt x="6" y="18"/>
                    </a:lnTo>
                    <a:lnTo>
                      <a:pt x="6" y="24"/>
                    </a:lnTo>
                    <a:lnTo>
                      <a:pt x="12" y="24"/>
                    </a:lnTo>
                    <a:lnTo>
                      <a:pt x="18" y="30"/>
                    </a:lnTo>
                    <a:lnTo>
                      <a:pt x="12" y="30"/>
                    </a:lnTo>
                    <a:lnTo>
                      <a:pt x="12" y="36"/>
                    </a:lnTo>
                    <a:lnTo>
                      <a:pt x="18" y="42"/>
                    </a:lnTo>
                    <a:lnTo>
                      <a:pt x="18" y="48"/>
                    </a:lnTo>
                    <a:lnTo>
                      <a:pt x="18" y="54"/>
                    </a:lnTo>
                    <a:lnTo>
                      <a:pt x="24" y="60"/>
                    </a:lnTo>
                    <a:lnTo>
                      <a:pt x="30" y="54"/>
                    </a:lnTo>
                    <a:lnTo>
                      <a:pt x="36" y="48"/>
                    </a:lnTo>
                    <a:lnTo>
                      <a:pt x="42" y="42"/>
                    </a:lnTo>
                    <a:lnTo>
                      <a:pt x="54" y="42"/>
                    </a:lnTo>
                    <a:lnTo>
                      <a:pt x="60" y="42"/>
                    </a:lnTo>
                    <a:lnTo>
                      <a:pt x="72" y="48"/>
                    </a:lnTo>
                    <a:lnTo>
                      <a:pt x="60" y="42"/>
                    </a:lnTo>
                    <a:lnTo>
                      <a:pt x="48" y="36"/>
                    </a:lnTo>
                    <a:lnTo>
                      <a:pt x="36" y="36"/>
                    </a:lnTo>
                    <a:lnTo>
                      <a:pt x="30" y="42"/>
                    </a:lnTo>
                    <a:lnTo>
                      <a:pt x="24" y="48"/>
                    </a:lnTo>
                    <a:lnTo>
                      <a:pt x="18" y="42"/>
                    </a:lnTo>
                    <a:lnTo>
                      <a:pt x="24" y="36"/>
                    </a:lnTo>
                    <a:lnTo>
                      <a:pt x="30" y="30"/>
                    </a:lnTo>
                    <a:lnTo>
                      <a:pt x="36" y="30"/>
                    </a:lnTo>
                    <a:lnTo>
                      <a:pt x="42" y="30"/>
                    </a:lnTo>
                    <a:lnTo>
                      <a:pt x="36" y="24"/>
                    </a:lnTo>
                    <a:lnTo>
                      <a:pt x="24" y="24"/>
                    </a:lnTo>
                    <a:lnTo>
                      <a:pt x="18" y="30"/>
                    </a:lnTo>
                    <a:lnTo>
                      <a:pt x="18" y="24"/>
                    </a:lnTo>
                    <a:lnTo>
                      <a:pt x="30" y="18"/>
                    </a:lnTo>
                    <a:lnTo>
                      <a:pt x="42" y="18"/>
                    </a:lnTo>
                    <a:lnTo>
                      <a:pt x="54" y="18"/>
                    </a:lnTo>
                    <a:lnTo>
                      <a:pt x="72" y="18"/>
                    </a:lnTo>
                    <a:lnTo>
                      <a:pt x="84" y="24"/>
                    </a:lnTo>
                    <a:lnTo>
                      <a:pt x="72" y="18"/>
                    </a:lnTo>
                    <a:lnTo>
                      <a:pt x="54" y="12"/>
                    </a:lnTo>
                    <a:lnTo>
                      <a:pt x="48" y="12"/>
                    </a:lnTo>
                    <a:lnTo>
                      <a:pt x="36" y="12"/>
                    </a:lnTo>
                    <a:lnTo>
                      <a:pt x="24" y="12"/>
                    </a:lnTo>
                    <a:lnTo>
                      <a:pt x="12" y="12"/>
                    </a:lnTo>
                    <a:lnTo>
                      <a:pt x="6" y="6"/>
                    </a:lnTo>
                    <a:lnTo>
                      <a:pt x="0"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77" name="未知"/>
              <p:cNvSpPr>
                <a:spLocks noChangeArrowheads="1"/>
              </p:cNvSpPr>
              <p:nvPr/>
            </p:nvSpPr>
            <p:spPr bwMode="auto">
              <a:xfrm>
                <a:off x="120" y="733"/>
                <a:ext cx="24" cy="18"/>
              </a:xfrm>
              <a:custGeom>
                <a:avLst/>
                <a:gdLst>
                  <a:gd name="T0" fmla="*/ 0 w 24"/>
                  <a:gd name="T1" fmla="*/ 0 h 18"/>
                  <a:gd name="T2" fmla="*/ 0 w 24"/>
                  <a:gd name="T3" fmla="*/ 6 h 18"/>
                  <a:gd name="T4" fmla="*/ 6 w 24"/>
                  <a:gd name="T5" fmla="*/ 12 h 18"/>
                  <a:gd name="T6" fmla="*/ 6 w 24"/>
                  <a:gd name="T7" fmla="*/ 18 h 18"/>
                  <a:gd name="T8" fmla="*/ 12 w 24"/>
                  <a:gd name="T9" fmla="*/ 18 h 18"/>
                  <a:gd name="T10" fmla="*/ 18 w 24"/>
                  <a:gd name="T11" fmla="*/ 12 h 18"/>
                  <a:gd name="T12" fmla="*/ 24 w 24"/>
                  <a:gd name="T13" fmla="*/ 12 h 18"/>
                  <a:gd name="T14" fmla="*/ 18 w 24"/>
                  <a:gd name="T15" fmla="*/ 12 h 18"/>
                  <a:gd name="T16" fmla="*/ 12 w 24"/>
                  <a:gd name="T17" fmla="*/ 12 h 18"/>
                  <a:gd name="T18" fmla="*/ 0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0" y="0"/>
                    </a:moveTo>
                    <a:lnTo>
                      <a:pt x="0" y="6"/>
                    </a:lnTo>
                    <a:lnTo>
                      <a:pt x="6" y="12"/>
                    </a:lnTo>
                    <a:lnTo>
                      <a:pt x="6" y="18"/>
                    </a:lnTo>
                    <a:lnTo>
                      <a:pt x="12" y="18"/>
                    </a:lnTo>
                    <a:lnTo>
                      <a:pt x="18" y="12"/>
                    </a:lnTo>
                    <a:lnTo>
                      <a:pt x="24" y="12"/>
                    </a:lnTo>
                    <a:lnTo>
                      <a:pt x="18" y="12"/>
                    </a:lnTo>
                    <a:lnTo>
                      <a:pt x="12" y="12"/>
                    </a:lnTo>
                    <a:lnTo>
                      <a:pt x="0"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2978" name="Text Box 32"/>
            <p:cNvSpPr txBox="1">
              <a:spLocks noChangeArrowheads="1"/>
            </p:cNvSpPr>
            <p:nvPr/>
          </p:nvSpPr>
          <p:spPr bwMode="auto">
            <a:xfrm>
              <a:off x="384" y="48"/>
              <a:ext cx="230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失去了原函数的光滑性。</a:t>
              </a:r>
            </a:p>
          </p:txBody>
        </p:sp>
      </p:grpSp>
      <p:sp>
        <p:nvSpPr>
          <p:cNvPr id="49185" name="Text Box 33"/>
          <p:cNvSpPr txBox="1">
            <a:spLocks noChangeArrowheads="1"/>
          </p:cNvSpPr>
          <p:nvPr/>
        </p:nvSpPr>
        <p:spPr bwMode="auto">
          <a:xfrm>
            <a:off x="457200" y="3886200"/>
            <a:ext cx="81534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rPr>
              <a:t>分段</a:t>
            </a:r>
            <a:r>
              <a:rPr lang="en-US" altLang="zh-CN" sz="2400" b="1">
                <a:solidFill>
                  <a:srgbClr val="000000"/>
                </a:solidFill>
                <a:latin typeface="Times New Roman" panose="02020603050405020304" pitchFamily="18" charset="0"/>
                <a:ea typeface="楷体_GB2312" pitchFamily="49" charset="-122"/>
              </a:rPr>
              <a:t>Hermite</a:t>
            </a:r>
            <a:r>
              <a:rPr lang="zh-CN" altLang="en-US" sz="2400" b="1">
                <a:solidFill>
                  <a:srgbClr val="000000"/>
                </a:solidFill>
                <a:latin typeface="Times New Roman" panose="02020603050405020304" pitchFamily="18" charset="0"/>
                <a:ea typeface="楷体_GB2312" pitchFamily="49" charset="-122"/>
              </a:rPr>
              <a:t>插值</a:t>
            </a:r>
            <a:r>
              <a:rPr lang="zh-CN" altLang="en-US" sz="2800">
                <a:solidFill>
                  <a:srgbClr val="000000"/>
                </a:solidFill>
                <a:latin typeface="Times New Roman" panose="02020603050405020304" pitchFamily="18" charset="0"/>
                <a:ea typeface="楷体_GB2312" pitchFamily="49" charset="-122"/>
              </a:rPr>
              <a:t>  </a:t>
            </a:r>
            <a:r>
              <a:rPr lang="en-US" altLang="zh-CN" sz="2000" b="1">
                <a:solidFill>
                  <a:srgbClr val="008000"/>
                </a:solidFill>
                <a:ea typeface="楷体_GB2312" pitchFamily="49" charset="-122"/>
              </a:rPr>
              <a:t>/* Hermite piecewise polynomials */</a:t>
            </a:r>
          </a:p>
        </p:txBody>
      </p:sp>
      <p:grpSp>
        <p:nvGrpSpPr>
          <p:cNvPr id="49186" name="Group 34"/>
          <p:cNvGrpSpPr/>
          <p:nvPr/>
        </p:nvGrpSpPr>
        <p:grpSpPr bwMode="auto">
          <a:xfrm>
            <a:off x="762000" y="4419600"/>
            <a:ext cx="7543800" cy="990600"/>
            <a:chOff x="0" y="0"/>
            <a:chExt cx="4752" cy="624"/>
          </a:xfrm>
        </p:grpSpPr>
        <p:grpSp>
          <p:nvGrpSpPr>
            <p:cNvPr id="82981" name="Group 35"/>
            <p:cNvGrpSpPr/>
            <p:nvPr/>
          </p:nvGrpSpPr>
          <p:grpSpPr bwMode="auto">
            <a:xfrm>
              <a:off x="0" y="0"/>
              <a:ext cx="3451" cy="341"/>
              <a:chOff x="0" y="0"/>
              <a:chExt cx="3451" cy="341"/>
            </a:xfrm>
          </p:grpSpPr>
          <p:sp>
            <p:nvSpPr>
              <p:cNvPr id="82982" name="Text Box 36"/>
              <p:cNvSpPr txBox="1">
                <a:spLocks noChangeArrowheads="1"/>
              </p:cNvSpPr>
              <p:nvPr/>
            </p:nvSpPr>
            <p:spPr bwMode="auto">
              <a:xfrm>
                <a:off x="0" y="0"/>
                <a:ext cx="5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给定</a:t>
                </a:r>
              </a:p>
            </p:txBody>
          </p:sp>
          <p:graphicFrame>
            <p:nvGraphicFramePr>
              <p:cNvPr id="82983" name="Object 37"/>
              <p:cNvGraphicFramePr>
                <a:graphicFrameLocks noChangeAspect="1"/>
              </p:cNvGraphicFramePr>
              <p:nvPr/>
            </p:nvGraphicFramePr>
            <p:xfrm>
              <a:off x="480" y="48"/>
              <a:ext cx="2971" cy="293"/>
            </p:xfrm>
            <a:graphic>
              <a:graphicData uri="http://schemas.openxmlformats.org/presentationml/2006/ole">
                <mc:AlternateContent xmlns:mc="http://schemas.openxmlformats.org/markup-compatibility/2006">
                  <mc:Choice xmlns:v="urn:schemas-microsoft-com:vml" Requires="v">
                    <p:oleObj spid="_x0000_s83187" r:id="rId20" imgW="2058035" imgH="228600" progId="Equation.3">
                      <p:embed/>
                    </p:oleObj>
                  </mc:Choice>
                  <mc:Fallback>
                    <p:oleObj r:id="rId20" imgW="2058035" imgH="228600" progId="Equation.3">
                      <p:embed/>
                      <p:pic>
                        <p:nvPicPr>
                          <p:cNvPr id="0" name="Object 3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 y="48"/>
                            <a:ext cx="2971"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82984" name="Text Box 38"/>
            <p:cNvSpPr txBox="1">
              <a:spLocks noChangeArrowheads="1"/>
            </p:cNvSpPr>
            <p:nvPr/>
          </p:nvSpPr>
          <p:spPr bwMode="auto">
            <a:xfrm>
              <a:off x="0" y="336"/>
              <a:ext cx="47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在             上利用两点的 </a:t>
              </a:r>
              <a:r>
                <a:rPr lang="en-US" altLang="zh-CN" sz="2400" b="1" i="1">
                  <a:solidFill>
                    <a:srgbClr val="000000"/>
                  </a:solidFill>
                  <a:latin typeface="Times New Roman" panose="02020603050405020304" pitchFamily="18" charset="0"/>
                  <a:ea typeface="楷体_GB2312" pitchFamily="49" charset="-122"/>
                </a:rPr>
                <a:t>y </a:t>
              </a:r>
              <a:r>
                <a:rPr lang="zh-CN" altLang="en-US" sz="2400" b="1">
                  <a:solidFill>
                    <a:srgbClr val="000000"/>
                  </a:solidFill>
                  <a:latin typeface="Times New Roman" panose="02020603050405020304" pitchFamily="18" charset="0"/>
                  <a:ea typeface="楷体_GB2312" pitchFamily="49" charset="-122"/>
                </a:rPr>
                <a:t>及 </a:t>
              </a:r>
              <a:r>
                <a:rPr lang="en-US" altLang="zh-CN" sz="2400" b="1" i="1">
                  <a:solidFill>
                    <a:srgbClr val="000000"/>
                  </a:solidFill>
                  <a:latin typeface="Times New Roman" panose="02020603050405020304" pitchFamily="18" charset="0"/>
                  <a:ea typeface="楷体_GB2312" pitchFamily="49" charset="-122"/>
                </a:rPr>
                <a:t>y’ </a:t>
              </a:r>
              <a:r>
                <a:rPr lang="zh-CN" altLang="en-US" sz="2400" b="1">
                  <a:solidFill>
                    <a:srgbClr val="000000"/>
                  </a:solidFill>
                  <a:latin typeface="Times New Roman" panose="02020603050405020304" pitchFamily="18" charset="0"/>
                  <a:ea typeface="楷体_GB2312" pitchFamily="49" charset="-122"/>
                </a:rPr>
                <a:t>构造</a:t>
              </a:r>
              <a:r>
                <a:rPr lang="en-US" altLang="zh-CN" sz="2400" b="1">
                  <a:solidFill>
                    <a:srgbClr val="3333CC"/>
                  </a:solidFill>
                  <a:latin typeface="Times New Roman" panose="02020603050405020304" pitchFamily="18" charset="0"/>
                  <a:ea typeface="楷体_GB2312" pitchFamily="49" charset="-122"/>
                </a:rPr>
                <a:t>3</a:t>
              </a:r>
              <a:r>
                <a:rPr lang="zh-CN" altLang="en-US" sz="2400" b="1">
                  <a:solidFill>
                    <a:srgbClr val="3333CC"/>
                  </a:solidFill>
                  <a:latin typeface="Times New Roman" panose="02020603050405020304" pitchFamily="18" charset="0"/>
                  <a:ea typeface="楷体_GB2312" pitchFamily="49" charset="-122"/>
                </a:rPr>
                <a:t>次</a:t>
              </a:r>
              <a:r>
                <a:rPr lang="en-US" altLang="zh-CN" sz="2400" b="1">
                  <a:solidFill>
                    <a:srgbClr val="3333CC"/>
                  </a:solidFill>
                  <a:latin typeface="Times New Roman" panose="02020603050405020304" pitchFamily="18" charset="0"/>
                  <a:ea typeface="楷体_GB2312" pitchFamily="49" charset="-122"/>
                </a:rPr>
                <a:t>Hermite</a:t>
              </a:r>
              <a:r>
                <a:rPr lang="zh-CN" altLang="en-US" sz="2400" b="1">
                  <a:solidFill>
                    <a:srgbClr val="3333CC"/>
                  </a:solidFill>
                  <a:latin typeface="Times New Roman" panose="02020603050405020304" pitchFamily="18" charset="0"/>
                  <a:ea typeface="楷体_GB2312" pitchFamily="49" charset="-122"/>
                </a:rPr>
                <a:t>函数</a:t>
              </a:r>
            </a:p>
          </p:txBody>
        </p:sp>
        <p:graphicFrame>
          <p:nvGraphicFramePr>
            <p:cNvPr id="82985" name="Object 39"/>
            <p:cNvGraphicFramePr>
              <a:graphicFrameLocks noChangeAspect="1"/>
            </p:cNvGraphicFramePr>
            <p:nvPr/>
          </p:nvGraphicFramePr>
          <p:xfrm>
            <a:off x="240" y="336"/>
            <a:ext cx="624" cy="249"/>
          </p:xfrm>
          <a:graphic>
            <a:graphicData uri="http://schemas.openxmlformats.org/presentationml/2006/ole">
              <mc:AlternateContent xmlns:mc="http://schemas.openxmlformats.org/markup-compatibility/2006">
                <mc:Choice xmlns:v="urn:schemas-microsoft-com:vml" Requires="v">
                  <p:oleObj spid="_x0000_s83188" r:id="rId22" imgW="572135" imgH="228600" progId="Equation.3">
                    <p:embed/>
                  </p:oleObj>
                </mc:Choice>
                <mc:Fallback>
                  <p:oleObj r:id="rId22" imgW="572135" imgH="228600" progId="Equation.3">
                    <p:embed/>
                    <p:pic>
                      <p:nvPicPr>
                        <p:cNvPr id="0" name="Object 3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40" y="336"/>
                          <a:ext cx="624"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grpSp>
        <p:nvGrpSpPr>
          <p:cNvPr id="49192" name="Group 40"/>
          <p:cNvGrpSpPr/>
          <p:nvPr/>
        </p:nvGrpSpPr>
        <p:grpSpPr bwMode="auto">
          <a:xfrm>
            <a:off x="762000" y="5486400"/>
            <a:ext cx="3657600" cy="596900"/>
            <a:chOff x="0" y="0"/>
            <a:chExt cx="2304" cy="376"/>
          </a:xfrm>
        </p:grpSpPr>
        <p:grpSp>
          <p:nvGrpSpPr>
            <p:cNvPr id="82987" name="Group 41"/>
            <p:cNvGrpSpPr/>
            <p:nvPr/>
          </p:nvGrpSpPr>
          <p:grpSpPr bwMode="auto">
            <a:xfrm>
              <a:off x="0" y="0"/>
              <a:ext cx="333" cy="376"/>
              <a:chOff x="0" y="0"/>
              <a:chExt cx="649" cy="841"/>
            </a:xfrm>
          </p:grpSpPr>
          <p:sp>
            <p:nvSpPr>
              <p:cNvPr id="82988" name="未知"/>
              <p:cNvSpPr>
                <a:spLocks noChangeArrowheads="1"/>
              </p:cNvSpPr>
              <p:nvPr/>
            </p:nvSpPr>
            <p:spPr bwMode="auto">
              <a:xfrm>
                <a:off x="0" y="0"/>
                <a:ext cx="649" cy="841"/>
              </a:xfrm>
              <a:custGeom>
                <a:avLst/>
                <a:gdLst>
                  <a:gd name="T0" fmla="*/ 150 w 649"/>
                  <a:gd name="T1" fmla="*/ 6 h 841"/>
                  <a:gd name="T2" fmla="*/ 204 w 649"/>
                  <a:gd name="T3" fmla="*/ 6 h 841"/>
                  <a:gd name="T4" fmla="*/ 282 w 649"/>
                  <a:gd name="T5" fmla="*/ 18 h 841"/>
                  <a:gd name="T6" fmla="*/ 385 w 649"/>
                  <a:gd name="T7" fmla="*/ 54 h 841"/>
                  <a:gd name="T8" fmla="*/ 529 w 649"/>
                  <a:gd name="T9" fmla="*/ 114 h 841"/>
                  <a:gd name="T10" fmla="*/ 565 w 649"/>
                  <a:gd name="T11" fmla="*/ 144 h 841"/>
                  <a:gd name="T12" fmla="*/ 619 w 649"/>
                  <a:gd name="T13" fmla="*/ 240 h 841"/>
                  <a:gd name="T14" fmla="*/ 649 w 649"/>
                  <a:gd name="T15" fmla="*/ 300 h 841"/>
                  <a:gd name="T16" fmla="*/ 619 w 649"/>
                  <a:gd name="T17" fmla="*/ 342 h 841"/>
                  <a:gd name="T18" fmla="*/ 619 w 649"/>
                  <a:gd name="T19" fmla="*/ 372 h 841"/>
                  <a:gd name="T20" fmla="*/ 643 w 649"/>
                  <a:gd name="T21" fmla="*/ 420 h 841"/>
                  <a:gd name="T22" fmla="*/ 637 w 649"/>
                  <a:gd name="T23" fmla="*/ 462 h 841"/>
                  <a:gd name="T24" fmla="*/ 595 w 649"/>
                  <a:gd name="T25" fmla="*/ 492 h 841"/>
                  <a:gd name="T26" fmla="*/ 607 w 649"/>
                  <a:gd name="T27" fmla="*/ 528 h 841"/>
                  <a:gd name="T28" fmla="*/ 589 w 649"/>
                  <a:gd name="T29" fmla="*/ 577 h 841"/>
                  <a:gd name="T30" fmla="*/ 529 w 649"/>
                  <a:gd name="T31" fmla="*/ 595 h 841"/>
                  <a:gd name="T32" fmla="*/ 505 w 649"/>
                  <a:gd name="T33" fmla="*/ 631 h 841"/>
                  <a:gd name="T34" fmla="*/ 457 w 649"/>
                  <a:gd name="T35" fmla="*/ 649 h 841"/>
                  <a:gd name="T36" fmla="*/ 360 w 649"/>
                  <a:gd name="T37" fmla="*/ 655 h 841"/>
                  <a:gd name="T38" fmla="*/ 300 w 649"/>
                  <a:gd name="T39" fmla="*/ 637 h 841"/>
                  <a:gd name="T40" fmla="*/ 258 w 649"/>
                  <a:gd name="T41" fmla="*/ 589 h 841"/>
                  <a:gd name="T42" fmla="*/ 222 w 649"/>
                  <a:gd name="T43" fmla="*/ 528 h 841"/>
                  <a:gd name="T44" fmla="*/ 240 w 649"/>
                  <a:gd name="T45" fmla="*/ 504 h 841"/>
                  <a:gd name="T46" fmla="*/ 276 w 649"/>
                  <a:gd name="T47" fmla="*/ 498 h 841"/>
                  <a:gd name="T48" fmla="*/ 306 w 649"/>
                  <a:gd name="T49" fmla="*/ 522 h 841"/>
                  <a:gd name="T50" fmla="*/ 282 w 649"/>
                  <a:gd name="T51" fmla="*/ 498 h 841"/>
                  <a:gd name="T52" fmla="*/ 270 w 649"/>
                  <a:gd name="T53" fmla="*/ 492 h 841"/>
                  <a:gd name="T54" fmla="*/ 246 w 649"/>
                  <a:gd name="T55" fmla="*/ 474 h 841"/>
                  <a:gd name="T56" fmla="*/ 204 w 649"/>
                  <a:gd name="T57" fmla="*/ 486 h 841"/>
                  <a:gd name="T58" fmla="*/ 198 w 649"/>
                  <a:gd name="T59" fmla="*/ 516 h 841"/>
                  <a:gd name="T60" fmla="*/ 204 w 649"/>
                  <a:gd name="T61" fmla="*/ 607 h 841"/>
                  <a:gd name="T62" fmla="*/ 228 w 649"/>
                  <a:gd name="T63" fmla="*/ 703 h 841"/>
                  <a:gd name="T64" fmla="*/ 228 w 649"/>
                  <a:gd name="T65" fmla="*/ 793 h 841"/>
                  <a:gd name="T66" fmla="*/ 204 w 649"/>
                  <a:gd name="T67" fmla="*/ 829 h 841"/>
                  <a:gd name="T68" fmla="*/ 150 w 649"/>
                  <a:gd name="T69" fmla="*/ 835 h 841"/>
                  <a:gd name="T70" fmla="*/ 132 w 649"/>
                  <a:gd name="T71" fmla="*/ 775 h 841"/>
                  <a:gd name="T72" fmla="*/ 108 w 649"/>
                  <a:gd name="T73" fmla="*/ 709 h 841"/>
                  <a:gd name="T74" fmla="*/ 96 w 649"/>
                  <a:gd name="T75" fmla="*/ 685 h 841"/>
                  <a:gd name="T76" fmla="*/ 84 w 649"/>
                  <a:gd name="T77" fmla="*/ 655 h 841"/>
                  <a:gd name="T78" fmla="*/ 48 w 649"/>
                  <a:gd name="T79" fmla="*/ 522 h 841"/>
                  <a:gd name="T80" fmla="*/ 18 w 649"/>
                  <a:gd name="T81" fmla="*/ 366 h 841"/>
                  <a:gd name="T82" fmla="*/ 0 w 649"/>
                  <a:gd name="T83" fmla="*/ 270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9" h="841">
                    <a:moveTo>
                      <a:pt x="108" y="0"/>
                    </a:moveTo>
                    <a:lnTo>
                      <a:pt x="132" y="6"/>
                    </a:lnTo>
                    <a:lnTo>
                      <a:pt x="150" y="6"/>
                    </a:lnTo>
                    <a:lnTo>
                      <a:pt x="168" y="12"/>
                    </a:lnTo>
                    <a:lnTo>
                      <a:pt x="180" y="12"/>
                    </a:lnTo>
                    <a:lnTo>
                      <a:pt x="204" y="6"/>
                    </a:lnTo>
                    <a:lnTo>
                      <a:pt x="228" y="6"/>
                    </a:lnTo>
                    <a:lnTo>
                      <a:pt x="252" y="12"/>
                    </a:lnTo>
                    <a:lnTo>
                      <a:pt x="282" y="18"/>
                    </a:lnTo>
                    <a:lnTo>
                      <a:pt x="312" y="24"/>
                    </a:lnTo>
                    <a:lnTo>
                      <a:pt x="342" y="36"/>
                    </a:lnTo>
                    <a:lnTo>
                      <a:pt x="385" y="54"/>
                    </a:lnTo>
                    <a:lnTo>
                      <a:pt x="427" y="72"/>
                    </a:lnTo>
                    <a:lnTo>
                      <a:pt x="481" y="96"/>
                    </a:lnTo>
                    <a:lnTo>
                      <a:pt x="529" y="114"/>
                    </a:lnTo>
                    <a:lnTo>
                      <a:pt x="547" y="120"/>
                    </a:lnTo>
                    <a:lnTo>
                      <a:pt x="559" y="132"/>
                    </a:lnTo>
                    <a:lnTo>
                      <a:pt x="565" y="144"/>
                    </a:lnTo>
                    <a:lnTo>
                      <a:pt x="577" y="162"/>
                    </a:lnTo>
                    <a:lnTo>
                      <a:pt x="595" y="192"/>
                    </a:lnTo>
                    <a:lnTo>
                      <a:pt x="619" y="240"/>
                    </a:lnTo>
                    <a:lnTo>
                      <a:pt x="637" y="264"/>
                    </a:lnTo>
                    <a:lnTo>
                      <a:pt x="643" y="288"/>
                    </a:lnTo>
                    <a:lnTo>
                      <a:pt x="649" y="300"/>
                    </a:lnTo>
                    <a:lnTo>
                      <a:pt x="643" y="318"/>
                    </a:lnTo>
                    <a:lnTo>
                      <a:pt x="631" y="336"/>
                    </a:lnTo>
                    <a:lnTo>
                      <a:pt x="619" y="342"/>
                    </a:lnTo>
                    <a:lnTo>
                      <a:pt x="613" y="348"/>
                    </a:lnTo>
                    <a:lnTo>
                      <a:pt x="613" y="360"/>
                    </a:lnTo>
                    <a:lnTo>
                      <a:pt x="619" y="372"/>
                    </a:lnTo>
                    <a:lnTo>
                      <a:pt x="625" y="384"/>
                    </a:lnTo>
                    <a:lnTo>
                      <a:pt x="637" y="402"/>
                    </a:lnTo>
                    <a:lnTo>
                      <a:pt x="643" y="420"/>
                    </a:lnTo>
                    <a:lnTo>
                      <a:pt x="643" y="432"/>
                    </a:lnTo>
                    <a:lnTo>
                      <a:pt x="643" y="450"/>
                    </a:lnTo>
                    <a:lnTo>
                      <a:pt x="637" y="462"/>
                    </a:lnTo>
                    <a:lnTo>
                      <a:pt x="625" y="474"/>
                    </a:lnTo>
                    <a:lnTo>
                      <a:pt x="607" y="486"/>
                    </a:lnTo>
                    <a:lnTo>
                      <a:pt x="595" y="492"/>
                    </a:lnTo>
                    <a:lnTo>
                      <a:pt x="595" y="504"/>
                    </a:lnTo>
                    <a:lnTo>
                      <a:pt x="601" y="516"/>
                    </a:lnTo>
                    <a:lnTo>
                      <a:pt x="607" y="528"/>
                    </a:lnTo>
                    <a:lnTo>
                      <a:pt x="601" y="546"/>
                    </a:lnTo>
                    <a:lnTo>
                      <a:pt x="601" y="565"/>
                    </a:lnTo>
                    <a:lnTo>
                      <a:pt x="589" y="577"/>
                    </a:lnTo>
                    <a:lnTo>
                      <a:pt x="577" y="583"/>
                    </a:lnTo>
                    <a:lnTo>
                      <a:pt x="553" y="589"/>
                    </a:lnTo>
                    <a:lnTo>
                      <a:pt x="529" y="595"/>
                    </a:lnTo>
                    <a:lnTo>
                      <a:pt x="517" y="595"/>
                    </a:lnTo>
                    <a:lnTo>
                      <a:pt x="511" y="619"/>
                    </a:lnTo>
                    <a:lnTo>
                      <a:pt x="505" y="631"/>
                    </a:lnTo>
                    <a:lnTo>
                      <a:pt x="493" y="643"/>
                    </a:lnTo>
                    <a:lnTo>
                      <a:pt x="475" y="649"/>
                    </a:lnTo>
                    <a:lnTo>
                      <a:pt x="457" y="649"/>
                    </a:lnTo>
                    <a:lnTo>
                      <a:pt x="433" y="649"/>
                    </a:lnTo>
                    <a:lnTo>
                      <a:pt x="403" y="655"/>
                    </a:lnTo>
                    <a:lnTo>
                      <a:pt x="360" y="655"/>
                    </a:lnTo>
                    <a:lnTo>
                      <a:pt x="342" y="655"/>
                    </a:lnTo>
                    <a:lnTo>
                      <a:pt x="324" y="649"/>
                    </a:lnTo>
                    <a:lnTo>
                      <a:pt x="300" y="637"/>
                    </a:lnTo>
                    <a:lnTo>
                      <a:pt x="282" y="625"/>
                    </a:lnTo>
                    <a:lnTo>
                      <a:pt x="270" y="607"/>
                    </a:lnTo>
                    <a:lnTo>
                      <a:pt x="258" y="589"/>
                    </a:lnTo>
                    <a:lnTo>
                      <a:pt x="240" y="565"/>
                    </a:lnTo>
                    <a:lnTo>
                      <a:pt x="228" y="540"/>
                    </a:lnTo>
                    <a:lnTo>
                      <a:pt x="222" y="528"/>
                    </a:lnTo>
                    <a:lnTo>
                      <a:pt x="228" y="522"/>
                    </a:lnTo>
                    <a:lnTo>
                      <a:pt x="234" y="510"/>
                    </a:lnTo>
                    <a:lnTo>
                      <a:pt x="240" y="504"/>
                    </a:lnTo>
                    <a:lnTo>
                      <a:pt x="252" y="498"/>
                    </a:lnTo>
                    <a:lnTo>
                      <a:pt x="264" y="498"/>
                    </a:lnTo>
                    <a:lnTo>
                      <a:pt x="276" y="498"/>
                    </a:lnTo>
                    <a:lnTo>
                      <a:pt x="288" y="510"/>
                    </a:lnTo>
                    <a:lnTo>
                      <a:pt x="300" y="516"/>
                    </a:lnTo>
                    <a:lnTo>
                      <a:pt x="306" y="522"/>
                    </a:lnTo>
                    <a:lnTo>
                      <a:pt x="318" y="528"/>
                    </a:lnTo>
                    <a:lnTo>
                      <a:pt x="306" y="516"/>
                    </a:lnTo>
                    <a:lnTo>
                      <a:pt x="282" y="498"/>
                    </a:lnTo>
                    <a:lnTo>
                      <a:pt x="288" y="492"/>
                    </a:lnTo>
                    <a:lnTo>
                      <a:pt x="282" y="492"/>
                    </a:lnTo>
                    <a:lnTo>
                      <a:pt x="270" y="492"/>
                    </a:lnTo>
                    <a:lnTo>
                      <a:pt x="264" y="486"/>
                    </a:lnTo>
                    <a:lnTo>
                      <a:pt x="252" y="480"/>
                    </a:lnTo>
                    <a:lnTo>
                      <a:pt x="246" y="474"/>
                    </a:lnTo>
                    <a:lnTo>
                      <a:pt x="228" y="474"/>
                    </a:lnTo>
                    <a:lnTo>
                      <a:pt x="216" y="474"/>
                    </a:lnTo>
                    <a:lnTo>
                      <a:pt x="204" y="486"/>
                    </a:lnTo>
                    <a:lnTo>
                      <a:pt x="198" y="492"/>
                    </a:lnTo>
                    <a:lnTo>
                      <a:pt x="198" y="504"/>
                    </a:lnTo>
                    <a:lnTo>
                      <a:pt x="198" y="516"/>
                    </a:lnTo>
                    <a:lnTo>
                      <a:pt x="198" y="546"/>
                    </a:lnTo>
                    <a:lnTo>
                      <a:pt x="198" y="577"/>
                    </a:lnTo>
                    <a:lnTo>
                      <a:pt x="204" y="607"/>
                    </a:lnTo>
                    <a:lnTo>
                      <a:pt x="204" y="637"/>
                    </a:lnTo>
                    <a:lnTo>
                      <a:pt x="216" y="679"/>
                    </a:lnTo>
                    <a:lnTo>
                      <a:pt x="228" y="703"/>
                    </a:lnTo>
                    <a:lnTo>
                      <a:pt x="234" y="721"/>
                    </a:lnTo>
                    <a:lnTo>
                      <a:pt x="234" y="763"/>
                    </a:lnTo>
                    <a:lnTo>
                      <a:pt x="228" y="793"/>
                    </a:lnTo>
                    <a:lnTo>
                      <a:pt x="222" y="811"/>
                    </a:lnTo>
                    <a:lnTo>
                      <a:pt x="216" y="823"/>
                    </a:lnTo>
                    <a:lnTo>
                      <a:pt x="204" y="829"/>
                    </a:lnTo>
                    <a:lnTo>
                      <a:pt x="186" y="835"/>
                    </a:lnTo>
                    <a:lnTo>
                      <a:pt x="168" y="841"/>
                    </a:lnTo>
                    <a:lnTo>
                      <a:pt x="150" y="835"/>
                    </a:lnTo>
                    <a:lnTo>
                      <a:pt x="144" y="829"/>
                    </a:lnTo>
                    <a:lnTo>
                      <a:pt x="138" y="787"/>
                    </a:lnTo>
                    <a:lnTo>
                      <a:pt x="132" y="775"/>
                    </a:lnTo>
                    <a:lnTo>
                      <a:pt x="132" y="769"/>
                    </a:lnTo>
                    <a:lnTo>
                      <a:pt x="126" y="745"/>
                    </a:lnTo>
                    <a:lnTo>
                      <a:pt x="108" y="709"/>
                    </a:lnTo>
                    <a:lnTo>
                      <a:pt x="102" y="697"/>
                    </a:lnTo>
                    <a:lnTo>
                      <a:pt x="102" y="685"/>
                    </a:lnTo>
                    <a:lnTo>
                      <a:pt x="96" y="685"/>
                    </a:lnTo>
                    <a:lnTo>
                      <a:pt x="96" y="679"/>
                    </a:lnTo>
                    <a:lnTo>
                      <a:pt x="96" y="673"/>
                    </a:lnTo>
                    <a:lnTo>
                      <a:pt x="84" y="655"/>
                    </a:lnTo>
                    <a:lnTo>
                      <a:pt x="78" y="613"/>
                    </a:lnTo>
                    <a:lnTo>
                      <a:pt x="60" y="571"/>
                    </a:lnTo>
                    <a:lnTo>
                      <a:pt x="48" y="522"/>
                    </a:lnTo>
                    <a:lnTo>
                      <a:pt x="30" y="468"/>
                    </a:lnTo>
                    <a:lnTo>
                      <a:pt x="24" y="426"/>
                    </a:lnTo>
                    <a:lnTo>
                      <a:pt x="18" y="366"/>
                    </a:lnTo>
                    <a:lnTo>
                      <a:pt x="18" y="306"/>
                    </a:lnTo>
                    <a:lnTo>
                      <a:pt x="18" y="300"/>
                    </a:lnTo>
                    <a:lnTo>
                      <a:pt x="0" y="270"/>
                    </a:lnTo>
                    <a:lnTo>
                      <a:pt x="72" y="204"/>
                    </a:lnTo>
                    <a:lnTo>
                      <a:pt x="108" y="0"/>
                    </a:lnTo>
                    <a:close/>
                  </a:path>
                </a:pathLst>
              </a:custGeom>
              <a:solidFill>
                <a:srgbClr val="FFBD7B"/>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89" name="未知"/>
              <p:cNvSpPr>
                <a:spLocks noChangeArrowheads="1"/>
              </p:cNvSpPr>
              <p:nvPr/>
            </p:nvSpPr>
            <p:spPr bwMode="auto">
              <a:xfrm>
                <a:off x="102" y="0"/>
                <a:ext cx="445" cy="132"/>
              </a:xfrm>
              <a:custGeom>
                <a:avLst/>
                <a:gdLst>
                  <a:gd name="T0" fmla="*/ 24 w 445"/>
                  <a:gd name="T1" fmla="*/ 0 h 132"/>
                  <a:gd name="T2" fmla="*/ 42 w 445"/>
                  <a:gd name="T3" fmla="*/ 6 h 132"/>
                  <a:gd name="T4" fmla="*/ 60 w 445"/>
                  <a:gd name="T5" fmla="*/ 6 h 132"/>
                  <a:gd name="T6" fmla="*/ 72 w 445"/>
                  <a:gd name="T7" fmla="*/ 12 h 132"/>
                  <a:gd name="T8" fmla="*/ 90 w 445"/>
                  <a:gd name="T9" fmla="*/ 6 h 132"/>
                  <a:gd name="T10" fmla="*/ 102 w 445"/>
                  <a:gd name="T11" fmla="*/ 6 h 132"/>
                  <a:gd name="T12" fmla="*/ 120 w 445"/>
                  <a:gd name="T13" fmla="*/ 6 h 132"/>
                  <a:gd name="T14" fmla="*/ 144 w 445"/>
                  <a:gd name="T15" fmla="*/ 6 h 132"/>
                  <a:gd name="T16" fmla="*/ 174 w 445"/>
                  <a:gd name="T17" fmla="*/ 18 h 132"/>
                  <a:gd name="T18" fmla="*/ 210 w 445"/>
                  <a:gd name="T19" fmla="*/ 24 h 132"/>
                  <a:gd name="T20" fmla="*/ 246 w 445"/>
                  <a:gd name="T21" fmla="*/ 36 h 132"/>
                  <a:gd name="T22" fmla="*/ 289 w 445"/>
                  <a:gd name="T23" fmla="*/ 54 h 132"/>
                  <a:gd name="T24" fmla="*/ 337 w 445"/>
                  <a:gd name="T25" fmla="*/ 72 h 132"/>
                  <a:gd name="T26" fmla="*/ 379 w 445"/>
                  <a:gd name="T27" fmla="*/ 96 h 132"/>
                  <a:gd name="T28" fmla="*/ 409 w 445"/>
                  <a:gd name="T29" fmla="*/ 108 h 132"/>
                  <a:gd name="T30" fmla="*/ 427 w 445"/>
                  <a:gd name="T31" fmla="*/ 114 h 132"/>
                  <a:gd name="T32" fmla="*/ 445 w 445"/>
                  <a:gd name="T33" fmla="*/ 126 h 132"/>
                  <a:gd name="T34" fmla="*/ 433 w 445"/>
                  <a:gd name="T35" fmla="*/ 120 h 132"/>
                  <a:gd name="T36" fmla="*/ 421 w 445"/>
                  <a:gd name="T37" fmla="*/ 120 h 132"/>
                  <a:gd name="T38" fmla="*/ 409 w 445"/>
                  <a:gd name="T39" fmla="*/ 126 h 132"/>
                  <a:gd name="T40" fmla="*/ 403 w 445"/>
                  <a:gd name="T41" fmla="*/ 126 h 132"/>
                  <a:gd name="T42" fmla="*/ 385 w 445"/>
                  <a:gd name="T43" fmla="*/ 120 h 132"/>
                  <a:gd name="T44" fmla="*/ 367 w 445"/>
                  <a:gd name="T45" fmla="*/ 108 h 132"/>
                  <a:gd name="T46" fmla="*/ 349 w 445"/>
                  <a:gd name="T47" fmla="*/ 96 h 132"/>
                  <a:gd name="T48" fmla="*/ 325 w 445"/>
                  <a:gd name="T49" fmla="*/ 84 h 132"/>
                  <a:gd name="T50" fmla="*/ 301 w 445"/>
                  <a:gd name="T51" fmla="*/ 72 h 132"/>
                  <a:gd name="T52" fmla="*/ 271 w 445"/>
                  <a:gd name="T53" fmla="*/ 60 h 132"/>
                  <a:gd name="T54" fmla="*/ 246 w 445"/>
                  <a:gd name="T55" fmla="*/ 54 h 132"/>
                  <a:gd name="T56" fmla="*/ 222 w 445"/>
                  <a:gd name="T57" fmla="*/ 42 h 132"/>
                  <a:gd name="T58" fmla="*/ 204 w 445"/>
                  <a:gd name="T59" fmla="*/ 36 h 132"/>
                  <a:gd name="T60" fmla="*/ 186 w 445"/>
                  <a:gd name="T61" fmla="*/ 36 h 132"/>
                  <a:gd name="T62" fmla="*/ 174 w 445"/>
                  <a:gd name="T63" fmla="*/ 30 h 132"/>
                  <a:gd name="T64" fmla="*/ 150 w 445"/>
                  <a:gd name="T65" fmla="*/ 30 h 132"/>
                  <a:gd name="T66" fmla="*/ 126 w 445"/>
                  <a:gd name="T67" fmla="*/ 30 h 132"/>
                  <a:gd name="T68" fmla="*/ 102 w 445"/>
                  <a:gd name="T69" fmla="*/ 30 h 132"/>
                  <a:gd name="T70" fmla="*/ 84 w 445"/>
                  <a:gd name="T71" fmla="*/ 36 h 132"/>
                  <a:gd name="T72" fmla="*/ 66 w 445"/>
                  <a:gd name="T73" fmla="*/ 42 h 132"/>
                  <a:gd name="T74" fmla="*/ 54 w 445"/>
                  <a:gd name="T75" fmla="*/ 60 h 132"/>
                  <a:gd name="T76" fmla="*/ 42 w 445"/>
                  <a:gd name="T77" fmla="*/ 72 h 132"/>
                  <a:gd name="T78" fmla="*/ 30 w 445"/>
                  <a:gd name="T79" fmla="*/ 90 h 132"/>
                  <a:gd name="T80" fmla="*/ 18 w 445"/>
                  <a:gd name="T81" fmla="*/ 108 h 132"/>
                  <a:gd name="T82" fmla="*/ 12 w 445"/>
                  <a:gd name="T83" fmla="*/ 120 h 132"/>
                  <a:gd name="T84" fmla="*/ 0 w 445"/>
                  <a:gd name="T85" fmla="*/ 132 h 132"/>
                  <a:gd name="T86" fmla="*/ 24 w 445"/>
                  <a:gd name="T8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5" h="132">
                    <a:moveTo>
                      <a:pt x="24" y="0"/>
                    </a:moveTo>
                    <a:lnTo>
                      <a:pt x="42" y="6"/>
                    </a:lnTo>
                    <a:lnTo>
                      <a:pt x="60" y="6"/>
                    </a:lnTo>
                    <a:lnTo>
                      <a:pt x="72" y="12"/>
                    </a:lnTo>
                    <a:lnTo>
                      <a:pt x="90" y="6"/>
                    </a:lnTo>
                    <a:lnTo>
                      <a:pt x="102" y="6"/>
                    </a:lnTo>
                    <a:lnTo>
                      <a:pt x="120" y="6"/>
                    </a:lnTo>
                    <a:lnTo>
                      <a:pt x="144" y="6"/>
                    </a:lnTo>
                    <a:lnTo>
                      <a:pt x="174" y="18"/>
                    </a:lnTo>
                    <a:lnTo>
                      <a:pt x="210" y="24"/>
                    </a:lnTo>
                    <a:lnTo>
                      <a:pt x="246" y="36"/>
                    </a:lnTo>
                    <a:lnTo>
                      <a:pt x="289" y="54"/>
                    </a:lnTo>
                    <a:lnTo>
                      <a:pt x="337" y="72"/>
                    </a:lnTo>
                    <a:lnTo>
                      <a:pt x="379" y="96"/>
                    </a:lnTo>
                    <a:lnTo>
                      <a:pt x="409" y="108"/>
                    </a:lnTo>
                    <a:lnTo>
                      <a:pt x="427" y="114"/>
                    </a:lnTo>
                    <a:lnTo>
                      <a:pt x="445" y="126"/>
                    </a:lnTo>
                    <a:lnTo>
                      <a:pt x="433" y="120"/>
                    </a:lnTo>
                    <a:lnTo>
                      <a:pt x="421" y="120"/>
                    </a:lnTo>
                    <a:lnTo>
                      <a:pt x="409" y="126"/>
                    </a:lnTo>
                    <a:lnTo>
                      <a:pt x="403" y="126"/>
                    </a:lnTo>
                    <a:lnTo>
                      <a:pt x="385" y="120"/>
                    </a:lnTo>
                    <a:lnTo>
                      <a:pt x="367" y="108"/>
                    </a:lnTo>
                    <a:lnTo>
                      <a:pt x="349" y="96"/>
                    </a:lnTo>
                    <a:lnTo>
                      <a:pt x="325" y="84"/>
                    </a:lnTo>
                    <a:lnTo>
                      <a:pt x="301" y="72"/>
                    </a:lnTo>
                    <a:lnTo>
                      <a:pt x="271" y="60"/>
                    </a:lnTo>
                    <a:lnTo>
                      <a:pt x="246" y="54"/>
                    </a:lnTo>
                    <a:lnTo>
                      <a:pt x="222" y="42"/>
                    </a:lnTo>
                    <a:lnTo>
                      <a:pt x="204" y="36"/>
                    </a:lnTo>
                    <a:lnTo>
                      <a:pt x="186" y="36"/>
                    </a:lnTo>
                    <a:lnTo>
                      <a:pt x="174" y="30"/>
                    </a:lnTo>
                    <a:lnTo>
                      <a:pt x="150" y="30"/>
                    </a:lnTo>
                    <a:lnTo>
                      <a:pt x="126" y="30"/>
                    </a:lnTo>
                    <a:lnTo>
                      <a:pt x="102" y="30"/>
                    </a:lnTo>
                    <a:lnTo>
                      <a:pt x="84" y="36"/>
                    </a:lnTo>
                    <a:lnTo>
                      <a:pt x="66" y="42"/>
                    </a:lnTo>
                    <a:lnTo>
                      <a:pt x="54" y="60"/>
                    </a:lnTo>
                    <a:lnTo>
                      <a:pt x="42" y="72"/>
                    </a:lnTo>
                    <a:lnTo>
                      <a:pt x="30" y="90"/>
                    </a:lnTo>
                    <a:lnTo>
                      <a:pt x="18" y="108"/>
                    </a:lnTo>
                    <a:lnTo>
                      <a:pt x="12" y="120"/>
                    </a:lnTo>
                    <a:lnTo>
                      <a:pt x="0" y="132"/>
                    </a:lnTo>
                    <a:lnTo>
                      <a:pt x="24"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0" name="未知"/>
              <p:cNvSpPr>
                <a:spLocks noChangeArrowheads="1"/>
              </p:cNvSpPr>
              <p:nvPr/>
            </p:nvSpPr>
            <p:spPr bwMode="auto">
              <a:xfrm>
                <a:off x="529" y="234"/>
                <a:ext cx="96" cy="114"/>
              </a:xfrm>
              <a:custGeom>
                <a:avLst/>
                <a:gdLst>
                  <a:gd name="T0" fmla="*/ 90 w 96"/>
                  <a:gd name="T1" fmla="*/ 108 h 114"/>
                  <a:gd name="T2" fmla="*/ 96 w 96"/>
                  <a:gd name="T3" fmla="*/ 96 h 114"/>
                  <a:gd name="T4" fmla="*/ 96 w 96"/>
                  <a:gd name="T5" fmla="*/ 84 h 114"/>
                  <a:gd name="T6" fmla="*/ 90 w 96"/>
                  <a:gd name="T7" fmla="*/ 66 h 114"/>
                  <a:gd name="T8" fmla="*/ 78 w 96"/>
                  <a:gd name="T9" fmla="*/ 54 h 114"/>
                  <a:gd name="T10" fmla="*/ 66 w 96"/>
                  <a:gd name="T11" fmla="*/ 36 h 114"/>
                  <a:gd name="T12" fmla="*/ 42 w 96"/>
                  <a:gd name="T13" fmla="*/ 24 h 114"/>
                  <a:gd name="T14" fmla="*/ 24 w 96"/>
                  <a:gd name="T15" fmla="*/ 12 h 114"/>
                  <a:gd name="T16" fmla="*/ 0 w 96"/>
                  <a:gd name="T17" fmla="*/ 0 h 114"/>
                  <a:gd name="T18" fmla="*/ 24 w 96"/>
                  <a:gd name="T19" fmla="*/ 18 h 114"/>
                  <a:gd name="T20" fmla="*/ 30 w 96"/>
                  <a:gd name="T21" fmla="*/ 24 h 114"/>
                  <a:gd name="T22" fmla="*/ 42 w 96"/>
                  <a:gd name="T23" fmla="*/ 30 h 114"/>
                  <a:gd name="T24" fmla="*/ 54 w 96"/>
                  <a:gd name="T25" fmla="*/ 42 h 114"/>
                  <a:gd name="T26" fmla="*/ 60 w 96"/>
                  <a:gd name="T27" fmla="*/ 48 h 114"/>
                  <a:gd name="T28" fmla="*/ 72 w 96"/>
                  <a:gd name="T29" fmla="*/ 60 h 114"/>
                  <a:gd name="T30" fmla="*/ 78 w 96"/>
                  <a:gd name="T31" fmla="*/ 72 h 114"/>
                  <a:gd name="T32" fmla="*/ 84 w 96"/>
                  <a:gd name="T33" fmla="*/ 90 h 114"/>
                  <a:gd name="T34" fmla="*/ 84 w 96"/>
                  <a:gd name="T35" fmla="*/ 102 h 114"/>
                  <a:gd name="T36" fmla="*/ 84 w 96"/>
                  <a:gd name="T37" fmla="*/ 114 h 114"/>
                  <a:gd name="T38" fmla="*/ 90 w 96"/>
                  <a:gd name="T3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6" h="114">
                    <a:moveTo>
                      <a:pt x="90" y="108"/>
                    </a:moveTo>
                    <a:lnTo>
                      <a:pt x="96" y="96"/>
                    </a:lnTo>
                    <a:lnTo>
                      <a:pt x="96" y="84"/>
                    </a:lnTo>
                    <a:lnTo>
                      <a:pt x="90" y="66"/>
                    </a:lnTo>
                    <a:lnTo>
                      <a:pt x="78" y="54"/>
                    </a:lnTo>
                    <a:lnTo>
                      <a:pt x="66" y="36"/>
                    </a:lnTo>
                    <a:lnTo>
                      <a:pt x="42" y="24"/>
                    </a:lnTo>
                    <a:lnTo>
                      <a:pt x="24" y="12"/>
                    </a:lnTo>
                    <a:lnTo>
                      <a:pt x="0" y="0"/>
                    </a:lnTo>
                    <a:lnTo>
                      <a:pt x="24" y="18"/>
                    </a:lnTo>
                    <a:lnTo>
                      <a:pt x="30" y="24"/>
                    </a:lnTo>
                    <a:lnTo>
                      <a:pt x="42" y="30"/>
                    </a:lnTo>
                    <a:lnTo>
                      <a:pt x="54" y="42"/>
                    </a:lnTo>
                    <a:lnTo>
                      <a:pt x="60" y="48"/>
                    </a:lnTo>
                    <a:lnTo>
                      <a:pt x="72" y="60"/>
                    </a:lnTo>
                    <a:lnTo>
                      <a:pt x="78" y="72"/>
                    </a:lnTo>
                    <a:lnTo>
                      <a:pt x="84" y="90"/>
                    </a:lnTo>
                    <a:lnTo>
                      <a:pt x="84" y="102"/>
                    </a:lnTo>
                    <a:lnTo>
                      <a:pt x="84" y="114"/>
                    </a:lnTo>
                    <a:lnTo>
                      <a:pt x="90" y="108"/>
                    </a:lnTo>
                    <a:close/>
                  </a:path>
                </a:pathLst>
              </a:custGeom>
              <a:solidFill>
                <a:srgbClr val="FCA435"/>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1" name="未知"/>
              <p:cNvSpPr>
                <a:spLocks noChangeArrowheads="1"/>
              </p:cNvSpPr>
              <p:nvPr/>
            </p:nvSpPr>
            <p:spPr bwMode="auto">
              <a:xfrm>
                <a:off x="493" y="354"/>
                <a:ext cx="114" cy="138"/>
              </a:xfrm>
              <a:custGeom>
                <a:avLst/>
                <a:gdLst>
                  <a:gd name="T0" fmla="*/ 108 w 114"/>
                  <a:gd name="T1" fmla="*/ 132 h 138"/>
                  <a:gd name="T2" fmla="*/ 114 w 114"/>
                  <a:gd name="T3" fmla="*/ 114 h 138"/>
                  <a:gd name="T4" fmla="*/ 108 w 114"/>
                  <a:gd name="T5" fmla="*/ 96 h 138"/>
                  <a:gd name="T6" fmla="*/ 108 w 114"/>
                  <a:gd name="T7" fmla="*/ 84 h 138"/>
                  <a:gd name="T8" fmla="*/ 96 w 114"/>
                  <a:gd name="T9" fmla="*/ 66 h 138"/>
                  <a:gd name="T10" fmla="*/ 90 w 114"/>
                  <a:gd name="T11" fmla="*/ 54 h 138"/>
                  <a:gd name="T12" fmla="*/ 72 w 114"/>
                  <a:gd name="T13" fmla="*/ 42 h 138"/>
                  <a:gd name="T14" fmla="*/ 54 w 114"/>
                  <a:gd name="T15" fmla="*/ 30 h 138"/>
                  <a:gd name="T16" fmla="*/ 30 w 114"/>
                  <a:gd name="T17" fmla="*/ 18 h 138"/>
                  <a:gd name="T18" fmla="*/ 0 w 114"/>
                  <a:gd name="T19" fmla="*/ 0 h 138"/>
                  <a:gd name="T20" fmla="*/ 18 w 114"/>
                  <a:gd name="T21" fmla="*/ 12 h 138"/>
                  <a:gd name="T22" fmla="*/ 30 w 114"/>
                  <a:gd name="T23" fmla="*/ 24 h 138"/>
                  <a:gd name="T24" fmla="*/ 48 w 114"/>
                  <a:gd name="T25" fmla="*/ 36 h 138"/>
                  <a:gd name="T26" fmla="*/ 60 w 114"/>
                  <a:gd name="T27" fmla="*/ 48 h 138"/>
                  <a:gd name="T28" fmla="*/ 72 w 114"/>
                  <a:gd name="T29" fmla="*/ 60 h 138"/>
                  <a:gd name="T30" fmla="*/ 84 w 114"/>
                  <a:gd name="T31" fmla="*/ 78 h 138"/>
                  <a:gd name="T32" fmla="*/ 90 w 114"/>
                  <a:gd name="T33" fmla="*/ 96 h 138"/>
                  <a:gd name="T34" fmla="*/ 96 w 114"/>
                  <a:gd name="T35" fmla="*/ 120 h 138"/>
                  <a:gd name="T36" fmla="*/ 102 w 114"/>
                  <a:gd name="T37" fmla="*/ 138 h 138"/>
                  <a:gd name="T38" fmla="*/ 108 w 114"/>
                  <a:gd name="T39" fmla="*/ 13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4" h="138">
                    <a:moveTo>
                      <a:pt x="108" y="132"/>
                    </a:moveTo>
                    <a:lnTo>
                      <a:pt x="114" y="114"/>
                    </a:lnTo>
                    <a:lnTo>
                      <a:pt x="108" y="96"/>
                    </a:lnTo>
                    <a:lnTo>
                      <a:pt x="108" y="84"/>
                    </a:lnTo>
                    <a:lnTo>
                      <a:pt x="96" y="66"/>
                    </a:lnTo>
                    <a:lnTo>
                      <a:pt x="90" y="54"/>
                    </a:lnTo>
                    <a:lnTo>
                      <a:pt x="72" y="42"/>
                    </a:lnTo>
                    <a:lnTo>
                      <a:pt x="54" y="30"/>
                    </a:lnTo>
                    <a:lnTo>
                      <a:pt x="30" y="18"/>
                    </a:lnTo>
                    <a:lnTo>
                      <a:pt x="0" y="0"/>
                    </a:lnTo>
                    <a:lnTo>
                      <a:pt x="18" y="12"/>
                    </a:lnTo>
                    <a:lnTo>
                      <a:pt x="30" y="24"/>
                    </a:lnTo>
                    <a:lnTo>
                      <a:pt x="48" y="36"/>
                    </a:lnTo>
                    <a:lnTo>
                      <a:pt x="60" y="48"/>
                    </a:lnTo>
                    <a:lnTo>
                      <a:pt x="72" y="60"/>
                    </a:lnTo>
                    <a:lnTo>
                      <a:pt x="84" y="78"/>
                    </a:lnTo>
                    <a:lnTo>
                      <a:pt x="90" y="96"/>
                    </a:lnTo>
                    <a:lnTo>
                      <a:pt x="96" y="120"/>
                    </a:lnTo>
                    <a:lnTo>
                      <a:pt x="102" y="138"/>
                    </a:lnTo>
                    <a:lnTo>
                      <a:pt x="108" y="132"/>
                    </a:lnTo>
                    <a:close/>
                  </a:path>
                </a:pathLst>
              </a:custGeom>
              <a:solidFill>
                <a:srgbClr val="FCA437"/>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2" name="未知"/>
              <p:cNvSpPr>
                <a:spLocks noChangeArrowheads="1"/>
              </p:cNvSpPr>
              <p:nvPr/>
            </p:nvSpPr>
            <p:spPr bwMode="auto">
              <a:xfrm>
                <a:off x="439" y="492"/>
                <a:ext cx="90" cy="103"/>
              </a:xfrm>
              <a:custGeom>
                <a:avLst/>
                <a:gdLst>
                  <a:gd name="T0" fmla="*/ 0 w 90"/>
                  <a:gd name="T1" fmla="*/ 0 h 103"/>
                  <a:gd name="T2" fmla="*/ 24 w 90"/>
                  <a:gd name="T3" fmla="*/ 12 h 103"/>
                  <a:gd name="T4" fmla="*/ 48 w 90"/>
                  <a:gd name="T5" fmla="*/ 24 h 103"/>
                  <a:gd name="T6" fmla="*/ 66 w 90"/>
                  <a:gd name="T7" fmla="*/ 36 h 103"/>
                  <a:gd name="T8" fmla="*/ 78 w 90"/>
                  <a:gd name="T9" fmla="*/ 48 h 103"/>
                  <a:gd name="T10" fmla="*/ 84 w 90"/>
                  <a:gd name="T11" fmla="*/ 67 h 103"/>
                  <a:gd name="T12" fmla="*/ 90 w 90"/>
                  <a:gd name="T13" fmla="*/ 85 h 103"/>
                  <a:gd name="T14" fmla="*/ 90 w 90"/>
                  <a:gd name="T15" fmla="*/ 103 h 103"/>
                  <a:gd name="T16" fmla="*/ 84 w 90"/>
                  <a:gd name="T17" fmla="*/ 103 h 103"/>
                  <a:gd name="T18" fmla="*/ 72 w 90"/>
                  <a:gd name="T19" fmla="*/ 103 h 103"/>
                  <a:gd name="T20" fmla="*/ 72 w 90"/>
                  <a:gd name="T21" fmla="*/ 91 h 103"/>
                  <a:gd name="T22" fmla="*/ 66 w 90"/>
                  <a:gd name="T23" fmla="*/ 73 h 103"/>
                  <a:gd name="T24" fmla="*/ 60 w 90"/>
                  <a:gd name="T25" fmla="*/ 54 h 103"/>
                  <a:gd name="T26" fmla="*/ 48 w 90"/>
                  <a:gd name="T27" fmla="*/ 36 h 103"/>
                  <a:gd name="T28" fmla="*/ 30 w 90"/>
                  <a:gd name="T29" fmla="*/ 24 h 103"/>
                  <a:gd name="T30" fmla="*/ 18 w 90"/>
                  <a:gd name="T31" fmla="*/ 12 h 103"/>
                  <a:gd name="T32" fmla="*/ 0 w 90"/>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03">
                    <a:moveTo>
                      <a:pt x="0" y="0"/>
                    </a:moveTo>
                    <a:lnTo>
                      <a:pt x="24" y="12"/>
                    </a:lnTo>
                    <a:lnTo>
                      <a:pt x="48" y="24"/>
                    </a:lnTo>
                    <a:lnTo>
                      <a:pt x="66" y="36"/>
                    </a:lnTo>
                    <a:lnTo>
                      <a:pt x="78" y="48"/>
                    </a:lnTo>
                    <a:lnTo>
                      <a:pt x="84" y="67"/>
                    </a:lnTo>
                    <a:lnTo>
                      <a:pt x="90" y="85"/>
                    </a:lnTo>
                    <a:lnTo>
                      <a:pt x="90" y="103"/>
                    </a:lnTo>
                    <a:lnTo>
                      <a:pt x="84" y="103"/>
                    </a:lnTo>
                    <a:lnTo>
                      <a:pt x="72" y="103"/>
                    </a:lnTo>
                    <a:lnTo>
                      <a:pt x="72" y="91"/>
                    </a:lnTo>
                    <a:lnTo>
                      <a:pt x="66" y="73"/>
                    </a:lnTo>
                    <a:lnTo>
                      <a:pt x="60" y="54"/>
                    </a:lnTo>
                    <a:lnTo>
                      <a:pt x="48" y="36"/>
                    </a:lnTo>
                    <a:lnTo>
                      <a:pt x="30" y="24"/>
                    </a:lnTo>
                    <a:lnTo>
                      <a:pt x="18" y="12"/>
                    </a:lnTo>
                    <a:lnTo>
                      <a:pt x="0" y="0"/>
                    </a:lnTo>
                    <a:close/>
                  </a:path>
                </a:pathLst>
              </a:custGeom>
              <a:solidFill>
                <a:srgbClr val="FCA436"/>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3" name="未知"/>
              <p:cNvSpPr>
                <a:spLocks noChangeArrowheads="1"/>
              </p:cNvSpPr>
              <p:nvPr/>
            </p:nvSpPr>
            <p:spPr bwMode="auto">
              <a:xfrm>
                <a:off x="222" y="498"/>
                <a:ext cx="235" cy="151"/>
              </a:xfrm>
              <a:custGeom>
                <a:avLst/>
                <a:gdLst>
                  <a:gd name="T0" fmla="*/ 84 w 235"/>
                  <a:gd name="T1" fmla="*/ 24 h 151"/>
                  <a:gd name="T2" fmla="*/ 120 w 235"/>
                  <a:gd name="T3" fmla="*/ 30 h 151"/>
                  <a:gd name="T4" fmla="*/ 157 w 235"/>
                  <a:gd name="T5" fmla="*/ 42 h 151"/>
                  <a:gd name="T6" fmla="*/ 175 w 235"/>
                  <a:gd name="T7" fmla="*/ 54 h 151"/>
                  <a:gd name="T8" fmla="*/ 199 w 235"/>
                  <a:gd name="T9" fmla="*/ 73 h 151"/>
                  <a:gd name="T10" fmla="*/ 217 w 235"/>
                  <a:gd name="T11" fmla="*/ 91 h 151"/>
                  <a:gd name="T12" fmla="*/ 235 w 235"/>
                  <a:gd name="T13" fmla="*/ 109 h 151"/>
                  <a:gd name="T14" fmla="*/ 205 w 235"/>
                  <a:gd name="T15" fmla="*/ 85 h 151"/>
                  <a:gd name="T16" fmla="*/ 175 w 235"/>
                  <a:gd name="T17" fmla="*/ 67 h 151"/>
                  <a:gd name="T18" fmla="*/ 157 w 235"/>
                  <a:gd name="T19" fmla="*/ 48 h 151"/>
                  <a:gd name="T20" fmla="*/ 132 w 235"/>
                  <a:gd name="T21" fmla="*/ 48 h 151"/>
                  <a:gd name="T22" fmla="*/ 114 w 235"/>
                  <a:gd name="T23" fmla="*/ 42 h 151"/>
                  <a:gd name="T24" fmla="*/ 102 w 235"/>
                  <a:gd name="T25" fmla="*/ 36 h 151"/>
                  <a:gd name="T26" fmla="*/ 108 w 235"/>
                  <a:gd name="T27" fmla="*/ 54 h 151"/>
                  <a:gd name="T28" fmla="*/ 108 w 235"/>
                  <a:gd name="T29" fmla="*/ 73 h 151"/>
                  <a:gd name="T30" fmla="*/ 114 w 235"/>
                  <a:gd name="T31" fmla="*/ 91 h 151"/>
                  <a:gd name="T32" fmla="*/ 120 w 235"/>
                  <a:gd name="T33" fmla="*/ 109 h 151"/>
                  <a:gd name="T34" fmla="*/ 126 w 235"/>
                  <a:gd name="T35" fmla="*/ 127 h 151"/>
                  <a:gd name="T36" fmla="*/ 132 w 235"/>
                  <a:gd name="T37" fmla="*/ 133 h 151"/>
                  <a:gd name="T38" fmla="*/ 138 w 235"/>
                  <a:gd name="T39" fmla="*/ 151 h 151"/>
                  <a:gd name="T40" fmla="*/ 126 w 235"/>
                  <a:gd name="T41" fmla="*/ 133 h 151"/>
                  <a:gd name="T42" fmla="*/ 120 w 235"/>
                  <a:gd name="T43" fmla="*/ 115 h 151"/>
                  <a:gd name="T44" fmla="*/ 108 w 235"/>
                  <a:gd name="T45" fmla="*/ 97 h 151"/>
                  <a:gd name="T46" fmla="*/ 102 w 235"/>
                  <a:gd name="T47" fmla="*/ 85 h 151"/>
                  <a:gd name="T48" fmla="*/ 96 w 235"/>
                  <a:gd name="T49" fmla="*/ 67 h 151"/>
                  <a:gd name="T50" fmla="*/ 96 w 235"/>
                  <a:gd name="T51" fmla="*/ 54 h 151"/>
                  <a:gd name="T52" fmla="*/ 84 w 235"/>
                  <a:gd name="T53" fmla="*/ 42 h 151"/>
                  <a:gd name="T54" fmla="*/ 78 w 235"/>
                  <a:gd name="T55" fmla="*/ 30 h 151"/>
                  <a:gd name="T56" fmla="*/ 66 w 235"/>
                  <a:gd name="T57" fmla="*/ 18 h 151"/>
                  <a:gd name="T58" fmla="*/ 54 w 235"/>
                  <a:gd name="T59" fmla="*/ 12 h 151"/>
                  <a:gd name="T60" fmla="*/ 36 w 235"/>
                  <a:gd name="T61" fmla="*/ 12 h 151"/>
                  <a:gd name="T62" fmla="*/ 18 w 235"/>
                  <a:gd name="T63" fmla="*/ 18 h 151"/>
                  <a:gd name="T64" fmla="*/ 12 w 235"/>
                  <a:gd name="T65" fmla="*/ 30 h 151"/>
                  <a:gd name="T66" fmla="*/ 30 w 235"/>
                  <a:gd name="T67" fmla="*/ 42 h 151"/>
                  <a:gd name="T68" fmla="*/ 36 w 235"/>
                  <a:gd name="T69" fmla="*/ 54 h 151"/>
                  <a:gd name="T70" fmla="*/ 42 w 235"/>
                  <a:gd name="T71" fmla="*/ 79 h 151"/>
                  <a:gd name="T72" fmla="*/ 42 w 235"/>
                  <a:gd name="T73" fmla="*/ 91 h 151"/>
                  <a:gd name="T74" fmla="*/ 42 w 235"/>
                  <a:gd name="T75" fmla="*/ 79 h 151"/>
                  <a:gd name="T76" fmla="*/ 36 w 235"/>
                  <a:gd name="T77" fmla="*/ 67 h 151"/>
                  <a:gd name="T78" fmla="*/ 30 w 235"/>
                  <a:gd name="T79" fmla="*/ 54 h 151"/>
                  <a:gd name="T80" fmla="*/ 24 w 235"/>
                  <a:gd name="T81" fmla="*/ 42 h 151"/>
                  <a:gd name="T82" fmla="*/ 12 w 235"/>
                  <a:gd name="T83" fmla="*/ 36 h 151"/>
                  <a:gd name="T84" fmla="*/ 0 w 235"/>
                  <a:gd name="T85" fmla="*/ 36 h 151"/>
                  <a:gd name="T86" fmla="*/ 6 w 235"/>
                  <a:gd name="T87" fmla="*/ 24 h 151"/>
                  <a:gd name="T88" fmla="*/ 6 w 235"/>
                  <a:gd name="T89" fmla="*/ 18 h 151"/>
                  <a:gd name="T90" fmla="*/ 12 w 235"/>
                  <a:gd name="T91" fmla="*/ 6 h 151"/>
                  <a:gd name="T92" fmla="*/ 24 w 235"/>
                  <a:gd name="T93" fmla="*/ 6 h 151"/>
                  <a:gd name="T94" fmla="*/ 36 w 235"/>
                  <a:gd name="T95" fmla="*/ 0 h 151"/>
                  <a:gd name="T96" fmla="*/ 54 w 235"/>
                  <a:gd name="T97" fmla="*/ 0 h 151"/>
                  <a:gd name="T98" fmla="*/ 72 w 235"/>
                  <a:gd name="T99" fmla="*/ 12 h 151"/>
                  <a:gd name="T100" fmla="*/ 84 w 235"/>
                  <a:gd name="T101"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 h="151">
                    <a:moveTo>
                      <a:pt x="84" y="24"/>
                    </a:moveTo>
                    <a:lnTo>
                      <a:pt x="120" y="30"/>
                    </a:lnTo>
                    <a:lnTo>
                      <a:pt x="157" y="42"/>
                    </a:lnTo>
                    <a:lnTo>
                      <a:pt x="175" y="54"/>
                    </a:lnTo>
                    <a:lnTo>
                      <a:pt x="199" y="73"/>
                    </a:lnTo>
                    <a:lnTo>
                      <a:pt x="217" y="91"/>
                    </a:lnTo>
                    <a:lnTo>
                      <a:pt x="235" y="109"/>
                    </a:lnTo>
                    <a:lnTo>
                      <a:pt x="205" y="85"/>
                    </a:lnTo>
                    <a:lnTo>
                      <a:pt x="175" y="67"/>
                    </a:lnTo>
                    <a:lnTo>
                      <a:pt x="157" y="48"/>
                    </a:lnTo>
                    <a:lnTo>
                      <a:pt x="132" y="48"/>
                    </a:lnTo>
                    <a:lnTo>
                      <a:pt x="114" y="42"/>
                    </a:lnTo>
                    <a:lnTo>
                      <a:pt x="102" y="36"/>
                    </a:lnTo>
                    <a:lnTo>
                      <a:pt x="108" y="54"/>
                    </a:lnTo>
                    <a:lnTo>
                      <a:pt x="108" y="73"/>
                    </a:lnTo>
                    <a:lnTo>
                      <a:pt x="114" y="91"/>
                    </a:lnTo>
                    <a:lnTo>
                      <a:pt x="120" y="109"/>
                    </a:lnTo>
                    <a:lnTo>
                      <a:pt x="126" y="127"/>
                    </a:lnTo>
                    <a:lnTo>
                      <a:pt x="132" y="133"/>
                    </a:lnTo>
                    <a:lnTo>
                      <a:pt x="138" y="151"/>
                    </a:lnTo>
                    <a:lnTo>
                      <a:pt x="126" y="133"/>
                    </a:lnTo>
                    <a:lnTo>
                      <a:pt x="120" y="115"/>
                    </a:lnTo>
                    <a:lnTo>
                      <a:pt x="108" y="97"/>
                    </a:lnTo>
                    <a:lnTo>
                      <a:pt x="102" y="85"/>
                    </a:lnTo>
                    <a:lnTo>
                      <a:pt x="96" y="67"/>
                    </a:lnTo>
                    <a:lnTo>
                      <a:pt x="96" y="54"/>
                    </a:lnTo>
                    <a:lnTo>
                      <a:pt x="84" y="42"/>
                    </a:lnTo>
                    <a:lnTo>
                      <a:pt x="78" y="30"/>
                    </a:lnTo>
                    <a:lnTo>
                      <a:pt x="66" y="18"/>
                    </a:lnTo>
                    <a:lnTo>
                      <a:pt x="54" y="12"/>
                    </a:lnTo>
                    <a:lnTo>
                      <a:pt x="36" y="12"/>
                    </a:lnTo>
                    <a:lnTo>
                      <a:pt x="18" y="18"/>
                    </a:lnTo>
                    <a:lnTo>
                      <a:pt x="12" y="30"/>
                    </a:lnTo>
                    <a:lnTo>
                      <a:pt x="30" y="42"/>
                    </a:lnTo>
                    <a:lnTo>
                      <a:pt x="36" y="54"/>
                    </a:lnTo>
                    <a:lnTo>
                      <a:pt x="42" y="79"/>
                    </a:lnTo>
                    <a:lnTo>
                      <a:pt x="42" y="91"/>
                    </a:lnTo>
                    <a:lnTo>
                      <a:pt x="42" y="79"/>
                    </a:lnTo>
                    <a:lnTo>
                      <a:pt x="36" y="67"/>
                    </a:lnTo>
                    <a:lnTo>
                      <a:pt x="30" y="54"/>
                    </a:lnTo>
                    <a:lnTo>
                      <a:pt x="24" y="42"/>
                    </a:lnTo>
                    <a:lnTo>
                      <a:pt x="12" y="36"/>
                    </a:lnTo>
                    <a:lnTo>
                      <a:pt x="0" y="36"/>
                    </a:lnTo>
                    <a:lnTo>
                      <a:pt x="6" y="24"/>
                    </a:lnTo>
                    <a:lnTo>
                      <a:pt x="6" y="18"/>
                    </a:lnTo>
                    <a:lnTo>
                      <a:pt x="12" y="6"/>
                    </a:lnTo>
                    <a:lnTo>
                      <a:pt x="24" y="6"/>
                    </a:lnTo>
                    <a:lnTo>
                      <a:pt x="36" y="0"/>
                    </a:lnTo>
                    <a:lnTo>
                      <a:pt x="54" y="0"/>
                    </a:lnTo>
                    <a:lnTo>
                      <a:pt x="72" y="12"/>
                    </a:lnTo>
                    <a:lnTo>
                      <a:pt x="84" y="24"/>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4" name="未知"/>
              <p:cNvSpPr>
                <a:spLocks noChangeArrowheads="1"/>
              </p:cNvSpPr>
              <p:nvPr/>
            </p:nvSpPr>
            <p:spPr bwMode="auto">
              <a:xfrm>
                <a:off x="288" y="468"/>
                <a:ext cx="48" cy="42"/>
              </a:xfrm>
              <a:custGeom>
                <a:avLst/>
                <a:gdLst>
                  <a:gd name="T0" fmla="*/ 6 w 48"/>
                  <a:gd name="T1" fmla="*/ 42 h 42"/>
                  <a:gd name="T2" fmla="*/ 12 w 48"/>
                  <a:gd name="T3" fmla="*/ 30 h 42"/>
                  <a:gd name="T4" fmla="*/ 12 w 48"/>
                  <a:gd name="T5" fmla="*/ 18 h 42"/>
                  <a:gd name="T6" fmla="*/ 24 w 48"/>
                  <a:gd name="T7" fmla="*/ 12 h 42"/>
                  <a:gd name="T8" fmla="*/ 30 w 48"/>
                  <a:gd name="T9" fmla="*/ 6 h 42"/>
                  <a:gd name="T10" fmla="*/ 48 w 48"/>
                  <a:gd name="T11" fmla="*/ 0 h 42"/>
                  <a:gd name="T12" fmla="*/ 36 w 48"/>
                  <a:gd name="T13" fmla="*/ 0 h 42"/>
                  <a:gd name="T14" fmla="*/ 18 w 48"/>
                  <a:gd name="T15" fmla="*/ 6 h 42"/>
                  <a:gd name="T16" fmla="*/ 6 w 48"/>
                  <a:gd name="T17" fmla="*/ 18 h 42"/>
                  <a:gd name="T18" fmla="*/ 0 w 48"/>
                  <a:gd name="T19" fmla="*/ 30 h 42"/>
                  <a:gd name="T20" fmla="*/ 6 w 48"/>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2">
                    <a:moveTo>
                      <a:pt x="6" y="42"/>
                    </a:moveTo>
                    <a:lnTo>
                      <a:pt x="12" y="30"/>
                    </a:lnTo>
                    <a:lnTo>
                      <a:pt x="12" y="18"/>
                    </a:lnTo>
                    <a:lnTo>
                      <a:pt x="24" y="12"/>
                    </a:lnTo>
                    <a:lnTo>
                      <a:pt x="30" y="6"/>
                    </a:lnTo>
                    <a:lnTo>
                      <a:pt x="48" y="0"/>
                    </a:lnTo>
                    <a:lnTo>
                      <a:pt x="36" y="0"/>
                    </a:lnTo>
                    <a:lnTo>
                      <a:pt x="18" y="6"/>
                    </a:lnTo>
                    <a:lnTo>
                      <a:pt x="6" y="18"/>
                    </a:lnTo>
                    <a:lnTo>
                      <a:pt x="0" y="30"/>
                    </a:lnTo>
                    <a:lnTo>
                      <a:pt x="6" y="4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5" name="未知"/>
              <p:cNvSpPr>
                <a:spLocks noChangeArrowheads="1"/>
              </p:cNvSpPr>
              <p:nvPr/>
            </p:nvSpPr>
            <p:spPr bwMode="auto">
              <a:xfrm>
                <a:off x="264" y="438"/>
                <a:ext cx="18" cy="48"/>
              </a:xfrm>
              <a:custGeom>
                <a:avLst/>
                <a:gdLst>
                  <a:gd name="T0" fmla="*/ 0 w 18"/>
                  <a:gd name="T1" fmla="*/ 48 h 48"/>
                  <a:gd name="T2" fmla="*/ 0 w 18"/>
                  <a:gd name="T3" fmla="*/ 36 h 48"/>
                  <a:gd name="T4" fmla="*/ 0 w 18"/>
                  <a:gd name="T5" fmla="*/ 24 h 48"/>
                  <a:gd name="T6" fmla="*/ 12 w 18"/>
                  <a:gd name="T7" fmla="*/ 18 h 48"/>
                  <a:gd name="T8" fmla="*/ 18 w 18"/>
                  <a:gd name="T9" fmla="*/ 6 h 48"/>
                  <a:gd name="T10" fmla="*/ 12 w 18"/>
                  <a:gd name="T11" fmla="*/ 0 h 48"/>
                  <a:gd name="T12" fmla="*/ 0 w 18"/>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8" h="48">
                    <a:moveTo>
                      <a:pt x="0" y="48"/>
                    </a:moveTo>
                    <a:lnTo>
                      <a:pt x="0" y="36"/>
                    </a:lnTo>
                    <a:lnTo>
                      <a:pt x="0" y="24"/>
                    </a:lnTo>
                    <a:lnTo>
                      <a:pt x="12" y="18"/>
                    </a:lnTo>
                    <a:lnTo>
                      <a:pt x="18" y="6"/>
                    </a:lnTo>
                    <a:lnTo>
                      <a:pt x="12" y="0"/>
                    </a:lnTo>
                    <a:lnTo>
                      <a:pt x="0" y="48"/>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6" name="未知"/>
              <p:cNvSpPr>
                <a:spLocks noChangeArrowheads="1"/>
              </p:cNvSpPr>
              <p:nvPr/>
            </p:nvSpPr>
            <p:spPr bwMode="auto">
              <a:xfrm>
                <a:off x="168" y="444"/>
                <a:ext cx="72" cy="193"/>
              </a:xfrm>
              <a:custGeom>
                <a:avLst/>
                <a:gdLst>
                  <a:gd name="T0" fmla="*/ 30 w 72"/>
                  <a:gd name="T1" fmla="*/ 193 h 193"/>
                  <a:gd name="T2" fmla="*/ 36 w 72"/>
                  <a:gd name="T3" fmla="*/ 169 h 193"/>
                  <a:gd name="T4" fmla="*/ 30 w 72"/>
                  <a:gd name="T5" fmla="*/ 139 h 193"/>
                  <a:gd name="T6" fmla="*/ 30 w 72"/>
                  <a:gd name="T7" fmla="*/ 102 h 193"/>
                  <a:gd name="T8" fmla="*/ 30 w 72"/>
                  <a:gd name="T9" fmla="*/ 66 h 193"/>
                  <a:gd name="T10" fmla="*/ 30 w 72"/>
                  <a:gd name="T11" fmla="*/ 54 h 193"/>
                  <a:gd name="T12" fmla="*/ 36 w 72"/>
                  <a:gd name="T13" fmla="*/ 42 h 193"/>
                  <a:gd name="T14" fmla="*/ 48 w 72"/>
                  <a:gd name="T15" fmla="*/ 36 h 193"/>
                  <a:gd name="T16" fmla="*/ 60 w 72"/>
                  <a:gd name="T17" fmla="*/ 30 h 193"/>
                  <a:gd name="T18" fmla="*/ 66 w 72"/>
                  <a:gd name="T19" fmla="*/ 24 h 193"/>
                  <a:gd name="T20" fmla="*/ 66 w 72"/>
                  <a:gd name="T21" fmla="*/ 12 h 193"/>
                  <a:gd name="T22" fmla="*/ 72 w 72"/>
                  <a:gd name="T23" fmla="*/ 0 h 193"/>
                  <a:gd name="T24" fmla="*/ 60 w 72"/>
                  <a:gd name="T25" fmla="*/ 12 h 193"/>
                  <a:gd name="T26" fmla="*/ 60 w 72"/>
                  <a:gd name="T27" fmla="*/ 24 h 193"/>
                  <a:gd name="T28" fmla="*/ 48 w 72"/>
                  <a:gd name="T29" fmla="*/ 24 h 193"/>
                  <a:gd name="T30" fmla="*/ 36 w 72"/>
                  <a:gd name="T31" fmla="*/ 30 h 193"/>
                  <a:gd name="T32" fmla="*/ 30 w 72"/>
                  <a:gd name="T33" fmla="*/ 36 h 193"/>
                  <a:gd name="T34" fmla="*/ 24 w 72"/>
                  <a:gd name="T35" fmla="*/ 42 h 193"/>
                  <a:gd name="T36" fmla="*/ 12 w 72"/>
                  <a:gd name="T37" fmla="*/ 36 h 193"/>
                  <a:gd name="T38" fmla="*/ 6 w 72"/>
                  <a:gd name="T39" fmla="*/ 24 h 193"/>
                  <a:gd name="T40" fmla="*/ 6 w 72"/>
                  <a:gd name="T41" fmla="*/ 12 h 193"/>
                  <a:gd name="T42" fmla="*/ 0 w 72"/>
                  <a:gd name="T43" fmla="*/ 6 h 193"/>
                  <a:gd name="T44" fmla="*/ 0 w 72"/>
                  <a:gd name="T45" fmla="*/ 18 h 193"/>
                  <a:gd name="T46" fmla="*/ 0 w 72"/>
                  <a:gd name="T47" fmla="*/ 36 h 193"/>
                  <a:gd name="T48" fmla="*/ 0 w 72"/>
                  <a:gd name="T49" fmla="*/ 48 h 193"/>
                  <a:gd name="T50" fmla="*/ 6 w 72"/>
                  <a:gd name="T51" fmla="*/ 60 h 193"/>
                  <a:gd name="T52" fmla="*/ 0 w 72"/>
                  <a:gd name="T53" fmla="*/ 72 h 193"/>
                  <a:gd name="T54" fmla="*/ 6 w 72"/>
                  <a:gd name="T55" fmla="*/ 90 h 193"/>
                  <a:gd name="T56" fmla="*/ 12 w 72"/>
                  <a:gd name="T57" fmla="*/ 102 h 193"/>
                  <a:gd name="T58" fmla="*/ 12 w 72"/>
                  <a:gd name="T59" fmla="*/ 115 h 193"/>
                  <a:gd name="T60" fmla="*/ 18 w 72"/>
                  <a:gd name="T61" fmla="*/ 127 h 193"/>
                  <a:gd name="T62" fmla="*/ 18 w 72"/>
                  <a:gd name="T63" fmla="*/ 139 h 193"/>
                  <a:gd name="T64" fmla="*/ 12 w 72"/>
                  <a:gd name="T65" fmla="*/ 145 h 193"/>
                  <a:gd name="T66" fmla="*/ 0 w 72"/>
                  <a:gd name="T67" fmla="*/ 139 h 193"/>
                  <a:gd name="T68" fmla="*/ 6 w 72"/>
                  <a:gd name="T69" fmla="*/ 151 h 193"/>
                  <a:gd name="T70" fmla="*/ 12 w 72"/>
                  <a:gd name="T71" fmla="*/ 163 h 193"/>
                  <a:gd name="T72" fmla="*/ 12 w 72"/>
                  <a:gd name="T73" fmla="*/ 175 h 193"/>
                  <a:gd name="T74" fmla="*/ 18 w 72"/>
                  <a:gd name="T75" fmla="*/ 187 h 193"/>
                  <a:gd name="T76" fmla="*/ 30 w 72"/>
                  <a:gd name="T7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93">
                    <a:moveTo>
                      <a:pt x="30" y="193"/>
                    </a:moveTo>
                    <a:lnTo>
                      <a:pt x="36" y="169"/>
                    </a:lnTo>
                    <a:lnTo>
                      <a:pt x="30" y="139"/>
                    </a:lnTo>
                    <a:lnTo>
                      <a:pt x="30" y="102"/>
                    </a:lnTo>
                    <a:lnTo>
                      <a:pt x="30" y="66"/>
                    </a:lnTo>
                    <a:lnTo>
                      <a:pt x="30" y="54"/>
                    </a:lnTo>
                    <a:lnTo>
                      <a:pt x="36" y="42"/>
                    </a:lnTo>
                    <a:lnTo>
                      <a:pt x="48" y="36"/>
                    </a:lnTo>
                    <a:lnTo>
                      <a:pt x="60" y="30"/>
                    </a:lnTo>
                    <a:lnTo>
                      <a:pt x="66" y="24"/>
                    </a:lnTo>
                    <a:lnTo>
                      <a:pt x="66" y="12"/>
                    </a:lnTo>
                    <a:lnTo>
                      <a:pt x="72" y="0"/>
                    </a:lnTo>
                    <a:lnTo>
                      <a:pt x="60" y="12"/>
                    </a:lnTo>
                    <a:lnTo>
                      <a:pt x="60" y="24"/>
                    </a:lnTo>
                    <a:lnTo>
                      <a:pt x="48" y="24"/>
                    </a:lnTo>
                    <a:lnTo>
                      <a:pt x="36" y="30"/>
                    </a:lnTo>
                    <a:lnTo>
                      <a:pt x="30" y="36"/>
                    </a:lnTo>
                    <a:lnTo>
                      <a:pt x="24" y="42"/>
                    </a:lnTo>
                    <a:lnTo>
                      <a:pt x="12" y="36"/>
                    </a:lnTo>
                    <a:lnTo>
                      <a:pt x="6" y="24"/>
                    </a:lnTo>
                    <a:lnTo>
                      <a:pt x="6" y="12"/>
                    </a:lnTo>
                    <a:lnTo>
                      <a:pt x="0" y="6"/>
                    </a:lnTo>
                    <a:lnTo>
                      <a:pt x="0" y="18"/>
                    </a:lnTo>
                    <a:lnTo>
                      <a:pt x="0" y="36"/>
                    </a:lnTo>
                    <a:lnTo>
                      <a:pt x="0" y="48"/>
                    </a:lnTo>
                    <a:lnTo>
                      <a:pt x="6" y="60"/>
                    </a:lnTo>
                    <a:lnTo>
                      <a:pt x="0" y="72"/>
                    </a:lnTo>
                    <a:lnTo>
                      <a:pt x="6" y="90"/>
                    </a:lnTo>
                    <a:lnTo>
                      <a:pt x="12" y="102"/>
                    </a:lnTo>
                    <a:lnTo>
                      <a:pt x="12" y="115"/>
                    </a:lnTo>
                    <a:lnTo>
                      <a:pt x="18" y="127"/>
                    </a:lnTo>
                    <a:lnTo>
                      <a:pt x="18" y="139"/>
                    </a:lnTo>
                    <a:lnTo>
                      <a:pt x="12" y="145"/>
                    </a:lnTo>
                    <a:lnTo>
                      <a:pt x="0" y="139"/>
                    </a:lnTo>
                    <a:lnTo>
                      <a:pt x="6" y="151"/>
                    </a:lnTo>
                    <a:lnTo>
                      <a:pt x="12" y="163"/>
                    </a:lnTo>
                    <a:lnTo>
                      <a:pt x="12" y="175"/>
                    </a:lnTo>
                    <a:lnTo>
                      <a:pt x="18" y="187"/>
                    </a:lnTo>
                    <a:lnTo>
                      <a:pt x="30" y="193"/>
                    </a:lnTo>
                    <a:close/>
                  </a:path>
                </a:pathLst>
              </a:custGeom>
              <a:solidFill>
                <a:srgbClr val="FCA438"/>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7" name="未知"/>
              <p:cNvSpPr>
                <a:spLocks noChangeArrowheads="1"/>
              </p:cNvSpPr>
              <p:nvPr/>
            </p:nvSpPr>
            <p:spPr bwMode="auto">
              <a:xfrm>
                <a:off x="66" y="595"/>
                <a:ext cx="36" cy="36"/>
              </a:xfrm>
              <a:custGeom>
                <a:avLst/>
                <a:gdLst>
                  <a:gd name="T0" fmla="*/ 6 w 36"/>
                  <a:gd name="T1" fmla="*/ 12 h 36"/>
                  <a:gd name="T2" fmla="*/ 12 w 36"/>
                  <a:gd name="T3" fmla="*/ 12 h 36"/>
                  <a:gd name="T4" fmla="*/ 24 w 36"/>
                  <a:gd name="T5" fmla="*/ 12 h 36"/>
                  <a:gd name="T6" fmla="*/ 30 w 36"/>
                  <a:gd name="T7" fmla="*/ 18 h 36"/>
                  <a:gd name="T8" fmla="*/ 36 w 36"/>
                  <a:gd name="T9" fmla="*/ 36 h 36"/>
                  <a:gd name="T10" fmla="*/ 36 w 36"/>
                  <a:gd name="T11" fmla="*/ 24 h 36"/>
                  <a:gd name="T12" fmla="*/ 30 w 36"/>
                  <a:gd name="T13" fmla="*/ 12 h 36"/>
                  <a:gd name="T14" fmla="*/ 24 w 36"/>
                  <a:gd name="T15" fmla="*/ 6 h 36"/>
                  <a:gd name="T16" fmla="*/ 12 w 36"/>
                  <a:gd name="T17" fmla="*/ 0 h 36"/>
                  <a:gd name="T18" fmla="*/ 0 w 36"/>
                  <a:gd name="T19" fmla="*/ 0 h 36"/>
                  <a:gd name="T20" fmla="*/ 6 w 36"/>
                  <a:gd name="T21"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6">
                    <a:moveTo>
                      <a:pt x="6" y="12"/>
                    </a:moveTo>
                    <a:lnTo>
                      <a:pt x="12" y="12"/>
                    </a:lnTo>
                    <a:lnTo>
                      <a:pt x="24" y="12"/>
                    </a:lnTo>
                    <a:lnTo>
                      <a:pt x="30" y="18"/>
                    </a:lnTo>
                    <a:lnTo>
                      <a:pt x="36" y="36"/>
                    </a:lnTo>
                    <a:lnTo>
                      <a:pt x="36" y="24"/>
                    </a:lnTo>
                    <a:lnTo>
                      <a:pt x="30" y="12"/>
                    </a:lnTo>
                    <a:lnTo>
                      <a:pt x="24" y="6"/>
                    </a:lnTo>
                    <a:lnTo>
                      <a:pt x="12" y="0"/>
                    </a:lnTo>
                    <a:lnTo>
                      <a:pt x="0" y="0"/>
                    </a:lnTo>
                    <a:lnTo>
                      <a:pt x="6" y="1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8" name="未知"/>
              <p:cNvSpPr>
                <a:spLocks noChangeArrowheads="1"/>
              </p:cNvSpPr>
              <p:nvPr/>
            </p:nvSpPr>
            <p:spPr bwMode="auto">
              <a:xfrm>
                <a:off x="0" y="222"/>
                <a:ext cx="60" cy="108"/>
              </a:xfrm>
              <a:custGeom>
                <a:avLst/>
                <a:gdLst>
                  <a:gd name="T0" fmla="*/ 0 w 60"/>
                  <a:gd name="T1" fmla="*/ 42 h 108"/>
                  <a:gd name="T2" fmla="*/ 6 w 60"/>
                  <a:gd name="T3" fmla="*/ 54 h 108"/>
                  <a:gd name="T4" fmla="*/ 12 w 60"/>
                  <a:gd name="T5" fmla="*/ 66 h 108"/>
                  <a:gd name="T6" fmla="*/ 18 w 60"/>
                  <a:gd name="T7" fmla="*/ 72 h 108"/>
                  <a:gd name="T8" fmla="*/ 24 w 60"/>
                  <a:gd name="T9" fmla="*/ 78 h 108"/>
                  <a:gd name="T10" fmla="*/ 30 w 60"/>
                  <a:gd name="T11" fmla="*/ 96 h 108"/>
                  <a:gd name="T12" fmla="*/ 36 w 60"/>
                  <a:gd name="T13" fmla="*/ 108 h 108"/>
                  <a:gd name="T14" fmla="*/ 36 w 60"/>
                  <a:gd name="T15" fmla="*/ 90 h 108"/>
                  <a:gd name="T16" fmla="*/ 30 w 60"/>
                  <a:gd name="T17" fmla="*/ 78 h 108"/>
                  <a:gd name="T18" fmla="*/ 24 w 60"/>
                  <a:gd name="T19" fmla="*/ 66 h 108"/>
                  <a:gd name="T20" fmla="*/ 18 w 60"/>
                  <a:gd name="T21" fmla="*/ 54 h 108"/>
                  <a:gd name="T22" fmla="*/ 30 w 60"/>
                  <a:gd name="T23" fmla="*/ 48 h 108"/>
                  <a:gd name="T24" fmla="*/ 36 w 60"/>
                  <a:gd name="T25" fmla="*/ 42 h 108"/>
                  <a:gd name="T26" fmla="*/ 42 w 60"/>
                  <a:gd name="T27" fmla="*/ 36 h 108"/>
                  <a:gd name="T28" fmla="*/ 54 w 60"/>
                  <a:gd name="T29" fmla="*/ 18 h 108"/>
                  <a:gd name="T30" fmla="*/ 60 w 60"/>
                  <a:gd name="T31" fmla="*/ 0 h 108"/>
                  <a:gd name="T32" fmla="*/ 0 w 60"/>
                  <a:gd name="T33" fmla="*/ 4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108">
                    <a:moveTo>
                      <a:pt x="0" y="42"/>
                    </a:moveTo>
                    <a:lnTo>
                      <a:pt x="6" y="54"/>
                    </a:lnTo>
                    <a:lnTo>
                      <a:pt x="12" y="66"/>
                    </a:lnTo>
                    <a:lnTo>
                      <a:pt x="18" y="72"/>
                    </a:lnTo>
                    <a:lnTo>
                      <a:pt x="24" y="78"/>
                    </a:lnTo>
                    <a:lnTo>
                      <a:pt x="30" y="96"/>
                    </a:lnTo>
                    <a:lnTo>
                      <a:pt x="36" y="108"/>
                    </a:lnTo>
                    <a:lnTo>
                      <a:pt x="36" y="90"/>
                    </a:lnTo>
                    <a:lnTo>
                      <a:pt x="30" y="78"/>
                    </a:lnTo>
                    <a:lnTo>
                      <a:pt x="24" y="66"/>
                    </a:lnTo>
                    <a:lnTo>
                      <a:pt x="18" y="54"/>
                    </a:lnTo>
                    <a:lnTo>
                      <a:pt x="30" y="48"/>
                    </a:lnTo>
                    <a:lnTo>
                      <a:pt x="36" y="42"/>
                    </a:lnTo>
                    <a:lnTo>
                      <a:pt x="42" y="36"/>
                    </a:lnTo>
                    <a:lnTo>
                      <a:pt x="54" y="18"/>
                    </a:lnTo>
                    <a:lnTo>
                      <a:pt x="60" y="0"/>
                    </a:lnTo>
                    <a:lnTo>
                      <a:pt x="0" y="42"/>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2999" name="未知"/>
              <p:cNvSpPr>
                <a:spLocks noChangeArrowheads="1"/>
              </p:cNvSpPr>
              <p:nvPr/>
            </p:nvSpPr>
            <p:spPr bwMode="auto">
              <a:xfrm>
                <a:off x="132" y="769"/>
                <a:ext cx="42" cy="72"/>
              </a:xfrm>
              <a:custGeom>
                <a:avLst/>
                <a:gdLst>
                  <a:gd name="T0" fmla="*/ 0 w 42"/>
                  <a:gd name="T1" fmla="*/ 6 h 72"/>
                  <a:gd name="T2" fmla="*/ 12 w 42"/>
                  <a:gd name="T3" fmla="*/ 0 h 72"/>
                  <a:gd name="T4" fmla="*/ 18 w 42"/>
                  <a:gd name="T5" fmla="*/ 0 h 72"/>
                  <a:gd name="T6" fmla="*/ 30 w 42"/>
                  <a:gd name="T7" fmla="*/ 0 h 72"/>
                  <a:gd name="T8" fmla="*/ 36 w 42"/>
                  <a:gd name="T9" fmla="*/ 6 h 72"/>
                  <a:gd name="T10" fmla="*/ 42 w 42"/>
                  <a:gd name="T11" fmla="*/ 12 h 72"/>
                  <a:gd name="T12" fmla="*/ 42 w 42"/>
                  <a:gd name="T13" fmla="*/ 24 h 72"/>
                  <a:gd name="T14" fmla="*/ 42 w 42"/>
                  <a:gd name="T15" fmla="*/ 42 h 72"/>
                  <a:gd name="T16" fmla="*/ 42 w 42"/>
                  <a:gd name="T17" fmla="*/ 54 h 72"/>
                  <a:gd name="T18" fmla="*/ 42 w 42"/>
                  <a:gd name="T19" fmla="*/ 60 h 72"/>
                  <a:gd name="T20" fmla="*/ 36 w 42"/>
                  <a:gd name="T21" fmla="*/ 72 h 72"/>
                  <a:gd name="T22" fmla="*/ 30 w 42"/>
                  <a:gd name="T23" fmla="*/ 72 h 72"/>
                  <a:gd name="T24" fmla="*/ 18 w 42"/>
                  <a:gd name="T25" fmla="*/ 72 h 72"/>
                  <a:gd name="T26" fmla="*/ 12 w 42"/>
                  <a:gd name="T27" fmla="*/ 66 h 72"/>
                  <a:gd name="T28" fmla="*/ 12 w 42"/>
                  <a:gd name="T29" fmla="*/ 60 h 72"/>
                  <a:gd name="T30" fmla="*/ 6 w 42"/>
                  <a:gd name="T31" fmla="*/ 42 h 72"/>
                  <a:gd name="T32" fmla="*/ 6 w 42"/>
                  <a:gd name="T33" fmla="*/ 36 h 72"/>
                  <a:gd name="T34" fmla="*/ 6 w 42"/>
                  <a:gd name="T35" fmla="*/ 18 h 72"/>
                  <a:gd name="T36" fmla="*/ 0 w 42"/>
                  <a:gd name="T37" fmla="*/ 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2">
                    <a:moveTo>
                      <a:pt x="0" y="6"/>
                    </a:moveTo>
                    <a:lnTo>
                      <a:pt x="12" y="0"/>
                    </a:lnTo>
                    <a:lnTo>
                      <a:pt x="18" y="0"/>
                    </a:lnTo>
                    <a:lnTo>
                      <a:pt x="30" y="0"/>
                    </a:lnTo>
                    <a:lnTo>
                      <a:pt x="36" y="6"/>
                    </a:lnTo>
                    <a:lnTo>
                      <a:pt x="42" y="12"/>
                    </a:lnTo>
                    <a:lnTo>
                      <a:pt x="42" y="24"/>
                    </a:lnTo>
                    <a:lnTo>
                      <a:pt x="42" y="42"/>
                    </a:lnTo>
                    <a:lnTo>
                      <a:pt x="42" y="54"/>
                    </a:lnTo>
                    <a:lnTo>
                      <a:pt x="42" y="60"/>
                    </a:lnTo>
                    <a:lnTo>
                      <a:pt x="36" y="72"/>
                    </a:lnTo>
                    <a:lnTo>
                      <a:pt x="30" y="72"/>
                    </a:lnTo>
                    <a:lnTo>
                      <a:pt x="18" y="72"/>
                    </a:lnTo>
                    <a:lnTo>
                      <a:pt x="12" y="66"/>
                    </a:lnTo>
                    <a:lnTo>
                      <a:pt x="12" y="60"/>
                    </a:lnTo>
                    <a:lnTo>
                      <a:pt x="6" y="42"/>
                    </a:lnTo>
                    <a:lnTo>
                      <a:pt x="6" y="36"/>
                    </a:lnTo>
                    <a:lnTo>
                      <a:pt x="6" y="18"/>
                    </a:lnTo>
                    <a:lnTo>
                      <a:pt x="0" y="6"/>
                    </a:lnTo>
                    <a:close/>
                  </a:path>
                </a:pathLst>
              </a:custGeom>
              <a:solidFill>
                <a:srgbClr val="FCA439"/>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00" name="未知"/>
              <p:cNvSpPr>
                <a:spLocks noChangeArrowheads="1"/>
              </p:cNvSpPr>
              <p:nvPr/>
            </p:nvSpPr>
            <p:spPr bwMode="auto">
              <a:xfrm>
                <a:off x="84" y="649"/>
                <a:ext cx="84" cy="60"/>
              </a:xfrm>
              <a:custGeom>
                <a:avLst/>
                <a:gdLst>
                  <a:gd name="T0" fmla="*/ 0 w 84"/>
                  <a:gd name="T1" fmla="*/ 0 h 60"/>
                  <a:gd name="T2" fmla="*/ 0 w 84"/>
                  <a:gd name="T3" fmla="*/ 12 h 60"/>
                  <a:gd name="T4" fmla="*/ 6 w 84"/>
                  <a:gd name="T5" fmla="*/ 18 h 60"/>
                  <a:gd name="T6" fmla="*/ 6 w 84"/>
                  <a:gd name="T7" fmla="*/ 24 h 60"/>
                  <a:gd name="T8" fmla="*/ 12 w 84"/>
                  <a:gd name="T9" fmla="*/ 24 h 60"/>
                  <a:gd name="T10" fmla="*/ 18 w 84"/>
                  <a:gd name="T11" fmla="*/ 30 h 60"/>
                  <a:gd name="T12" fmla="*/ 12 w 84"/>
                  <a:gd name="T13" fmla="*/ 30 h 60"/>
                  <a:gd name="T14" fmla="*/ 12 w 84"/>
                  <a:gd name="T15" fmla="*/ 36 h 60"/>
                  <a:gd name="T16" fmla="*/ 18 w 84"/>
                  <a:gd name="T17" fmla="*/ 42 h 60"/>
                  <a:gd name="T18" fmla="*/ 18 w 84"/>
                  <a:gd name="T19" fmla="*/ 48 h 60"/>
                  <a:gd name="T20" fmla="*/ 18 w 84"/>
                  <a:gd name="T21" fmla="*/ 54 h 60"/>
                  <a:gd name="T22" fmla="*/ 24 w 84"/>
                  <a:gd name="T23" fmla="*/ 60 h 60"/>
                  <a:gd name="T24" fmla="*/ 30 w 84"/>
                  <a:gd name="T25" fmla="*/ 54 h 60"/>
                  <a:gd name="T26" fmla="*/ 36 w 84"/>
                  <a:gd name="T27" fmla="*/ 48 h 60"/>
                  <a:gd name="T28" fmla="*/ 42 w 84"/>
                  <a:gd name="T29" fmla="*/ 42 h 60"/>
                  <a:gd name="T30" fmla="*/ 54 w 84"/>
                  <a:gd name="T31" fmla="*/ 42 h 60"/>
                  <a:gd name="T32" fmla="*/ 60 w 84"/>
                  <a:gd name="T33" fmla="*/ 42 h 60"/>
                  <a:gd name="T34" fmla="*/ 72 w 84"/>
                  <a:gd name="T35" fmla="*/ 48 h 60"/>
                  <a:gd name="T36" fmla="*/ 60 w 84"/>
                  <a:gd name="T37" fmla="*/ 42 h 60"/>
                  <a:gd name="T38" fmla="*/ 48 w 84"/>
                  <a:gd name="T39" fmla="*/ 36 h 60"/>
                  <a:gd name="T40" fmla="*/ 36 w 84"/>
                  <a:gd name="T41" fmla="*/ 36 h 60"/>
                  <a:gd name="T42" fmla="*/ 30 w 84"/>
                  <a:gd name="T43" fmla="*/ 42 h 60"/>
                  <a:gd name="T44" fmla="*/ 24 w 84"/>
                  <a:gd name="T45" fmla="*/ 48 h 60"/>
                  <a:gd name="T46" fmla="*/ 18 w 84"/>
                  <a:gd name="T47" fmla="*/ 42 h 60"/>
                  <a:gd name="T48" fmla="*/ 24 w 84"/>
                  <a:gd name="T49" fmla="*/ 36 h 60"/>
                  <a:gd name="T50" fmla="*/ 30 w 84"/>
                  <a:gd name="T51" fmla="*/ 30 h 60"/>
                  <a:gd name="T52" fmla="*/ 36 w 84"/>
                  <a:gd name="T53" fmla="*/ 30 h 60"/>
                  <a:gd name="T54" fmla="*/ 42 w 84"/>
                  <a:gd name="T55" fmla="*/ 30 h 60"/>
                  <a:gd name="T56" fmla="*/ 36 w 84"/>
                  <a:gd name="T57" fmla="*/ 24 h 60"/>
                  <a:gd name="T58" fmla="*/ 24 w 84"/>
                  <a:gd name="T59" fmla="*/ 24 h 60"/>
                  <a:gd name="T60" fmla="*/ 18 w 84"/>
                  <a:gd name="T61" fmla="*/ 30 h 60"/>
                  <a:gd name="T62" fmla="*/ 18 w 84"/>
                  <a:gd name="T63" fmla="*/ 24 h 60"/>
                  <a:gd name="T64" fmla="*/ 30 w 84"/>
                  <a:gd name="T65" fmla="*/ 18 h 60"/>
                  <a:gd name="T66" fmla="*/ 42 w 84"/>
                  <a:gd name="T67" fmla="*/ 18 h 60"/>
                  <a:gd name="T68" fmla="*/ 54 w 84"/>
                  <a:gd name="T69" fmla="*/ 18 h 60"/>
                  <a:gd name="T70" fmla="*/ 72 w 84"/>
                  <a:gd name="T71" fmla="*/ 18 h 60"/>
                  <a:gd name="T72" fmla="*/ 84 w 84"/>
                  <a:gd name="T73" fmla="*/ 24 h 60"/>
                  <a:gd name="T74" fmla="*/ 72 w 84"/>
                  <a:gd name="T75" fmla="*/ 18 h 60"/>
                  <a:gd name="T76" fmla="*/ 54 w 84"/>
                  <a:gd name="T77" fmla="*/ 12 h 60"/>
                  <a:gd name="T78" fmla="*/ 48 w 84"/>
                  <a:gd name="T79" fmla="*/ 12 h 60"/>
                  <a:gd name="T80" fmla="*/ 36 w 84"/>
                  <a:gd name="T81" fmla="*/ 12 h 60"/>
                  <a:gd name="T82" fmla="*/ 24 w 84"/>
                  <a:gd name="T83" fmla="*/ 12 h 60"/>
                  <a:gd name="T84" fmla="*/ 12 w 84"/>
                  <a:gd name="T85" fmla="*/ 12 h 60"/>
                  <a:gd name="T86" fmla="*/ 6 w 84"/>
                  <a:gd name="T87" fmla="*/ 6 h 60"/>
                  <a:gd name="T88" fmla="*/ 0 w 84"/>
                  <a:gd name="T8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60">
                    <a:moveTo>
                      <a:pt x="0" y="0"/>
                    </a:moveTo>
                    <a:lnTo>
                      <a:pt x="0" y="12"/>
                    </a:lnTo>
                    <a:lnTo>
                      <a:pt x="6" y="18"/>
                    </a:lnTo>
                    <a:lnTo>
                      <a:pt x="6" y="24"/>
                    </a:lnTo>
                    <a:lnTo>
                      <a:pt x="12" y="24"/>
                    </a:lnTo>
                    <a:lnTo>
                      <a:pt x="18" y="30"/>
                    </a:lnTo>
                    <a:lnTo>
                      <a:pt x="12" y="30"/>
                    </a:lnTo>
                    <a:lnTo>
                      <a:pt x="12" y="36"/>
                    </a:lnTo>
                    <a:lnTo>
                      <a:pt x="18" y="42"/>
                    </a:lnTo>
                    <a:lnTo>
                      <a:pt x="18" y="48"/>
                    </a:lnTo>
                    <a:lnTo>
                      <a:pt x="18" y="54"/>
                    </a:lnTo>
                    <a:lnTo>
                      <a:pt x="24" y="60"/>
                    </a:lnTo>
                    <a:lnTo>
                      <a:pt x="30" y="54"/>
                    </a:lnTo>
                    <a:lnTo>
                      <a:pt x="36" y="48"/>
                    </a:lnTo>
                    <a:lnTo>
                      <a:pt x="42" y="42"/>
                    </a:lnTo>
                    <a:lnTo>
                      <a:pt x="54" y="42"/>
                    </a:lnTo>
                    <a:lnTo>
                      <a:pt x="60" y="42"/>
                    </a:lnTo>
                    <a:lnTo>
                      <a:pt x="72" y="48"/>
                    </a:lnTo>
                    <a:lnTo>
                      <a:pt x="60" y="42"/>
                    </a:lnTo>
                    <a:lnTo>
                      <a:pt x="48" y="36"/>
                    </a:lnTo>
                    <a:lnTo>
                      <a:pt x="36" y="36"/>
                    </a:lnTo>
                    <a:lnTo>
                      <a:pt x="30" y="42"/>
                    </a:lnTo>
                    <a:lnTo>
                      <a:pt x="24" y="48"/>
                    </a:lnTo>
                    <a:lnTo>
                      <a:pt x="18" y="42"/>
                    </a:lnTo>
                    <a:lnTo>
                      <a:pt x="24" y="36"/>
                    </a:lnTo>
                    <a:lnTo>
                      <a:pt x="30" y="30"/>
                    </a:lnTo>
                    <a:lnTo>
                      <a:pt x="36" y="30"/>
                    </a:lnTo>
                    <a:lnTo>
                      <a:pt x="42" y="30"/>
                    </a:lnTo>
                    <a:lnTo>
                      <a:pt x="36" y="24"/>
                    </a:lnTo>
                    <a:lnTo>
                      <a:pt x="24" y="24"/>
                    </a:lnTo>
                    <a:lnTo>
                      <a:pt x="18" y="30"/>
                    </a:lnTo>
                    <a:lnTo>
                      <a:pt x="18" y="24"/>
                    </a:lnTo>
                    <a:lnTo>
                      <a:pt x="30" y="18"/>
                    </a:lnTo>
                    <a:lnTo>
                      <a:pt x="42" y="18"/>
                    </a:lnTo>
                    <a:lnTo>
                      <a:pt x="54" y="18"/>
                    </a:lnTo>
                    <a:lnTo>
                      <a:pt x="72" y="18"/>
                    </a:lnTo>
                    <a:lnTo>
                      <a:pt x="84" y="24"/>
                    </a:lnTo>
                    <a:lnTo>
                      <a:pt x="72" y="18"/>
                    </a:lnTo>
                    <a:lnTo>
                      <a:pt x="54" y="12"/>
                    </a:lnTo>
                    <a:lnTo>
                      <a:pt x="48" y="12"/>
                    </a:lnTo>
                    <a:lnTo>
                      <a:pt x="36" y="12"/>
                    </a:lnTo>
                    <a:lnTo>
                      <a:pt x="24" y="12"/>
                    </a:lnTo>
                    <a:lnTo>
                      <a:pt x="12" y="12"/>
                    </a:lnTo>
                    <a:lnTo>
                      <a:pt x="6" y="6"/>
                    </a:lnTo>
                    <a:lnTo>
                      <a:pt x="0"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01" name="未知"/>
              <p:cNvSpPr>
                <a:spLocks noChangeArrowheads="1"/>
              </p:cNvSpPr>
              <p:nvPr/>
            </p:nvSpPr>
            <p:spPr bwMode="auto">
              <a:xfrm>
                <a:off x="120" y="733"/>
                <a:ext cx="24" cy="18"/>
              </a:xfrm>
              <a:custGeom>
                <a:avLst/>
                <a:gdLst>
                  <a:gd name="T0" fmla="*/ 0 w 24"/>
                  <a:gd name="T1" fmla="*/ 0 h 18"/>
                  <a:gd name="T2" fmla="*/ 0 w 24"/>
                  <a:gd name="T3" fmla="*/ 6 h 18"/>
                  <a:gd name="T4" fmla="*/ 6 w 24"/>
                  <a:gd name="T5" fmla="*/ 12 h 18"/>
                  <a:gd name="T6" fmla="*/ 6 w 24"/>
                  <a:gd name="T7" fmla="*/ 18 h 18"/>
                  <a:gd name="T8" fmla="*/ 12 w 24"/>
                  <a:gd name="T9" fmla="*/ 18 h 18"/>
                  <a:gd name="T10" fmla="*/ 18 w 24"/>
                  <a:gd name="T11" fmla="*/ 12 h 18"/>
                  <a:gd name="T12" fmla="*/ 24 w 24"/>
                  <a:gd name="T13" fmla="*/ 12 h 18"/>
                  <a:gd name="T14" fmla="*/ 18 w 24"/>
                  <a:gd name="T15" fmla="*/ 12 h 18"/>
                  <a:gd name="T16" fmla="*/ 12 w 24"/>
                  <a:gd name="T17" fmla="*/ 12 h 18"/>
                  <a:gd name="T18" fmla="*/ 0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0" y="0"/>
                    </a:moveTo>
                    <a:lnTo>
                      <a:pt x="0" y="6"/>
                    </a:lnTo>
                    <a:lnTo>
                      <a:pt x="6" y="12"/>
                    </a:lnTo>
                    <a:lnTo>
                      <a:pt x="6" y="18"/>
                    </a:lnTo>
                    <a:lnTo>
                      <a:pt x="12" y="18"/>
                    </a:lnTo>
                    <a:lnTo>
                      <a:pt x="18" y="12"/>
                    </a:lnTo>
                    <a:lnTo>
                      <a:pt x="24" y="12"/>
                    </a:lnTo>
                    <a:lnTo>
                      <a:pt x="18" y="12"/>
                    </a:lnTo>
                    <a:lnTo>
                      <a:pt x="12" y="12"/>
                    </a:lnTo>
                    <a:lnTo>
                      <a:pt x="0" y="0"/>
                    </a:lnTo>
                    <a:close/>
                  </a:path>
                </a:pathLst>
              </a:custGeom>
              <a:solidFill>
                <a:srgbClr val="FCA43A"/>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3002" name="Text Box 56"/>
            <p:cNvSpPr txBox="1">
              <a:spLocks noChangeArrowheads="1"/>
            </p:cNvSpPr>
            <p:nvPr/>
          </p:nvSpPr>
          <p:spPr bwMode="auto">
            <a:xfrm>
              <a:off x="384" y="48"/>
              <a:ext cx="19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导数一般不易得到。</a:t>
              </a:r>
            </a:p>
          </p:txBody>
        </p:sp>
      </p:grpSp>
      <p:grpSp>
        <p:nvGrpSpPr>
          <p:cNvPr id="49209" name="Group 57"/>
          <p:cNvGrpSpPr/>
          <p:nvPr/>
        </p:nvGrpSpPr>
        <p:grpSpPr bwMode="auto">
          <a:xfrm flipH="1">
            <a:off x="7620000" y="5715000"/>
            <a:ext cx="639763" cy="762000"/>
            <a:chOff x="0" y="0"/>
            <a:chExt cx="278" cy="393"/>
          </a:xfrm>
        </p:grpSpPr>
        <p:grpSp>
          <p:nvGrpSpPr>
            <p:cNvPr id="83004" name="Group 58"/>
            <p:cNvGrpSpPr/>
            <p:nvPr/>
          </p:nvGrpSpPr>
          <p:grpSpPr bwMode="auto">
            <a:xfrm>
              <a:off x="77" y="168"/>
              <a:ext cx="40" cy="34"/>
              <a:chOff x="0" y="0"/>
              <a:chExt cx="67" cy="57"/>
            </a:xfrm>
          </p:grpSpPr>
          <p:sp>
            <p:nvSpPr>
              <p:cNvPr id="83005" name="Oval 59"/>
              <p:cNvSpPr>
                <a:spLocks noChangeArrowheads="1"/>
              </p:cNvSpPr>
              <p:nvPr/>
            </p:nvSpPr>
            <p:spPr bwMode="auto">
              <a:xfrm>
                <a:off x="0" y="0"/>
                <a:ext cx="67" cy="57"/>
              </a:xfrm>
              <a:prstGeom prst="ellipse">
                <a:avLst/>
              </a:pr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3006" name="Oval 60"/>
              <p:cNvSpPr>
                <a:spLocks noChangeArrowheads="1"/>
              </p:cNvSpPr>
              <p:nvPr/>
            </p:nvSpPr>
            <p:spPr bwMode="auto">
              <a:xfrm>
                <a:off x="24" y="7"/>
                <a:ext cx="34" cy="35"/>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83007" name="Group 61"/>
            <p:cNvGrpSpPr/>
            <p:nvPr/>
          </p:nvGrpSpPr>
          <p:grpSpPr bwMode="auto">
            <a:xfrm>
              <a:off x="178" y="171"/>
              <a:ext cx="39" cy="33"/>
              <a:chOff x="0" y="0"/>
              <a:chExt cx="67" cy="57"/>
            </a:xfrm>
          </p:grpSpPr>
          <p:sp>
            <p:nvSpPr>
              <p:cNvPr id="83008" name="Oval 62"/>
              <p:cNvSpPr>
                <a:spLocks noChangeArrowheads="1"/>
              </p:cNvSpPr>
              <p:nvPr/>
            </p:nvSpPr>
            <p:spPr bwMode="auto">
              <a:xfrm>
                <a:off x="0" y="0"/>
                <a:ext cx="67" cy="57"/>
              </a:xfrm>
              <a:prstGeom prst="ellipse">
                <a:avLst/>
              </a:prstGeom>
              <a:solidFill>
                <a:srgbClr val="FF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3009" name="Oval 63"/>
              <p:cNvSpPr>
                <a:spLocks noChangeArrowheads="1"/>
              </p:cNvSpPr>
              <p:nvPr/>
            </p:nvSpPr>
            <p:spPr bwMode="auto">
              <a:xfrm>
                <a:off x="23" y="7"/>
                <a:ext cx="35" cy="36"/>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83010" name="未知"/>
            <p:cNvSpPr>
              <a:spLocks noChangeArrowheads="1"/>
            </p:cNvSpPr>
            <p:nvPr/>
          </p:nvSpPr>
          <p:spPr bwMode="auto">
            <a:xfrm>
              <a:off x="241" y="149"/>
              <a:ext cx="37" cy="90"/>
            </a:xfrm>
            <a:custGeom>
              <a:avLst/>
              <a:gdLst>
                <a:gd name="T0" fmla="*/ 58 w 128"/>
                <a:gd name="T1" fmla="*/ 18 h 311"/>
                <a:gd name="T2" fmla="*/ 93 w 128"/>
                <a:gd name="T3" fmla="*/ 0 h 311"/>
                <a:gd name="T4" fmla="*/ 110 w 128"/>
                <a:gd name="T5" fmla="*/ 18 h 311"/>
                <a:gd name="T6" fmla="*/ 122 w 128"/>
                <a:gd name="T7" fmla="*/ 63 h 311"/>
                <a:gd name="T8" fmla="*/ 128 w 128"/>
                <a:gd name="T9" fmla="*/ 126 h 311"/>
                <a:gd name="T10" fmla="*/ 122 w 128"/>
                <a:gd name="T11" fmla="*/ 195 h 311"/>
                <a:gd name="T12" fmla="*/ 104 w 128"/>
                <a:gd name="T13" fmla="*/ 259 h 311"/>
                <a:gd name="T14" fmla="*/ 75 w 128"/>
                <a:gd name="T15" fmla="*/ 305 h 311"/>
                <a:gd name="T16" fmla="*/ 35 w 128"/>
                <a:gd name="T17" fmla="*/ 311 h 311"/>
                <a:gd name="T18" fmla="*/ 0 w 128"/>
                <a:gd name="T19" fmla="*/ 218 h 311"/>
                <a:gd name="T20" fmla="*/ 58 w 128"/>
                <a:gd name="T21" fmla="*/ 18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311">
                  <a:moveTo>
                    <a:pt x="58" y="18"/>
                  </a:moveTo>
                  <a:lnTo>
                    <a:pt x="93" y="0"/>
                  </a:lnTo>
                  <a:lnTo>
                    <a:pt x="110" y="18"/>
                  </a:lnTo>
                  <a:lnTo>
                    <a:pt x="122" y="63"/>
                  </a:lnTo>
                  <a:lnTo>
                    <a:pt x="128" y="126"/>
                  </a:lnTo>
                  <a:lnTo>
                    <a:pt x="122" y="195"/>
                  </a:lnTo>
                  <a:lnTo>
                    <a:pt x="104" y="259"/>
                  </a:lnTo>
                  <a:lnTo>
                    <a:pt x="75" y="305"/>
                  </a:lnTo>
                  <a:lnTo>
                    <a:pt x="35" y="311"/>
                  </a:lnTo>
                  <a:lnTo>
                    <a:pt x="0" y="218"/>
                  </a:lnTo>
                  <a:lnTo>
                    <a:pt x="58" y="18"/>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11" name="未知"/>
            <p:cNvSpPr>
              <a:spLocks noChangeArrowheads="1"/>
            </p:cNvSpPr>
            <p:nvPr/>
          </p:nvSpPr>
          <p:spPr bwMode="auto">
            <a:xfrm>
              <a:off x="0" y="151"/>
              <a:ext cx="36" cy="90"/>
            </a:xfrm>
            <a:custGeom>
              <a:avLst/>
              <a:gdLst>
                <a:gd name="T0" fmla="*/ 69 w 126"/>
                <a:gd name="T1" fmla="*/ 16 h 311"/>
                <a:gd name="T2" fmla="*/ 33 w 126"/>
                <a:gd name="T3" fmla="*/ 0 h 311"/>
                <a:gd name="T4" fmla="*/ 17 w 126"/>
                <a:gd name="T5" fmla="*/ 16 h 311"/>
                <a:gd name="T6" fmla="*/ 5 w 126"/>
                <a:gd name="T7" fmla="*/ 62 h 311"/>
                <a:gd name="T8" fmla="*/ 0 w 126"/>
                <a:gd name="T9" fmla="*/ 126 h 311"/>
                <a:gd name="T10" fmla="*/ 5 w 126"/>
                <a:gd name="T11" fmla="*/ 195 h 311"/>
                <a:gd name="T12" fmla="*/ 23 w 126"/>
                <a:gd name="T13" fmla="*/ 259 h 311"/>
                <a:gd name="T14" fmla="*/ 51 w 126"/>
                <a:gd name="T15" fmla="*/ 305 h 311"/>
                <a:gd name="T16" fmla="*/ 91 w 126"/>
                <a:gd name="T17" fmla="*/ 311 h 311"/>
                <a:gd name="T18" fmla="*/ 126 w 126"/>
                <a:gd name="T19" fmla="*/ 218 h 311"/>
                <a:gd name="T20" fmla="*/ 69 w 126"/>
                <a:gd name="T21" fmla="*/ 1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311">
                  <a:moveTo>
                    <a:pt x="69" y="16"/>
                  </a:moveTo>
                  <a:lnTo>
                    <a:pt x="33" y="0"/>
                  </a:lnTo>
                  <a:lnTo>
                    <a:pt x="17" y="16"/>
                  </a:lnTo>
                  <a:lnTo>
                    <a:pt x="5" y="62"/>
                  </a:lnTo>
                  <a:lnTo>
                    <a:pt x="0" y="126"/>
                  </a:lnTo>
                  <a:lnTo>
                    <a:pt x="5" y="195"/>
                  </a:lnTo>
                  <a:lnTo>
                    <a:pt x="23" y="259"/>
                  </a:lnTo>
                  <a:lnTo>
                    <a:pt x="51" y="305"/>
                  </a:lnTo>
                  <a:lnTo>
                    <a:pt x="91" y="311"/>
                  </a:lnTo>
                  <a:lnTo>
                    <a:pt x="126" y="218"/>
                  </a:lnTo>
                  <a:lnTo>
                    <a:pt x="69" y="16"/>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12" name="未知"/>
            <p:cNvSpPr>
              <a:spLocks noChangeArrowheads="1"/>
            </p:cNvSpPr>
            <p:nvPr/>
          </p:nvSpPr>
          <p:spPr bwMode="auto">
            <a:xfrm>
              <a:off x="8" y="31"/>
              <a:ext cx="255" cy="362"/>
            </a:xfrm>
            <a:custGeom>
              <a:avLst/>
              <a:gdLst>
                <a:gd name="T0" fmla="*/ 254 w 874"/>
                <a:gd name="T1" fmla="*/ 21 h 1244"/>
                <a:gd name="T2" fmla="*/ 192 w 874"/>
                <a:gd name="T3" fmla="*/ 64 h 1244"/>
                <a:gd name="T4" fmla="*/ 149 w 874"/>
                <a:gd name="T5" fmla="*/ 101 h 1244"/>
                <a:gd name="T6" fmla="*/ 118 w 874"/>
                <a:gd name="T7" fmla="*/ 150 h 1244"/>
                <a:gd name="T8" fmla="*/ 80 w 874"/>
                <a:gd name="T9" fmla="*/ 203 h 1244"/>
                <a:gd name="T10" fmla="*/ 63 w 874"/>
                <a:gd name="T11" fmla="*/ 277 h 1244"/>
                <a:gd name="T12" fmla="*/ 46 w 874"/>
                <a:gd name="T13" fmla="*/ 335 h 1244"/>
                <a:gd name="T14" fmla="*/ 46 w 874"/>
                <a:gd name="T15" fmla="*/ 405 h 1244"/>
                <a:gd name="T16" fmla="*/ 63 w 874"/>
                <a:gd name="T17" fmla="*/ 501 h 1244"/>
                <a:gd name="T18" fmla="*/ 67 w 874"/>
                <a:gd name="T19" fmla="*/ 590 h 1244"/>
                <a:gd name="T20" fmla="*/ 43 w 874"/>
                <a:gd name="T21" fmla="*/ 683 h 1244"/>
                <a:gd name="T22" fmla="*/ 17 w 874"/>
                <a:gd name="T23" fmla="*/ 772 h 1244"/>
                <a:gd name="T24" fmla="*/ 0 w 874"/>
                <a:gd name="T25" fmla="*/ 853 h 1244"/>
                <a:gd name="T26" fmla="*/ 0 w 874"/>
                <a:gd name="T27" fmla="*/ 922 h 1244"/>
                <a:gd name="T28" fmla="*/ 5 w 874"/>
                <a:gd name="T29" fmla="*/ 985 h 1244"/>
                <a:gd name="T30" fmla="*/ 17 w 874"/>
                <a:gd name="T31" fmla="*/ 1036 h 1244"/>
                <a:gd name="T32" fmla="*/ 41 w 874"/>
                <a:gd name="T33" fmla="*/ 1089 h 1244"/>
                <a:gd name="T34" fmla="*/ 74 w 874"/>
                <a:gd name="T35" fmla="*/ 1128 h 1244"/>
                <a:gd name="T36" fmla="*/ 115 w 874"/>
                <a:gd name="T37" fmla="*/ 1157 h 1244"/>
                <a:gd name="T38" fmla="*/ 196 w 874"/>
                <a:gd name="T39" fmla="*/ 1207 h 1244"/>
                <a:gd name="T40" fmla="*/ 286 w 874"/>
                <a:gd name="T41" fmla="*/ 1230 h 1244"/>
                <a:gd name="T42" fmla="*/ 378 w 874"/>
                <a:gd name="T43" fmla="*/ 1244 h 1244"/>
                <a:gd name="T44" fmla="*/ 465 w 874"/>
                <a:gd name="T45" fmla="*/ 1232 h 1244"/>
                <a:gd name="T46" fmla="*/ 540 w 874"/>
                <a:gd name="T47" fmla="*/ 1218 h 1244"/>
                <a:gd name="T48" fmla="*/ 621 w 874"/>
                <a:gd name="T49" fmla="*/ 1183 h 1244"/>
                <a:gd name="T50" fmla="*/ 690 w 874"/>
                <a:gd name="T51" fmla="*/ 1149 h 1244"/>
                <a:gd name="T52" fmla="*/ 747 w 874"/>
                <a:gd name="T53" fmla="*/ 1103 h 1244"/>
                <a:gd name="T54" fmla="*/ 816 w 874"/>
                <a:gd name="T55" fmla="*/ 1022 h 1244"/>
                <a:gd name="T56" fmla="*/ 845 w 874"/>
                <a:gd name="T57" fmla="*/ 979 h 1244"/>
                <a:gd name="T58" fmla="*/ 862 w 874"/>
                <a:gd name="T59" fmla="*/ 922 h 1244"/>
                <a:gd name="T60" fmla="*/ 873 w 874"/>
                <a:gd name="T61" fmla="*/ 864 h 1244"/>
                <a:gd name="T62" fmla="*/ 874 w 874"/>
                <a:gd name="T63" fmla="*/ 811 h 1244"/>
                <a:gd name="T64" fmla="*/ 864 w 874"/>
                <a:gd name="T65" fmla="*/ 745 h 1244"/>
                <a:gd name="T66" fmla="*/ 853 w 874"/>
                <a:gd name="T67" fmla="*/ 683 h 1244"/>
                <a:gd name="T68" fmla="*/ 837 w 874"/>
                <a:gd name="T69" fmla="*/ 563 h 1244"/>
                <a:gd name="T70" fmla="*/ 845 w 874"/>
                <a:gd name="T71" fmla="*/ 503 h 1244"/>
                <a:gd name="T72" fmla="*/ 864 w 874"/>
                <a:gd name="T73" fmla="*/ 437 h 1244"/>
                <a:gd name="T74" fmla="*/ 873 w 874"/>
                <a:gd name="T75" fmla="*/ 319 h 1244"/>
                <a:gd name="T76" fmla="*/ 864 w 874"/>
                <a:gd name="T77" fmla="*/ 213 h 1244"/>
                <a:gd name="T78" fmla="*/ 845 w 874"/>
                <a:gd name="T79" fmla="*/ 141 h 1244"/>
                <a:gd name="T80" fmla="*/ 805 w 874"/>
                <a:gd name="T81" fmla="*/ 92 h 1244"/>
                <a:gd name="T82" fmla="*/ 704 w 874"/>
                <a:gd name="T83" fmla="*/ 42 h 1244"/>
                <a:gd name="T84" fmla="*/ 586 w 874"/>
                <a:gd name="T85" fmla="*/ 11 h 1244"/>
                <a:gd name="T86" fmla="*/ 393 w 874"/>
                <a:gd name="T87" fmla="*/ 0 h 1244"/>
                <a:gd name="T88" fmla="*/ 254 w 874"/>
                <a:gd name="T89" fmla="*/ 21 h 1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4" h="1244">
                  <a:moveTo>
                    <a:pt x="254" y="21"/>
                  </a:moveTo>
                  <a:lnTo>
                    <a:pt x="192" y="64"/>
                  </a:lnTo>
                  <a:lnTo>
                    <a:pt x="149" y="101"/>
                  </a:lnTo>
                  <a:lnTo>
                    <a:pt x="118" y="150"/>
                  </a:lnTo>
                  <a:lnTo>
                    <a:pt x="80" y="203"/>
                  </a:lnTo>
                  <a:lnTo>
                    <a:pt x="63" y="277"/>
                  </a:lnTo>
                  <a:lnTo>
                    <a:pt x="46" y="335"/>
                  </a:lnTo>
                  <a:lnTo>
                    <a:pt x="46" y="405"/>
                  </a:lnTo>
                  <a:lnTo>
                    <a:pt x="63" y="501"/>
                  </a:lnTo>
                  <a:lnTo>
                    <a:pt x="67" y="590"/>
                  </a:lnTo>
                  <a:lnTo>
                    <a:pt x="43" y="683"/>
                  </a:lnTo>
                  <a:lnTo>
                    <a:pt x="17" y="772"/>
                  </a:lnTo>
                  <a:lnTo>
                    <a:pt x="0" y="853"/>
                  </a:lnTo>
                  <a:lnTo>
                    <a:pt x="0" y="922"/>
                  </a:lnTo>
                  <a:lnTo>
                    <a:pt x="5" y="985"/>
                  </a:lnTo>
                  <a:lnTo>
                    <a:pt x="17" y="1036"/>
                  </a:lnTo>
                  <a:lnTo>
                    <a:pt x="41" y="1089"/>
                  </a:lnTo>
                  <a:lnTo>
                    <a:pt x="74" y="1128"/>
                  </a:lnTo>
                  <a:lnTo>
                    <a:pt x="115" y="1157"/>
                  </a:lnTo>
                  <a:lnTo>
                    <a:pt x="196" y="1207"/>
                  </a:lnTo>
                  <a:lnTo>
                    <a:pt x="286" y="1230"/>
                  </a:lnTo>
                  <a:lnTo>
                    <a:pt x="378" y="1244"/>
                  </a:lnTo>
                  <a:lnTo>
                    <a:pt x="465" y="1232"/>
                  </a:lnTo>
                  <a:lnTo>
                    <a:pt x="540" y="1218"/>
                  </a:lnTo>
                  <a:lnTo>
                    <a:pt x="621" y="1183"/>
                  </a:lnTo>
                  <a:lnTo>
                    <a:pt x="690" y="1149"/>
                  </a:lnTo>
                  <a:lnTo>
                    <a:pt x="747" y="1103"/>
                  </a:lnTo>
                  <a:lnTo>
                    <a:pt x="816" y="1022"/>
                  </a:lnTo>
                  <a:lnTo>
                    <a:pt x="845" y="979"/>
                  </a:lnTo>
                  <a:lnTo>
                    <a:pt x="862" y="922"/>
                  </a:lnTo>
                  <a:lnTo>
                    <a:pt x="873" y="864"/>
                  </a:lnTo>
                  <a:lnTo>
                    <a:pt x="874" y="811"/>
                  </a:lnTo>
                  <a:lnTo>
                    <a:pt x="864" y="745"/>
                  </a:lnTo>
                  <a:lnTo>
                    <a:pt x="853" y="683"/>
                  </a:lnTo>
                  <a:lnTo>
                    <a:pt x="837" y="563"/>
                  </a:lnTo>
                  <a:lnTo>
                    <a:pt x="845" y="503"/>
                  </a:lnTo>
                  <a:lnTo>
                    <a:pt x="864" y="437"/>
                  </a:lnTo>
                  <a:lnTo>
                    <a:pt x="873" y="319"/>
                  </a:lnTo>
                  <a:lnTo>
                    <a:pt x="864" y="213"/>
                  </a:lnTo>
                  <a:lnTo>
                    <a:pt x="845" y="141"/>
                  </a:lnTo>
                  <a:lnTo>
                    <a:pt x="805" y="92"/>
                  </a:lnTo>
                  <a:lnTo>
                    <a:pt x="704" y="42"/>
                  </a:lnTo>
                  <a:lnTo>
                    <a:pt x="586" y="11"/>
                  </a:lnTo>
                  <a:lnTo>
                    <a:pt x="393" y="0"/>
                  </a:lnTo>
                  <a:lnTo>
                    <a:pt x="254" y="21"/>
                  </a:lnTo>
                  <a:close/>
                </a:path>
              </a:pathLst>
            </a:custGeom>
            <a:solidFill>
              <a:srgbClr val="FFE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83013" name="Group 67"/>
            <p:cNvGrpSpPr/>
            <p:nvPr/>
          </p:nvGrpSpPr>
          <p:grpSpPr bwMode="auto">
            <a:xfrm>
              <a:off x="78" y="184"/>
              <a:ext cx="126" cy="136"/>
              <a:chOff x="0" y="0"/>
              <a:chExt cx="216" cy="233"/>
            </a:xfrm>
          </p:grpSpPr>
          <p:sp>
            <p:nvSpPr>
              <p:cNvPr id="83014" name="未知"/>
              <p:cNvSpPr>
                <a:spLocks noChangeArrowheads="1"/>
              </p:cNvSpPr>
              <p:nvPr/>
            </p:nvSpPr>
            <p:spPr bwMode="auto">
              <a:xfrm>
                <a:off x="0" y="204"/>
                <a:ext cx="216" cy="9"/>
              </a:xfrm>
              <a:custGeom>
                <a:avLst/>
                <a:gdLst>
                  <a:gd name="T0" fmla="*/ 0 w 431"/>
                  <a:gd name="T1" fmla="*/ 4 h 19"/>
                  <a:gd name="T2" fmla="*/ 39 w 431"/>
                  <a:gd name="T3" fmla="*/ 0 h 19"/>
                  <a:gd name="T4" fmla="*/ 98 w 431"/>
                  <a:gd name="T5" fmla="*/ 0 h 19"/>
                  <a:gd name="T6" fmla="*/ 151 w 431"/>
                  <a:gd name="T7" fmla="*/ 0 h 19"/>
                  <a:gd name="T8" fmla="*/ 217 w 431"/>
                  <a:gd name="T9" fmla="*/ 11 h 19"/>
                  <a:gd name="T10" fmla="*/ 292 w 431"/>
                  <a:gd name="T11" fmla="*/ 11 h 19"/>
                  <a:gd name="T12" fmla="*/ 365 w 431"/>
                  <a:gd name="T13" fmla="*/ 11 h 19"/>
                  <a:gd name="T14" fmla="*/ 431 w 431"/>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1" h="19">
                    <a:moveTo>
                      <a:pt x="0" y="4"/>
                    </a:moveTo>
                    <a:lnTo>
                      <a:pt x="39" y="0"/>
                    </a:lnTo>
                    <a:lnTo>
                      <a:pt x="98" y="0"/>
                    </a:lnTo>
                    <a:lnTo>
                      <a:pt x="151" y="0"/>
                    </a:lnTo>
                    <a:lnTo>
                      <a:pt x="217" y="11"/>
                    </a:lnTo>
                    <a:lnTo>
                      <a:pt x="292" y="11"/>
                    </a:lnTo>
                    <a:lnTo>
                      <a:pt x="365" y="11"/>
                    </a:lnTo>
                    <a:lnTo>
                      <a:pt x="431" y="19"/>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15" name="未知"/>
              <p:cNvSpPr>
                <a:spLocks noChangeArrowheads="1"/>
              </p:cNvSpPr>
              <p:nvPr/>
            </p:nvSpPr>
            <p:spPr bwMode="auto">
              <a:xfrm>
                <a:off x="75" y="230"/>
                <a:ext cx="46" cy="3"/>
              </a:xfrm>
              <a:custGeom>
                <a:avLst/>
                <a:gdLst>
                  <a:gd name="T0" fmla="*/ 0 w 92"/>
                  <a:gd name="T1" fmla="*/ 5 h 5"/>
                  <a:gd name="T2" fmla="*/ 67 w 92"/>
                  <a:gd name="T3" fmla="*/ 0 h 5"/>
                  <a:gd name="T4" fmla="*/ 92 w 92"/>
                  <a:gd name="T5" fmla="*/ 5 h 5"/>
                </a:gdLst>
                <a:ahLst/>
                <a:cxnLst>
                  <a:cxn ang="0">
                    <a:pos x="T0" y="T1"/>
                  </a:cxn>
                  <a:cxn ang="0">
                    <a:pos x="T2" y="T3"/>
                  </a:cxn>
                  <a:cxn ang="0">
                    <a:pos x="T4" y="T5"/>
                  </a:cxn>
                </a:cxnLst>
                <a:rect l="0" t="0" r="r" b="b"/>
                <a:pathLst>
                  <a:path w="92" h="5">
                    <a:moveTo>
                      <a:pt x="0" y="5"/>
                    </a:moveTo>
                    <a:lnTo>
                      <a:pt x="67" y="0"/>
                    </a:lnTo>
                    <a:lnTo>
                      <a:pt x="92" y="5"/>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16" name="未知"/>
              <p:cNvSpPr>
                <a:spLocks noChangeArrowheads="1"/>
              </p:cNvSpPr>
              <p:nvPr/>
            </p:nvSpPr>
            <p:spPr bwMode="auto">
              <a:xfrm>
                <a:off x="57" y="0"/>
                <a:ext cx="101" cy="155"/>
              </a:xfrm>
              <a:custGeom>
                <a:avLst/>
                <a:gdLst>
                  <a:gd name="T0" fmla="*/ 138 w 202"/>
                  <a:gd name="T1" fmla="*/ 0 h 309"/>
                  <a:gd name="T2" fmla="*/ 132 w 202"/>
                  <a:gd name="T3" fmla="*/ 53 h 309"/>
                  <a:gd name="T4" fmla="*/ 143 w 202"/>
                  <a:gd name="T5" fmla="*/ 104 h 309"/>
                  <a:gd name="T6" fmla="*/ 155 w 202"/>
                  <a:gd name="T7" fmla="*/ 139 h 309"/>
                  <a:gd name="T8" fmla="*/ 177 w 202"/>
                  <a:gd name="T9" fmla="*/ 190 h 309"/>
                  <a:gd name="T10" fmla="*/ 189 w 202"/>
                  <a:gd name="T11" fmla="*/ 223 h 309"/>
                  <a:gd name="T12" fmla="*/ 202 w 202"/>
                  <a:gd name="T13" fmla="*/ 264 h 309"/>
                  <a:gd name="T14" fmla="*/ 189 w 202"/>
                  <a:gd name="T15" fmla="*/ 293 h 309"/>
                  <a:gd name="T16" fmla="*/ 173 w 202"/>
                  <a:gd name="T17" fmla="*/ 303 h 309"/>
                  <a:gd name="T18" fmla="*/ 143 w 202"/>
                  <a:gd name="T19" fmla="*/ 309 h 309"/>
                  <a:gd name="T20" fmla="*/ 109 w 202"/>
                  <a:gd name="T21" fmla="*/ 293 h 309"/>
                  <a:gd name="T22" fmla="*/ 63 w 202"/>
                  <a:gd name="T23" fmla="*/ 287 h 309"/>
                  <a:gd name="T24" fmla="*/ 0 w 202"/>
                  <a:gd name="T25" fmla="*/ 29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2" h="309">
                    <a:moveTo>
                      <a:pt x="138" y="0"/>
                    </a:moveTo>
                    <a:lnTo>
                      <a:pt x="132" y="53"/>
                    </a:lnTo>
                    <a:lnTo>
                      <a:pt x="143" y="104"/>
                    </a:lnTo>
                    <a:lnTo>
                      <a:pt x="155" y="139"/>
                    </a:lnTo>
                    <a:lnTo>
                      <a:pt x="177" y="190"/>
                    </a:lnTo>
                    <a:lnTo>
                      <a:pt x="189" y="223"/>
                    </a:lnTo>
                    <a:lnTo>
                      <a:pt x="202" y="264"/>
                    </a:lnTo>
                    <a:lnTo>
                      <a:pt x="189" y="293"/>
                    </a:lnTo>
                    <a:lnTo>
                      <a:pt x="173" y="303"/>
                    </a:lnTo>
                    <a:lnTo>
                      <a:pt x="143" y="309"/>
                    </a:lnTo>
                    <a:lnTo>
                      <a:pt x="109" y="293"/>
                    </a:lnTo>
                    <a:lnTo>
                      <a:pt x="63" y="287"/>
                    </a:lnTo>
                    <a:lnTo>
                      <a:pt x="0" y="297"/>
                    </a:lnTo>
                  </a:path>
                </a:pathLst>
              </a:custGeom>
              <a:noFill/>
              <a:ln w="7938">
                <a:solidFill>
                  <a:srgbClr val="0000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83017" name="Group 71"/>
            <p:cNvGrpSpPr/>
            <p:nvPr/>
          </p:nvGrpSpPr>
          <p:grpSpPr bwMode="auto">
            <a:xfrm>
              <a:off x="65" y="127"/>
              <a:ext cx="168" cy="15"/>
              <a:chOff x="0" y="0"/>
              <a:chExt cx="287" cy="26"/>
            </a:xfrm>
          </p:grpSpPr>
          <p:sp>
            <p:nvSpPr>
              <p:cNvPr id="83018" name="未知"/>
              <p:cNvSpPr>
                <a:spLocks noChangeArrowheads="1"/>
              </p:cNvSpPr>
              <p:nvPr/>
            </p:nvSpPr>
            <p:spPr bwMode="auto">
              <a:xfrm>
                <a:off x="0" y="0"/>
                <a:ext cx="116" cy="24"/>
              </a:xfrm>
              <a:custGeom>
                <a:avLst/>
                <a:gdLst>
                  <a:gd name="T0" fmla="*/ 0 w 232"/>
                  <a:gd name="T1" fmla="*/ 49 h 49"/>
                  <a:gd name="T2" fmla="*/ 33 w 232"/>
                  <a:gd name="T3" fmla="*/ 28 h 49"/>
                  <a:gd name="T4" fmla="*/ 64 w 232"/>
                  <a:gd name="T5" fmla="*/ 14 h 49"/>
                  <a:gd name="T6" fmla="*/ 98 w 232"/>
                  <a:gd name="T7" fmla="*/ 6 h 49"/>
                  <a:gd name="T8" fmla="*/ 126 w 232"/>
                  <a:gd name="T9" fmla="*/ 3 h 49"/>
                  <a:gd name="T10" fmla="*/ 148 w 232"/>
                  <a:gd name="T11" fmla="*/ 0 h 49"/>
                  <a:gd name="T12" fmla="*/ 187 w 232"/>
                  <a:gd name="T13" fmla="*/ 11 h 49"/>
                  <a:gd name="T14" fmla="*/ 232 w 232"/>
                  <a:gd name="T15" fmla="*/ 25 h 49"/>
                  <a:gd name="T16" fmla="*/ 230 w 232"/>
                  <a:gd name="T17" fmla="*/ 38 h 49"/>
                  <a:gd name="T18" fmla="*/ 211 w 232"/>
                  <a:gd name="T19" fmla="*/ 41 h 49"/>
                  <a:gd name="T20" fmla="*/ 187 w 232"/>
                  <a:gd name="T21" fmla="*/ 33 h 49"/>
                  <a:gd name="T22" fmla="*/ 146 w 232"/>
                  <a:gd name="T23" fmla="*/ 29 h 49"/>
                  <a:gd name="T24" fmla="*/ 120 w 232"/>
                  <a:gd name="T25" fmla="*/ 28 h 49"/>
                  <a:gd name="T26" fmla="*/ 96 w 232"/>
                  <a:gd name="T27" fmla="*/ 33 h 49"/>
                  <a:gd name="T28" fmla="*/ 64 w 232"/>
                  <a:gd name="T29" fmla="*/ 41 h 49"/>
                  <a:gd name="T30" fmla="*/ 36 w 232"/>
                  <a:gd name="T31" fmla="*/ 46 h 49"/>
                  <a:gd name="T32" fmla="*/ 0 w 232"/>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49">
                    <a:moveTo>
                      <a:pt x="0" y="49"/>
                    </a:moveTo>
                    <a:lnTo>
                      <a:pt x="33" y="28"/>
                    </a:lnTo>
                    <a:lnTo>
                      <a:pt x="64" y="14"/>
                    </a:lnTo>
                    <a:lnTo>
                      <a:pt x="98" y="6"/>
                    </a:lnTo>
                    <a:lnTo>
                      <a:pt x="126" y="3"/>
                    </a:lnTo>
                    <a:lnTo>
                      <a:pt x="148" y="0"/>
                    </a:lnTo>
                    <a:lnTo>
                      <a:pt x="187" y="11"/>
                    </a:lnTo>
                    <a:lnTo>
                      <a:pt x="232" y="25"/>
                    </a:lnTo>
                    <a:lnTo>
                      <a:pt x="230" y="38"/>
                    </a:lnTo>
                    <a:lnTo>
                      <a:pt x="211" y="41"/>
                    </a:lnTo>
                    <a:lnTo>
                      <a:pt x="187" y="33"/>
                    </a:lnTo>
                    <a:lnTo>
                      <a:pt x="146" y="29"/>
                    </a:lnTo>
                    <a:lnTo>
                      <a:pt x="120" y="28"/>
                    </a:lnTo>
                    <a:lnTo>
                      <a:pt x="96" y="33"/>
                    </a:lnTo>
                    <a:lnTo>
                      <a:pt x="64" y="41"/>
                    </a:lnTo>
                    <a:lnTo>
                      <a:pt x="36" y="46"/>
                    </a:lnTo>
                    <a:lnTo>
                      <a:pt x="0" y="49"/>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19" name="未知"/>
              <p:cNvSpPr>
                <a:spLocks noChangeArrowheads="1"/>
              </p:cNvSpPr>
              <p:nvPr/>
            </p:nvSpPr>
            <p:spPr bwMode="auto">
              <a:xfrm>
                <a:off x="174" y="2"/>
                <a:ext cx="113" cy="24"/>
              </a:xfrm>
              <a:custGeom>
                <a:avLst/>
                <a:gdLst>
                  <a:gd name="T0" fmla="*/ 226 w 226"/>
                  <a:gd name="T1" fmla="*/ 48 h 48"/>
                  <a:gd name="T2" fmla="*/ 194 w 226"/>
                  <a:gd name="T3" fmla="*/ 26 h 48"/>
                  <a:gd name="T4" fmla="*/ 162 w 226"/>
                  <a:gd name="T5" fmla="*/ 13 h 48"/>
                  <a:gd name="T6" fmla="*/ 131 w 226"/>
                  <a:gd name="T7" fmla="*/ 6 h 48"/>
                  <a:gd name="T8" fmla="*/ 104 w 226"/>
                  <a:gd name="T9" fmla="*/ 2 h 48"/>
                  <a:gd name="T10" fmla="*/ 83 w 226"/>
                  <a:gd name="T11" fmla="*/ 0 h 48"/>
                  <a:gd name="T12" fmla="*/ 45 w 226"/>
                  <a:gd name="T13" fmla="*/ 10 h 48"/>
                  <a:gd name="T14" fmla="*/ 0 w 226"/>
                  <a:gd name="T15" fmla="*/ 23 h 48"/>
                  <a:gd name="T16" fmla="*/ 3 w 226"/>
                  <a:gd name="T17" fmla="*/ 37 h 48"/>
                  <a:gd name="T18" fmla="*/ 21 w 226"/>
                  <a:gd name="T19" fmla="*/ 40 h 48"/>
                  <a:gd name="T20" fmla="*/ 45 w 226"/>
                  <a:gd name="T21" fmla="*/ 32 h 48"/>
                  <a:gd name="T22" fmla="*/ 85 w 226"/>
                  <a:gd name="T23" fmla="*/ 29 h 48"/>
                  <a:gd name="T24" fmla="*/ 110 w 226"/>
                  <a:gd name="T25" fmla="*/ 26 h 48"/>
                  <a:gd name="T26" fmla="*/ 133 w 226"/>
                  <a:gd name="T27" fmla="*/ 32 h 48"/>
                  <a:gd name="T28" fmla="*/ 162 w 226"/>
                  <a:gd name="T29" fmla="*/ 40 h 48"/>
                  <a:gd name="T30" fmla="*/ 191 w 226"/>
                  <a:gd name="T31" fmla="*/ 46 h 48"/>
                  <a:gd name="T32" fmla="*/ 226 w 226"/>
                  <a:gd name="T3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48">
                    <a:moveTo>
                      <a:pt x="226" y="48"/>
                    </a:moveTo>
                    <a:lnTo>
                      <a:pt x="194" y="26"/>
                    </a:lnTo>
                    <a:lnTo>
                      <a:pt x="162" y="13"/>
                    </a:lnTo>
                    <a:lnTo>
                      <a:pt x="131" y="6"/>
                    </a:lnTo>
                    <a:lnTo>
                      <a:pt x="104" y="2"/>
                    </a:lnTo>
                    <a:lnTo>
                      <a:pt x="83" y="0"/>
                    </a:lnTo>
                    <a:lnTo>
                      <a:pt x="45" y="10"/>
                    </a:lnTo>
                    <a:lnTo>
                      <a:pt x="0" y="23"/>
                    </a:lnTo>
                    <a:lnTo>
                      <a:pt x="3" y="37"/>
                    </a:lnTo>
                    <a:lnTo>
                      <a:pt x="21" y="40"/>
                    </a:lnTo>
                    <a:lnTo>
                      <a:pt x="45" y="32"/>
                    </a:lnTo>
                    <a:lnTo>
                      <a:pt x="85" y="29"/>
                    </a:lnTo>
                    <a:lnTo>
                      <a:pt x="110" y="26"/>
                    </a:lnTo>
                    <a:lnTo>
                      <a:pt x="133" y="32"/>
                    </a:lnTo>
                    <a:lnTo>
                      <a:pt x="162" y="40"/>
                    </a:lnTo>
                    <a:lnTo>
                      <a:pt x="191" y="46"/>
                    </a:lnTo>
                    <a:lnTo>
                      <a:pt x="226" y="48"/>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sp>
          <p:nvSpPr>
            <p:cNvPr id="83020" name="未知"/>
            <p:cNvSpPr>
              <a:spLocks noChangeArrowheads="1"/>
            </p:cNvSpPr>
            <p:nvPr/>
          </p:nvSpPr>
          <p:spPr bwMode="auto">
            <a:xfrm>
              <a:off x="15" y="0"/>
              <a:ext cx="263" cy="171"/>
            </a:xfrm>
            <a:custGeom>
              <a:avLst/>
              <a:gdLst>
                <a:gd name="T0" fmla="*/ 23 w 903"/>
                <a:gd name="T1" fmla="*/ 580 h 586"/>
                <a:gd name="T2" fmla="*/ 67 w 903"/>
                <a:gd name="T3" fmla="*/ 586 h 586"/>
                <a:gd name="T4" fmla="*/ 57 w 903"/>
                <a:gd name="T5" fmla="*/ 503 h 586"/>
                <a:gd name="T6" fmla="*/ 110 w 903"/>
                <a:gd name="T7" fmla="*/ 428 h 586"/>
                <a:gd name="T8" fmla="*/ 114 w 903"/>
                <a:gd name="T9" fmla="*/ 337 h 586"/>
                <a:gd name="T10" fmla="*/ 179 w 903"/>
                <a:gd name="T11" fmla="*/ 286 h 586"/>
                <a:gd name="T12" fmla="*/ 179 w 903"/>
                <a:gd name="T13" fmla="*/ 212 h 586"/>
                <a:gd name="T14" fmla="*/ 235 w 903"/>
                <a:gd name="T15" fmla="*/ 207 h 586"/>
                <a:gd name="T16" fmla="*/ 287 w 903"/>
                <a:gd name="T17" fmla="*/ 166 h 586"/>
                <a:gd name="T18" fmla="*/ 372 w 903"/>
                <a:gd name="T19" fmla="*/ 217 h 586"/>
                <a:gd name="T20" fmla="*/ 390 w 903"/>
                <a:gd name="T21" fmla="*/ 189 h 586"/>
                <a:gd name="T22" fmla="*/ 476 w 903"/>
                <a:gd name="T23" fmla="*/ 217 h 586"/>
                <a:gd name="T24" fmla="*/ 453 w 903"/>
                <a:gd name="T25" fmla="*/ 166 h 586"/>
                <a:gd name="T26" fmla="*/ 563 w 903"/>
                <a:gd name="T27" fmla="*/ 229 h 586"/>
                <a:gd name="T28" fmla="*/ 574 w 903"/>
                <a:gd name="T29" fmla="*/ 189 h 586"/>
                <a:gd name="T30" fmla="*/ 673 w 903"/>
                <a:gd name="T31" fmla="*/ 252 h 586"/>
                <a:gd name="T32" fmla="*/ 724 w 903"/>
                <a:gd name="T33" fmla="*/ 240 h 586"/>
                <a:gd name="T34" fmla="*/ 752 w 903"/>
                <a:gd name="T35" fmla="*/ 303 h 586"/>
                <a:gd name="T36" fmla="*/ 787 w 903"/>
                <a:gd name="T37" fmla="*/ 296 h 586"/>
                <a:gd name="T38" fmla="*/ 814 w 903"/>
                <a:gd name="T39" fmla="*/ 341 h 586"/>
                <a:gd name="T40" fmla="*/ 790 w 903"/>
                <a:gd name="T41" fmla="*/ 421 h 586"/>
                <a:gd name="T42" fmla="*/ 799 w 903"/>
                <a:gd name="T43" fmla="*/ 488 h 586"/>
                <a:gd name="T44" fmla="*/ 820 w 903"/>
                <a:gd name="T45" fmla="*/ 574 h 586"/>
                <a:gd name="T46" fmla="*/ 845 w 903"/>
                <a:gd name="T47" fmla="*/ 574 h 586"/>
                <a:gd name="T48" fmla="*/ 872 w 903"/>
                <a:gd name="T49" fmla="*/ 517 h 586"/>
                <a:gd name="T50" fmla="*/ 890 w 903"/>
                <a:gd name="T51" fmla="*/ 463 h 586"/>
                <a:gd name="T52" fmla="*/ 903 w 903"/>
                <a:gd name="T53" fmla="*/ 383 h 586"/>
                <a:gd name="T54" fmla="*/ 890 w 903"/>
                <a:gd name="T55" fmla="*/ 264 h 586"/>
                <a:gd name="T56" fmla="*/ 844 w 903"/>
                <a:gd name="T57" fmla="*/ 182 h 586"/>
                <a:gd name="T58" fmla="*/ 810 w 903"/>
                <a:gd name="T59" fmla="*/ 132 h 586"/>
                <a:gd name="T60" fmla="*/ 752 w 903"/>
                <a:gd name="T61" fmla="*/ 79 h 586"/>
                <a:gd name="T62" fmla="*/ 667 w 903"/>
                <a:gd name="T63" fmla="*/ 40 h 586"/>
                <a:gd name="T64" fmla="*/ 580 w 903"/>
                <a:gd name="T65" fmla="*/ 16 h 586"/>
                <a:gd name="T66" fmla="*/ 453 w 903"/>
                <a:gd name="T67" fmla="*/ 0 h 586"/>
                <a:gd name="T68" fmla="*/ 337 w 903"/>
                <a:gd name="T69" fmla="*/ 16 h 586"/>
                <a:gd name="T70" fmla="*/ 258 w 903"/>
                <a:gd name="T71" fmla="*/ 22 h 586"/>
                <a:gd name="T72" fmla="*/ 196 w 903"/>
                <a:gd name="T73" fmla="*/ 44 h 586"/>
                <a:gd name="T74" fmla="*/ 121 w 903"/>
                <a:gd name="T75" fmla="*/ 90 h 586"/>
                <a:gd name="T76" fmla="*/ 57 w 903"/>
                <a:gd name="T77" fmla="*/ 172 h 586"/>
                <a:gd name="T78" fmla="*/ 29 w 903"/>
                <a:gd name="T79" fmla="*/ 223 h 586"/>
                <a:gd name="T80" fmla="*/ 0 w 903"/>
                <a:gd name="T81" fmla="*/ 326 h 586"/>
                <a:gd name="T82" fmla="*/ 0 w 903"/>
                <a:gd name="T83" fmla="*/ 440 h 586"/>
                <a:gd name="T84" fmla="*/ 0 w 903"/>
                <a:gd name="T85" fmla="*/ 516 h 586"/>
                <a:gd name="T86" fmla="*/ 23 w 903"/>
                <a:gd name="T87" fmla="*/ 58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3" h="586">
                  <a:moveTo>
                    <a:pt x="23" y="580"/>
                  </a:moveTo>
                  <a:lnTo>
                    <a:pt x="67" y="586"/>
                  </a:lnTo>
                  <a:lnTo>
                    <a:pt x="57" y="503"/>
                  </a:lnTo>
                  <a:lnTo>
                    <a:pt x="110" y="428"/>
                  </a:lnTo>
                  <a:lnTo>
                    <a:pt x="114" y="337"/>
                  </a:lnTo>
                  <a:lnTo>
                    <a:pt x="179" y="286"/>
                  </a:lnTo>
                  <a:lnTo>
                    <a:pt x="179" y="212"/>
                  </a:lnTo>
                  <a:lnTo>
                    <a:pt x="235" y="207"/>
                  </a:lnTo>
                  <a:lnTo>
                    <a:pt x="287" y="166"/>
                  </a:lnTo>
                  <a:lnTo>
                    <a:pt x="372" y="217"/>
                  </a:lnTo>
                  <a:lnTo>
                    <a:pt x="390" y="189"/>
                  </a:lnTo>
                  <a:lnTo>
                    <a:pt x="476" y="217"/>
                  </a:lnTo>
                  <a:lnTo>
                    <a:pt x="453" y="166"/>
                  </a:lnTo>
                  <a:lnTo>
                    <a:pt x="563" y="229"/>
                  </a:lnTo>
                  <a:lnTo>
                    <a:pt x="574" y="189"/>
                  </a:lnTo>
                  <a:lnTo>
                    <a:pt x="673" y="252"/>
                  </a:lnTo>
                  <a:lnTo>
                    <a:pt x="724" y="240"/>
                  </a:lnTo>
                  <a:lnTo>
                    <a:pt x="752" y="303"/>
                  </a:lnTo>
                  <a:lnTo>
                    <a:pt x="787" y="296"/>
                  </a:lnTo>
                  <a:lnTo>
                    <a:pt x="814" y="341"/>
                  </a:lnTo>
                  <a:lnTo>
                    <a:pt x="790" y="421"/>
                  </a:lnTo>
                  <a:lnTo>
                    <a:pt x="799" y="488"/>
                  </a:lnTo>
                  <a:lnTo>
                    <a:pt x="820" y="574"/>
                  </a:lnTo>
                  <a:lnTo>
                    <a:pt x="845" y="574"/>
                  </a:lnTo>
                  <a:lnTo>
                    <a:pt x="872" y="517"/>
                  </a:lnTo>
                  <a:lnTo>
                    <a:pt x="890" y="463"/>
                  </a:lnTo>
                  <a:lnTo>
                    <a:pt x="903" y="383"/>
                  </a:lnTo>
                  <a:lnTo>
                    <a:pt x="890" y="264"/>
                  </a:lnTo>
                  <a:lnTo>
                    <a:pt x="844" y="182"/>
                  </a:lnTo>
                  <a:lnTo>
                    <a:pt x="810" y="132"/>
                  </a:lnTo>
                  <a:lnTo>
                    <a:pt x="752" y="79"/>
                  </a:lnTo>
                  <a:lnTo>
                    <a:pt x="667" y="40"/>
                  </a:lnTo>
                  <a:lnTo>
                    <a:pt x="580" y="16"/>
                  </a:lnTo>
                  <a:lnTo>
                    <a:pt x="453" y="0"/>
                  </a:lnTo>
                  <a:lnTo>
                    <a:pt x="337" y="16"/>
                  </a:lnTo>
                  <a:lnTo>
                    <a:pt x="258" y="22"/>
                  </a:lnTo>
                  <a:lnTo>
                    <a:pt x="196" y="44"/>
                  </a:lnTo>
                  <a:lnTo>
                    <a:pt x="121" y="90"/>
                  </a:lnTo>
                  <a:lnTo>
                    <a:pt x="57" y="172"/>
                  </a:lnTo>
                  <a:lnTo>
                    <a:pt x="29" y="223"/>
                  </a:lnTo>
                  <a:lnTo>
                    <a:pt x="0" y="326"/>
                  </a:lnTo>
                  <a:lnTo>
                    <a:pt x="0" y="440"/>
                  </a:lnTo>
                  <a:lnTo>
                    <a:pt x="0" y="516"/>
                  </a:lnTo>
                  <a:lnTo>
                    <a:pt x="23" y="580"/>
                  </a:lnTo>
                  <a:close/>
                </a:path>
              </a:pathLst>
            </a:custGeom>
            <a:solidFill>
              <a:srgbClr val="80400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83021" name="Group 75"/>
            <p:cNvGrpSpPr/>
            <p:nvPr/>
          </p:nvGrpSpPr>
          <p:grpSpPr bwMode="auto">
            <a:xfrm>
              <a:off x="14" y="148"/>
              <a:ext cx="251" cy="73"/>
              <a:chOff x="0" y="0"/>
              <a:chExt cx="431" cy="125"/>
            </a:xfrm>
          </p:grpSpPr>
          <p:grpSp>
            <p:nvGrpSpPr>
              <p:cNvPr id="83022" name="Group 76"/>
              <p:cNvGrpSpPr/>
              <p:nvPr/>
            </p:nvGrpSpPr>
            <p:grpSpPr bwMode="auto">
              <a:xfrm>
                <a:off x="0" y="0"/>
                <a:ext cx="431" cy="125"/>
                <a:chOff x="0" y="0"/>
                <a:chExt cx="431" cy="125"/>
              </a:xfrm>
            </p:grpSpPr>
            <p:sp>
              <p:nvSpPr>
                <p:cNvPr id="83023" name="未知"/>
                <p:cNvSpPr>
                  <a:spLocks noChangeArrowheads="1"/>
                </p:cNvSpPr>
                <p:nvPr/>
              </p:nvSpPr>
              <p:spPr bwMode="auto">
                <a:xfrm>
                  <a:off x="64" y="0"/>
                  <a:ext cx="155" cy="124"/>
                </a:xfrm>
                <a:custGeom>
                  <a:avLst/>
                  <a:gdLst>
                    <a:gd name="T0" fmla="*/ 30 w 309"/>
                    <a:gd name="T1" fmla="*/ 13 h 246"/>
                    <a:gd name="T2" fmla="*/ 88 w 309"/>
                    <a:gd name="T3" fmla="*/ 0 h 246"/>
                    <a:gd name="T4" fmla="*/ 150 w 309"/>
                    <a:gd name="T5" fmla="*/ 0 h 246"/>
                    <a:gd name="T6" fmla="*/ 243 w 309"/>
                    <a:gd name="T7" fmla="*/ 7 h 246"/>
                    <a:gd name="T8" fmla="*/ 276 w 309"/>
                    <a:gd name="T9" fmla="*/ 13 h 246"/>
                    <a:gd name="T10" fmla="*/ 309 w 309"/>
                    <a:gd name="T11" fmla="*/ 29 h 246"/>
                    <a:gd name="T12" fmla="*/ 309 w 309"/>
                    <a:gd name="T13" fmla="*/ 65 h 246"/>
                    <a:gd name="T14" fmla="*/ 309 w 309"/>
                    <a:gd name="T15" fmla="*/ 105 h 246"/>
                    <a:gd name="T16" fmla="*/ 299 w 309"/>
                    <a:gd name="T17" fmla="*/ 142 h 246"/>
                    <a:gd name="T18" fmla="*/ 288 w 309"/>
                    <a:gd name="T19" fmla="*/ 167 h 246"/>
                    <a:gd name="T20" fmla="*/ 279 w 309"/>
                    <a:gd name="T21" fmla="*/ 190 h 246"/>
                    <a:gd name="T22" fmla="*/ 266 w 309"/>
                    <a:gd name="T23" fmla="*/ 208 h 246"/>
                    <a:gd name="T24" fmla="*/ 248 w 309"/>
                    <a:gd name="T25" fmla="*/ 225 h 246"/>
                    <a:gd name="T26" fmla="*/ 218 w 309"/>
                    <a:gd name="T27" fmla="*/ 235 h 246"/>
                    <a:gd name="T28" fmla="*/ 180 w 309"/>
                    <a:gd name="T29" fmla="*/ 242 h 246"/>
                    <a:gd name="T30" fmla="*/ 137 w 309"/>
                    <a:gd name="T31" fmla="*/ 246 h 246"/>
                    <a:gd name="T32" fmla="*/ 103 w 309"/>
                    <a:gd name="T33" fmla="*/ 242 h 246"/>
                    <a:gd name="T34" fmla="*/ 75 w 309"/>
                    <a:gd name="T35" fmla="*/ 237 h 246"/>
                    <a:gd name="T36" fmla="*/ 47 w 309"/>
                    <a:gd name="T37" fmla="*/ 225 h 246"/>
                    <a:gd name="T38" fmla="*/ 23 w 309"/>
                    <a:gd name="T39" fmla="*/ 204 h 246"/>
                    <a:gd name="T40" fmla="*/ 11 w 309"/>
                    <a:gd name="T41" fmla="*/ 184 h 246"/>
                    <a:gd name="T42" fmla="*/ 0 w 309"/>
                    <a:gd name="T43" fmla="*/ 133 h 246"/>
                    <a:gd name="T44" fmla="*/ 0 w 309"/>
                    <a:gd name="T45" fmla="*/ 87 h 246"/>
                    <a:gd name="T46" fmla="*/ 0 w 309"/>
                    <a:gd name="T47" fmla="*/ 41 h 246"/>
                    <a:gd name="T48" fmla="*/ 30 w 309"/>
                    <a:gd name="T49" fmla="*/ 1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9" h="246">
                      <a:moveTo>
                        <a:pt x="30" y="13"/>
                      </a:moveTo>
                      <a:lnTo>
                        <a:pt x="88" y="0"/>
                      </a:lnTo>
                      <a:lnTo>
                        <a:pt x="150" y="0"/>
                      </a:lnTo>
                      <a:lnTo>
                        <a:pt x="243" y="7"/>
                      </a:lnTo>
                      <a:lnTo>
                        <a:pt x="276" y="13"/>
                      </a:lnTo>
                      <a:lnTo>
                        <a:pt x="309" y="29"/>
                      </a:lnTo>
                      <a:lnTo>
                        <a:pt x="309" y="65"/>
                      </a:lnTo>
                      <a:lnTo>
                        <a:pt x="309" y="105"/>
                      </a:lnTo>
                      <a:lnTo>
                        <a:pt x="299" y="142"/>
                      </a:lnTo>
                      <a:lnTo>
                        <a:pt x="288" y="167"/>
                      </a:lnTo>
                      <a:lnTo>
                        <a:pt x="279" y="190"/>
                      </a:lnTo>
                      <a:lnTo>
                        <a:pt x="266" y="208"/>
                      </a:lnTo>
                      <a:lnTo>
                        <a:pt x="248" y="225"/>
                      </a:lnTo>
                      <a:lnTo>
                        <a:pt x="218" y="235"/>
                      </a:lnTo>
                      <a:lnTo>
                        <a:pt x="180" y="242"/>
                      </a:lnTo>
                      <a:lnTo>
                        <a:pt x="137" y="246"/>
                      </a:lnTo>
                      <a:lnTo>
                        <a:pt x="103" y="242"/>
                      </a:lnTo>
                      <a:lnTo>
                        <a:pt x="75" y="237"/>
                      </a:lnTo>
                      <a:lnTo>
                        <a:pt x="47" y="225"/>
                      </a:lnTo>
                      <a:lnTo>
                        <a:pt x="23" y="204"/>
                      </a:lnTo>
                      <a:lnTo>
                        <a:pt x="11" y="184"/>
                      </a:lnTo>
                      <a:lnTo>
                        <a:pt x="0" y="133"/>
                      </a:lnTo>
                      <a:lnTo>
                        <a:pt x="0" y="87"/>
                      </a:lnTo>
                      <a:lnTo>
                        <a:pt x="0" y="41"/>
                      </a:lnTo>
                      <a:lnTo>
                        <a:pt x="30" y="13"/>
                      </a:lnTo>
                      <a:close/>
                    </a:path>
                  </a:pathLst>
                </a:cu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24" name="未知"/>
                <p:cNvSpPr>
                  <a:spLocks noChangeArrowheads="1"/>
                </p:cNvSpPr>
                <p:nvPr/>
              </p:nvSpPr>
              <p:spPr bwMode="auto">
                <a:xfrm>
                  <a:off x="240" y="3"/>
                  <a:ext cx="154" cy="122"/>
                </a:xfrm>
                <a:custGeom>
                  <a:avLst/>
                  <a:gdLst>
                    <a:gd name="T0" fmla="*/ 269 w 308"/>
                    <a:gd name="T1" fmla="*/ 12 h 245"/>
                    <a:gd name="T2" fmla="*/ 212 w 308"/>
                    <a:gd name="T3" fmla="*/ 2 h 245"/>
                    <a:gd name="T4" fmla="*/ 158 w 308"/>
                    <a:gd name="T5" fmla="*/ 2 h 245"/>
                    <a:gd name="T6" fmla="*/ 107 w 308"/>
                    <a:gd name="T7" fmla="*/ 0 h 245"/>
                    <a:gd name="T8" fmla="*/ 61 w 308"/>
                    <a:gd name="T9" fmla="*/ 3 h 245"/>
                    <a:gd name="T10" fmla="*/ 28 w 308"/>
                    <a:gd name="T11" fmla="*/ 12 h 245"/>
                    <a:gd name="T12" fmla="*/ 0 w 308"/>
                    <a:gd name="T13" fmla="*/ 26 h 245"/>
                    <a:gd name="T14" fmla="*/ 0 w 308"/>
                    <a:gd name="T15" fmla="*/ 107 h 245"/>
                    <a:gd name="T16" fmla="*/ 8 w 308"/>
                    <a:gd name="T17" fmla="*/ 153 h 245"/>
                    <a:gd name="T18" fmla="*/ 22 w 308"/>
                    <a:gd name="T19" fmla="*/ 185 h 245"/>
                    <a:gd name="T20" fmla="*/ 39 w 308"/>
                    <a:gd name="T21" fmla="*/ 207 h 245"/>
                    <a:gd name="T22" fmla="*/ 57 w 308"/>
                    <a:gd name="T23" fmla="*/ 220 h 245"/>
                    <a:gd name="T24" fmla="*/ 80 w 308"/>
                    <a:gd name="T25" fmla="*/ 232 h 245"/>
                    <a:gd name="T26" fmla="*/ 102 w 308"/>
                    <a:gd name="T27" fmla="*/ 239 h 245"/>
                    <a:gd name="T28" fmla="*/ 128 w 308"/>
                    <a:gd name="T29" fmla="*/ 242 h 245"/>
                    <a:gd name="T30" fmla="*/ 157 w 308"/>
                    <a:gd name="T31" fmla="*/ 245 h 245"/>
                    <a:gd name="T32" fmla="*/ 205 w 308"/>
                    <a:gd name="T33" fmla="*/ 242 h 245"/>
                    <a:gd name="T34" fmla="*/ 235 w 308"/>
                    <a:gd name="T35" fmla="*/ 235 h 245"/>
                    <a:gd name="T36" fmla="*/ 262 w 308"/>
                    <a:gd name="T37" fmla="*/ 226 h 245"/>
                    <a:gd name="T38" fmla="*/ 283 w 308"/>
                    <a:gd name="T39" fmla="*/ 200 h 245"/>
                    <a:gd name="T40" fmla="*/ 297 w 308"/>
                    <a:gd name="T41" fmla="*/ 168 h 245"/>
                    <a:gd name="T42" fmla="*/ 308 w 308"/>
                    <a:gd name="T43" fmla="*/ 134 h 245"/>
                    <a:gd name="T44" fmla="*/ 308 w 308"/>
                    <a:gd name="T45" fmla="*/ 87 h 245"/>
                    <a:gd name="T46" fmla="*/ 308 w 308"/>
                    <a:gd name="T47" fmla="*/ 42 h 245"/>
                    <a:gd name="T48" fmla="*/ 269 w 308"/>
                    <a:gd name="T49" fmla="*/ 1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8" h="245">
                      <a:moveTo>
                        <a:pt x="269" y="12"/>
                      </a:moveTo>
                      <a:lnTo>
                        <a:pt x="212" y="2"/>
                      </a:lnTo>
                      <a:lnTo>
                        <a:pt x="158" y="2"/>
                      </a:lnTo>
                      <a:lnTo>
                        <a:pt x="107" y="0"/>
                      </a:lnTo>
                      <a:lnTo>
                        <a:pt x="61" y="3"/>
                      </a:lnTo>
                      <a:lnTo>
                        <a:pt x="28" y="12"/>
                      </a:lnTo>
                      <a:lnTo>
                        <a:pt x="0" y="26"/>
                      </a:lnTo>
                      <a:lnTo>
                        <a:pt x="0" y="107"/>
                      </a:lnTo>
                      <a:lnTo>
                        <a:pt x="8" y="153"/>
                      </a:lnTo>
                      <a:lnTo>
                        <a:pt x="22" y="185"/>
                      </a:lnTo>
                      <a:lnTo>
                        <a:pt x="39" y="207"/>
                      </a:lnTo>
                      <a:lnTo>
                        <a:pt x="57" y="220"/>
                      </a:lnTo>
                      <a:lnTo>
                        <a:pt x="80" y="232"/>
                      </a:lnTo>
                      <a:lnTo>
                        <a:pt x="102" y="239"/>
                      </a:lnTo>
                      <a:lnTo>
                        <a:pt x="128" y="242"/>
                      </a:lnTo>
                      <a:lnTo>
                        <a:pt x="157" y="245"/>
                      </a:lnTo>
                      <a:lnTo>
                        <a:pt x="205" y="242"/>
                      </a:lnTo>
                      <a:lnTo>
                        <a:pt x="235" y="235"/>
                      </a:lnTo>
                      <a:lnTo>
                        <a:pt x="262" y="226"/>
                      </a:lnTo>
                      <a:lnTo>
                        <a:pt x="283" y="200"/>
                      </a:lnTo>
                      <a:lnTo>
                        <a:pt x="297" y="168"/>
                      </a:lnTo>
                      <a:lnTo>
                        <a:pt x="308" y="134"/>
                      </a:lnTo>
                      <a:lnTo>
                        <a:pt x="308" y="87"/>
                      </a:lnTo>
                      <a:lnTo>
                        <a:pt x="308" y="42"/>
                      </a:lnTo>
                      <a:lnTo>
                        <a:pt x="269" y="12"/>
                      </a:lnTo>
                      <a:close/>
                    </a:path>
                  </a:pathLst>
                </a:cu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25" name="未知"/>
                <p:cNvSpPr>
                  <a:spLocks noChangeArrowheads="1"/>
                </p:cNvSpPr>
                <p:nvPr/>
              </p:nvSpPr>
              <p:spPr bwMode="auto">
                <a:xfrm>
                  <a:off x="219" y="18"/>
                  <a:ext cx="22" cy="16"/>
                </a:xfrm>
                <a:custGeom>
                  <a:avLst/>
                  <a:gdLst>
                    <a:gd name="T0" fmla="*/ 0 w 45"/>
                    <a:gd name="T1" fmla="*/ 10 h 33"/>
                    <a:gd name="T2" fmla="*/ 7 w 45"/>
                    <a:gd name="T3" fmla="*/ 3 h 33"/>
                    <a:gd name="T4" fmla="*/ 17 w 45"/>
                    <a:gd name="T5" fmla="*/ 0 h 33"/>
                    <a:gd name="T6" fmla="*/ 31 w 45"/>
                    <a:gd name="T7" fmla="*/ 0 h 33"/>
                    <a:gd name="T8" fmla="*/ 41 w 45"/>
                    <a:gd name="T9" fmla="*/ 6 h 33"/>
                    <a:gd name="T10" fmla="*/ 45 w 45"/>
                    <a:gd name="T11" fmla="*/ 31 h 33"/>
                    <a:gd name="T12" fmla="*/ 34 w 45"/>
                    <a:gd name="T13" fmla="*/ 29 h 33"/>
                    <a:gd name="T14" fmla="*/ 25 w 45"/>
                    <a:gd name="T15" fmla="*/ 24 h 33"/>
                    <a:gd name="T16" fmla="*/ 13 w 45"/>
                    <a:gd name="T17" fmla="*/ 29 h 33"/>
                    <a:gd name="T18" fmla="*/ 2 w 45"/>
                    <a:gd name="T19" fmla="*/ 33 h 33"/>
                    <a:gd name="T20" fmla="*/ 0 w 45"/>
                    <a:gd name="T21"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33">
                      <a:moveTo>
                        <a:pt x="0" y="10"/>
                      </a:moveTo>
                      <a:lnTo>
                        <a:pt x="7" y="3"/>
                      </a:lnTo>
                      <a:lnTo>
                        <a:pt x="17" y="0"/>
                      </a:lnTo>
                      <a:lnTo>
                        <a:pt x="31" y="0"/>
                      </a:lnTo>
                      <a:lnTo>
                        <a:pt x="41" y="6"/>
                      </a:lnTo>
                      <a:lnTo>
                        <a:pt x="45" y="31"/>
                      </a:lnTo>
                      <a:lnTo>
                        <a:pt x="34" y="29"/>
                      </a:lnTo>
                      <a:lnTo>
                        <a:pt x="25" y="24"/>
                      </a:lnTo>
                      <a:lnTo>
                        <a:pt x="13" y="29"/>
                      </a:lnTo>
                      <a:lnTo>
                        <a:pt x="2" y="33"/>
                      </a:lnTo>
                      <a:lnTo>
                        <a:pt x="0" y="10"/>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26" name="未知"/>
                <p:cNvSpPr>
                  <a:spLocks noChangeArrowheads="1"/>
                </p:cNvSpPr>
                <p:nvPr/>
              </p:nvSpPr>
              <p:spPr bwMode="auto">
                <a:xfrm>
                  <a:off x="0" y="11"/>
                  <a:ext cx="65" cy="26"/>
                </a:xfrm>
                <a:custGeom>
                  <a:avLst/>
                  <a:gdLst>
                    <a:gd name="T0" fmla="*/ 128 w 128"/>
                    <a:gd name="T1" fmla="*/ 17 h 52"/>
                    <a:gd name="T2" fmla="*/ 128 w 128"/>
                    <a:gd name="T3" fmla="*/ 52 h 52"/>
                    <a:gd name="T4" fmla="*/ 14 w 128"/>
                    <a:gd name="T5" fmla="*/ 20 h 52"/>
                    <a:gd name="T6" fmla="*/ 0 w 128"/>
                    <a:gd name="T7" fmla="*/ 0 h 52"/>
                    <a:gd name="T8" fmla="*/ 128 w 128"/>
                    <a:gd name="T9" fmla="*/ 17 h 52"/>
                  </a:gdLst>
                  <a:ahLst/>
                  <a:cxnLst>
                    <a:cxn ang="0">
                      <a:pos x="T0" y="T1"/>
                    </a:cxn>
                    <a:cxn ang="0">
                      <a:pos x="T2" y="T3"/>
                    </a:cxn>
                    <a:cxn ang="0">
                      <a:pos x="T4" y="T5"/>
                    </a:cxn>
                    <a:cxn ang="0">
                      <a:pos x="T6" y="T7"/>
                    </a:cxn>
                    <a:cxn ang="0">
                      <a:pos x="T8" y="T9"/>
                    </a:cxn>
                  </a:cxnLst>
                  <a:rect l="0" t="0" r="r" b="b"/>
                  <a:pathLst>
                    <a:path w="128" h="52">
                      <a:moveTo>
                        <a:pt x="128" y="17"/>
                      </a:moveTo>
                      <a:lnTo>
                        <a:pt x="128" y="52"/>
                      </a:lnTo>
                      <a:lnTo>
                        <a:pt x="14" y="20"/>
                      </a:lnTo>
                      <a:lnTo>
                        <a:pt x="0" y="0"/>
                      </a:lnTo>
                      <a:lnTo>
                        <a:pt x="128" y="17"/>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83027" name="未知"/>
                <p:cNvSpPr>
                  <a:spLocks noChangeArrowheads="1"/>
                </p:cNvSpPr>
                <p:nvPr/>
              </p:nvSpPr>
              <p:spPr bwMode="auto">
                <a:xfrm>
                  <a:off x="393" y="10"/>
                  <a:ext cx="38" cy="27"/>
                </a:xfrm>
                <a:custGeom>
                  <a:avLst/>
                  <a:gdLst>
                    <a:gd name="T0" fmla="*/ 0 w 74"/>
                    <a:gd name="T1" fmla="*/ 29 h 54"/>
                    <a:gd name="T2" fmla="*/ 0 w 74"/>
                    <a:gd name="T3" fmla="*/ 54 h 54"/>
                    <a:gd name="T4" fmla="*/ 70 w 74"/>
                    <a:gd name="T5" fmla="*/ 22 h 54"/>
                    <a:gd name="T6" fmla="*/ 74 w 74"/>
                    <a:gd name="T7" fmla="*/ 0 h 54"/>
                    <a:gd name="T8" fmla="*/ 0 w 74"/>
                    <a:gd name="T9" fmla="*/ 29 h 54"/>
                  </a:gdLst>
                  <a:ahLst/>
                  <a:cxnLst>
                    <a:cxn ang="0">
                      <a:pos x="T0" y="T1"/>
                    </a:cxn>
                    <a:cxn ang="0">
                      <a:pos x="T2" y="T3"/>
                    </a:cxn>
                    <a:cxn ang="0">
                      <a:pos x="T4" y="T5"/>
                    </a:cxn>
                    <a:cxn ang="0">
                      <a:pos x="T6" y="T7"/>
                    </a:cxn>
                    <a:cxn ang="0">
                      <a:pos x="T8" y="T9"/>
                    </a:cxn>
                  </a:cxnLst>
                  <a:rect l="0" t="0" r="r" b="b"/>
                  <a:pathLst>
                    <a:path w="74" h="54">
                      <a:moveTo>
                        <a:pt x="0" y="29"/>
                      </a:moveTo>
                      <a:lnTo>
                        <a:pt x="0" y="54"/>
                      </a:lnTo>
                      <a:lnTo>
                        <a:pt x="70" y="22"/>
                      </a:lnTo>
                      <a:lnTo>
                        <a:pt x="74" y="0"/>
                      </a:lnTo>
                      <a:lnTo>
                        <a:pt x="0" y="29"/>
                      </a:lnTo>
                      <a:close/>
                    </a:path>
                  </a:pathLst>
                </a:custGeom>
                <a:solidFill>
                  <a:srgbClr val="C0C0C0"/>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grpSp>
            <p:nvGrpSpPr>
              <p:cNvPr id="83028" name="Group 82"/>
              <p:cNvGrpSpPr/>
              <p:nvPr/>
            </p:nvGrpSpPr>
            <p:grpSpPr bwMode="auto">
              <a:xfrm>
                <a:off x="111" y="30"/>
                <a:ext cx="67" cy="57"/>
                <a:chOff x="0" y="0"/>
                <a:chExt cx="67" cy="57"/>
              </a:xfrm>
            </p:grpSpPr>
            <p:sp>
              <p:nvSpPr>
                <p:cNvPr id="83029" name="Oval 83"/>
                <p:cNvSpPr>
                  <a:spLocks noChangeArrowheads="1"/>
                </p:cNvSpPr>
                <p:nvPr/>
              </p:nvSpPr>
              <p:spPr bwMode="auto">
                <a:xfrm>
                  <a:off x="0" y="0"/>
                  <a:ext cx="67" cy="57"/>
                </a:xfrm>
                <a:prstGeom prst="ellipse">
                  <a:avLst/>
                </a:pr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3030" name="Oval 84"/>
                <p:cNvSpPr>
                  <a:spLocks noChangeArrowheads="1"/>
                </p:cNvSpPr>
                <p:nvPr/>
              </p:nvSpPr>
              <p:spPr bwMode="auto">
                <a:xfrm>
                  <a:off x="23" y="6"/>
                  <a:ext cx="35" cy="36"/>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nvGrpSpPr>
              <p:cNvPr id="83031" name="Group 85"/>
              <p:cNvGrpSpPr/>
              <p:nvPr/>
            </p:nvGrpSpPr>
            <p:grpSpPr bwMode="auto">
              <a:xfrm>
                <a:off x="283" y="35"/>
                <a:ext cx="67" cy="57"/>
                <a:chOff x="0" y="0"/>
                <a:chExt cx="67" cy="57"/>
              </a:xfrm>
            </p:grpSpPr>
            <p:sp>
              <p:nvSpPr>
                <p:cNvPr id="83032" name="Oval 86"/>
                <p:cNvSpPr>
                  <a:spLocks noChangeArrowheads="1"/>
                </p:cNvSpPr>
                <p:nvPr/>
              </p:nvSpPr>
              <p:spPr bwMode="auto">
                <a:xfrm>
                  <a:off x="0" y="0"/>
                  <a:ext cx="67" cy="57"/>
                </a:xfrm>
                <a:prstGeom prst="ellipse">
                  <a:avLst/>
                </a:prstGeom>
                <a:solidFill>
                  <a:srgbClr val="C0FFFF"/>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3033" name="Oval 87"/>
                <p:cNvSpPr>
                  <a:spLocks noChangeArrowheads="1"/>
                </p:cNvSpPr>
                <p:nvPr/>
              </p:nvSpPr>
              <p:spPr bwMode="auto">
                <a:xfrm>
                  <a:off x="23" y="7"/>
                  <a:ext cx="35" cy="35"/>
                </a:xfrm>
                <a:prstGeom prst="ellipse">
                  <a:avLst/>
                </a:prstGeom>
                <a:solidFill>
                  <a:srgbClr val="618FFD"/>
                </a:solidFill>
                <a:ln w="7938">
                  <a:solidFill>
                    <a:srgbClr val="000000"/>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grpSp>
      </p:grpSp>
      <p:sp>
        <p:nvSpPr>
          <p:cNvPr id="49240" name="AutoShape 88"/>
          <p:cNvSpPr>
            <a:spLocks noChangeArrowheads="1"/>
          </p:cNvSpPr>
          <p:nvPr/>
        </p:nvSpPr>
        <p:spPr bwMode="auto">
          <a:xfrm>
            <a:off x="1444625" y="2928938"/>
            <a:ext cx="6019800" cy="2209800"/>
          </a:xfrm>
          <a:prstGeom prst="cloudCallout">
            <a:avLst>
              <a:gd name="adj1" fmla="val 50000"/>
              <a:gd name="adj2" fmla="val 90662"/>
            </a:avLst>
          </a:prstGeom>
          <a:gradFill rotWithShape="0">
            <a:gsLst>
              <a:gs pos="0">
                <a:schemeClr val="bg1"/>
              </a:gs>
              <a:gs pos="100000">
                <a:srgbClr val="CCFFFF"/>
              </a:gs>
            </a:gsLst>
            <a:lin ang="2700000" scaled="1"/>
          </a:gradFill>
          <a:ln w="9525">
            <a:solidFill>
              <a:schemeClr val="accent2"/>
            </a:solidFill>
            <a:rou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a:solidFill>
                  <a:srgbClr val="000000"/>
                </a:solidFill>
                <a:latin typeface="Times New Roman" panose="02020603050405020304" pitchFamily="18" charset="0"/>
                <a:ea typeface="楷体_GB2312" pitchFamily="49" charset="-122"/>
              </a:rPr>
              <a:t>How can we make a smooth interpolation without asking too much from </a:t>
            </a:r>
            <a:r>
              <a:rPr lang="en-US" altLang="zh-CN" sz="2400" b="1" i="1">
                <a:solidFill>
                  <a:srgbClr val="000000"/>
                </a:solidFill>
                <a:latin typeface="Times New Roman" panose="02020603050405020304" pitchFamily="18" charset="0"/>
                <a:ea typeface="楷体_GB2312" pitchFamily="49" charset="-122"/>
              </a:rPr>
              <a:t>f</a:t>
            </a:r>
            <a:r>
              <a:rPr lang="en-US" altLang="zh-CN" sz="2400" b="1">
                <a:solidFill>
                  <a:srgbClr val="000000"/>
                </a:solidFill>
                <a:latin typeface="Times New Roman" panose="02020603050405020304" pitchFamily="18" charset="0"/>
                <a:ea typeface="楷体_GB2312" pitchFamily="49" charset="-122"/>
              </a:rPr>
              <a:t> ?</a:t>
            </a:r>
          </a:p>
          <a:p>
            <a:pPr algn="ctr" eaLnBrk="1" hangingPunct="1"/>
            <a:r>
              <a:rPr lang="en-US" altLang="zh-CN" sz="2400" b="1">
                <a:solidFill>
                  <a:srgbClr val="000000"/>
                </a:solidFill>
                <a:latin typeface="Times New Roman" panose="02020603050405020304" pitchFamily="18" charset="0"/>
                <a:ea typeface="楷体_GB2312" pitchFamily="49" charset="-122"/>
              </a:rPr>
              <a:t>Headache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wipe(left)">
                                      <p:cBhvr>
                                        <p:cTn id="7" dur="500"/>
                                        <p:tgtEl>
                                          <p:spTgt spid="49154"/>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9155"/>
                                        </p:tgtEl>
                                        <p:attrNameLst>
                                          <p:attrName>style.visibility</p:attrName>
                                        </p:attrNameLst>
                                      </p:cBhvr>
                                      <p:to>
                                        <p:strVal val="visible"/>
                                      </p:to>
                                    </p:set>
                                    <p:animEffect transition="in" filter="wipe(left)">
                                      <p:cBhvr>
                                        <p:cTn id="12" dur="500"/>
                                        <p:tgtEl>
                                          <p:spTgt spid="49155"/>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4" presetClass="entr" presetSubtype="16" fill="hold" nodeType="clickEffect">
                                  <p:stCondLst>
                                    <p:cond delay="0"/>
                                  </p:stCondLst>
                                  <p:childTnLst>
                                    <p:set>
                                      <p:cBhvr>
                                        <p:cTn id="16" dur="1" fill="hold">
                                          <p:stCondLst>
                                            <p:cond delay="0"/>
                                          </p:stCondLst>
                                        </p:cTn>
                                        <p:tgtEl>
                                          <p:spTgt spid="49158"/>
                                        </p:tgtEl>
                                        <p:attrNameLst>
                                          <p:attrName>style.visibility</p:attrName>
                                        </p:attrNameLst>
                                      </p:cBhvr>
                                      <p:to>
                                        <p:strVal val="visible"/>
                                      </p:to>
                                    </p:set>
                                    <p:animEffect transition="in" filter="box(in)">
                                      <p:cBhvr>
                                        <p:cTn id="17" dur="500"/>
                                        <p:tgtEl>
                                          <p:spTgt spid="49158"/>
                                        </p:tgtEl>
                                      </p:cBhvr>
                                    </p:animEffect>
                                  </p:childTnLst>
                                  <p:subTnLst>
                                    <p:audio>
                                      <p:cMediaNode>
                                        <p:cTn display="0" masterRel="sameClick">
                                          <p:stCondLst>
                                            <p:cond evt="begin" delay="0">
                                              <p:tn val="15"/>
                                            </p:cond>
                                          </p:stCondLst>
                                          <p:endCondLst>
                                            <p:cond evt="onStopAudio" delay="0">
                                              <p:tgtEl>
                                                <p:sldTgt/>
                                              </p:tgtEl>
                                            </p:cond>
                                          </p:endCondLst>
                                        </p:cTn>
                                        <p:tgtEl>
                                          <p:sndTgt r:embed="rId4" name="camera.wav"/>
                                        </p:tgtEl>
                                      </p:cMediaNode>
                                    </p:audio>
                                  </p:sub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49161"/>
                                        </p:tgtEl>
                                        <p:attrNameLst>
                                          <p:attrName>style.visibility</p:attrName>
                                        </p:attrNameLst>
                                      </p:cBhvr>
                                      <p:to>
                                        <p:strVal val="visible"/>
                                      </p:to>
                                    </p:set>
                                    <p:animEffect transition="in" filter="wipe(left)">
                                      <p:cBhvr>
                                        <p:cTn id="21" dur="500"/>
                                        <p:tgtEl>
                                          <p:spTgt spid="49161"/>
                                        </p:tgtEl>
                                      </p:cBhvr>
                                    </p:animEffect>
                                  </p:childTnLst>
                                  <p:subTnLst>
                                    <p:audio>
                                      <p:cMediaNode>
                                        <p:cTn display="0" masterRel="sameClick">
                                          <p:stCondLst>
                                            <p:cond evt="begin" delay="0">
                                              <p:tn val="19"/>
                                            </p:cond>
                                          </p:stCondLst>
                                          <p:endCondLst>
                                            <p:cond evt="onStopAudio" delay="0">
                                              <p:tgtEl>
                                                <p:sldTgt/>
                                              </p:tgtEl>
                                            </p:cond>
                                          </p:endCondLst>
                                        </p:cTn>
                                        <p:tgtEl>
                                          <p:sndTgt r:embed="rId3" name="type.wav"/>
                                        </p:tgtEl>
                                      </p:cMediaNode>
                                    </p:audio>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49162"/>
                                        </p:tgtEl>
                                        <p:attrNameLst>
                                          <p:attrName>style.visibility</p:attrName>
                                        </p:attrNameLst>
                                      </p:cBhvr>
                                      <p:to>
                                        <p:strVal val="visible"/>
                                      </p:to>
                                    </p:set>
                                    <p:animEffect transition="in" filter="wipe(left)">
                                      <p:cBhvr>
                                        <p:cTn id="26" dur="500"/>
                                        <p:tgtEl>
                                          <p:spTgt spid="49162"/>
                                        </p:tgtEl>
                                      </p:cBhvr>
                                    </p:animEffect>
                                  </p:childTnLst>
                                  <p:subTnLst>
                                    <p:audio>
                                      <p:cMediaNode>
                                        <p:cTn display="0" masterRel="sameClick">
                                          <p:stCondLst>
                                            <p:cond evt="begin" delay="0">
                                              <p:tn val="24"/>
                                            </p:cond>
                                          </p:stCondLst>
                                          <p:endCondLst>
                                            <p:cond evt="onStopAudio" delay="0">
                                              <p:tgtEl>
                                                <p:sldTgt/>
                                              </p:tgtEl>
                                            </p:cond>
                                          </p:endCondLst>
                                        </p:cTn>
                                        <p:tgtEl>
                                          <p:sndTgt r:embed="rId3" name="type.wav"/>
                                        </p:tgtEl>
                                      </p:cMediaNode>
                                    </p:audio>
                                  </p:sub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49168"/>
                                        </p:tgtEl>
                                        <p:attrNameLst>
                                          <p:attrName>style.visibility</p:attrName>
                                        </p:attrNameLst>
                                      </p:cBhvr>
                                      <p:to>
                                        <p:strVal val="visible"/>
                                      </p:to>
                                    </p:set>
                                    <p:animEffect transition="in" filter="wipe(up)">
                                      <p:cBhvr>
                                        <p:cTn id="31" dur="500"/>
                                        <p:tgtEl>
                                          <p:spTgt spid="49168"/>
                                        </p:tgtEl>
                                      </p:cBhvr>
                                    </p:animEffect>
                                  </p:childTnLst>
                                  <p:subTnLst>
                                    <p:audio>
                                      <p:cMediaNode>
                                        <p:cTn display="0" masterRel="sameClick">
                                          <p:stCondLst>
                                            <p:cond evt="begin" delay="0">
                                              <p:tn val="29"/>
                                            </p:cond>
                                          </p:stCondLst>
                                          <p:endCondLst>
                                            <p:cond evt="onStopAudio" delay="0">
                                              <p:tgtEl>
                                                <p:sldTgt/>
                                              </p:tgtEl>
                                            </p:cond>
                                          </p:endCondLst>
                                        </p:cTn>
                                        <p:tgtEl>
                                          <p:sndTgt r:embed="rId5" name="laser.wav"/>
                                        </p:tgtEl>
                                      </p:cMediaNode>
                                    </p:audio>
                                  </p:sub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9185"/>
                                        </p:tgtEl>
                                        <p:attrNameLst>
                                          <p:attrName>style.visibility</p:attrName>
                                        </p:attrNameLst>
                                      </p:cBhvr>
                                      <p:to>
                                        <p:strVal val="visible"/>
                                      </p:to>
                                    </p:set>
                                    <p:animEffect transition="in" filter="wipe(left)">
                                      <p:cBhvr>
                                        <p:cTn id="36" dur="500"/>
                                        <p:tgtEl>
                                          <p:spTgt spid="49185"/>
                                        </p:tgtEl>
                                      </p:cBhvr>
                                    </p:animEffect>
                                  </p:childTnLst>
                                  <p:subTnLst>
                                    <p:audio>
                                      <p:cMediaNode>
                                        <p:cTn display="0" masterRel="sameClick">
                                          <p:stCondLst>
                                            <p:cond evt="begin" delay="0">
                                              <p:tn val="34"/>
                                            </p:cond>
                                          </p:stCondLst>
                                          <p:endCondLst>
                                            <p:cond evt="onStopAudio" delay="0">
                                              <p:tgtEl>
                                                <p:sldTgt/>
                                              </p:tgtEl>
                                            </p:cond>
                                          </p:endCondLst>
                                        </p:cTn>
                                        <p:tgtEl>
                                          <p:sndTgt r:embed="rId3" name="type.wav"/>
                                        </p:tgtEl>
                                      </p:cMediaNode>
                                    </p:audio>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49186"/>
                                        </p:tgtEl>
                                        <p:attrNameLst>
                                          <p:attrName>style.visibility</p:attrName>
                                        </p:attrNameLst>
                                      </p:cBhvr>
                                      <p:to>
                                        <p:strVal val="visible"/>
                                      </p:to>
                                    </p:set>
                                    <p:animEffect transition="in" filter="wipe(up)">
                                      <p:cBhvr>
                                        <p:cTn id="41" dur="500"/>
                                        <p:tgtEl>
                                          <p:spTgt spid="49186"/>
                                        </p:tgtEl>
                                      </p:cBhvr>
                                    </p:animEffect>
                                  </p:childTnLst>
                                  <p:subTnLst>
                                    <p:audio>
                                      <p:cMediaNode>
                                        <p:cTn display="0" masterRel="sameClick">
                                          <p:stCondLst>
                                            <p:cond evt="begin" delay="0">
                                              <p:tn val="39"/>
                                            </p:cond>
                                          </p:stCondLst>
                                          <p:endCondLst>
                                            <p:cond evt="onStopAudio" delay="0">
                                              <p:tgtEl>
                                                <p:sldTgt/>
                                              </p:tgtEl>
                                            </p:cond>
                                          </p:endCondLst>
                                        </p:cTn>
                                        <p:tgtEl>
                                          <p:sndTgt r:embed="rId3" name="type.wav"/>
                                        </p:tgtEl>
                                      </p:cMediaNode>
                                    </p:audio>
                                  </p:sub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49192"/>
                                        </p:tgtEl>
                                        <p:attrNameLst>
                                          <p:attrName>style.visibility</p:attrName>
                                        </p:attrNameLst>
                                      </p:cBhvr>
                                      <p:to>
                                        <p:strVal val="visible"/>
                                      </p:to>
                                    </p:set>
                                    <p:animEffect transition="in" filter="wipe(up)">
                                      <p:cBhvr>
                                        <p:cTn id="46" dur="500"/>
                                        <p:tgtEl>
                                          <p:spTgt spid="49192"/>
                                        </p:tgtEl>
                                      </p:cBhvr>
                                    </p:animEffect>
                                  </p:childTnLst>
                                  <p:subTnLst>
                                    <p:audio>
                                      <p:cMediaNode>
                                        <p:cTn display="0" masterRel="sameClick">
                                          <p:stCondLst>
                                            <p:cond evt="begin" delay="0">
                                              <p:tn val="44"/>
                                            </p:cond>
                                          </p:stCondLst>
                                          <p:endCondLst>
                                            <p:cond evt="onStopAudio" delay="0">
                                              <p:tgtEl>
                                                <p:sldTgt/>
                                              </p:tgtEl>
                                            </p:cond>
                                          </p:endCondLst>
                                        </p:cTn>
                                        <p:tgtEl>
                                          <p:sndTgt r:embed="rId5" name="laser.wav"/>
                                        </p:tgtEl>
                                      </p:cMediaNode>
                                    </p:audio>
                                  </p:sub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49209"/>
                                        </p:tgtEl>
                                        <p:attrNameLst>
                                          <p:attrName>style.visibility</p:attrName>
                                        </p:attrNameLst>
                                      </p:cBhvr>
                                      <p:to>
                                        <p:strVal val="visible"/>
                                      </p:to>
                                    </p:set>
                                    <p:animEffect transition="in" filter="dissolve">
                                      <p:cBhvr>
                                        <p:cTn id="51" dur="500"/>
                                        <p:tgtEl>
                                          <p:spTgt spid="49209"/>
                                        </p:tgtEl>
                                      </p:cBhvr>
                                    </p:animEffect>
                                  </p:childTnLst>
                                </p:cTn>
                              </p:par>
                            </p:childTnLst>
                          </p:cTn>
                        </p:par>
                        <p:par>
                          <p:cTn id="52" fill="hold">
                            <p:stCondLst>
                              <p:cond delay="500"/>
                            </p:stCondLst>
                            <p:childTnLst>
                              <p:par>
                                <p:cTn id="53" presetID="18" presetClass="entr" presetSubtype="9" fill="hold" grpId="0" nodeType="afterEffect">
                                  <p:stCondLst>
                                    <p:cond delay="0"/>
                                  </p:stCondLst>
                                  <p:childTnLst>
                                    <p:set>
                                      <p:cBhvr>
                                        <p:cTn id="54" dur="1" fill="hold">
                                          <p:stCondLst>
                                            <p:cond delay="0"/>
                                          </p:stCondLst>
                                        </p:cTn>
                                        <p:tgtEl>
                                          <p:spTgt spid="49240"/>
                                        </p:tgtEl>
                                        <p:attrNameLst>
                                          <p:attrName>style.visibility</p:attrName>
                                        </p:attrNameLst>
                                      </p:cBhvr>
                                      <p:to>
                                        <p:strVal val="visible"/>
                                      </p:to>
                                    </p:set>
                                    <p:animEffect transition="in" filter="strips(upLeft)">
                                      <p:cBhvr>
                                        <p:cTn id="55" dur="500"/>
                                        <p:tgtEl>
                                          <p:spTgt spid="49240"/>
                                        </p:tgtEl>
                                      </p:cBhvr>
                                    </p:animEffect>
                                  </p:childTnLst>
                                  <p:subTnLst>
                                    <p:audio>
                                      <p:cMediaNode>
                                        <p:cTn display="0" masterRel="sameClick">
                                          <p:stCondLst>
                                            <p:cond evt="begin" delay="0">
                                              <p:tn val="53"/>
                                            </p:cond>
                                          </p:stCondLst>
                                          <p:endCondLst>
                                            <p:cond evt="onStopAudio" delay="0">
                                              <p:tgtEl>
                                                <p:sldTgt/>
                                              </p:tgtEl>
                                            </p:cond>
                                          </p:endCondLst>
                                        </p:cTn>
                                        <p:tgtEl>
                                          <p:sndTgt r:embed="rId6"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p:bldP spid="49185" grpId="0"/>
      <p:bldP spid="49240" grpId="0" bldLvl="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日期占位符 3"/>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3697EF9-C9E9-4478-8055-068F3E0B5DE5}"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3970" name="页脚占位符 4"/>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3971" name="灯片编号占位符 5"/>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CA1157F6-2894-4E33-B209-E17697C434E4}" type="slidenum">
              <a:rPr lang="zh-CN" altLang="en-US" smtClean="0">
                <a:solidFill>
                  <a:srgbClr val="000000"/>
                </a:solidFill>
                <a:latin typeface="Times New Roman" panose="02020603050405020304" pitchFamily="18" charset="0"/>
              </a:rPr>
              <a:t>74</a:t>
            </a:fld>
            <a:endParaRPr lang="zh-CN" altLang="en-US">
              <a:solidFill>
                <a:srgbClr val="000000"/>
              </a:solidFill>
              <a:latin typeface="Times New Roman" panose="02020603050405020304" pitchFamily="18" charset="0"/>
            </a:endParaRPr>
          </a:p>
        </p:txBody>
      </p:sp>
      <p:pic>
        <p:nvPicPr>
          <p:cNvPr id="83972" name="Picture 2" descr="未命名"/>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4352" t="19972" b="6793"/>
          <a:stretch>
            <a:fillRect/>
          </a:stretch>
        </p:blipFill>
        <p:spPr bwMode="auto">
          <a:xfrm>
            <a:off x="435293" y="1036955"/>
            <a:ext cx="8713787" cy="216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3" name="Picture 3" descr="未命名"/>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t="3532" b="7457"/>
          <a:stretch>
            <a:fillRect/>
          </a:stretch>
        </p:blipFill>
        <p:spPr bwMode="auto">
          <a:xfrm>
            <a:off x="-10795" y="3344545"/>
            <a:ext cx="889317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0" name="Text Box 4"/>
          <p:cNvSpPr txBox="1">
            <a:spLocks noChangeArrowheads="1"/>
          </p:cNvSpPr>
          <p:nvPr/>
        </p:nvSpPr>
        <p:spPr bwMode="auto">
          <a:xfrm>
            <a:off x="304800" y="381000"/>
            <a:ext cx="609600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3200" b="1">
                <a:solidFill>
                  <a:srgbClr val="000000"/>
                </a:solidFill>
                <a:latin typeface="宋体" panose="02010600030101010101" pitchFamily="2" charset="-122"/>
              </a:rPr>
              <a:t>§5  </a:t>
            </a:r>
            <a:r>
              <a:rPr lang="zh-CN" altLang="en-US" sz="3200" b="1">
                <a:solidFill>
                  <a:srgbClr val="000000"/>
                </a:solidFill>
                <a:latin typeface="宋体" panose="02010600030101010101" pitchFamily="2" charset="-122"/>
              </a:rPr>
              <a:t>三次样条</a:t>
            </a:r>
            <a:endParaRPr lang="zh-CN" altLang="en-US" sz="3200" b="1">
              <a:solidFill>
                <a:srgbClr val="008000"/>
              </a:solidFill>
              <a:latin typeface="宋体" panose="02010600030101010101" pitchFamily="2" charset="-122"/>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CB660B89-A3C7-4FBF-A329-2AD3B4D247D5}"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4994"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4995"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5D497A01-418E-45B2-AF79-4B639B2E0360}" type="slidenum">
              <a:rPr lang="zh-CN" altLang="en-US" smtClean="0">
                <a:solidFill>
                  <a:srgbClr val="000000"/>
                </a:solidFill>
                <a:latin typeface="Times New Roman" panose="02020603050405020304" pitchFamily="18" charset="0"/>
              </a:rPr>
              <a:t>75</a:t>
            </a:fld>
            <a:endParaRPr lang="zh-CN" altLang="en-US">
              <a:solidFill>
                <a:srgbClr val="000000"/>
              </a:solidFill>
              <a:latin typeface="Times New Roman" panose="02020603050405020304" pitchFamily="18" charset="0"/>
            </a:endParaRPr>
          </a:p>
        </p:txBody>
      </p:sp>
      <p:sp>
        <p:nvSpPr>
          <p:cNvPr id="84996" name="AutoShape 2" descr="水滴"/>
          <p:cNvSpPr>
            <a:spLocks noChangeArrowheads="1"/>
          </p:cNvSpPr>
          <p:nvPr/>
        </p:nvSpPr>
        <p:spPr bwMode="auto">
          <a:xfrm>
            <a:off x="533400" y="838200"/>
            <a:ext cx="830263" cy="498475"/>
          </a:xfrm>
          <a:prstGeom prst="roundRect">
            <a:avLst>
              <a:gd name="adj" fmla="val 16667"/>
            </a:avLst>
          </a:prstGeom>
          <a:blipFill dpi="0" rotWithShape="0">
            <a:blip r:embed="rId6"/>
            <a:srcRect/>
            <a:tile tx="0" ty="0" sx="100000" sy="100000" flip="none" algn="tl"/>
          </a:blipFill>
          <a:ln>
            <a:noFill/>
          </a:ln>
          <a:scene3d>
            <a:camera prst="legacyObliqueTopLeft"/>
            <a:lightRig rig="legacyFlat3" dir="t"/>
          </a:scene3d>
          <a:sp3d extrusionH="201600" prstMaterial="legacyMatte">
            <a:bevelT w="13500" h="13500" prst="angle"/>
            <a:bevelB w="13500" h="13500" prst="angle"/>
            <a:extrusionClr>
              <a:srgbClr val="FFFFFF"/>
            </a:extrusionClr>
            <a:contourClr>
              <a:srgbClr val="FFFFFF"/>
            </a:contourClr>
          </a:sp3d>
          <a:extLst>
            <a:ext uri="{91240B29-F687-4F45-9708-019B960494DF}">
              <a14:hiddenLine xmlns:a14="http://schemas.microsoft.com/office/drawing/2010/main" w="9525">
                <a:noFill/>
                <a:round/>
              </a14:hiddenLine>
            </a:ext>
          </a:extLst>
        </p:spPr>
        <p:txBody>
          <a:bodyPr wrap="none" anchor="ctr">
            <a:flatTx/>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800" b="1">
                <a:solidFill>
                  <a:srgbClr val="3333CC"/>
                </a:solidFill>
                <a:latin typeface="Times New Roman" panose="02020603050405020304" pitchFamily="18" charset="0"/>
                <a:ea typeface="楷体_GB2312" pitchFamily="49" charset="-122"/>
              </a:rPr>
              <a:t>定义</a:t>
            </a:r>
          </a:p>
        </p:txBody>
      </p:sp>
      <p:sp>
        <p:nvSpPr>
          <p:cNvPr id="51203" name="Text Box 3"/>
          <p:cNvSpPr txBox="1">
            <a:spLocks noChangeArrowheads="1"/>
          </p:cNvSpPr>
          <p:nvPr/>
        </p:nvSpPr>
        <p:spPr bwMode="auto">
          <a:xfrm>
            <a:off x="457200" y="842963"/>
            <a:ext cx="8382000" cy="2136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40000"/>
              </a:lnSpc>
            </a:pPr>
            <a:r>
              <a:rPr lang="zh-CN" altLang="en-US" sz="2400" b="1">
                <a:solidFill>
                  <a:srgbClr val="000000"/>
                </a:solidFill>
                <a:latin typeface="Times New Roman" panose="02020603050405020304" pitchFamily="18" charset="0"/>
                <a:ea typeface="楷体_GB2312" pitchFamily="49" charset="-122"/>
              </a:rPr>
              <a:t>　　　设                                     。</a:t>
            </a:r>
            <a:r>
              <a:rPr lang="zh-CN" altLang="en-US" sz="2400" b="1">
                <a:solidFill>
                  <a:srgbClr val="3333CC"/>
                </a:solidFill>
                <a:latin typeface="Times New Roman" panose="02020603050405020304" pitchFamily="18" charset="0"/>
                <a:ea typeface="楷体_GB2312" pitchFamily="49" charset="-122"/>
              </a:rPr>
              <a:t>三次样条函数                        </a:t>
            </a:r>
            <a:r>
              <a:rPr lang="en-US" altLang="zh-CN" sz="2400" b="1">
                <a:solidFill>
                  <a:srgbClr val="000000"/>
                </a:solidFill>
                <a:latin typeface="Times New Roman" panose="02020603050405020304" pitchFamily="18" charset="0"/>
                <a:ea typeface="楷体_GB2312" pitchFamily="49" charset="-122"/>
              </a:rPr>
              <a:t>,</a:t>
            </a:r>
          </a:p>
          <a:p>
            <a:pPr algn="just" eaLnBrk="1" hangingPunct="1">
              <a:lnSpc>
                <a:spcPct val="140000"/>
              </a:lnSpc>
            </a:pP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且在每个             上为</a:t>
            </a:r>
            <a:r>
              <a:rPr lang="zh-CN" altLang="en-US" sz="2400" b="1">
                <a:solidFill>
                  <a:srgbClr val="3333CC"/>
                </a:solidFill>
                <a:latin typeface="Times New Roman" panose="02020603050405020304" pitchFamily="18" charset="0"/>
                <a:ea typeface="楷体_GB2312" pitchFamily="49" charset="-122"/>
              </a:rPr>
              <a:t>三次多项式</a:t>
            </a:r>
            <a:r>
              <a:rPr lang="zh-CN" altLang="en-US" sz="2400" b="1">
                <a:solidFill>
                  <a:srgbClr val="000000"/>
                </a:solidFill>
                <a:latin typeface="Times New Roman" panose="02020603050405020304" pitchFamily="18" charset="0"/>
                <a:ea typeface="楷体_GB2312" pitchFamily="49" charset="-122"/>
              </a:rPr>
              <a:t> 。若它同时还满足                                     </a:t>
            </a:r>
          </a:p>
          <a:p>
            <a:pPr algn="just" eaLnBrk="1" hangingPunct="1">
              <a:lnSpc>
                <a:spcPct val="140000"/>
              </a:lnSpc>
            </a:pPr>
            <a:endParaRPr lang="zh-CN" altLang="en-US" sz="2400" b="1">
              <a:solidFill>
                <a:srgbClr val="000000"/>
              </a:solidFill>
              <a:latin typeface="Times New Roman" panose="02020603050405020304" pitchFamily="18" charset="0"/>
              <a:ea typeface="楷体_GB2312" pitchFamily="49" charset="-122"/>
            </a:endParaRPr>
          </a:p>
          <a:p>
            <a:pPr algn="just" eaLnBrk="1" hangingPunct="1">
              <a:lnSpc>
                <a:spcPct val="140000"/>
              </a:lnSpc>
            </a:pPr>
            <a:r>
              <a:rPr lang="zh-CN" altLang="en-US" sz="2400" b="1">
                <a:solidFill>
                  <a:srgbClr val="000000"/>
                </a:solidFill>
                <a:latin typeface="Times New Roman" panose="02020603050405020304" pitchFamily="18" charset="0"/>
                <a:ea typeface="楷体_GB2312" pitchFamily="49" charset="-122"/>
              </a:rPr>
              <a:t>则称为 </a:t>
            </a:r>
            <a:r>
              <a:rPr lang="en-US" altLang="zh-CN" sz="2400" b="1" i="1">
                <a:solidFill>
                  <a:srgbClr val="000000"/>
                </a:solidFill>
                <a:latin typeface="Times New Roman" panose="02020603050405020304" pitchFamily="18" charset="0"/>
                <a:ea typeface="楷体_GB2312" pitchFamily="49" charset="-122"/>
              </a:rPr>
              <a:t>f </a:t>
            </a:r>
            <a:r>
              <a:rPr lang="zh-CN" altLang="en-US" sz="2400" b="1">
                <a:solidFill>
                  <a:srgbClr val="000000"/>
                </a:solidFill>
                <a:latin typeface="Times New Roman" panose="02020603050405020304" pitchFamily="18" charset="0"/>
                <a:ea typeface="楷体_GB2312" pitchFamily="49" charset="-122"/>
              </a:rPr>
              <a:t>的</a:t>
            </a:r>
            <a:r>
              <a:rPr lang="zh-CN" altLang="en-US" sz="2400" b="1">
                <a:solidFill>
                  <a:srgbClr val="3333CC"/>
                </a:solidFill>
                <a:latin typeface="Times New Roman" panose="02020603050405020304" pitchFamily="18" charset="0"/>
                <a:ea typeface="楷体_GB2312" pitchFamily="49" charset="-122"/>
              </a:rPr>
              <a:t>三次样条插值函数</a:t>
            </a:r>
            <a:endParaRPr lang="zh-CN" altLang="en-US" sz="2400" b="1">
              <a:solidFill>
                <a:srgbClr val="000000"/>
              </a:solidFill>
              <a:latin typeface="Times New Roman" panose="02020603050405020304" pitchFamily="18" charset="0"/>
              <a:ea typeface="楷体_GB2312" pitchFamily="49" charset="-122"/>
            </a:endParaRPr>
          </a:p>
        </p:txBody>
      </p:sp>
      <p:graphicFrame>
        <p:nvGraphicFramePr>
          <p:cNvPr id="84998" name="Object 4"/>
          <p:cNvGraphicFramePr>
            <a:graphicFrameLocks noChangeAspect="1"/>
          </p:cNvGraphicFramePr>
          <p:nvPr/>
        </p:nvGraphicFramePr>
        <p:xfrm>
          <a:off x="1816100" y="1014413"/>
          <a:ext cx="2719388" cy="407987"/>
        </p:xfrm>
        <a:graphic>
          <a:graphicData uri="http://schemas.openxmlformats.org/presentationml/2006/ole">
            <mc:AlternateContent xmlns:mc="http://schemas.openxmlformats.org/markup-compatibility/2006">
              <mc:Choice xmlns:v="urn:schemas-microsoft-com:vml" Requires="v">
                <p:oleObj spid="_x0000_s85116" r:id="rId7" imgW="1537335" imgH="228600" progId="Equation.3">
                  <p:embed/>
                </p:oleObj>
              </mc:Choice>
              <mc:Fallback>
                <p:oleObj r:id="rId7" imgW="1537335" imgH="228600" progId="Equation.3">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16100" y="1014413"/>
                        <a:ext cx="2719388"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4999" name="Object 5"/>
          <p:cNvGraphicFramePr>
            <a:graphicFrameLocks noChangeAspect="1"/>
          </p:cNvGraphicFramePr>
          <p:nvPr/>
        </p:nvGraphicFramePr>
        <p:xfrm>
          <a:off x="6724650" y="995363"/>
          <a:ext cx="1736725" cy="354012"/>
        </p:xfrm>
        <a:graphic>
          <a:graphicData uri="http://schemas.openxmlformats.org/presentationml/2006/ole">
            <mc:AlternateContent xmlns:mc="http://schemas.openxmlformats.org/markup-compatibility/2006">
              <mc:Choice xmlns:v="urn:schemas-microsoft-com:vml" Requires="v">
                <p:oleObj spid="_x0000_s85117" r:id="rId9" imgW="979170" imgH="228600" progId="Equation.3">
                  <p:embed/>
                </p:oleObj>
              </mc:Choice>
              <mc:Fallback>
                <p:oleObj r:id="rId9" imgW="979170" imgH="228600" progId="Equation.3">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24650" y="995363"/>
                        <a:ext cx="17367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5000" name="Object 6"/>
          <p:cNvGraphicFramePr>
            <a:graphicFrameLocks noChangeAspect="1"/>
          </p:cNvGraphicFramePr>
          <p:nvPr/>
        </p:nvGraphicFramePr>
        <p:xfrm>
          <a:off x="1828800" y="1531938"/>
          <a:ext cx="965200" cy="373062"/>
        </p:xfrm>
        <a:graphic>
          <a:graphicData uri="http://schemas.openxmlformats.org/presentationml/2006/ole">
            <mc:AlternateContent xmlns:mc="http://schemas.openxmlformats.org/markup-compatibility/2006">
              <mc:Choice xmlns:v="urn:schemas-microsoft-com:vml" Requires="v">
                <p:oleObj spid="_x0000_s85118" r:id="rId11" imgW="598170" imgH="229235" progId="Equation.3">
                  <p:embed/>
                </p:oleObj>
              </mc:Choice>
              <mc:Fallback>
                <p:oleObj r:id="rId11" imgW="598170" imgH="229235" progId="Equation.3">
                  <p:embed/>
                  <p:pic>
                    <p:nvPicPr>
                      <p:cNvPr id="0"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8800" y="1531938"/>
                        <a:ext cx="965200"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5001" name="Object 7"/>
          <p:cNvGraphicFramePr>
            <a:graphicFrameLocks noChangeAspect="1"/>
          </p:cNvGraphicFramePr>
          <p:nvPr/>
        </p:nvGraphicFramePr>
        <p:xfrm>
          <a:off x="2743200" y="1981200"/>
          <a:ext cx="3063875" cy="396875"/>
        </p:xfrm>
        <a:graphic>
          <a:graphicData uri="http://schemas.openxmlformats.org/presentationml/2006/ole">
            <mc:AlternateContent xmlns:mc="http://schemas.openxmlformats.org/markup-compatibility/2006">
              <mc:Choice xmlns:v="urn:schemas-microsoft-com:vml" Requires="v">
                <p:oleObj spid="_x0000_s85119" r:id="rId13" imgW="1778635" imgH="228600" progId="Equation.3">
                  <p:embed/>
                </p:oleObj>
              </mc:Choice>
              <mc:Fallback>
                <p:oleObj r:id="rId13" imgW="1778635" imgH="228600" progId="Equation.3">
                  <p:embed/>
                  <p:pic>
                    <p:nvPicPr>
                      <p:cNvPr id="0"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1981200"/>
                        <a:ext cx="3063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51208" name="AutoShape 8" descr="再生纸"/>
          <p:cNvSpPr>
            <a:spLocks noChangeArrowheads="1"/>
          </p:cNvSpPr>
          <p:nvPr/>
        </p:nvSpPr>
        <p:spPr bwMode="auto">
          <a:xfrm>
            <a:off x="533400" y="3124200"/>
            <a:ext cx="8077200" cy="1447800"/>
          </a:xfrm>
          <a:prstGeom prst="roundRect">
            <a:avLst>
              <a:gd name="adj" fmla="val 16667"/>
            </a:avLst>
          </a:prstGeom>
          <a:blipFill dpi="0" rotWithShape="0">
            <a:blip r:embed="rId15"/>
            <a:srcRect/>
            <a:tile tx="0" ty="0" sx="100000" sy="100000" flip="none" algn="tl"/>
          </a:blip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Times New Roman" panose="02020603050405020304" pitchFamily="18" charset="0"/>
                <a:ea typeface="楷体_GB2312" pitchFamily="49" charset="-122"/>
              </a:rPr>
              <a:t>注：</a:t>
            </a:r>
            <a:r>
              <a:rPr lang="zh-CN" altLang="en-US" sz="2400" b="1">
                <a:solidFill>
                  <a:srgbClr val="000000"/>
                </a:solidFill>
                <a:latin typeface="Times New Roman" panose="02020603050405020304" pitchFamily="18" charset="0"/>
                <a:ea typeface="楷体_GB2312" pitchFamily="49" charset="-122"/>
              </a:rPr>
              <a:t>三次样条与分段埃尔米特插值的根本区别在于</a:t>
            </a:r>
            <a:r>
              <a:rPr lang="en-US" altLang="zh-CN" sz="2400" b="1" i="1">
                <a:solidFill>
                  <a:srgbClr val="000000"/>
                </a:solidFill>
                <a:latin typeface="Times New Roman" panose="02020603050405020304" pitchFamily="18" charset="0"/>
                <a:ea typeface="楷体_GB2312" pitchFamily="49" charset="-122"/>
              </a:rPr>
              <a:t>S</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FF3300"/>
                </a:solidFill>
                <a:latin typeface="Times New Roman" panose="02020603050405020304" pitchFamily="18" charset="0"/>
                <a:ea typeface="楷体_GB2312" pitchFamily="49" charset="-122"/>
              </a:rPr>
              <a:t>自身光滑</a:t>
            </a:r>
            <a:r>
              <a:rPr lang="zh-CN" altLang="en-US" sz="2400" b="1">
                <a:solidFill>
                  <a:srgbClr val="000000"/>
                </a:solidFill>
                <a:latin typeface="Times New Roman" panose="02020603050405020304" pitchFamily="18" charset="0"/>
                <a:ea typeface="楷体_GB2312" pitchFamily="49" charset="-122"/>
              </a:rPr>
              <a:t>，不需要知道 </a:t>
            </a:r>
            <a:r>
              <a:rPr lang="en-US" altLang="zh-CN" sz="2400" b="1" i="1">
                <a:solidFill>
                  <a:srgbClr val="000000"/>
                </a:solidFill>
                <a:latin typeface="Times New Roman" panose="02020603050405020304" pitchFamily="18" charset="0"/>
                <a:ea typeface="楷体_GB2312" pitchFamily="49" charset="-122"/>
              </a:rPr>
              <a:t>f </a:t>
            </a:r>
            <a:r>
              <a:rPr lang="zh-CN" altLang="en-US" sz="2400" b="1">
                <a:solidFill>
                  <a:srgbClr val="000000"/>
                </a:solidFill>
                <a:latin typeface="Times New Roman" panose="02020603050405020304" pitchFamily="18" charset="0"/>
                <a:ea typeface="楷体_GB2312" pitchFamily="49" charset="-122"/>
              </a:rPr>
              <a:t>的导数值（除了在</a:t>
            </a:r>
            <a:r>
              <a:rPr lang="en-US" altLang="zh-CN" sz="2400" b="1">
                <a:solidFill>
                  <a:srgbClr val="0000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个端点可能需要）；而埃尔米特插值依赖于</a:t>
            </a:r>
            <a:r>
              <a:rPr lang="en-US" altLang="zh-CN" sz="2400" b="1" i="1">
                <a:solidFill>
                  <a:srgbClr val="000000"/>
                </a:solidFill>
                <a:latin typeface="Times New Roman" panose="02020603050405020304" pitchFamily="18" charset="0"/>
                <a:ea typeface="楷体_GB2312" pitchFamily="49" charset="-122"/>
              </a:rPr>
              <a:t>f </a:t>
            </a:r>
            <a:r>
              <a:rPr lang="zh-CN" altLang="en-US" sz="2400" b="1">
                <a:solidFill>
                  <a:srgbClr val="000000"/>
                </a:solidFill>
                <a:latin typeface="Times New Roman" panose="02020603050405020304" pitchFamily="18" charset="0"/>
                <a:ea typeface="楷体_GB2312" pitchFamily="49" charset="-122"/>
              </a:rPr>
              <a:t>在所有插值点的导数值。</a:t>
            </a:r>
          </a:p>
        </p:txBody>
      </p:sp>
      <p:sp>
        <p:nvSpPr>
          <p:cNvPr id="51209" name="未知"/>
          <p:cNvSpPr>
            <a:spLocks noChangeArrowheads="1"/>
          </p:cNvSpPr>
          <p:nvPr/>
        </p:nvSpPr>
        <p:spPr bwMode="auto">
          <a:xfrm>
            <a:off x="1219200" y="4965700"/>
            <a:ext cx="6400800" cy="901700"/>
          </a:xfrm>
          <a:custGeom>
            <a:avLst/>
            <a:gdLst>
              <a:gd name="T0" fmla="*/ 0 w 4032"/>
              <a:gd name="T1" fmla="*/ 568 h 568"/>
              <a:gd name="T2" fmla="*/ 192 w 4032"/>
              <a:gd name="T3" fmla="*/ 376 h 568"/>
              <a:gd name="T4" fmla="*/ 528 w 4032"/>
              <a:gd name="T5" fmla="*/ 232 h 568"/>
              <a:gd name="T6" fmla="*/ 1104 w 4032"/>
              <a:gd name="T7" fmla="*/ 184 h 568"/>
              <a:gd name="T8" fmla="*/ 1872 w 4032"/>
              <a:gd name="T9" fmla="*/ 376 h 568"/>
              <a:gd name="T10" fmla="*/ 2496 w 4032"/>
              <a:gd name="T11" fmla="*/ 328 h 568"/>
              <a:gd name="T12" fmla="*/ 2976 w 4032"/>
              <a:gd name="T13" fmla="*/ 40 h 568"/>
              <a:gd name="T14" fmla="*/ 3600 w 4032"/>
              <a:gd name="T15" fmla="*/ 88 h 568"/>
              <a:gd name="T16" fmla="*/ 4032 w 4032"/>
              <a:gd name="T17" fmla="*/ 52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32" h="568">
                <a:moveTo>
                  <a:pt x="0" y="568"/>
                </a:moveTo>
                <a:cubicBezTo>
                  <a:pt x="52" y="500"/>
                  <a:pt x="104" y="432"/>
                  <a:pt x="192" y="376"/>
                </a:cubicBezTo>
                <a:cubicBezTo>
                  <a:pt x="280" y="320"/>
                  <a:pt x="376" y="264"/>
                  <a:pt x="528" y="232"/>
                </a:cubicBezTo>
                <a:cubicBezTo>
                  <a:pt x="680" y="200"/>
                  <a:pt x="880" y="160"/>
                  <a:pt x="1104" y="184"/>
                </a:cubicBezTo>
                <a:cubicBezTo>
                  <a:pt x="1328" y="208"/>
                  <a:pt x="1640" y="352"/>
                  <a:pt x="1872" y="376"/>
                </a:cubicBezTo>
                <a:cubicBezTo>
                  <a:pt x="2104" y="400"/>
                  <a:pt x="2312" y="384"/>
                  <a:pt x="2496" y="328"/>
                </a:cubicBezTo>
                <a:cubicBezTo>
                  <a:pt x="2680" y="272"/>
                  <a:pt x="2792" y="80"/>
                  <a:pt x="2976" y="40"/>
                </a:cubicBezTo>
                <a:cubicBezTo>
                  <a:pt x="3160" y="0"/>
                  <a:pt x="3424" y="8"/>
                  <a:pt x="3600" y="88"/>
                </a:cubicBezTo>
                <a:cubicBezTo>
                  <a:pt x="3776" y="168"/>
                  <a:pt x="3904" y="344"/>
                  <a:pt x="4032" y="520"/>
                </a:cubicBezTo>
              </a:path>
            </a:pathLst>
          </a:custGeom>
          <a:noFill/>
          <a:ln w="19050">
            <a:solidFill>
              <a:srgbClr val="FF33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1210" name="Group 10"/>
          <p:cNvGrpSpPr/>
          <p:nvPr/>
        </p:nvGrpSpPr>
        <p:grpSpPr bwMode="auto">
          <a:xfrm>
            <a:off x="1066800" y="4953000"/>
            <a:ext cx="6705600" cy="1066800"/>
            <a:chOff x="0" y="0"/>
            <a:chExt cx="4224" cy="672"/>
          </a:xfrm>
        </p:grpSpPr>
        <p:sp>
          <p:nvSpPr>
            <p:cNvPr id="85005" name="Oval 11"/>
            <p:cNvSpPr>
              <a:spLocks noChangeArrowheads="1"/>
            </p:cNvSpPr>
            <p:nvPr/>
          </p:nvSpPr>
          <p:spPr bwMode="auto">
            <a:xfrm>
              <a:off x="48" y="528"/>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06" name="Oval 12"/>
            <p:cNvSpPr>
              <a:spLocks noChangeArrowheads="1"/>
            </p:cNvSpPr>
            <p:nvPr/>
          </p:nvSpPr>
          <p:spPr bwMode="auto">
            <a:xfrm>
              <a:off x="480" y="240"/>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07" name="Oval 13"/>
            <p:cNvSpPr>
              <a:spLocks noChangeArrowheads="1"/>
            </p:cNvSpPr>
            <p:nvPr/>
          </p:nvSpPr>
          <p:spPr bwMode="auto">
            <a:xfrm>
              <a:off x="1200" y="144"/>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08" name="Oval 14"/>
            <p:cNvSpPr>
              <a:spLocks noChangeArrowheads="1"/>
            </p:cNvSpPr>
            <p:nvPr/>
          </p:nvSpPr>
          <p:spPr bwMode="auto">
            <a:xfrm>
              <a:off x="2256" y="336"/>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09" name="Oval 15"/>
            <p:cNvSpPr>
              <a:spLocks noChangeArrowheads="1"/>
            </p:cNvSpPr>
            <p:nvPr/>
          </p:nvSpPr>
          <p:spPr bwMode="auto">
            <a:xfrm>
              <a:off x="3264" y="0"/>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10" name="Oval 16"/>
            <p:cNvSpPr>
              <a:spLocks noChangeArrowheads="1"/>
            </p:cNvSpPr>
            <p:nvPr/>
          </p:nvSpPr>
          <p:spPr bwMode="auto">
            <a:xfrm>
              <a:off x="4080" y="480"/>
              <a:ext cx="96" cy="96"/>
            </a:xfrm>
            <a:prstGeom prst="ellipse">
              <a:avLst/>
            </a:prstGeom>
            <a:solidFill>
              <a:srgbClr val="FF3300"/>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11" name="Line 17"/>
            <p:cNvSpPr>
              <a:spLocks noChangeShapeType="1"/>
            </p:cNvSpPr>
            <p:nvPr/>
          </p:nvSpPr>
          <p:spPr bwMode="auto">
            <a:xfrm flipV="1">
              <a:off x="0" y="336"/>
              <a:ext cx="288" cy="336"/>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12" name="Line 18"/>
            <p:cNvSpPr>
              <a:spLocks noChangeShapeType="1"/>
            </p:cNvSpPr>
            <p:nvPr/>
          </p:nvSpPr>
          <p:spPr bwMode="auto">
            <a:xfrm flipV="1">
              <a:off x="336" y="192"/>
              <a:ext cx="384" cy="144"/>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13" name="Line 19"/>
            <p:cNvSpPr>
              <a:spLocks noChangeShapeType="1"/>
            </p:cNvSpPr>
            <p:nvPr/>
          </p:nvSpPr>
          <p:spPr bwMode="auto">
            <a:xfrm>
              <a:off x="1056" y="144"/>
              <a:ext cx="480" cy="96"/>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14" name="Line 20"/>
            <p:cNvSpPr>
              <a:spLocks noChangeShapeType="1"/>
            </p:cNvSpPr>
            <p:nvPr/>
          </p:nvSpPr>
          <p:spPr bwMode="auto">
            <a:xfrm flipV="1">
              <a:off x="2064" y="362"/>
              <a:ext cx="480" cy="48"/>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15" name="Line 21"/>
            <p:cNvSpPr>
              <a:spLocks noChangeShapeType="1"/>
            </p:cNvSpPr>
            <p:nvPr/>
          </p:nvSpPr>
          <p:spPr bwMode="auto">
            <a:xfrm>
              <a:off x="3120" y="21"/>
              <a:ext cx="432" cy="0"/>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16" name="Line 22"/>
            <p:cNvSpPr>
              <a:spLocks noChangeShapeType="1"/>
            </p:cNvSpPr>
            <p:nvPr/>
          </p:nvSpPr>
          <p:spPr bwMode="auto">
            <a:xfrm>
              <a:off x="4032" y="336"/>
              <a:ext cx="192" cy="336"/>
            </a:xfrm>
            <a:prstGeom prst="line">
              <a:avLst/>
            </a:prstGeom>
            <a:noFill/>
            <a:ln w="25400">
              <a:solidFill>
                <a:srgbClr val="FF3300"/>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51223" name="未知"/>
          <p:cNvSpPr>
            <a:spLocks noChangeArrowheads="1"/>
          </p:cNvSpPr>
          <p:nvPr/>
        </p:nvSpPr>
        <p:spPr bwMode="auto">
          <a:xfrm>
            <a:off x="1092200" y="5003800"/>
            <a:ext cx="6616700" cy="1168400"/>
          </a:xfrm>
          <a:custGeom>
            <a:avLst/>
            <a:gdLst>
              <a:gd name="T0" fmla="*/ 32 w 4168"/>
              <a:gd name="T1" fmla="*/ 736 h 736"/>
              <a:gd name="T2" fmla="*/ 32 w 4168"/>
              <a:gd name="T3" fmla="*/ 592 h 736"/>
              <a:gd name="T4" fmla="*/ 224 w 4168"/>
              <a:gd name="T5" fmla="*/ 448 h 736"/>
              <a:gd name="T6" fmla="*/ 368 w 4168"/>
              <a:gd name="T7" fmla="*/ 352 h 736"/>
              <a:gd name="T8" fmla="*/ 464 w 4168"/>
              <a:gd name="T9" fmla="*/ 256 h 736"/>
              <a:gd name="T10" fmla="*/ 704 w 4168"/>
              <a:gd name="T11" fmla="*/ 208 h 736"/>
              <a:gd name="T12" fmla="*/ 992 w 4168"/>
              <a:gd name="T13" fmla="*/ 208 h 736"/>
              <a:gd name="T14" fmla="*/ 1136 w 4168"/>
              <a:gd name="T15" fmla="*/ 160 h 736"/>
              <a:gd name="T16" fmla="*/ 1328 w 4168"/>
              <a:gd name="T17" fmla="*/ 208 h 736"/>
              <a:gd name="T18" fmla="*/ 1520 w 4168"/>
              <a:gd name="T19" fmla="*/ 352 h 736"/>
              <a:gd name="T20" fmla="*/ 1760 w 4168"/>
              <a:gd name="T21" fmla="*/ 496 h 736"/>
              <a:gd name="T22" fmla="*/ 2048 w 4168"/>
              <a:gd name="T23" fmla="*/ 448 h 736"/>
              <a:gd name="T24" fmla="*/ 2240 w 4168"/>
              <a:gd name="T25" fmla="*/ 352 h 736"/>
              <a:gd name="T26" fmla="*/ 2384 w 4168"/>
              <a:gd name="T27" fmla="*/ 352 h 736"/>
              <a:gd name="T28" fmla="*/ 2576 w 4168"/>
              <a:gd name="T29" fmla="*/ 400 h 736"/>
              <a:gd name="T30" fmla="*/ 2864 w 4168"/>
              <a:gd name="T31" fmla="*/ 352 h 736"/>
              <a:gd name="T32" fmla="*/ 3056 w 4168"/>
              <a:gd name="T33" fmla="*/ 112 h 736"/>
              <a:gd name="T34" fmla="*/ 3248 w 4168"/>
              <a:gd name="T35" fmla="*/ 16 h 736"/>
              <a:gd name="T36" fmla="*/ 3392 w 4168"/>
              <a:gd name="T37" fmla="*/ 16 h 736"/>
              <a:gd name="T38" fmla="*/ 3632 w 4168"/>
              <a:gd name="T39" fmla="*/ 112 h 736"/>
              <a:gd name="T40" fmla="*/ 3872 w 4168"/>
              <a:gd name="T41" fmla="*/ 352 h 736"/>
              <a:gd name="T42" fmla="*/ 4064 w 4168"/>
              <a:gd name="T43" fmla="*/ 448 h 736"/>
              <a:gd name="T44" fmla="*/ 4160 w 4168"/>
              <a:gd name="T45" fmla="*/ 544 h 736"/>
              <a:gd name="T46" fmla="*/ 4112 w 4168"/>
              <a:gd name="T47" fmla="*/ 688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68" h="736">
                <a:moveTo>
                  <a:pt x="32" y="736"/>
                </a:moveTo>
                <a:cubicBezTo>
                  <a:pt x="16" y="688"/>
                  <a:pt x="0" y="640"/>
                  <a:pt x="32" y="592"/>
                </a:cubicBezTo>
                <a:cubicBezTo>
                  <a:pt x="64" y="544"/>
                  <a:pt x="168" y="488"/>
                  <a:pt x="224" y="448"/>
                </a:cubicBezTo>
                <a:cubicBezTo>
                  <a:pt x="280" y="408"/>
                  <a:pt x="328" y="384"/>
                  <a:pt x="368" y="352"/>
                </a:cubicBezTo>
                <a:cubicBezTo>
                  <a:pt x="408" y="320"/>
                  <a:pt x="408" y="280"/>
                  <a:pt x="464" y="256"/>
                </a:cubicBezTo>
                <a:cubicBezTo>
                  <a:pt x="520" y="232"/>
                  <a:pt x="616" y="216"/>
                  <a:pt x="704" y="208"/>
                </a:cubicBezTo>
                <a:cubicBezTo>
                  <a:pt x="792" y="200"/>
                  <a:pt x="920" y="216"/>
                  <a:pt x="992" y="208"/>
                </a:cubicBezTo>
                <a:cubicBezTo>
                  <a:pt x="1064" y="200"/>
                  <a:pt x="1080" y="160"/>
                  <a:pt x="1136" y="160"/>
                </a:cubicBezTo>
                <a:cubicBezTo>
                  <a:pt x="1192" y="160"/>
                  <a:pt x="1264" y="176"/>
                  <a:pt x="1328" y="208"/>
                </a:cubicBezTo>
                <a:cubicBezTo>
                  <a:pt x="1392" y="240"/>
                  <a:pt x="1448" y="304"/>
                  <a:pt x="1520" y="352"/>
                </a:cubicBezTo>
                <a:cubicBezTo>
                  <a:pt x="1592" y="400"/>
                  <a:pt x="1672" y="480"/>
                  <a:pt x="1760" y="496"/>
                </a:cubicBezTo>
                <a:cubicBezTo>
                  <a:pt x="1848" y="512"/>
                  <a:pt x="1968" y="472"/>
                  <a:pt x="2048" y="448"/>
                </a:cubicBezTo>
                <a:cubicBezTo>
                  <a:pt x="2128" y="424"/>
                  <a:pt x="2184" y="368"/>
                  <a:pt x="2240" y="352"/>
                </a:cubicBezTo>
                <a:cubicBezTo>
                  <a:pt x="2296" y="336"/>
                  <a:pt x="2328" y="344"/>
                  <a:pt x="2384" y="352"/>
                </a:cubicBezTo>
                <a:cubicBezTo>
                  <a:pt x="2440" y="360"/>
                  <a:pt x="2496" y="400"/>
                  <a:pt x="2576" y="400"/>
                </a:cubicBezTo>
                <a:cubicBezTo>
                  <a:pt x="2656" y="400"/>
                  <a:pt x="2784" y="400"/>
                  <a:pt x="2864" y="352"/>
                </a:cubicBezTo>
                <a:cubicBezTo>
                  <a:pt x="2944" y="304"/>
                  <a:pt x="2992" y="168"/>
                  <a:pt x="3056" y="112"/>
                </a:cubicBezTo>
                <a:cubicBezTo>
                  <a:pt x="3120" y="56"/>
                  <a:pt x="3192" y="32"/>
                  <a:pt x="3248" y="16"/>
                </a:cubicBezTo>
                <a:cubicBezTo>
                  <a:pt x="3304" y="0"/>
                  <a:pt x="3328" y="0"/>
                  <a:pt x="3392" y="16"/>
                </a:cubicBezTo>
                <a:cubicBezTo>
                  <a:pt x="3456" y="32"/>
                  <a:pt x="3552" y="56"/>
                  <a:pt x="3632" y="112"/>
                </a:cubicBezTo>
                <a:cubicBezTo>
                  <a:pt x="3712" y="168"/>
                  <a:pt x="3800" y="296"/>
                  <a:pt x="3872" y="352"/>
                </a:cubicBezTo>
                <a:cubicBezTo>
                  <a:pt x="3944" y="408"/>
                  <a:pt x="4016" y="416"/>
                  <a:pt x="4064" y="448"/>
                </a:cubicBezTo>
                <a:cubicBezTo>
                  <a:pt x="4112" y="480"/>
                  <a:pt x="4152" y="504"/>
                  <a:pt x="4160" y="544"/>
                </a:cubicBezTo>
                <a:cubicBezTo>
                  <a:pt x="4168" y="584"/>
                  <a:pt x="4140" y="636"/>
                  <a:pt x="4112" y="688"/>
                </a:cubicBezTo>
              </a:path>
            </a:pathLst>
          </a:custGeom>
          <a:noFill/>
          <a:ln w="25400">
            <a:solidFill>
              <a:srgbClr val="00CC00"/>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1224" name="Group 24"/>
          <p:cNvGrpSpPr/>
          <p:nvPr/>
        </p:nvGrpSpPr>
        <p:grpSpPr bwMode="auto">
          <a:xfrm>
            <a:off x="1066800" y="4953000"/>
            <a:ext cx="6705600" cy="1066800"/>
            <a:chOff x="0" y="0"/>
            <a:chExt cx="4224" cy="672"/>
          </a:xfrm>
        </p:grpSpPr>
        <p:sp>
          <p:nvSpPr>
            <p:cNvPr id="85019" name="Oval 25"/>
            <p:cNvSpPr>
              <a:spLocks noChangeArrowheads="1"/>
            </p:cNvSpPr>
            <p:nvPr/>
          </p:nvSpPr>
          <p:spPr bwMode="auto">
            <a:xfrm>
              <a:off x="48" y="528"/>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0" name="Oval 26"/>
            <p:cNvSpPr>
              <a:spLocks noChangeArrowheads="1"/>
            </p:cNvSpPr>
            <p:nvPr/>
          </p:nvSpPr>
          <p:spPr bwMode="auto">
            <a:xfrm>
              <a:off x="480" y="240"/>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1" name="Oval 27"/>
            <p:cNvSpPr>
              <a:spLocks noChangeArrowheads="1"/>
            </p:cNvSpPr>
            <p:nvPr/>
          </p:nvSpPr>
          <p:spPr bwMode="auto">
            <a:xfrm>
              <a:off x="1200" y="144"/>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2" name="Oval 28"/>
            <p:cNvSpPr>
              <a:spLocks noChangeArrowheads="1"/>
            </p:cNvSpPr>
            <p:nvPr/>
          </p:nvSpPr>
          <p:spPr bwMode="auto">
            <a:xfrm>
              <a:off x="2256" y="336"/>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3" name="Oval 29"/>
            <p:cNvSpPr>
              <a:spLocks noChangeArrowheads="1"/>
            </p:cNvSpPr>
            <p:nvPr/>
          </p:nvSpPr>
          <p:spPr bwMode="auto">
            <a:xfrm>
              <a:off x="3264" y="0"/>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4" name="Oval 30"/>
            <p:cNvSpPr>
              <a:spLocks noChangeArrowheads="1"/>
            </p:cNvSpPr>
            <p:nvPr/>
          </p:nvSpPr>
          <p:spPr bwMode="auto">
            <a:xfrm>
              <a:off x="4080" y="480"/>
              <a:ext cx="96" cy="96"/>
            </a:xfrm>
            <a:prstGeom prst="ellipse">
              <a:avLst/>
            </a:prstGeom>
            <a:solidFill>
              <a:srgbClr val="00CC00"/>
            </a:solidFill>
            <a:ln w="9525">
              <a:solidFill>
                <a:srgbClr val="00CC00"/>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25" name="Line 31"/>
            <p:cNvSpPr>
              <a:spLocks noChangeShapeType="1"/>
            </p:cNvSpPr>
            <p:nvPr/>
          </p:nvSpPr>
          <p:spPr bwMode="auto">
            <a:xfrm flipV="1">
              <a:off x="0" y="336"/>
              <a:ext cx="288" cy="336"/>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26" name="Line 32"/>
            <p:cNvSpPr>
              <a:spLocks noChangeShapeType="1"/>
            </p:cNvSpPr>
            <p:nvPr/>
          </p:nvSpPr>
          <p:spPr bwMode="auto">
            <a:xfrm flipV="1">
              <a:off x="336" y="192"/>
              <a:ext cx="384" cy="144"/>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27" name="Line 33"/>
            <p:cNvSpPr>
              <a:spLocks noChangeShapeType="1"/>
            </p:cNvSpPr>
            <p:nvPr/>
          </p:nvSpPr>
          <p:spPr bwMode="auto">
            <a:xfrm>
              <a:off x="1056" y="144"/>
              <a:ext cx="480" cy="96"/>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28" name="Line 34"/>
            <p:cNvSpPr>
              <a:spLocks noChangeShapeType="1"/>
            </p:cNvSpPr>
            <p:nvPr/>
          </p:nvSpPr>
          <p:spPr bwMode="auto">
            <a:xfrm flipV="1">
              <a:off x="2064" y="362"/>
              <a:ext cx="480" cy="48"/>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29" name="Line 35"/>
            <p:cNvSpPr>
              <a:spLocks noChangeShapeType="1"/>
            </p:cNvSpPr>
            <p:nvPr/>
          </p:nvSpPr>
          <p:spPr bwMode="auto">
            <a:xfrm>
              <a:off x="3120" y="21"/>
              <a:ext cx="432" cy="0"/>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5030" name="Line 36"/>
            <p:cNvSpPr>
              <a:spLocks noChangeShapeType="1"/>
            </p:cNvSpPr>
            <p:nvPr/>
          </p:nvSpPr>
          <p:spPr bwMode="auto">
            <a:xfrm>
              <a:off x="4032" y="336"/>
              <a:ext cx="192" cy="336"/>
            </a:xfrm>
            <a:prstGeom prst="line">
              <a:avLst/>
            </a:prstGeom>
            <a:noFill/>
            <a:ln w="25400">
              <a:solidFill>
                <a:srgbClr val="00CC00"/>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51237" name="Text Box 37"/>
          <p:cNvSpPr txBox="1">
            <a:spLocks noChangeArrowheads="1"/>
          </p:cNvSpPr>
          <p:nvPr/>
        </p:nvSpPr>
        <p:spPr bwMode="auto">
          <a:xfrm>
            <a:off x="533400" y="48768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a:solidFill>
                  <a:srgbClr val="FF3300"/>
                </a:solidFill>
                <a:latin typeface="Times New Roman" panose="02020603050405020304" pitchFamily="18" charset="0"/>
                <a:ea typeface="楷体_GB2312" pitchFamily="49" charset="-122"/>
              </a:rPr>
              <a:t>f</a:t>
            </a:r>
            <a:r>
              <a:rPr lang="en-US" altLang="zh-CN" sz="2000" b="1">
                <a:solidFill>
                  <a:srgbClr val="FF3300"/>
                </a:solidFill>
                <a:latin typeface="Times New Roman" panose="02020603050405020304" pitchFamily="18" charset="0"/>
                <a:ea typeface="楷体_GB2312" pitchFamily="49" charset="-122"/>
              </a:rPr>
              <a:t>(</a:t>
            </a:r>
            <a:r>
              <a:rPr lang="en-US" altLang="zh-CN" sz="2000" b="1" i="1">
                <a:solidFill>
                  <a:srgbClr val="FF3300"/>
                </a:solidFill>
                <a:latin typeface="Times New Roman" panose="02020603050405020304" pitchFamily="18" charset="0"/>
                <a:ea typeface="楷体_GB2312" pitchFamily="49" charset="-122"/>
              </a:rPr>
              <a:t>x</a:t>
            </a:r>
            <a:r>
              <a:rPr lang="en-US" altLang="zh-CN" sz="2000" b="1">
                <a:solidFill>
                  <a:srgbClr val="FF3300"/>
                </a:solidFill>
                <a:latin typeface="Times New Roman" panose="02020603050405020304" pitchFamily="18" charset="0"/>
                <a:ea typeface="楷体_GB2312" pitchFamily="49" charset="-122"/>
              </a:rPr>
              <a:t>)</a:t>
            </a:r>
            <a:endParaRPr lang="en-US" altLang="zh-CN" sz="2000" b="1" i="1">
              <a:solidFill>
                <a:srgbClr val="FF3300"/>
              </a:solidFill>
              <a:latin typeface="Times New Roman" panose="02020603050405020304" pitchFamily="18" charset="0"/>
              <a:ea typeface="楷体_GB2312" pitchFamily="49" charset="-122"/>
            </a:endParaRPr>
          </a:p>
        </p:txBody>
      </p:sp>
      <p:sp>
        <p:nvSpPr>
          <p:cNvPr id="51238" name="Text Box 38"/>
          <p:cNvSpPr txBox="1">
            <a:spLocks noChangeArrowheads="1"/>
          </p:cNvSpPr>
          <p:nvPr/>
        </p:nvSpPr>
        <p:spPr bwMode="auto">
          <a:xfrm>
            <a:off x="7848600" y="48006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a:solidFill>
                  <a:srgbClr val="00CC00"/>
                </a:solidFill>
                <a:latin typeface="Times New Roman" panose="02020603050405020304" pitchFamily="18" charset="0"/>
                <a:ea typeface="楷体_GB2312" pitchFamily="49" charset="-122"/>
              </a:rPr>
              <a:t>H</a:t>
            </a:r>
            <a:r>
              <a:rPr lang="en-US" altLang="zh-CN" sz="2000" b="1">
                <a:solidFill>
                  <a:srgbClr val="00CC00"/>
                </a:solidFill>
                <a:latin typeface="Times New Roman" panose="02020603050405020304" pitchFamily="18" charset="0"/>
                <a:ea typeface="楷体_GB2312" pitchFamily="49" charset="-122"/>
              </a:rPr>
              <a:t>(</a:t>
            </a:r>
            <a:r>
              <a:rPr lang="en-US" altLang="zh-CN" sz="2000" b="1" i="1">
                <a:solidFill>
                  <a:srgbClr val="00CC00"/>
                </a:solidFill>
                <a:latin typeface="Times New Roman" panose="02020603050405020304" pitchFamily="18" charset="0"/>
                <a:ea typeface="楷体_GB2312" pitchFamily="49" charset="-122"/>
              </a:rPr>
              <a:t>x</a:t>
            </a:r>
            <a:r>
              <a:rPr lang="en-US" altLang="zh-CN" sz="2000" b="1">
                <a:solidFill>
                  <a:srgbClr val="00CC00"/>
                </a:solidFill>
                <a:latin typeface="Times New Roman" panose="02020603050405020304" pitchFamily="18" charset="0"/>
                <a:ea typeface="楷体_GB2312" pitchFamily="49" charset="-122"/>
              </a:rPr>
              <a:t>)</a:t>
            </a:r>
            <a:endParaRPr lang="en-US" altLang="zh-CN" sz="2000" b="1" i="1">
              <a:solidFill>
                <a:srgbClr val="00CC00"/>
              </a:solidFill>
              <a:latin typeface="Times New Roman" panose="02020603050405020304" pitchFamily="18" charset="0"/>
              <a:ea typeface="楷体_GB2312" pitchFamily="49" charset="-122"/>
            </a:endParaRPr>
          </a:p>
        </p:txBody>
      </p:sp>
      <p:sp>
        <p:nvSpPr>
          <p:cNvPr id="51239" name="未知"/>
          <p:cNvSpPr>
            <a:spLocks noChangeArrowheads="1"/>
          </p:cNvSpPr>
          <p:nvPr/>
        </p:nvSpPr>
        <p:spPr bwMode="auto">
          <a:xfrm>
            <a:off x="990600" y="4965700"/>
            <a:ext cx="6934200" cy="927100"/>
          </a:xfrm>
          <a:custGeom>
            <a:avLst/>
            <a:gdLst>
              <a:gd name="T0" fmla="*/ 0 w 4368"/>
              <a:gd name="T1" fmla="*/ 520 h 584"/>
              <a:gd name="T2" fmla="*/ 144 w 4368"/>
              <a:gd name="T3" fmla="*/ 568 h 584"/>
              <a:gd name="T4" fmla="*/ 288 w 4368"/>
              <a:gd name="T5" fmla="*/ 568 h 584"/>
              <a:gd name="T6" fmla="*/ 480 w 4368"/>
              <a:gd name="T7" fmla="*/ 472 h 584"/>
              <a:gd name="T8" fmla="*/ 624 w 4368"/>
              <a:gd name="T9" fmla="*/ 232 h 584"/>
              <a:gd name="T10" fmla="*/ 864 w 4368"/>
              <a:gd name="T11" fmla="*/ 88 h 584"/>
              <a:gd name="T12" fmla="*/ 1200 w 4368"/>
              <a:gd name="T13" fmla="*/ 88 h 584"/>
              <a:gd name="T14" fmla="*/ 1344 w 4368"/>
              <a:gd name="T15" fmla="*/ 280 h 584"/>
              <a:gd name="T16" fmla="*/ 1536 w 4368"/>
              <a:gd name="T17" fmla="*/ 376 h 584"/>
              <a:gd name="T18" fmla="*/ 1968 w 4368"/>
              <a:gd name="T19" fmla="*/ 424 h 584"/>
              <a:gd name="T20" fmla="*/ 2208 w 4368"/>
              <a:gd name="T21" fmla="*/ 472 h 584"/>
              <a:gd name="T22" fmla="*/ 2400 w 4368"/>
              <a:gd name="T23" fmla="*/ 328 h 584"/>
              <a:gd name="T24" fmla="*/ 2640 w 4368"/>
              <a:gd name="T25" fmla="*/ 184 h 584"/>
              <a:gd name="T26" fmla="*/ 3024 w 4368"/>
              <a:gd name="T27" fmla="*/ 40 h 584"/>
              <a:gd name="T28" fmla="*/ 3360 w 4368"/>
              <a:gd name="T29" fmla="*/ 40 h 584"/>
              <a:gd name="T30" fmla="*/ 3744 w 4368"/>
              <a:gd name="T31" fmla="*/ 280 h 584"/>
              <a:gd name="T32" fmla="*/ 4080 w 4368"/>
              <a:gd name="T33" fmla="*/ 520 h 584"/>
              <a:gd name="T34" fmla="*/ 4368 w 4368"/>
              <a:gd name="T35" fmla="*/ 52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8" h="584">
                <a:moveTo>
                  <a:pt x="0" y="520"/>
                </a:moveTo>
                <a:cubicBezTo>
                  <a:pt x="48" y="540"/>
                  <a:pt x="96" y="560"/>
                  <a:pt x="144" y="568"/>
                </a:cubicBezTo>
                <a:cubicBezTo>
                  <a:pt x="192" y="576"/>
                  <a:pt x="232" y="584"/>
                  <a:pt x="288" y="568"/>
                </a:cubicBezTo>
                <a:cubicBezTo>
                  <a:pt x="344" y="552"/>
                  <a:pt x="424" y="528"/>
                  <a:pt x="480" y="472"/>
                </a:cubicBezTo>
                <a:cubicBezTo>
                  <a:pt x="536" y="416"/>
                  <a:pt x="560" y="296"/>
                  <a:pt x="624" y="232"/>
                </a:cubicBezTo>
                <a:cubicBezTo>
                  <a:pt x="688" y="168"/>
                  <a:pt x="768" y="112"/>
                  <a:pt x="864" y="88"/>
                </a:cubicBezTo>
                <a:cubicBezTo>
                  <a:pt x="960" y="64"/>
                  <a:pt x="1120" y="56"/>
                  <a:pt x="1200" y="88"/>
                </a:cubicBezTo>
                <a:cubicBezTo>
                  <a:pt x="1280" y="120"/>
                  <a:pt x="1288" y="232"/>
                  <a:pt x="1344" y="280"/>
                </a:cubicBezTo>
                <a:cubicBezTo>
                  <a:pt x="1400" y="328"/>
                  <a:pt x="1432" y="352"/>
                  <a:pt x="1536" y="376"/>
                </a:cubicBezTo>
                <a:cubicBezTo>
                  <a:pt x="1640" y="400"/>
                  <a:pt x="1856" y="408"/>
                  <a:pt x="1968" y="424"/>
                </a:cubicBezTo>
                <a:cubicBezTo>
                  <a:pt x="2080" y="440"/>
                  <a:pt x="2136" y="488"/>
                  <a:pt x="2208" y="472"/>
                </a:cubicBezTo>
                <a:cubicBezTo>
                  <a:pt x="2280" y="456"/>
                  <a:pt x="2328" y="376"/>
                  <a:pt x="2400" y="328"/>
                </a:cubicBezTo>
                <a:cubicBezTo>
                  <a:pt x="2472" y="280"/>
                  <a:pt x="2536" y="232"/>
                  <a:pt x="2640" y="184"/>
                </a:cubicBezTo>
                <a:cubicBezTo>
                  <a:pt x="2744" y="136"/>
                  <a:pt x="2904" y="64"/>
                  <a:pt x="3024" y="40"/>
                </a:cubicBezTo>
                <a:cubicBezTo>
                  <a:pt x="3144" y="16"/>
                  <a:pt x="3240" y="0"/>
                  <a:pt x="3360" y="40"/>
                </a:cubicBezTo>
                <a:cubicBezTo>
                  <a:pt x="3480" y="80"/>
                  <a:pt x="3624" y="200"/>
                  <a:pt x="3744" y="280"/>
                </a:cubicBezTo>
                <a:cubicBezTo>
                  <a:pt x="3864" y="360"/>
                  <a:pt x="3976" y="480"/>
                  <a:pt x="4080" y="520"/>
                </a:cubicBezTo>
                <a:cubicBezTo>
                  <a:pt x="4184" y="560"/>
                  <a:pt x="4276" y="540"/>
                  <a:pt x="4368" y="520"/>
                </a:cubicBezTo>
              </a:path>
            </a:pathLst>
          </a:custGeom>
          <a:noFill/>
          <a:ln w="28575">
            <a:solidFill>
              <a:schemeClr val="accent2"/>
            </a:solidFill>
            <a:rou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grpSp>
        <p:nvGrpSpPr>
          <p:cNvPr id="51240" name="Group 40"/>
          <p:cNvGrpSpPr/>
          <p:nvPr/>
        </p:nvGrpSpPr>
        <p:grpSpPr bwMode="auto">
          <a:xfrm>
            <a:off x="1143000" y="4953000"/>
            <a:ext cx="6553200" cy="990600"/>
            <a:chOff x="0" y="0"/>
            <a:chExt cx="4128" cy="624"/>
          </a:xfrm>
        </p:grpSpPr>
        <p:sp>
          <p:nvSpPr>
            <p:cNvPr id="85035" name="Oval 41"/>
            <p:cNvSpPr>
              <a:spLocks noChangeArrowheads="1"/>
            </p:cNvSpPr>
            <p:nvPr/>
          </p:nvSpPr>
          <p:spPr bwMode="auto">
            <a:xfrm>
              <a:off x="0" y="528"/>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36" name="Oval 42"/>
            <p:cNvSpPr>
              <a:spLocks noChangeArrowheads="1"/>
            </p:cNvSpPr>
            <p:nvPr/>
          </p:nvSpPr>
          <p:spPr bwMode="auto">
            <a:xfrm>
              <a:off x="432" y="240"/>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37" name="Oval 43"/>
            <p:cNvSpPr>
              <a:spLocks noChangeArrowheads="1"/>
            </p:cNvSpPr>
            <p:nvPr/>
          </p:nvSpPr>
          <p:spPr bwMode="auto">
            <a:xfrm>
              <a:off x="1152" y="144"/>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38" name="Oval 44"/>
            <p:cNvSpPr>
              <a:spLocks noChangeArrowheads="1"/>
            </p:cNvSpPr>
            <p:nvPr/>
          </p:nvSpPr>
          <p:spPr bwMode="auto">
            <a:xfrm>
              <a:off x="2208" y="336"/>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39" name="Oval 45"/>
            <p:cNvSpPr>
              <a:spLocks noChangeArrowheads="1"/>
            </p:cNvSpPr>
            <p:nvPr/>
          </p:nvSpPr>
          <p:spPr bwMode="auto">
            <a:xfrm>
              <a:off x="3216" y="0"/>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5040" name="Oval 46"/>
            <p:cNvSpPr>
              <a:spLocks noChangeArrowheads="1"/>
            </p:cNvSpPr>
            <p:nvPr/>
          </p:nvSpPr>
          <p:spPr bwMode="auto">
            <a:xfrm>
              <a:off x="4032" y="480"/>
              <a:ext cx="96" cy="96"/>
            </a:xfrm>
            <a:prstGeom prst="ellipse">
              <a:avLst/>
            </a:prstGeom>
            <a:solidFill>
              <a:schemeClr val="accent2"/>
            </a:solidFill>
            <a:ln>
              <a:noFill/>
            </a:ln>
            <a:extLst>
              <a:ext uri="{91240B29-F687-4F45-9708-019B960494DF}">
                <a14:hiddenLine xmlns:a14="http://schemas.microsoft.com/office/drawing/2010/main" w="9525">
                  <a:solidFill>
                    <a:srgbClr val="000000"/>
                  </a:solidFill>
                  <a:rou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51247" name="Text Box 47"/>
          <p:cNvSpPr txBox="1">
            <a:spLocks noChangeArrowheads="1"/>
          </p:cNvSpPr>
          <p:nvPr/>
        </p:nvSpPr>
        <p:spPr bwMode="auto">
          <a:xfrm>
            <a:off x="7848600" y="5257800"/>
            <a:ext cx="6858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2000" b="1" i="1">
                <a:solidFill>
                  <a:srgbClr val="3333CC"/>
                </a:solidFill>
                <a:latin typeface="Times New Roman" panose="02020603050405020304" pitchFamily="18" charset="0"/>
                <a:ea typeface="楷体_GB2312" pitchFamily="49" charset="-122"/>
              </a:rPr>
              <a:t>S</a:t>
            </a:r>
            <a:r>
              <a:rPr lang="en-US" altLang="zh-CN" sz="2000" b="1">
                <a:solidFill>
                  <a:srgbClr val="3333CC"/>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a:solidFill>
                  <a:srgbClr val="3333CC"/>
                </a:solidFill>
                <a:latin typeface="Times New Roman" panose="02020603050405020304" pitchFamily="18" charset="0"/>
                <a:ea typeface="楷体_GB2312" pitchFamily="49" charset="-122"/>
              </a:rPr>
              <a:t>)</a:t>
            </a:r>
            <a:endParaRPr lang="en-US" altLang="zh-CN" sz="2000" b="1" i="1">
              <a:solidFill>
                <a:srgbClr val="3333CC"/>
              </a:solidFill>
              <a:latin typeface="Times New Roman" panose="02020603050405020304" pitchFamily="18" charset="0"/>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1203"/>
                                        </p:tgtEl>
                                        <p:attrNameLst>
                                          <p:attrName>style.visibility</p:attrName>
                                        </p:attrNameLst>
                                      </p:cBhvr>
                                      <p:to>
                                        <p:strVal val="visible"/>
                                      </p:to>
                                    </p:set>
                                    <p:anim calcmode="lin" valueType="num">
                                      <p:cBhvr>
                                        <p:cTn id="7" dur="500" fill="hold"/>
                                        <p:tgtEl>
                                          <p:spTgt spid="51203"/>
                                        </p:tgtEl>
                                        <p:attrNameLst>
                                          <p:attrName>ppt_x</p:attrName>
                                        </p:attrNameLst>
                                      </p:cBhvr>
                                      <p:tavLst>
                                        <p:tav tm="0">
                                          <p:val>
                                            <p:strVal val="0-#ppt_w/2"/>
                                          </p:val>
                                        </p:tav>
                                        <p:tav tm="100000">
                                          <p:val>
                                            <p:strVal val="#ppt_x"/>
                                          </p:val>
                                        </p:tav>
                                      </p:tavLst>
                                    </p:anim>
                                    <p:anim calcmode="lin" valueType="num">
                                      <p:cBhvr>
                                        <p:cTn id="8" dur="500" fill="hold"/>
                                        <p:tgtEl>
                                          <p:spTgt spid="5120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51208"/>
                                        </p:tgtEl>
                                        <p:attrNameLst>
                                          <p:attrName>style.visibility</p:attrName>
                                        </p:attrNameLst>
                                      </p:cBhvr>
                                      <p:to>
                                        <p:strVal val="visible"/>
                                      </p:to>
                                    </p:set>
                                    <p:animEffect transition="in" filter="box(in)">
                                      <p:cBhvr>
                                        <p:cTn id="13" dur="500"/>
                                        <p:tgtEl>
                                          <p:spTgt spid="51208"/>
                                        </p:tgtEl>
                                      </p:cBhvr>
                                    </p:animEffect>
                                  </p:childTnLst>
                                  <p:subTnLst>
                                    <p:audio>
                                      <p:cMediaNode>
                                        <p:cTn display="0" masterRel="sameClick">
                                          <p:stCondLst>
                                            <p:cond evt="begin" delay="0">
                                              <p:tn val="11"/>
                                            </p:cond>
                                          </p:stCondLst>
                                          <p:endCondLst>
                                            <p:cond evt="onStopAudio" delay="0">
                                              <p:tgtEl>
                                                <p:sldTgt/>
                                              </p:tgtEl>
                                            </p:cond>
                                          </p:endCondLst>
                                        </p:cTn>
                                        <p:tgtEl>
                                          <p:sndTgt r:embed="rId3" name="camera.wav"/>
                                        </p:tgtEl>
                                      </p:cMediaNode>
                                    </p:audio>
                                  </p:sub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51237"/>
                                        </p:tgtEl>
                                        <p:attrNameLst>
                                          <p:attrName>style.visibility</p:attrName>
                                        </p:attrNameLst>
                                      </p:cBhvr>
                                      <p:to>
                                        <p:strVal val="visible"/>
                                      </p:to>
                                    </p:set>
                                    <p:animEffect transition="in" filter="wipe(up)">
                                      <p:cBhvr>
                                        <p:cTn id="18" dur="500"/>
                                        <p:tgtEl>
                                          <p:spTgt spid="51237"/>
                                        </p:tgtEl>
                                      </p:cBhvr>
                                    </p:animEffect>
                                  </p:childTnLst>
                                </p:cTn>
                              </p:par>
                            </p:childTnLst>
                          </p:cTn>
                        </p:par>
                        <p:par>
                          <p:cTn id="19" fill="hold">
                            <p:stCondLst>
                              <p:cond delay="500"/>
                            </p:stCondLst>
                            <p:childTnLst>
                              <p:par>
                                <p:cTn id="20" presetID="22" presetClass="entr" presetSubtype="8" fill="hold" nodeType="afterEffect">
                                  <p:stCondLst>
                                    <p:cond delay="0"/>
                                  </p:stCondLst>
                                  <p:childTnLst>
                                    <p:set>
                                      <p:cBhvr>
                                        <p:cTn id="21" dur="1" fill="hold">
                                          <p:stCondLst>
                                            <p:cond delay="0"/>
                                          </p:stCondLst>
                                        </p:cTn>
                                        <p:tgtEl>
                                          <p:spTgt spid="51209"/>
                                        </p:tgtEl>
                                        <p:attrNameLst>
                                          <p:attrName>style.visibility</p:attrName>
                                        </p:attrNameLst>
                                      </p:cBhvr>
                                      <p:to>
                                        <p:strVal val="visible"/>
                                      </p:to>
                                    </p:set>
                                    <p:animEffect transition="in" filter="wipe(left)">
                                      <p:cBhvr>
                                        <p:cTn id="22" dur="500"/>
                                        <p:tgtEl>
                                          <p:spTgt spid="51209"/>
                                        </p:tgtEl>
                                      </p:cBhvr>
                                    </p:animEffect>
                                  </p:childTnLst>
                                  <p:subTnLst>
                                    <p:audio>
                                      <p:cMediaNode>
                                        <p:cTn display="0" masterRel="sameClick">
                                          <p:stCondLst>
                                            <p:cond evt="begin" delay="0">
                                              <p:tn val="20"/>
                                            </p:cond>
                                          </p:stCondLst>
                                          <p:endCondLst>
                                            <p:cond evt="onStopAudio" delay="0">
                                              <p:tgtEl>
                                                <p:sldTgt/>
                                              </p:tgtEl>
                                            </p:cond>
                                          </p:endCondLst>
                                        </p:cTn>
                                        <p:tgtEl>
                                          <p:sndTgt r:embed="rId4" name="whoosh.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1210"/>
                                        </p:tgtEl>
                                        <p:attrNameLst>
                                          <p:attrName>style.visibility</p:attrName>
                                        </p:attrNameLst>
                                      </p:cBhvr>
                                      <p:to>
                                        <p:strVal val="visible"/>
                                      </p:to>
                                    </p:set>
                                    <p:animEffect transition="in" filter="wipe(left)">
                                      <p:cBhvr>
                                        <p:cTn id="27" dur="500"/>
                                        <p:tgtEl>
                                          <p:spTgt spid="51210"/>
                                        </p:tgtEl>
                                      </p:cBhvr>
                                    </p:animEffect>
                                  </p:childTnLst>
                                  <p:subTnLst>
                                    <p:audio>
                                      <p:cMediaNode>
                                        <p:cTn display="0" masterRel="sameClick">
                                          <p:stCondLst>
                                            <p:cond evt="begin" delay="0">
                                              <p:tn val="25"/>
                                            </p:cond>
                                          </p:stCondLst>
                                          <p:endCondLst>
                                            <p:cond evt="onStopAudio" delay="0">
                                              <p:tgtEl>
                                                <p:sldTgt/>
                                              </p:tgtEl>
                                            </p:cond>
                                          </p:endCondLst>
                                        </p:cTn>
                                        <p:tgtEl>
                                          <p:sndTgt r:embed="rId5"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51238"/>
                                        </p:tgtEl>
                                        <p:attrNameLst>
                                          <p:attrName>style.visibility</p:attrName>
                                        </p:attrNameLst>
                                      </p:cBhvr>
                                      <p:to>
                                        <p:strVal val="visible"/>
                                      </p:to>
                                    </p:set>
                                    <p:animEffect transition="in" filter="wipe(up)">
                                      <p:cBhvr>
                                        <p:cTn id="32" dur="500"/>
                                        <p:tgtEl>
                                          <p:spTgt spid="51238"/>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51223"/>
                                        </p:tgtEl>
                                        <p:attrNameLst>
                                          <p:attrName>style.visibility</p:attrName>
                                        </p:attrNameLst>
                                      </p:cBhvr>
                                      <p:to>
                                        <p:strVal val="visible"/>
                                      </p:to>
                                    </p:set>
                                    <p:animEffect transition="in" filter="wipe(left)">
                                      <p:cBhvr>
                                        <p:cTn id="36" dur="500"/>
                                        <p:tgtEl>
                                          <p:spTgt spid="51223"/>
                                        </p:tgtEl>
                                      </p:cBhvr>
                                    </p:animEffect>
                                  </p:childTnLst>
                                  <p:subTnLst>
                                    <p:audio>
                                      <p:cMediaNode>
                                        <p:cTn display="0" masterRel="sameClick">
                                          <p:stCondLst>
                                            <p:cond evt="begin" delay="0">
                                              <p:tn val="34"/>
                                            </p:cond>
                                          </p:stCondLst>
                                          <p:endCondLst>
                                            <p:cond evt="onStopAudio" delay="0">
                                              <p:tgtEl>
                                                <p:sldTgt/>
                                              </p:tgtEl>
                                            </p:cond>
                                          </p:endCondLst>
                                        </p:cTn>
                                        <p:tgtEl>
                                          <p:sndTgt r:embed="rId4" name="whoosh.wav"/>
                                        </p:tgtEl>
                                      </p:cMediaNode>
                                    </p:audio>
                                  </p:sub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51224"/>
                                        </p:tgtEl>
                                        <p:attrNameLst>
                                          <p:attrName>style.visibility</p:attrName>
                                        </p:attrNameLst>
                                      </p:cBhvr>
                                      <p:to>
                                        <p:strVal val="visible"/>
                                      </p:to>
                                    </p:set>
                                    <p:animEffect transition="in" filter="wipe(left)">
                                      <p:cBhvr>
                                        <p:cTn id="41" dur="500"/>
                                        <p:tgtEl>
                                          <p:spTgt spid="51224"/>
                                        </p:tgtEl>
                                      </p:cBhvr>
                                    </p:animEffect>
                                  </p:childTnLst>
                                  <p:subTnLst>
                                    <p:audio>
                                      <p:cMediaNode>
                                        <p:cTn display="0" masterRel="sameClick">
                                          <p:stCondLst>
                                            <p:cond evt="begin" delay="0">
                                              <p:tn val="39"/>
                                            </p:cond>
                                          </p:stCondLst>
                                          <p:endCondLst>
                                            <p:cond evt="onStopAudio" delay="0">
                                              <p:tgtEl>
                                                <p:sldTgt/>
                                              </p:tgtEl>
                                            </p:cond>
                                          </p:endCondLst>
                                        </p:cTn>
                                        <p:tgtEl>
                                          <p:sndTgt r:embed="rId5" name="type.wav"/>
                                        </p:tgtEl>
                                      </p:cMediaNode>
                                    </p:audio>
                                  </p:subTnLst>
                                </p:cTn>
                              </p:par>
                            </p:childTnLst>
                          </p:cTn>
                        </p:par>
                      </p:childTnLst>
                    </p:cTn>
                  </p:par>
                  <p:par>
                    <p:cTn id="42" fill="hold">
                      <p:stCondLst>
                        <p:cond delay="indefinite"/>
                      </p:stCondLst>
                      <p:childTnLst>
                        <p:par>
                          <p:cTn id="43" fill="hold">
                            <p:stCondLst>
                              <p:cond delay="0"/>
                            </p:stCondLst>
                            <p:childTnLst>
                              <p:par>
                                <p:cTn id="44" presetID="22" presetClass="entr" presetSubtype="1" fill="hold" grpId="0" nodeType="clickEffect">
                                  <p:stCondLst>
                                    <p:cond delay="0"/>
                                  </p:stCondLst>
                                  <p:childTnLst>
                                    <p:set>
                                      <p:cBhvr>
                                        <p:cTn id="45" dur="1" fill="hold">
                                          <p:stCondLst>
                                            <p:cond delay="0"/>
                                          </p:stCondLst>
                                        </p:cTn>
                                        <p:tgtEl>
                                          <p:spTgt spid="51247"/>
                                        </p:tgtEl>
                                        <p:attrNameLst>
                                          <p:attrName>style.visibility</p:attrName>
                                        </p:attrNameLst>
                                      </p:cBhvr>
                                      <p:to>
                                        <p:strVal val="visible"/>
                                      </p:to>
                                    </p:set>
                                    <p:animEffect transition="in" filter="wipe(up)">
                                      <p:cBhvr>
                                        <p:cTn id="46" dur="500"/>
                                        <p:tgtEl>
                                          <p:spTgt spid="51247"/>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51239"/>
                                        </p:tgtEl>
                                        <p:attrNameLst>
                                          <p:attrName>style.visibility</p:attrName>
                                        </p:attrNameLst>
                                      </p:cBhvr>
                                      <p:to>
                                        <p:strVal val="visible"/>
                                      </p:to>
                                    </p:set>
                                    <p:animEffect transition="in" filter="wipe(left)">
                                      <p:cBhvr>
                                        <p:cTn id="50" dur="500"/>
                                        <p:tgtEl>
                                          <p:spTgt spid="51239"/>
                                        </p:tgtEl>
                                      </p:cBhvr>
                                    </p:animEffect>
                                  </p:childTnLst>
                                  <p:subTnLst>
                                    <p:audio>
                                      <p:cMediaNode>
                                        <p:cTn display="0" masterRel="sameClick">
                                          <p:stCondLst>
                                            <p:cond evt="begin" delay="0">
                                              <p:tn val="48"/>
                                            </p:cond>
                                          </p:stCondLst>
                                          <p:endCondLst>
                                            <p:cond evt="onStopAudio" delay="0">
                                              <p:tgtEl>
                                                <p:sldTgt/>
                                              </p:tgtEl>
                                            </p:cond>
                                          </p:endCondLst>
                                        </p:cTn>
                                        <p:tgtEl>
                                          <p:sndTgt r:embed="rId4" name="whoosh.wav"/>
                                        </p:tgtEl>
                                      </p:cMediaNode>
                                    </p:audio>
                                  </p:sub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51240"/>
                                        </p:tgtEl>
                                        <p:attrNameLst>
                                          <p:attrName>style.visibility</p:attrName>
                                        </p:attrNameLst>
                                      </p:cBhvr>
                                      <p:to>
                                        <p:strVal val="visible"/>
                                      </p:to>
                                    </p:set>
                                    <p:anim calcmode="lin" valueType="num">
                                      <p:cBhvr>
                                        <p:cTn id="55" dur="500" fill="hold"/>
                                        <p:tgtEl>
                                          <p:spTgt spid="51240"/>
                                        </p:tgtEl>
                                        <p:attrNameLst>
                                          <p:attrName>ppt_x</p:attrName>
                                        </p:attrNameLst>
                                      </p:cBhvr>
                                      <p:tavLst>
                                        <p:tav tm="0">
                                          <p:val>
                                            <p:strVal val="#ppt_x"/>
                                          </p:val>
                                        </p:tav>
                                        <p:tav tm="100000">
                                          <p:val>
                                            <p:strVal val="#ppt_x"/>
                                          </p:val>
                                        </p:tav>
                                      </p:tavLst>
                                    </p:anim>
                                    <p:anim calcmode="lin" valueType="num">
                                      <p:cBhvr>
                                        <p:cTn id="56" dur="500" fill="hold"/>
                                        <p:tgtEl>
                                          <p:spTgt spid="51240"/>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53"/>
                                            </p:cond>
                                          </p:stCondLst>
                                          <p:endCondLst>
                                            <p:cond evt="onStopAudio" delay="0">
                                              <p:tgtEl>
                                                <p:sldTgt/>
                                              </p:tgtEl>
                                            </p:cond>
                                          </p:endCondLst>
                                        </p:cTn>
                                        <p:tgtEl>
                                          <p:sndTgt r:embed="rId4"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3" grpId="0"/>
      <p:bldP spid="51208" grpId="0" animBg="1"/>
      <p:bldP spid="51237" grpId="0"/>
      <p:bldP spid="51238" grpId="0"/>
      <p:bldP spid="5124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90FDAAC-CC5B-47E1-B3A2-954F193E2204}"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6018"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6019"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1CE00452-7BFD-4A73-93E9-8C49708F2310}" type="slidenum">
              <a:rPr lang="zh-CN" altLang="en-US" smtClean="0">
                <a:solidFill>
                  <a:srgbClr val="000000"/>
                </a:solidFill>
                <a:latin typeface="Times New Roman" panose="02020603050405020304" pitchFamily="18" charset="0"/>
              </a:rPr>
              <a:t>76</a:t>
            </a:fld>
            <a:endParaRPr lang="zh-CN" altLang="en-US">
              <a:solidFill>
                <a:srgbClr val="000000"/>
              </a:solidFill>
              <a:latin typeface="Times New Roman" panose="02020603050405020304" pitchFamily="18" charset="0"/>
            </a:endParaRPr>
          </a:p>
        </p:txBody>
      </p:sp>
      <p:sp>
        <p:nvSpPr>
          <p:cNvPr id="52226" name="Text Box 2"/>
          <p:cNvSpPr txBox="1">
            <a:spLocks noChangeArrowheads="1"/>
          </p:cNvSpPr>
          <p:nvPr/>
        </p:nvSpPr>
        <p:spPr bwMode="auto">
          <a:xfrm>
            <a:off x="381000" y="457200"/>
            <a:ext cx="6019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3333CC"/>
                </a:solidFill>
                <a:latin typeface="楷体_GB2312" pitchFamily="49" charset="-122"/>
                <a:ea typeface="楷体_GB2312" pitchFamily="49" charset="-122"/>
                <a:sym typeface="Wingdings" panose="05000000000000000000" pitchFamily="2" charset="2"/>
              </a:rPr>
              <a:t> </a:t>
            </a:r>
            <a:r>
              <a:rPr lang="zh-CN" altLang="en-US" sz="2400" b="1">
                <a:solidFill>
                  <a:srgbClr val="000000"/>
                </a:solidFill>
                <a:latin typeface="楷体_GB2312" pitchFamily="49" charset="-122"/>
                <a:ea typeface="楷体_GB2312" pitchFamily="49" charset="-122"/>
              </a:rPr>
              <a:t>构造三次样条插值函数的</a:t>
            </a:r>
            <a:r>
              <a:rPr lang="zh-CN" altLang="en-US" sz="2400" b="1">
                <a:solidFill>
                  <a:srgbClr val="3333CC"/>
                </a:solidFill>
                <a:latin typeface="楷体_GB2312" pitchFamily="49" charset="-122"/>
                <a:ea typeface="楷体_GB2312" pitchFamily="49" charset="-122"/>
              </a:rPr>
              <a:t>三弯矩法</a:t>
            </a:r>
            <a:r>
              <a:rPr lang="zh-CN" altLang="en-US" sz="2400" b="1">
                <a:solidFill>
                  <a:srgbClr val="000000"/>
                </a:solidFill>
                <a:latin typeface="楷体_GB2312" pitchFamily="49" charset="-122"/>
                <a:ea typeface="楷体_GB2312" pitchFamily="49" charset="-122"/>
              </a:rPr>
              <a:t> </a:t>
            </a:r>
            <a:endParaRPr lang="zh-CN" altLang="en-US" sz="2000" b="1">
              <a:solidFill>
                <a:srgbClr val="008000"/>
              </a:solidFill>
              <a:ea typeface="楷体_GB2312" pitchFamily="49" charset="-122"/>
            </a:endParaRPr>
          </a:p>
        </p:txBody>
      </p:sp>
      <p:grpSp>
        <p:nvGrpSpPr>
          <p:cNvPr id="52227" name="Group 3"/>
          <p:cNvGrpSpPr/>
          <p:nvPr/>
        </p:nvGrpSpPr>
        <p:grpSpPr bwMode="auto">
          <a:xfrm>
            <a:off x="457200" y="1295400"/>
            <a:ext cx="8259763" cy="477838"/>
            <a:chOff x="0" y="0"/>
            <a:chExt cx="5066" cy="301"/>
          </a:xfrm>
        </p:grpSpPr>
        <p:sp>
          <p:nvSpPr>
            <p:cNvPr id="86022" name="Text Box 4"/>
            <p:cNvSpPr txBox="1">
              <a:spLocks noChangeArrowheads="1"/>
            </p:cNvSpPr>
            <p:nvPr/>
          </p:nvSpPr>
          <p:spPr bwMode="auto">
            <a:xfrm>
              <a:off x="0" y="0"/>
              <a:ext cx="17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在               上，记</a:t>
              </a:r>
            </a:p>
          </p:txBody>
        </p:sp>
        <p:graphicFrame>
          <p:nvGraphicFramePr>
            <p:cNvPr id="86023" name="Object 5"/>
            <p:cNvGraphicFramePr>
              <a:graphicFrameLocks noChangeAspect="1"/>
            </p:cNvGraphicFramePr>
            <p:nvPr/>
          </p:nvGraphicFramePr>
          <p:xfrm>
            <a:off x="288" y="41"/>
            <a:ext cx="672" cy="252"/>
          </p:xfrm>
          <a:graphic>
            <a:graphicData uri="http://schemas.openxmlformats.org/presentationml/2006/ole">
              <mc:AlternateContent xmlns:mc="http://schemas.openxmlformats.org/markup-compatibility/2006">
                <mc:Choice xmlns:v="urn:schemas-microsoft-com:vml" Requires="v">
                  <p:oleObj spid="_x0000_s86206" r:id="rId6" imgW="610235" imgH="241300" progId="Equation.3">
                    <p:embed/>
                  </p:oleObj>
                </mc:Choice>
                <mc:Fallback>
                  <p:oleObj r:id="rId6" imgW="610235" imgH="241300" progId="Equation.3">
                    <p:embed/>
                    <p:pic>
                      <p:nvPicPr>
                        <p:cNvPr id="0"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 y="41"/>
                          <a:ext cx="67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86024" name="Object 6"/>
            <p:cNvGraphicFramePr>
              <a:graphicFrameLocks noChangeAspect="1"/>
            </p:cNvGraphicFramePr>
            <p:nvPr/>
          </p:nvGraphicFramePr>
          <p:xfrm>
            <a:off x="1584" y="41"/>
            <a:ext cx="1164" cy="260"/>
          </p:xfrm>
          <a:graphic>
            <a:graphicData uri="http://schemas.openxmlformats.org/presentationml/2006/ole">
              <mc:AlternateContent xmlns:mc="http://schemas.openxmlformats.org/markup-compatibility/2006">
                <mc:Choice xmlns:v="urn:schemas-microsoft-com:vml" Requires="v">
                  <p:oleObj spid="_x0000_s86207" r:id="rId8" imgW="953135" imgH="241300" progId="Equation.3">
                    <p:embed/>
                  </p:oleObj>
                </mc:Choice>
                <mc:Fallback>
                  <p:oleObj r:id="rId8" imgW="953135" imgH="241300" progId="Equation.3">
                    <p:embed/>
                    <p:pic>
                      <p:nvPicPr>
                        <p:cNvPr id="0"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84" y="41"/>
                          <a:ext cx="116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6025" name="Rectangle 7"/>
            <p:cNvSpPr>
              <a:spLocks noChangeArrowheads="1"/>
            </p:cNvSpPr>
            <p:nvPr/>
          </p:nvSpPr>
          <p:spPr bwMode="auto">
            <a:xfrm>
              <a:off x="5014" y="72"/>
              <a:ext cx="5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26" name="Rectangle 8"/>
            <p:cNvSpPr>
              <a:spLocks noChangeArrowheads="1"/>
            </p:cNvSpPr>
            <p:nvPr/>
          </p:nvSpPr>
          <p:spPr bwMode="auto">
            <a:xfrm>
              <a:off x="4777" y="72"/>
              <a:ext cx="3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27" name="Rectangle 9"/>
            <p:cNvSpPr>
              <a:spLocks noChangeArrowheads="1"/>
            </p:cNvSpPr>
            <p:nvPr/>
          </p:nvSpPr>
          <p:spPr bwMode="auto">
            <a:xfrm>
              <a:off x="4457" y="72"/>
              <a:ext cx="5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28" name="Rectangle 10"/>
            <p:cNvSpPr>
              <a:spLocks noChangeArrowheads="1"/>
            </p:cNvSpPr>
            <p:nvPr/>
          </p:nvSpPr>
          <p:spPr bwMode="auto">
            <a:xfrm>
              <a:off x="3893" y="72"/>
              <a:ext cx="31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for   </a:t>
              </a:r>
              <a:endParaRPr lang="en-US" altLang="zh-CN" sz="2800">
                <a:solidFill>
                  <a:srgbClr val="000000"/>
                </a:solidFill>
                <a:latin typeface="Times New Roman" panose="02020603050405020304" pitchFamily="18" charset="0"/>
                <a:ea typeface="楷体_GB2312" pitchFamily="49" charset="-122"/>
              </a:endParaRPr>
            </a:p>
          </p:txBody>
        </p:sp>
        <p:sp>
          <p:nvSpPr>
            <p:cNvPr id="86029" name="Rectangle 11"/>
            <p:cNvSpPr>
              <a:spLocks noChangeArrowheads="1"/>
            </p:cNvSpPr>
            <p:nvPr/>
          </p:nvSpPr>
          <p:spPr bwMode="auto">
            <a:xfrm>
              <a:off x="3695" y="72"/>
              <a:ext cx="5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30" name="Rectangle 12"/>
            <p:cNvSpPr>
              <a:spLocks noChangeArrowheads="1"/>
            </p:cNvSpPr>
            <p:nvPr/>
          </p:nvSpPr>
          <p:spPr bwMode="auto">
            <a:xfrm>
              <a:off x="3533" y="72"/>
              <a:ext cx="5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31" name="Rectangle 13"/>
            <p:cNvSpPr>
              <a:spLocks noChangeArrowheads="1"/>
            </p:cNvSpPr>
            <p:nvPr/>
          </p:nvSpPr>
          <p:spPr bwMode="auto">
            <a:xfrm>
              <a:off x="3078" y="72"/>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32" name="Rectangle 14"/>
            <p:cNvSpPr>
              <a:spLocks noChangeArrowheads="1"/>
            </p:cNvSpPr>
            <p:nvPr/>
          </p:nvSpPr>
          <p:spPr bwMode="auto">
            <a:xfrm>
              <a:off x="2916" y="72"/>
              <a:ext cx="5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33" name="Rectangle 15"/>
            <p:cNvSpPr>
              <a:spLocks noChangeArrowheads="1"/>
            </p:cNvSpPr>
            <p:nvPr/>
          </p:nvSpPr>
          <p:spPr bwMode="auto">
            <a:xfrm>
              <a:off x="4716" y="170"/>
              <a:ext cx="4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6034" name="Rectangle 16"/>
            <p:cNvSpPr>
              <a:spLocks noChangeArrowheads="1"/>
            </p:cNvSpPr>
            <p:nvPr/>
          </p:nvSpPr>
          <p:spPr bwMode="auto">
            <a:xfrm>
              <a:off x="3492" y="58"/>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035" name="Rectangle 17"/>
            <p:cNvSpPr>
              <a:spLocks noChangeArrowheads="1"/>
            </p:cNvSpPr>
            <p:nvPr/>
          </p:nvSpPr>
          <p:spPr bwMode="auto">
            <a:xfrm>
              <a:off x="3401" y="58"/>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036" name="Rectangle 18"/>
            <p:cNvSpPr>
              <a:spLocks noChangeArrowheads="1"/>
            </p:cNvSpPr>
            <p:nvPr/>
          </p:nvSpPr>
          <p:spPr bwMode="auto">
            <a:xfrm>
              <a:off x="4966" y="171"/>
              <a:ext cx="2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37" name="Rectangle 19"/>
            <p:cNvSpPr>
              <a:spLocks noChangeArrowheads="1"/>
            </p:cNvSpPr>
            <p:nvPr/>
          </p:nvSpPr>
          <p:spPr bwMode="auto">
            <a:xfrm>
              <a:off x="4628" y="171"/>
              <a:ext cx="2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38" name="Rectangle 20"/>
            <p:cNvSpPr>
              <a:spLocks noChangeArrowheads="1"/>
            </p:cNvSpPr>
            <p:nvPr/>
          </p:nvSpPr>
          <p:spPr bwMode="auto">
            <a:xfrm>
              <a:off x="3456" y="59"/>
              <a:ext cx="2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39" name="Rectangle 21"/>
            <p:cNvSpPr>
              <a:spLocks noChangeArrowheads="1"/>
            </p:cNvSpPr>
            <p:nvPr/>
          </p:nvSpPr>
          <p:spPr bwMode="auto">
            <a:xfrm>
              <a:off x="4865" y="72"/>
              <a:ext cx="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040" name="Rectangle 22"/>
            <p:cNvSpPr>
              <a:spLocks noChangeArrowheads="1"/>
            </p:cNvSpPr>
            <p:nvPr/>
          </p:nvSpPr>
          <p:spPr bwMode="auto">
            <a:xfrm>
              <a:off x="4527" y="72"/>
              <a:ext cx="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041" name="Rectangle 23"/>
            <p:cNvSpPr>
              <a:spLocks noChangeArrowheads="1"/>
            </p:cNvSpPr>
            <p:nvPr/>
          </p:nvSpPr>
          <p:spPr bwMode="auto">
            <a:xfrm>
              <a:off x="4227" y="72"/>
              <a:ext cx="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42" name="Rectangle 24"/>
            <p:cNvSpPr>
              <a:spLocks noChangeArrowheads="1"/>
            </p:cNvSpPr>
            <p:nvPr/>
          </p:nvSpPr>
          <p:spPr bwMode="auto">
            <a:xfrm>
              <a:off x="3606" y="72"/>
              <a:ext cx="7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43" name="Rectangle 25"/>
            <p:cNvSpPr>
              <a:spLocks noChangeArrowheads="1"/>
            </p:cNvSpPr>
            <p:nvPr/>
          </p:nvSpPr>
          <p:spPr bwMode="auto">
            <a:xfrm>
              <a:off x="3300" y="72"/>
              <a:ext cx="8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S</a:t>
              </a:r>
              <a:endParaRPr lang="en-US" altLang="zh-CN" sz="2800">
                <a:solidFill>
                  <a:srgbClr val="FF3300"/>
                </a:solidFill>
                <a:latin typeface="Times New Roman" panose="02020603050405020304" pitchFamily="18" charset="0"/>
                <a:ea typeface="楷体_GB2312" pitchFamily="49" charset="-122"/>
              </a:endParaRPr>
            </a:p>
          </p:txBody>
        </p:sp>
        <p:sp>
          <p:nvSpPr>
            <p:cNvPr id="86044" name="Rectangle 26"/>
            <p:cNvSpPr>
              <a:spLocks noChangeArrowheads="1"/>
            </p:cNvSpPr>
            <p:nvPr/>
          </p:nvSpPr>
          <p:spPr bwMode="auto">
            <a:xfrm>
              <a:off x="2988" y="72"/>
              <a:ext cx="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45" name="Rectangle 27"/>
            <p:cNvSpPr>
              <a:spLocks noChangeArrowheads="1"/>
            </p:cNvSpPr>
            <p:nvPr/>
          </p:nvSpPr>
          <p:spPr bwMode="auto">
            <a:xfrm>
              <a:off x="2816" y="72"/>
              <a:ext cx="8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S</a:t>
              </a:r>
              <a:endParaRPr lang="en-US" altLang="zh-CN" sz="2800">
                <a:solidFill>
                  <a:srgbClr val="FF3300"/>
                </a:solidFill>
                <a:latin typeface="Times New Roman" panose="02020603050405020304" pitchFamily="18" charset="0"/>
                <a:ea typeface="楷体_GB2312" pitchFamily="49" charset="-122"/>
              </a:endParaRPr>
            </a:p>
          </p:txBody>
        </p:sp>
        <p:sp>
          <p:nvSpPr>
            <p:cNvPr id="86046" name="Rectangle 28"/>
            <p:cNvSpPr>
              <a:spLocks noChangeArrowheads="1"/>
            </p:cNvSpPr>
            <p:nvPr/>
          </p:nvSpPr>
          <p:spPr bwMode="auto">
            <a:xfrm>
              <a:off x="4663" y="161"/>
              <a:ext cx="5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047" name="Rectangle 29"/>
            <p:cNvSpPr>
              <a:spLocks noChangeArrowheads="1"/>
            </p:cNvSpPr>
            <p:nvPr/>
          </p:nvSpPr>
          <p:spPr bwMode="auto">
            <a:xfrm>
              <a:off x="4332" y="53"/>
              <a:ext cx="11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b="1">
                  <a:solidFill>
                    <a:srgbClr val="000000"/>
                  </a:solidFill>
                  <a:latin typeface="Symbol" panose="05050102010706020507" pitchFamily="18" charset="2"/>
                  <a:ea typeface="楷体_GB2312" pitchFamily="49" charset="-122"/>
                  <a:sym typeface="Symbol" panose="05050102010706020507" pitchFamily="18" charset="2"/>
                </a:rPr>
                <a:t></a:t>
              </a:r>
              <a:endParaRPr lang="zh-CN" altLang="en-US" sz="2800">
                <a:solidFill>
                  <a:srgbClr val="000000"/>
                </a:solidFill>
                <a:latin typeface="Times New Roman" panose="02020603050405020304" pitchFamily="18" charset="0"/>
                <a:ea typeface="楷体_GB2312" pitchFamily="49" charset="-122"/>
              </a:endParaRPr>
            </a:p>
          </p:txBody>
        </p:sp>
        <p:sp>
          <p:nvSpPr>
            <p:cNvPr id="86048" name="Rectangle 30"/>
            <p:cNvSpPr>
              <a:spLocks noChangeArrowheads="1"/>
            </p:cNvSpPr>
            <p:nvPr/>
          </p:nvSpPr>
          <p:spPr bwMode="auto">
            <a:xfrm>
              <a:off x="3165" y="53"/>
              <a:ext cx="8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52255" name="AutoShape 31"/>
          <p:cNvSpPr>
            <a:spLocks noChangeArrowheads="1"/>
          </p:cNvSpPr>
          <p:nvPr/>
        </p:nvSpPr>
        <p:spPr bwMode="auto">
          <a:xfrm>
            <a:off x="1371600" y="2438400"/>
            <a:ext cx="4648200" cy="609600"/>
          </a:xfrm>
          <a:prstGeom prst="wedgeEllipseCallout">
            <a:avLst>
              <a:gd name="adj1" fmla="val 44023"/>
              <a:gd name="adj2" fmla="val -178907"/>
            </a:avLst>
          </a:prstGeom>
          <a:gradFill rotWithShape="0">
            <a:gsLst>
              <a:gs pos="0">
                <a:schemeClr val="bg1"/>
              </a:gs>
              <a:gs pos="100000">
                <a:srgbClr val="C0C0C0"/>
              </a:gs>
            </a:gsLst>
            <a:lin ang="189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对每个</a:t>
            </a:r>
            <a:r>
              <a:rPr lang="en-US" altLang="zh-CN" sz="2400" b="1" i="1">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此为</a:t>
            </a:r>
            <a:r>
              <a:rPr lang="en-US" altLang="zh-CN" sz="2400" b="1">
                <a:solidFill>
                  <a:srgbClr val="3333CC"/>
                </a:solidFill>
                <a:latin typeface="Times New Roman" panose="02020603050405020304" pitchFamily="18" charset="0"/>
                <a:ea typeface="楷体_GB2312" pitchFamily="49" charset="-122"/>
              </a:rPr>
              <a:t>3</a:t>
            </a:r>
            <a:r>
              <a:rPr lang="zh-CN" altLang="en-US" sz="2400" b="1">
                <a:solidFill>
                  <a:srgbClr val="000000"/>
                </a:solidFill>
                <a:latin typeface="Times New Roman" panose="02020603050405020304" pitchFamily="18" charset="0"/>
                <a:ea typeface="楷体_GB2312" pitchFamily="49" charset="-122"/>
              </a:rPr>
              <a:t>次多项式</a:t>
            </a:r>
          </a:p>
        </p:txBody>
      </p:sp>
      <p:sp>
        <p:nvSpPr>
          <p:cNvPr id="52256" name="Text Box 32"/>
          <p:cNvSpPr txBox="1">
            <a:spLocks noChangeArrowheads="1"/>
          </p:cNvSpPr>
          <p:nvPr/>
        </p:nvSpPr>
        <p:spPr bwMode="auto">
          <a:xfrm>
            <a:off x="457200" y="1752600"/>
            <a:ext cx="7543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则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为    次多项式，需     个点的值确定之。</a:t>
            </a:r>
          </a:p>
        </p:txBody>
      </p:sp>
      <p:sp>
        <p:nvSpPr>
          <p:cNvPr id="52257" name="Rectangle 33"/>
          <p:cNvSpPr>
            <a:spLocks noChangeArrowheads="1"/>
          </p:cNvSpPr>
          <p:nvPr/>
        </p:nvSpPr>
        <p:spPr bwMode="auto">
          <a:xfrm>
            <a:off x="2209800" y="1828800"/>
            <a:ext cx="228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a:solidFill>
                  <a:srgbClr val="3333CC"/>
                </a:solidFill>
                <a:latin typeface="Times New Roman" panose="02020603050405020304" pitchFamily="18" charset="0"/>
                <a:ea typeface="楷体_GB2312" pitchFamily="49" charset="-122"/>
              </a:rPr>
              <a:t>1</a:t>
            </a:r>
          </a:p>
        </p:txBody>
      </p:sp>
      <p:sp>
        <p:nvSpPr>
          <p:cNvPr id="52258" name="Rectangle 34"/>
          <p:cNvSpPr>
            <a:spLocks noChangeArrowheads="1"/>
          </p:cNvSpPr>
          <p:nvPr/>
        </p:nvSpPr>
        <p:spPr bwMode="auto">
          <a:xfrm>
            <a:off x="4343400" y="18288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400" b="1">
                <a:solidFill>
                  <a:srgbClr val="3333CC"/>
                </a:solidFill>
                <a:latin typeface="Times New Roman" panose="02020603050405020304" pitchFamily="18" charset="0"/>
                <a:ea typeface="楷体_GB2312" pitchFamily="49" charset="-122"/>
              </a:rPr>
              <a:t>2</a:t>
            </a:r>
          </a:p>
        </p:txBody>
      </p:sp>
      <p:sp>
        <p:nvSpPr>
          <p:cNvPr id="52259" name="Text Box 35"/>
          <p:cNvSpPr txBox="1">
            <a:spLocks noChangeArrowheads="1"/>
          </p:cNvSpPr>
          <p:nvPr/>
        </p:nvSpPr>
        <p:spPr bwMode="auto">
          <a:xfrm>
            <a:off x="457200" y="2286000"/>
            <a:ext cx="5029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设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baseline="-25000">
                <a:solidFill>
                  <a:srgbClr val="3333CC"/>
                </a:solidFill>
                <a:latin typeface="Times New Roman" panose="02020603050405020304" pitchFamily="18" charset="0"/>
                <a:ea typeface="楷体_GB2312" pitchFamily="49" charset="-122"/>
                <a:sym typeface="Symbol" panose="05050102010706020507" pitchFamily="18" charset="2"/>
              </a:rPr>
              <a:t>1</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FF3300"/>
                </a:solidFill>
                <a:latin typeface="Times New Roman" panose="02020603050405020304" pitchFamily="18" charset="0"/>
                <a:ea typeface="楷体_GB2312" pitchFamily="49" charset="-122"/>
              </a:rPr>
              <a:t>M</a:t>
            </a:r>
            <a:r>
              <a:rPr lang="en-US" altLang="zh-CN" sz="2400" b="1" i="1" baseline="-25000">
                <a:solidFill>
                  <a:srgbClr val="FF3300"/>
                </a:solidFill>
                <a:latin typeface="Times New Roman" panose="02020603050405020304" pitchFamily="18" charset="0"/>
                <a:ea typeface="楷体_GB2312" pitchFamily="49" charset="-122"/>
              </a:rPr>
              <a:t>j</a:t>
            </a:r>
            <a:r>
              <a:rPr lang="en-US" altLang="zh-CN" sz="2400" b="1" baseline="-25000">
                <a:solidFill>
                  <a:srgbClr val="FF3300"/>
                </a:solidFill>
                <a:latin typeface="Times New Roman" panose="02020603050405020304" pitchFamily="18" charset="0"/>
                <a:ea typeface="楷体_GB2312" pitchFamily="49" charset="-122"/>
                <a:sym typeface="Symbol" panose="05050102010706020507" pitchFamily="18" charset="2"/>
              </a:rPr>
              <a:t>1</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FF3300"/>
                </a:solidFill>
                <a:latin typeface="Times New Roman" panose="02020603050405020304" pitchFamily="18" charset="0"/>
                <a:ea typeface="楷体_GB2312" pitchFamily="49" charset="-122"/>
              </a:rPr>
              <a:t>M</a:t>
            </a:r>
            <a:r>
              <a:rPr lang="en-US" altLang="zh-CN" sz="2400" b="1" i="1" baseline="-25000">
                <a:solidFill>
                  <a:srgbClr val="FF3300"/>
                </a:solidFill>
                <a:latin typeface="Times New Roman" panose="02020603050405020304" pitchFamily="18" charset="0"/>
                <a:ea typeface="楷体_GB2312" pitchFamily="49" charset="-122"/>
              </a:rPr>
              <a:t>j</a:t>
            </a:r>
            <a:r>
              <a:rPr lang="en-US" altLang="zh-CN" sz="2400" b="1">
                <a:solidFill>
                  <a:srgbClr val="FF3300"/>
                </a:solidFill>
                <a:latin typeface="Times New Roman" panose="02020603050405020304" pitchFamily="18" charset="0"/>
                <a:ea typeface="楷体_GB2312" pitchFamily="49" charset="-122"/>
                <a:sym typeface="Symbol" panose="05050102010706020507" pitchFamily="18" charset="2"/>
              </a:rPr>
              <a:t> </a:t>
            </a:r>
          </a:p>
        </p:txBody>
      </p:sp>
      <p:sp>
        <p:nvSpPr>
          <p:cNvPr id="52260" name="AutoShape 36"/>
          <p:cNvSpPr>
            <a:spLocks noChangeArrowheads="1"/>
          </p:cNvSpPr>
          <p:nvPr/>
        </p:nvSpPr>
        <p:spPr bwMode="auto">
          <a:xfrm>
            <a:off x="4038600" y="1143000"/>
            <a:ext cx="4648200" cy="685800"/>
          </a:xfrm>
          <a:prstGeom prst="wedgeEllipseCallout">
            <a:avLst>
              <a:gd name="adj1" fmla="val -34356"/>
              <a:gd name="adj2" fmla="val 142361"/>
            </a:avLst>
          </a:prstGeom>
          <a:gradFill rotWithShape="0">
            <a:gsLst>
              <a:gs pos="0">
                <a:srgbClr val="C0C0C0"/>
              </a:gs>
              <a:gs pos="100000">
                <a:schemeClr val="bg1"/>
              </a:gs>
            </a:gsLst>
            <a:lin ang="18900000" scaled="1"/>
          </a:gradFill>
          <a:ln w="9525">
            <a:solidFill>
              <a:schemeClr val="tx1"/>
            </a:solidFill>
            <a:miter lim="800000"/>
          </a:ln>
        </p:spPr>
        <p:txBody>
          <a:bodyPr wrap="none"/>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a:solidFill>
                  <a:srgbClr val="000000"/>
                </a:solidFill>
                <a:latin typeface="Times New Roman" panose="02020603050405020304" pitchFamily="18" charset="0"/>
                <a:ea typeface="楷体_GB2312" pitchFamily="49" charset="-122"/>
              </a:rPr>
              <a:t>对应力学中的</a:t>
            </a:r>
            <a:r>
              <a:rPr lang="zh-CN" altLang="en-US" sz="2400" b="1">
                <a:solidFill>
                  <a:srgbClr val="3333CC"/>
                </a:solidFill>
                <a:latin typeface="Times New Roman" panose="02020603050405020304" pitchFamily="18" charset="0"/>
                <a:ea typeface="楷体_GB2312" pitchFamily="49" charset="-122"/>
              </a:rPr>
              <a:t>梁弯矩</a:t>
            </a:r>
            <a:r>
              <a:rPr lang="zh-CN" altLang="en-US" sz="2400" b="1">
                <a:solidFill>
                  <a:srgbClr val="000000"/>
                </a:solidFill>
                <a:latin typeface="Times New Roman" panose="02020603050405020304" pitchFamily="18" charset="0"/>
                <a:ea typeface="楷体_GB2312" pitchFamily="49" charset="-122"/>
              </a:rPr>
              <a:t>，故名</a:t>
            </a:r>
          </a:p>
        </p:txBody>
      </p:sp>
      <p:sp>
        <p:nvSpPr>
          <p:cNvPr id="52261" name="Text Box 37"/>
          <p:cNvSpPr txBox="1">
            <a:spLocks noChangeArrowheads="1"/>
          </p:cNvSpPr>
          <p:nvPr/>
        </p:nvSpPr>
        <p:spPr bwMode="auto">
          <a:xfrm>
            <a:off x="5181600" y="2286000"/>
            <a:ext cx="3657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对于</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baseline="-25000">
                <a:solidFill>
                  <a:srgbClr val="3333CC"/>
                </a:solidFill>
                <a:latin typeface="Times New Roman" panose="02020603050405020304" pitchFamily="18" charset="0"/>
                <a:ea typeface="楷体_GB2312" pitchFamily="49" charset="-122"/>
                <a:sym typeface="Symbol" panose="05050102010706020507" pitchFamily="18" charset="2"/>
              </a:rPr>
              <a:t>1</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a:t>
            </a:r>
            <a:r>
              <a:rPr lang="en-US" altLang="zh-CN" sz="24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可</a:t>
            </a:r>
            <a:r>
              <a:rPr lang="zh-CN" altLang="en-US" sz="2400" b="1">
                <a:solidFill>
                  <a:srgbClr val="000000"/>
                </a:solidFill>
                <a:latin typeface="Times New Roman" panose="02020603050405020304" pitchFamily="18" charset="0"/>
                <a:ea typeface="楷体_GB2312" pitchFamily="49" charset="-122"/>
              </a:rPr>
              <a:t>得到</a:t>
            </a:r>
          </a:p>
        </p:txBody>
      </p:sp>
      <p:sp>
        <p:nvSpPr>
          <p:cNvPr id="52262" name="Text Box 38"/>
          <p:cNvSpPr txBox="1">
            <a:spLocks noChangeArrowheads="1"/>
          </p:cNvSpPr>
          <p:nvPr/>
        </p:nvSpPr>
        <p:spPr bwMode="auto">
          <a:xfrm>
            <a:off x="2057400" y="2895600"/>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grpSp>
        <p:nvGrpSpPr>
          <p:cNvPr id="52263" name="Group 39"/>
          <p:cNvGrpSpPr/>
          <p:nvPr/>
        </p:nvGrpSpPr>
        <p:grpSpPr bwMode="auto">
          <a:xfrm>
            <a:off x="3352800" y="2743200"/>
            <a:ext cx="2843213" cy="736600"/>
            <a:chOff x="0" y="0"/>
            <a:chExt cx="1791" cy="464"/>
          </a:xfrm>
        </p:grpSpPr>
        <p:sp>
          <p:nvSpPr>
            <p:cNvPr id="86058" name="Line 40"/>
            <p:cNvSpPr>
              <a:spLocks noChangeShapeType="1"/>
            </p:cNvSpPr>
            <p:nvPr/>
          </p:nvSpPr>
          <p:spPr bwMode="auto">
            <a:xfrm>
              <a:off x="364" y="246"/>
              <a:ext cx="447"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059" name="Line 41"/>
            <p:cNvSpPr>
              <a:spLocks noChangeShapeType="1"/>
            </p:cNvSpPr>
            <p:nvPr/>
          </p:nvSpPr>
          <p:spPr bwMode="auto">
            <a:xfrm>
              <a:off x="1238" y="246"/>
              <a:ext cx="553"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060" name="Rectangle 42"/>
            <p:cNvSpPr>
              <a:spLocks noChangeArrowheads="1"/>
            </p:cNvSpPr>
            <p:nvPr/>
          </p:nvSpPr>
          <p:spPr bwMode="auto">
            <a:xfrm>
              <a:off x="1542" y="349"/>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61" name="Rectangle 43"/>
            <p:cNvSpPr>
              <a:spLocks noChangeArrowheads="1"/>
            </p:cNvSpPr>
            <p:nvPr/>
          </p:nvSpPr>
          <p:spPr bwMode="auto">
            <a:xfrm>
              <a:off x="1627"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62" name="Rectangle 44"/>
            <p:cNvSpPr>
              <a:spLocks noChangeArrowheads="1"/>
            </p:cNvSpPr>
            <p:nvPr/>
          </p:nvSpPr>
          <p:spPr bwMode="auto">
            <a:xfrm>
              <a:off x="1163" y="24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063" name="Rectangle 45"/>
            <p:cNvSpPr>
              <a:spLocks noChangeArrowheads="1"/>
            </p:cNvSpPr>
            <p:nvPr/>
          </p:nvSpPr>
          <p:spPr bwMode="auto">
            <a:xfrm>
              <a:off x="616" y="349"/>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64" name="Rectangle 46"/>
            <p:cNvSpPr>
              <a:spLocks noChangeArrowheads="1"/>
            </p:cNvSpPr>
            <p:nvPr/>
          </p:nvSpPr>
          <p:spPr bwMode="auto">
            <a:xfrm>
              <a:off x="496"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65" name="Rectangle 47"/>
            <p:cNvSpPr>
              <a:spLocks noChangeArrowheads="1"/>
            </p:cNvSpPr>
            <p:nvPr/>
          </p:nvSpPr>
          <p:spPr bwMode="auto">
            <a:xfrm>
              <a:off x="183" y="24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066" name="Rectangle 48"/>
            <p:cNvSpPr>
              <a:spLocks noChangeArrowheads="1"/>
            </p:cNvSpPr>
            <p:nvPr/>
          </p:nvSpPr>
          <p:spPr bwMode="auto">
            <a:xfrm>
              <a:off x="1440" y="248"/>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067" name="Rectangle 49"/>
            <p:cNvSpPr>
              <a:spLocks noChangeArrowheads="1"/>
            </p:cNvSpPr>
            <p:nvPr/>
          </p:nvSpPr>
          <p:spPr bwMode="auto">
            <a:xfrm>
              <a:off x="1519" y="1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068" name="Rectangle 50"/>
            <p:cNvSpPr>
              <a:spLocks noChangeArrowheads="1"/>
            </p:cNvSpPr>
            <p:nvPr/>
          </p:nvSpPr>
          <p:spPr bwMode="auto">
            <a:xfrm>
              <a:off x="1263" y="1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69" name="Rectangle 51"/>
            <p:cNvSpPr>
              <a:spLocks noChangeArrowheads="1"/>
            </p:cNvSpPr>
            <p:nvPr/>
          </p:nvSpPr>
          <p:spPr bwMode="auto">
            <a:xfrm>
              <a:off x="980" y="142"/>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070" name="Rectangle 52"/>
            <p:cNvSpPr>
              <a:spLocks noChangeArrowheads="1"/>
            </p:cNvSpPr>
            <p:nvPr/>
          </p:nvSpPr>
          <p:spPr bwMode="auto">
            <a:xfrm>
              <a:off x="513" y="248"/>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071" name="Rectangle 53"/>
            <p:cNvSpPr>
              <a:spLocks noChangeArrowheads="1"/>
            </p:cNvSpPr>
            <p:nvPr/>
          </p:nvSpPr>
          <p:spPr bwMode="auto">
            <a:xfrm>
              <a:off x="712" y="1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72" name="Rectangle 54"/>
            <p:cNvSpPr>
              <a:spLocks noChangeArrowheads="1"/>
            </p:cNvSpPr>
            <p:nvPr/>
          </p:nvSpPr>
          <p:spPr bwMode="auto">
            <a:xfrm>
              <a:off x="389" y="19"/>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073" name="Rectangle 55"/>
            <p:cNvSpPr>
              <a:spLocks noChangeArrowheads="1"/>
            </p:cNvSpPr>
            <p:nvPr/>
          </p:nvSpPr>
          <p:spPr bwMode="auto">
            <a:xfrm>
              <a:off x="0" y="142"/>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074" name="Rectangle 56"/>
            <p:cNvSpPr>
              <a:spLocks noChangeArrowheads="1"/>
            </p:cNvSpPr>
            <p:nvPr/>
          </p:nvSpPr>
          <p:spPr bwMode="auto">
            <a:xfrm>
              <a:off x="1719"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6075" name="Rectangle 57"/>
            <p:cNvSpPr>
              <a:spLocks noChangeArrowheads="1"/>
            </p:cNvSpPr>
            <p:nvPr/>
          </p:nvSpPr>
          <p:spPr bwMode="auto">
            <a:xfrm>
              <a:off x="275" y="24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6076" name="Rectangle 58"/>
            <p:cNvSpPr>
              <a:spLocks noChangeArrowheads="1"/>
            </p:cNvSpPr>
            <p:nvPr/>
          </p:nvSpPr>
          <p:spPr bwMode="auto">
            <a:xfrm>
              <a:off x="1664" y="11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077" name="Rectangle 59"/>
            <p:cNvSpPr>
              <a:spLocks noChangeArrowheads="1"/>
            </p:cNvSpPr>
            <p:nvPr/>
          </p:nvSpPr>
          <p:spPr bwMode="auto">
            <a:xfrm>
              <a:off x="220" y="232"/>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6078" name="Rectangle 60"/>
            <p:cNvSpPr>
              <a:spLocks noChangeArrowheads="1"/>
            </p:cNvSpPr>
            <p:nvPr/>
          </p:nvSpPr>
          <p:spPr bwMode="auto">
            <a:xfrm>
              <a:off x="1382"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79" name="Rectangle 61"/>
            <p:cNvSpPr>
              <a:spLocks noChangeArrowheads="1"/>
            </p:cNvSpPr>
            <p:nvPr/>
          </p:nvSpPr>
          <p:spPr bwMode="auto">
            <a:xfrm>
              <a:off x="845" y="123"/>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080" name="Rectangle 62"/>
            <p:cNvSpPr>
              <a:spLocks noChangeArrowheads="1"/>
            </p:cNvSpPr>
            <p:nvPr/>
          </p:nvSpPr>
          <p:spPr bwMode="auto">
            <a:xfrm>
              <a:off x="574"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52287" name="Text Box 63"/>
          <p:cNvSpPr txBox="1">
            <a:spLocks noChangeArrowheads="1"/>
          </p:cNvSpPr>
          <p:nvPr/>
        </p:nvSpPr>
        <p:spPr bwMode="auto">
          <a:xfrm>
            <a:off x="457200" y="3429000"/>
            <a:ext cx="480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积分</a:t>
            </a:r>
            <a:r>
              <a:rPr lang="en-US" altLang="zh-CN" sz="2400" b="1">
                <a:solidFill>
                  <a:srgbClr val="0000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次，可得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和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a:t>
            </a:r>
          </a:p>
        </p:txBody>
      </p:sp>
      <p:grpSp>
        <p:nvGrpSpPr>
          <p:cNvPr id="52288" name="Group 64"/>
          <p:cNvGrpSpPr/>
          <p:nvPr/>
        </p:nvGrpSpPr>
        <p:grpSpPr bwMode="auto">
          <a:xfrm>
            <a:off x="877888" y="4073525"/>
            <a:ext cx="5715000" cy="990600"/>
            <a:chOff x="0" y="0"/>
            <a:chExt cx="3600" cy="624"/>
          </a:xfrm>
        </p:grpSpPr>
        <p:sp>
          <p:nvSpPr>
            <p:cNvPr id="86083" name="AutoShape 65" descr="新闻纸"/>
            <p:cNvSpPr>
              <a:spLocks noChangeArrowheads="1"/>
            </p:cNvSpPr>
            <p:nvPr/>
          </p:nvSpPr>
          <p:spPr bwMode="auto">
            <a:xfrm>
              <a:off x="0" y="0"/>
              <a:ext cx="3600" cy="624"/>
            </a:xfrm>
            <a:prstGeom prst="bevel">
              <a:avLst>
                <a:gd name="adj" fmla="val 6250"/>
              </a:avLst>
            </a:prstGeom>
            <a:blipFill dpi="0" rotWithShape="0">
              <a:blip r:embed="rId10"/>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86084" name="Group 66"/>
            <p:cNvGrpSpPr/>
            <p:nvPr/>
          </p:nvGrpSpPr>
          <p:grpSpPr bwMode="auto">
            <a:xfrm>
              <a:off x="71" y="74"/>
              <a:ext cx="3395" cy="461"/>
              <a:chOff x="0" y="0"/>
              <a:chExt cx="3395" cy="461"/>
            </a:xfrm>
          </p:grpSpPr>
          <p:sp>
            <p:nvSpPr>
              <p:cNvPr id="86085" name="Line 67"/>
              <p:cNvSpPr>
                <a:spLocks noChangeShapeType="1"/>
              </p:cNvSpPr>
              <p:nvPr/>
            </p:nvSpPr>
            <p:spPr bwMode="auto">
              <a:xfrm>
                <a:off x="1264" y="243"/>
                <a:ext cx="607"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086" name="Line 68"/>
              <p:cNvSpPr>
                <a:spLocks noChangeShapeType="1"/>
              </p:cNvSpPr>
              <p:nvPr/>
            </p:nvSpPr>
            <p:spPr bwMode="auto">
              <a:xfrm>
                <a:off x="2379" y="243"/>
                <a:ext cx="708"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087" name="Rectangle 69"/>
              <p:cNvSpPr>
                <a:spLocks noChangeArrowheads="1"/>
              </p:cNvSpPr>
              <p:nvPr/>
            </p:nvSpPr>
            <p:spPr bwMode="auto">
              <a:xfrm>
                <a:off x="3368" y="24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088" name="Rectangle 70"/>
              <p:cNvSpPr>
                <a:spLocks noChangeArrowheads="1"/>
              </p:cNvSpPr>
              <p:nvPr/>
            </p:nvSpPr>
            <p:spPr bwMode="auto">
              <a:xfrm>
                <a:off x="2801" y="346"/>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89" name="Rectangle 71"/>
              <p:cNvSpPr>
                <a:spLocks noChangeArrowheads="1"/>
              </p:cNvSpPr>
              <p:nvPr/>
            </p:nvSpPr>
            <p:spPr bwMode="auto">
              <a:xfrm>
                <a:off x="2804"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90" name="Rectangle 72"/>
              <p:cNvSpPr>
                <a:spLocks noChangeArrowheads="1"/>
              </p:cNvSpPr>
              <p:nvPr/>
            </p:nvSpPr>
            <p:spPr bwMode="auto">
              <a:xfrm>
                <a:off x="2206" y="24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091" name="Rectangle 73"/>
              <p:cNvSpPr>
                <a:spLocks noChangeArrowheads="1"/>
              </p:cNvSpPr>
              <p:nvPr/>
            </p:nvSpPr>
            <p:spPr bwMode="auto">
              <a:xfrm>
                <a:off x="1636" y="346"/>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92" name="Rectangle 74"/>
              <p:cNvSpPr>
                <a:spLocks noChangeArrowheads="1"/>
              </p:cNvSpPr>
              <p:nvPr/>
            </p:nvSpPr>
            <p:spPr bwMode="auto">
              <a:xfrm>
                <a:off x="1445"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093" name="Rectangle 75"/>
              <p:cNvSpPr>
                <a:spLocks noChangeArrowheads="1"/>
              </p:cNvSpPr>
              <p:nvPr/>
            </p:nvSpPr>
            <p:spPr bwMode="auto">
              <a:xfrm>
                <a:off x="1092" y="24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094" name="Rectangle 76"/>
              <p:cNvSpPr>
                <a:spLocks noChangeArrowheads="1"/>
              </p:cNvSpPr>
              <p:nvPr/>
            </p:nvSpPr>
            <p:spPr bwMode="auto">
              <a:xfrm>
                <a:off x="3253" y="140"/>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A</a:t>
                </a:r>
                <a:endParaRPr lang="en-US" altLang="zh-CN" sz="2800">
                  <a:solidFill>
                    <a:srgbClr val="FF3300"/>
                  </a:solidFill>
                  <a:latin typeface="Times New Roman" panose="02020603050405020304" pitchFamily="18" charset="0"/>
                  <a:ea typeface="楷体_GB2312" pitchFamily="49" charset="-122"/>
                </a:endParaRPr>
              </a:p>
            </p:txBody>
          </p:sp>
          <p:sp>
            <p:nvSpPr>
              <p:cNvPr id="86095" name="Rectangle 77"/>
              <p:cNvSpPr>
                <a:spLocks noChangeArrowheads="1"/>
              </p:cNvSpPr>
              <p:nvPr/>
            </p:nvSpPr>
            <p:spPr bwMode="auto">
              <a:xfrm>
                <a:off x="2703" y="245"/>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096" name="Rectangle 78"/>
              <p:cNvSpPr>
                <a:spLocks noChangeArrowheads="1"/>
              </p:cNvSpPr>
              <p:nvPr/>
            </p:nvSpPr>
            <p:spPr bwMode="auto">
              <a:xfrm>
                <a:off x="2702"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097" name="Rectangle 79"/>
              <p:cNvSpPr>
                <a:spLocks noChangeArrowheads="1"/>
              </p:cNvSpPr>
              <p:nvPr/>
            </p:nvSpPr>
            <p:spPr bwMode="auto">
              <a:xfrm>
                <a:off x="2458"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098" name="Rectangle 80"/>
              <p:cNvSpPr>
                <a:spLocks noChangeArrowheads="1"/>
              </p:cNvSpPr>
              <p:nvPr/>
            </p:nvSpPr>
            <p:spPr bwMode="auto">
              <a:xfrm>
                <a:off x="2032" y="140"/>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099" name="Rectangle 81"/>
              <p:cNvSpPr>
                <a:spLocks noChangeArrowheads="1"/>
              </p:cNvSpPr>
              <p:nvPr/>
            </p:nvSpPr>
            <p:spPr bwMode="auto">
              <a:xfrm>
                <a:off x="1539" y="245"/>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100" name="Rectangle 82"/>
              <p:cNvSpPr>
                <a:spLocks noChangeArrowheads="1"/>
              </p:cNvSpPr>
              <p:nvPr/>
            </p:nvSpPr>
            <p:spPr bwMode="auto">
              <a:xfrm>
                <a:off x="1651"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101" name="Rectangle 83"/>
              <p:cNvSpPr>
                <a:spLocks noChangeArrowheads="1"/>
              </p:cNvSpPr>
              <p:nvPr/>
            </p:nvSpPr>
            <p:spPr bwMode="auto">
              <a:xfrm>
                <a:off x="1343" y="1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102" name="Rectangle 84"/>
              <p:cNvSpPr>
                <a:spLocks noChangeArrowheads="1"/>
              </p:cNvSpPr>
              <p:nvPr/>
            </p:nvSpPr>
            <p:spPr bwMode="auto">
              <a:xfrm>
                <a:off x="918" y="140"/>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103" name="Rectangle 85"/>
              <p:cNvSpPr>
                <a:spLocks noChangeArrowheads="1"/>
              </p:cNvSpPr>
              <p:nvPr/>
            </p:nvSpPr>
            <p:spPr bwMode="auto">
              <a:xfrm>
                <a:off x="3119" y="122"/>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04" name="Rectangle 86"/>
              <p:cNvSpPr>
                <a:spLocks noChangeArrowheads="1"/>
              </p:cNvSpPr>
              <p:nvPr/>
            </p:nvSpPr>
            <p:spPr bwMode="auto">
              <a:xfrm>
                <a:off x="2571"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05" name="Rectangle 87"/>
              <p:cNvSpPr>
                <a:spLocks noChangeArrowheads="1"/>
              </p:cNvSpPr>
              <p:nvPr/>
            </p:nvSpPr>
            <p:spPr bwMode="auto">
              <a:xfrm>
                <a:off x="1904" y="122"/>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06" name="Rectangle 88"/>
              <p:cNvSpPr>
                <a:spLocks noChangeArrowheads="1"/>
              </p:cNvSpPr>
              <p:nvPr/>
            </p:nvSpPr>
            <p:spPr bwMode="auto">
              <a:xfrm>
                <a:off x="1520" y="0"/>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07" name="Rectangle 89"/>
              <p:cNvSpPr>
                <a:spLocks noChangeArrowheads="1"/>
              </p:cNvSpPr>
              <p:nvPr/>
            </p:nvSpPr>
            <p:spPr bwMode="auto">
              <a:xfrm>
                <a:off x="792" y="122"/>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08" name="Rectangle 90"/>
              <p:cNvSpPr>
                <a:spLocks noChangeArrowheads="1"/>
              </p:cNvSpPr>
              <p:nvPr/>
            </p:nvSpPr>
            <p:spPr bwMode="auto">
              <a:xfrm>
                <a:off x="2839" y="10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109" name="Rectangle 91"/>
              <p:cNvSpPr>
                <a:spLocks noChangeArrowheads="1"/>
              </p:cNvSpPr>
              <p:nvPr/>
            </p:nvSpPr>
            <p:spPr bwMode="auto">
              <a:xfrm>
                <a:off x="2241" y="23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6110" name="Rectangle 92"/>
              <p:cNvSpPr>
                <a:spLocks noChangeArrowheads="1"/>
              </p:cNvSpPr>
              <p:nvPr/>
            </p:nvSpPr>
            <p:spPr bwMode="auto">
              <a:xfrm>
                <a:off x="1127" y="23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6111" name="Rectangle 93"/>
              <p:cNvSpPr>
                <a:spLocks noChangeArrowheads="1"/>
              </p:cNvSpPr>
              <p:nvPr/>
            </p:nvSpPr>
            <p:spPr bwMode="auto">
              <a:xfrm>
                <a:off x="2620" y="245"/>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6112" name="Rectangle 94"/>
              <p:cNvSpPr>
                <a:spLocks noChangeArrowheads="1"/>
              </p:cNvSpPr>
              <p:nvPr/>
            </p:nvSpPr>
            <p:spPr bwMode="auto">
              <a:xfrm>
                <a:off x="2957" y="18"/>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13" name="Rectangle 95"/>
              <p:cNvSpPr>
                <a:spLocks noChangeArrowheads="1"/>
              </p:cNvSpPr>
              <p:nvPr/>
            </p:nvSpPr>
            <p:spPr bwMode="auto">
              <a:xfrm>
                <a:off x="2385" y="18"/>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14" name="Rectangle 96"/>
              <p:cNvSpPr>
                <a:spLocks noChangeArrowheads="1"/>
              </p:cNvSpPr>
              <p:nvPr/>
            </p:nvSpPr>
            <p:spPr bwMode="auto">
              <a:xfrm>
                <a:off x="1455" y="245"/>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6115" name="Rectangle 97"/>
              <p:cNvSpPr>
                <a:spLocks noChangeArrowheads="1"/>
              </p:cNvSpPr>
              <p:nvPr/>
            </p:nvSpPr>
            <p:spPr bwMode="auto">
              <a:xfrm>
                <a:off x="1741" y="18"/>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16" name="Rectangle 98"/>
              <p:cNvSpPr>
                <a:spLocks noChangeArrowheads="1"/>
              </p:cNvSpPr>
              <p:nvPr/>
            </p:nvSpPr>
            <p:spPr bwMode="auto">
              <a:xfrm>
                <a:off x="1270" y="18"/>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17" name="Rectangle 99"/>
              <p:cNvSpPr>
                <a:spLocks noChangeArrowheads="1"/>
              </p:cNvSpPr>
              <p:nvPr/>
            </p:nvSpPr>
            <p:spPr bwMode="auto">
              <a:xfrm>
                <a:off x="3016"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6118" name="Rectangle 100"/>
              <p:cNvSpPr>
                <a:spLocks noChangeArrowheads="1"/>
              </p:cNvSpPr>
              <p:nvPr/>
            </p:nvSpPr>
            <p:spPr bwMode="auto">
              <a:xfrm>
                <a:off x="2892" y="116"/>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6119" name="Rectangle 101"/>
              <p:cNvSpPr>
                <a:spLocks noChangeArrowheads="1"/>
              </p:cNvSpPr>
              <p:nvPr/>
            </p:nvSpPr>
            <p:spPr bwMode="auto">
              <a:xfrm>
                <a:off x="2294"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6120" name="Rectangle 102"/>
              <p:cNvSpPr>
                <a:spLocks noChangeArrowheads="1"/>
              </p:cNvSpPr>
              <p:nvPr/>
            </p:nvSpPr>
            <p:spPr bwMode="auto">
              <a:xfrm>
                <a:off x="1800"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6121" name="Rectangle 103"/>
              <p:cNvSpPr>
                <a:spLocks noChangeArrowheads="1"/>
              </p:cNvSpPr>
              <p:nvPr/>
            </p:nvSpPr>
            <p:spPr bwMode="auto">
              <a:xfrm>
                <a:off x="1180" y="23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6122" name="Text Box 104"/>
              <p:cNvSpPr txBox="1">
                <a:spLocks noChangeArrowheads="1"/>
              </p:cNvSpPr>
              <p:nvPr/>
            </p:nvSpPr>
            <p:spPr bwMode="auto">
              <a:xfrm>
                <a:off x="0" y="84"/>
                <a:ext cx="8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grpSp>
      </p:grpSp>
      <p:grpSp>
        <p:nvGrpSpPr>
          <p:cNvPr id="52329" name="Group 105"/>
          <p:cNvGrpSpPr/>
          <p:nvPr/>
        </p:nvGrpSpPr>
        <p:grpSpPr bwMode="auto">
          <a:xfrm>
            <a:off x="838200" y="5257800"/>
            <a:ext cx="5867400" cy="990600"/>
            <a:chOff x="0" y="0"/>
            <a:chExt cx="3696" cy="624"/>
          </a:xfrm>
        </p:grpSpPr>
        <p:sp>
          <p:nvSpPr>
            <p:cNvPr id="86124" name="AutoShape 106" descr="新闻纸"/>
            <p:cNvSpPr>
              <a:spLocks noChangeArrowheads="1"/>
            </p:cNvSpPr>
            <p:nvPr/>
          </p:nvSpPr>
          <p:spPr bwMode="auto">
            <a:xfrm>
              <a:off x="0" y="0"/>
              <a:ext cx="3696" cy="624"/>
            </a:xfrm>
            <a:prstGeom prst="bevel">
              <a:avLst>
                <a:gd name="adj" fmla="val 7213"/>
              </a:avLst>
            </a:prstGeom>
            <a:blipFill dpi="0" rotWithShape="0">
              <a:blip r:embed="rId10"/>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86125" name="Group 107"/>
            <p:cNvGrpSpPr/>
            <p:nvPr/>
          </p:nvGrpSpPr>
          <p:grpSpPr bwMode="auto">
            <a:xfrm>
              <a:off x="48" y="71"/>
              <a:ext cx="3572" cy="472"/>
              <a:chOff x="0" y="0"/>
              <a:chExt cx="3572" cy="472"/>
            </a:xfrm>
          </p:grpSpPr>
          <p:sp>
            <p:nvSpPr>
              <p:cNvPr id="86126" name="Line 108"/>
              <p:cNvSpPr>
                <a:spLocks noChangeShapeType="1"/>
              </p:cNvSpPr>
              <p:nvPr/>
            </p:nvSpPr>
            <p:spPr bwMode="auto">
              <a:xfrm>
                <a:off x="1144" y="252"/>
                <a:ext cx="603"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127" name="Line 109"/>
              <p:cNvSpPr>
                <a:spLocks noChangeShapeType="1"/>
              </p:cNvSpPr>
              <p:nvPr/>
            </p:nvSpPr>
            <p:spPr bwMode="auto">
              <a:xfrm>
                <a:off x="2150" y="252"/>
                <a:ext cx="704"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6128" name="Rectangle 110"/>
              <p:cNvSpPr>
                <a:spLocks noChangeArrowheads="1"/>
              </p:cNvSpPr>
              <p:nvPr/>
            </p:nvSpPr>
            <p:spPr bwMode="auto">
              <a:xfrm>
                <a:off x="3545" y="24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129" name="Rectangle 111"/>
              <p:cNvSpPr>
                <a:spLocks noChangeArrowheads="1"/>
              </p:cNvSpPr>
              <p:nvPr/>
            </p:nvSpPr>
            <p:spPr bwMode="auto">
              <a:xfrm>
                <a:off x="3133" y="24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130" name="Rectangle 112"/>
              <p:cNvSpPr>
                <a:spLocks noChangeArrowheads="1"/>
              </p:cNvSpPr>
              <p:nvPr/>
            </p:nvSpPr>
            <p:spPr bwMode="auto">
              <a:xfrm>
                <a:off x="2568" y="35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131" name="Rectangle 113"/>
              <p:cNvSpPr>
                <a:spLocks noChangeArrowheads="1"/>
              </p:cNvSpPr>
              <p:nvPr/>
            </p:nvSpPr>
            <p:spPr bwMode="auto">
              <a:xfrm>
                <a:off x="2573" y="12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132" name="Rectangle 114"/>
              <p:cNvSpPr>
                <a:spLocks noChangeArrowheads="1"/>
              </p:cNvSpPr>
              <p:nvPr/>
            </p:nvSpPr>
            <p:spPr bwMode="auto">
              <a:xfrm>
                <a:off x="2079" y="24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133" name="Rectangle 115"/>
              <p:cNvSpPr>
                <a:spLocks noChangeArrowheads="1"/>
              </p:cNvSpPr>
              <p:nvPr/>
            </p:nvSpPr>
            <p:spPr bwMode="auto">
              <a:xfrm>
                <a:off x="1512" y="35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134" name="Rectangle 116"/>
              <p:cNvSpPr>
                <a:spLocks noChangeArrowheads="1"/>
              </p:cNvSpPr>
              <p:nvPr/>
            </p:nvSpPr>
            <p:spPr bwMode="auto">
              <a:xfrm>
                <a:off x="1323" y="12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6135" name="Rectangle 117"/>
              <p:cNvSpPr>
                <a:spLocks noChangeArrowheads="1"/>
              </p:cNvSpPr>
              <p:nvPr/>
            </p:nvSpPr>
            <p:spPr bwMode="auto">
              <a:xfrm>
                <a:off x="972" y="24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6136" name="Rectangle 118"/>
              <p:cNvSpPr>
                <a:spLocks noChangeArrowheads="1"/>
              </p:cNvSpPr>
              <p:nvPr/>
            </p:nvSpPr>
            <p:spPr bwMode="auto">
              <a:xfrm>
                <a:off x="3422" y="14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B</a:t>
                </a:r>
                <a:endParaRPr lang="en-US" altLang="zh-CN" sz="2800">
                  <a:solidFill>
                    <a:srgbClr val="FF3300"/>
                  </a:solidFill>
                  <a:latin typeface="Times New Roman" panose="02020603050405020304" pitchFamily="18" charset="0"/>
                  <a:ea typeface="楷体_GB2312" pitchFamily="49" charset="-122"/>
                </a:endParaRPr>
              </a:p>
            </p:txBody>
          </p:sp>
          <p:sp>
            <p:nvSpPr>
              <p:cNvPr id="86137" name="Rectangle 119"/>
              <p:cNvSpPr>
                <a:spLocks noChangeArrowheads="1"/>
              </p:cNvSpPr>
              <p:nvPr/>
            </p:nvSpPr>
            <p:spPr bwMode="auto">
              <a:xfrm>
                <a:off x="3185" y="14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138" name="Rectangle 120"/>
              <p:cNvSpPr>
                <a:spLocks noChangeArrowheads="1"/>
              </p:cNvSpPr>
              <p:nvPr/>
            </p:nvSpPr>
            <p:spPr bwMode="auto">
              <a:xfrm>
                <a:off x="3019" y="14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A</a:t>
                </a:r>
                <a:endParaRPr lang="en-US" altLang="zh-CN" sz="2800">
                  <a:solidFill>
                    <a:srgbClr val="FF3300"/>
                  </a:solidFill>
                  <a:latin typeface="Times New Roman" panose="02020603050405020304" pitchFamily="18" charset="0"/>
                  <a:ea typeface="楷体_GB2312" pitchFamily="49" charset="-122"/>
                </a:endParaRPr>
              </a:p>
            </p:txBody>
          </p:sp>
          <p:sp>
            <p:nvSpPr>
              <p:cNvPr id="86139" name="Rectangle 121"/>
              <p:cNvSpPr>
                <a:spLocks noChangeArrowheads="1"/>
              </p:cNvSpPr>
              <p:nvPr/>
            </p:nvSpPr>
            <p:spPr bwMode="auto">
              <a:xfrm>
                <a:off x="2471" y="255"/>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140" name="Rectangle 122"/>
              <p:cNvSpPr>
                <a:spLocks noChangeArrowheads="1"/>
              </p:cNvSpPr>
              <p:nvPr/>
            </p:nvSpPr>
            <p:spPr bwMode="auto">
              <a:xfrm>
                <a:off x="2471"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141" name="Rectangle 123"/>
              <p:cNvSpPr>
                <a:spLocks noChangeArrowheads="1"/>
              </p:cNvSpPr>
              <p:nvPr/>
            </p:nvSpPr>
            <p:spPr bwMode="auto">
              <a:xfrm>
                <a:off x="2229"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142" name="Rectangle 124"/>
              <p:cNvSpPr>
                <a:spLocks noChangeArrowheads="1"/>
              </p:cNvSpPr>
              <p:nvPr/>
            </p:nvSpPr>
            <p:spPr bwMode="auto">
              <a:xfrm>
                <a:off x="1907" y="145"/>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143" name="Rectangle 125"/>
              <p:cNvSpPr>
                <a:spLocks noChangeArrowheads="1"/>
              </p:cNvSpPr>
              <p:nvPr/>
            </p:nvSpPr>
            <p:spPr bwMode="auto">
              <a:xfrm>
                <a:off x="1415" y="255"/>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6144" name="Rectangle 126"/>
              <p:cNvSpPr>
                <a:spLocks noChangeArrowheads="1"/>
              </p:cNvSpPr>
              <p:nvPr/>
            </p:nvSpPr>
            <p:spPr bwMode="auto">
              <a:xfrm>
                <a:off x="1527"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6145" name="Rectangle 127"/>
              <p:cNvSpPr>
                <a:spLocks noChangeArrowheads="1"/>
              </p:cNvSpPr>
              <p:nvPr/>
            </p:nvSpPr>
            <p:spPr bwMode="auto">
              <a:xfrm>
                <a:off x="1222"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6146" name="Rectangle 128"/>
              <p:cNvSpPr>
                <a:spLocks noChangeArrowheads="1"/>
              </p:cNvSpPr>
              <p:nvPr/>
            </p:nvSpPr>
            <p:spPr bwMode="auto">
              <a:xfrm>
                <a:off x="800" y="145"/>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6147" name="Rectangle 129"/>
              <p:cNvSpPr>
                <a:spLocks noChangeArrowheads="1"/>
              </p:cNvSpPr>
              <p:nvPr/>
            </p:nvSpPr>
            <p:spPr bwMode="auto">
              <a:xfrm>
                <a:off x="3297" y="12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48" name="Rectangle 130"/>
              <p:cNvSpPr>
                <a:spLocks noChangeArrowheads="1"/>
              </p:cNvSpPr>
              <p:nvPr/>
            </p:nvSpPr>
            <p:spPr bwMode="auto">
              <a:xfrm>
                <a:off x="2886" y="12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49" name="Rectangle 131"/>
              <p:cNvSpPr>
                <a:spLocks noChangeArrowheads="1"/>
              </p:cNvSpPr>
              <p:nvPr/>
            </p:nvSpPr>
            <p:spPr bwMode="auto">
              <a:xfrm>
                <a:off x="2341"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0" name="Rectangle 132"/>
              <p:cNvSpPr>
                <a:spLocks noChangeArrowheads="1"/>
              </p:cNvSpPr>
              <p:nvPr/>
            </p:nvSpPr>
            <p:spPr bwMode="auto">
              <a:xfrm>
                <a:off x="1779" y="12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1" name="Rectangle 133"/>
              <p:cNvSpPr>
                <a:spLocks noChangeArrowheads="1"/>
              </p:cNvSpPr>
              <p:nvPr/>
            </p:nvSpPr>
            <p:spPr bwMode="auto">
              <a:xfrm>
                <a:off x="1397"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2" name="Rectangle 134"/>
              <p:cNvSpPr>
                <a:spLocks noChangeArrowheads="1"/>
              </p:cNvSpPr>
              <p:nvPr/>
            </p:nvSpPr>
            <p:spPr bwMode="auto">
              <a:xfrm>
                <a:off x="2608" y="112"/>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6153" name="Rectangle 135"/>
              <p:cNvSpPr>
                <a:spLocks noChangeArrowheads="1"/>
              </p:cNvSpPr>
              <p:nvPr/>
            </p:nvSpPr>
            <p:spPr bwMode="auto">
              <a:xfrm>
                <a:off x="1007" y="23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6154" name="Rectangle 136"/>
              <p:cNvSpPr>
                <a:spLocks noChangeArrowheads="1"/>
              </p:cNvSpPr>
              <p:nvPr/>
            </p:nvSpPr>
            <p:spPr bwMode="auto">
              <a:xfrm>
                <a:off x="2389" y="25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6155" name="Rectangle 137"/>
              <p:cNvSpPr>
                <a:spLocks noChangeArrowheads="1"/>
              </p:cNvSpPr>
              <p:nvPr/>
            </p:nvSpPr>
            <p:spPr bwMode="auto">
              <a:xfrm>
                <a:off x="2724"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6" name="Rectangle 138"/>
              <p:cNvSpPr>
                <a:spLocks noChangeArrowheads="1"/>
              </p:cNvSpPr>
              <p:nvPr/>
            </p:nvSpPr>
            <p:spPr bwMode="auto">
              <a:xfrm>
                <a:off x="2156"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7" name="Rectangle 139"/>
              <p:cNvSpPr>
                <a:spLocks noChangeArrowheads="1"/>
              </p:cNvSpPr>
              <p:nvPr/>
            </p:nvSpPr>
            <p:spPr bwMode="auto">
              <a:xfrm>
                <a:off x="1332" y="25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6158" name="Rectangle 140"/>
              <p:cNvSpPr>
                <a:spLocks noChangeArrowheads="1"/>
              </p:cNvSpPr>
              <p:nvPr/>
            </p:nvSpPr>
            <p:spPr bwMode="auto">
              <a:xfrm>
                <a:off x="1617"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59" name="Rectangle 141"/>
              <p:cNvSpPr>
                <a:spLocks noChangeArrowheads="1"/>
              </p:cNvSpPr>
              <p:nvPr/>
            </p:nvSpPr>
            <p:spPr bwMode="auto">
              <a:xfrm>
                <a:off x="1150"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6160" name="Rectangle 142"/>
              <p:cNvSpPr>
                <a:spLocks noChangeArrowheads="1"/>
              </p:cNvSpPr>
              <p:nvPr/>
            </p:nvSpPr>
            <p:spPr bwMode="auto">
              <a:xfrm>
                <a:off x="2783"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3</a:t>
                </a:r>
                <a:endParaRPr lang="en-US" altLang="zh-CN" sz="2800">
                  <a:solidFill>
                    <a:srgbClr val="000000"/>
                  </a:solidFill>
                  <a:latin typeface="Times New Roman" panose="02020603050405020304" pitchFamily="18" charset="0"/>
                  <a:ea typeface="楷体_GB2312" pitchFamily="49" charset="-122"/>
                </a:endParaRPr>
              </a:p>
            </p:txBody>
          </p:sp>
          <p:sp>
            <p:nvSpPr>
              <p:cNvPr id="86161" name="Rectangle 143"/>
              <p:cNvSpPr>
                <a:spLocks noChangeArrowheads="1"/>
              </p:cNvSpPr>
              <p:nvPr/>
            </p:nvSpPr>
            <p:spPr bwMode="auto">
              <a:xfrm>
                <a:off x="2660" y="12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6162" name="Rectangle 144"/>
              <p:cNvSpPr>
                <a:spLocks noChangeArrowheads="1"/>
              </p:cNvSpPr>
              <p:nvPr/>
            </p:nvSpPr>
            <p:spPr bwMode="auto">
              <a:xfrm>
                <a:off x="1676"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3</a:t>
                </a:r>
                <a:endParaRPr lang="en-US" altLang="zh-CN" sz="2800">
                  <a:solidFill>
                    <a:srgbClr val="000000"/>
                  </a:solidFill>
                  <a:latin typeface="Times New Roman" panose="02020603050405020304" pitchFamily="18" charset="0"/>
                  <a:ea typeface="楷体_GB2312" pitchFamily="49" charset="-122"/>
                </a:endParaRPr>
              </a:p>
            </p:txBody>
          </p:sp>
          <p:sp>
            <p:nvSpPr>
              <p:cNvPr id="86163" name="Rectangle 145"/>
              <p:cNvSpPr>
                <a:spLocks noChangeArrowheads="1"/>
              </p:cNvSpPr>
              <p:nvPr/>
            </p:nvSpPr>
            <p:spPr bwMode="auto">
              <a:xfrm>
                <a:off x="1059" y="24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6164" name="Text Box 146"/>
              <p:cNvSpPr txBox="1">
                <a:spLocks noChangeArrowheads="1"/>
              </p:cNvSpPr>
              <p:nvPr/>
            </p:nvSpPr>
            <p:spPr bwMode="auto">
              <a:xfrm>
                <a:off x="0" y="83"/>
                <a:ext cx="86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grpSp>
      </p:grpSp>
      <p:grpSp>
        <p:nvGrpSpPr>
          <p:cNvPr id="52371" name="Group 147"/>
          <p:cNvGrpSpPr/>
          <p:nvPr/>
        </p:nvGrpSpPr>
        <p:grpSpPr bwMode="auto">
          <a:xfrm>
            <a:off x="6553200" y="4419600"/>
            <a:ext cx="2209800" cy="1600200"/>
            <a:chOff x="0" y="0"/>
            <a:chExt cx="1392" cy="1008"/>
          </a:xfrm>
        </p:grpSpPr>
        <p:sp>
          <p:nvSpPr>
            <p:cNvPr id="86166" name="AutoShape 148"/>
            <p:cNvSpPr>
              <a:spLocks noChangeArrowheads="1"/>
            </p:cNvSpPr>
            <p:nvPr/>
          </p:nvSpPr>
          <p:spPr bwMode="auto">
            <a:xfrm>
              <a:off x="336" y="0"/>
              <a:ext cx="1056" cy="1008"/>
            </a:xfrm>
            <a:prstGeom prst="wedgeRectCallout">
              <a:avLst>
                <a:gd name="adj1" fmla="val -93657"/>
                <a:gd name="adj2" fmla="val -39486"/>
              </a:avLst>
            </a:prstGeom>
            <a:gradFill rotWithShape="0">
              <a:gsLst>
                <a:gs pos="0">
                  <a:srgbClr val="CCFFCC"/>
                </a:gs>
                <a:gs pos="100000">
                  <a:srgbClr val="FFFFCC"/>
                </a:gs>
              </a:gsLst>
              <a:lin ang="0" scaled="1"/>
            </a:gradFill>
            <a:ln w="9525">
              <a:solidFill>
                <a:srgbClr val="008000"/>
              </a:solidFill>
              <a:miter lim="800000"/>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0000"/>
                  </a:solidFill>
                  <a:latin typeface="Times New Roman" panose="02020603050405020304" pitchFamily="18" charset="0"/>
                  <a:ea typeface="楷体_GB2312" pitchFamily="49" charset="-122"/>
                </a:rPr>
                <a:t>利用已知</a:t>
              </a:r>
              <a:r>
                <a:rPr lang="en-US" altLang="zh-CN" sz="2000" b="1" i="1">
                  <a:solidFill>
                    <a:srgbClr val="FF3300"/>
                  </a:solidFill>
                  <a:latin typeface="Times New Roman" panose="02020603050405020304" pitchFamily="18" charset="0"/>
                  <a:ea typeface="楷体_GB2312" pitchFamily="49" charset="-122"/>
                </a:rPr>
                <a:t>S</a:t>
              </a:r>
              <a:r>
                <a:rPr lang="en-US" altLang="zh-CN" sz="2000" b="1" baseline="30000">
                  <a:solidFill>
                    <a:srgbClr val="3333CC"/>
                  </a:solidFill>
                  <a:latin typeface="Times New Roman" panose="02020603050405020304" pitchFamily="18" charset="0"/>
                  <a:ea typeface="楷体_GB2312" pitchFamily="49" charset="-122"/>
                </a:rPr>
                <a:t>[</a:t>
              </a:r>
              <a:r>
                <a:rPr lang="en-US" altLang="zh-CN" sz="2000" b="1" i="1" baseline="30000">
                  <a:solidFill>
                    <a:srgbClr val="3333CC"/>
                  </a:solidFill>
                  <a:latin typeface="Times New Roman" panose="02020603050405020304" pitchFamily="18" charset="0"/>
                  <a:ea typeface="楷体_GB2312" pitchFamily="49" charset="-122"/>
                </a:rPr>
                <a:t>j</a:t>
              </a:r>
              <a:r>
                <a:rPr lang="en-US" altLang="zh-CN" sz="2000" b="1" baseline="30000">
                  <a:solidFill>
                    <a:srgbClr val="3333CC"/>
                  </a:solidFill>
                  <a:latin typeface="Times New Roman" panose="02020603050405020304" pitchFamily="18" charset="0"/>
                  <a:ea typeface="楷体_GB2312" pitchFamily="49" charset="-122"/>
                </a:rPr>
                <a:t>]</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1</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1 </a:t>
              </a:r>
              <a:r>
                <a:rPr lang="en-US" altLang="zh-CN" sz="2000" b="1" i="1">
                  <a:solidFill>
                    <a:srgbClr val="FF3300"/>
                  </a:solidFill>
                  <a:latin typeface="Times New Roman" panose="02020603050405020304" pitchFamily="18" charset="0"/>
                  <a:ea typeface="楷体_GB2312" pitchFamily="49" charset="-122"/>
                </a:rPr>
                <a:t>S</a:t>
              </a:r>
              <a:r>
                <a:rPr lang="en-US" altLang="zh-CN" sz="2000" b="1" baseline="30000">
                  <a:solidFill>
                    <a:srgbClr val="3333CC"/>
                  </a:solidFill>
                  <a:latin typeface="Times New Roman" panose="02020603050405020304" pitchFamily="18" charset="0"/>
                  <a:ea typeface="楷体_GB2312" pitchFamily="49" charset="-122"/>
                </a:rPr>
                <a:t>[</a:t>
              </a:r>
              <a:r>
                <a:rPr lang="en-US" altLang="zh-CN" sz="2000" b="1" i="1" baseline="30000">
                  <a:solidFill>
                    <a:srgbClr val="3333CC"/>
                  </a:solidFill>
                  <a:latin typeface="Times New Roman" panose="02020603050405020304" pitchFamily="18" charset="0"/>
                  <a:ea typeface="楷体_GB2312" pitchFamily="49" charset="-122"/>
                </a:rPr>
                <a:t>j</a:t>
              </a:r>
              <a:r>
                <a:rPr lang="en-US" altLang="zh-CN" sz="2000" b="1" baseline="30000">
                  <a:solidFill>
                    <a:srgbClr val="3333CC"/>
                  </a:solidFill>
                  <a:latin typeface="Times New Roman" panose="02020603050405020304" pitchFamily="18" charset="0"/>
                  <a:ea typeface="楷体_GB2312" pitchFamily="49" charset="-122"/>
                </a:rPr>
                <a:t>]</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400" b="1">
                  <a:solidFill>
                    <a:srgbClr val="3333CC"/>
                  </a:solidFill>
                  <a:latin typeface="Times New Roman" panose="02020603050405020304" pitchFamily="18" charset="0"/>
                  <a:ea typeface="楷体_GB2312" pitchFamily="49" charset="-122"/>
                  <a:sym typeface="Symbol" panose="05050102010706020507" pitchFamily="18" charset="2"/>
                </a:rPr>
                <a:t> </a:t>
              </a:r>
            </a:p>
            <a:p>
              <a:pPr eaLnBrk="1" hangingPunct="1"/>
              <a:r>
                <a:rPr lang="zh-CN" altLang="en-US" sz="2400" b="1">
                  <a:solidFill>
                    <a:srgbClr val="000000"/>
                  </a:solidFill>
                  <a:latin typeface="Times New Roman" panose="02020603050405020304" pitchFamily="18" charset="0"/>
                  <a:ea typeface="楷体_GB2312" pitchFamily="49" charset="-122"/>
                </a:rPr>
                <a:t>可解</a:t>
              </a:r>
            </a:p>
          </p:txBody>
        </p:sp>
        <p:sp>
          <p:nvSpPr>
            <p:cNvPr id="86167" name="AutoShape 149"/>
            <p:cNvSpPr>
              <a:spLocks noChangeArrowheads="1"/>
            </p:cNvSpPr>
            <p:nvPr/>
          </p:nvSpPr>
          <p:spPr bwMode="auto">
            <a:xfrm flipH="1">
              <a:off x="0" y="432"/>
              <a:ext cx="336" cy="384"/>
            </a:xfrm>
            <a:prstGeom prst="rtTriangle">
              <a:avLst/>
            </a:prstGeom>
            <a:solidFill>
              <a:srgbClr val="CCFFCC"/>
            </a:solidFill>
            <a:ln w="9525">
              <a:solidFill>
                <a:srgbClr val="008000"/>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2226"/>
                                        </p:tgtEl>
                                        <p:attrNameLst>
                                          <p:attrName>style.visibility</p:attrName>
                                        </p:attrNameLst>
                                      </p:cBhvr>
                                      <p:to>
                                        <p:strVal val="visible"/>
                                      </p:to>
                                    </p:set>
                                    <p:animEffect transition="in" filter="wipe(left)">
                                      <p:cBhvr>
                                        <p:cTn id="7" dur="500"/>
                                        <p:tgtEl>
                                          <p:spTgt spid="52226"/>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2227"/>
                                        </p:tgtEl>
                                        <p:attrNameLst>
                                          <p:attrName>style.visibility</p:attrName>
                                        </p:attrNameLst>
                                      </p:cBhvr>
                                      <p:to>
                                        <p:strVal val="visible"/>
                                      </p:to>
                                    </p:set>
                                    <p:animEffect transition="in" filter="wipe(left)">
                                      <p:cBhvr>
                                        <p:cTn id="12" dur="500"/>
                                        <p:tgtEl>
                                          <p:spTgt spid="52227"/>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18" presetClass="entr" presetSubtype="12" fill="hold" grpId="0" nodeType="clickEffect">
                                  <p:stCondLst>
                                    <p:cond delay="0"/>
                                  </p:stCondLst>
                                  <p:childTnLst>
                                    <p:set>
                                      <p:cBhvr>
                                        <p:cTn id="16" dur="1" fill="hold">
                                          <p:stCondLst>
                                            <p:cond delay="0"/>
                                          </p:stCondLst>
                                        </p:cTn>
                                        <p:tgtEl>
                                          <p:spTgt spid="52255"/>
                                        </p:tgtEl>
                                        <p:attrNameLst>
                                          <p:attrName>style.visibility</p:attrName>
                                        </p:attrNameLst>
                                      </p:cBhvr>
                                      <p:to>
                                        <p:strVal val="visible"/>
                                      </p:to>
                                    </p:set>
                                    <p:animEffect transition="in" filter="strips(downLeft)">
                                      <p:cBhvr>
                                        <p:cTn id="17" dur="500"/>
                                        <p:tgtEl>
                                          <p:spTgt spid="52255"/>
                                        </p:tgtEl>
                                      </p:cBhvr>
                                    </p:animEffect>
                                  </p:childTnLst>
                                  <p:subTnLst>
                                    <p:set>
                                      <p:cBhvr override="childStyle">
                                        <p:cTn dur="1" fill="hold" display="0" masterRel="nextClick" afterEffect="1"/>
                                        <p:tgtEl>
                                          <p:spTgt spid="52255"/>
                                        </p:tgtEl>
                                        <p:attrNameLst>
                                          <p:attrName>style.visibility</p:attrName>
                                        </p:attrNameLst>
                                      </p:cBhvr>
                                      <p:to>
                                        <p:strVal val="hidden"/>
                                      </p:to>
                                    </p:set>
                                    <p:audio>
                                      <p:cMediaNode>
                                        <p:cTn display="0" masterRel="sameClick">
                                          <p:stCondLst>
                                            <p:cond evt="begin" delay="0">
                                              <p:tn val="15"/>
                                            </p:cond>
                                          </p:stCondLst>
                                          <p:endCondLst>
                                            <p:cond evt="onStopAudio" delay="0">
                                              <p:tgtEl>
                                                <p:sldTgt/>
                                              </p:tgtEl>
                                            </p:cond>
                                          </p:endCondLst>
                                        </p:cTn>
                                        <p:tgtEl>
                                          <p:sndTgt r:embed="rId4" name="whoosh.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2256"/>
                                        </p:tgtEl>
                                        <p:attrNameLst>
                                          <p:attrName>style.visibility</p:attrName>
                                        </p:attrNameLst>
                                      </p:cBhvr>
                                      <p:to>
                                        <p:strVal val="visible"/>
                                      </p:to>
                                    </p:set>
                                    <p:animEffect transition="in" filter="wipe(left)">
                                      <p:cBhvr>
                                        <p:cTn id="22" dur="500"/>
                                        <p:tgtEl>
                                          <p:spTgt spid="52256"/>
                                        </p:tgtEl>
                                      </p:cBhvr>
                                    </p:animEffect>
                                  </p:childTnLst>
                                  <p:subTnLst>
                                    <p:audio>
                                      <p:cMediaNode>
                                        <p:cTn display="0" masterRel="sameClick">
                                          <p:stCondLst>
                                            <p:cond evt="begin" delay="0">
                                              <p:tn val="20"/>
                                            </p:cond>
                                          </p:stCondLst>
                                          <p:endCondLst>
                                            <p:cond evt="onStopAudio" delay="0">
                                              <p:tgtEl>
                                                <p:sldTgt/>
                                              </p:tgtEl>
                                            </p:cond>
                                          </p:endCondLst>
                                        </p:cTn>
                                        <p:tgtEl>
                                          <p:sndTgt r:embed="rId3" name="type.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2257"/>
                                        </p:tgtEl>
                                        <p:attrNameLst>
                                          <p:attrName>style.visibility</p:attrName>
                                        </p:attrNameLst>
                                      </p:cBhvr>
                                      <p:to>
                                        <p:strVal val="visible"/>
                                      </p:to>
                                    </p:set>
                                    <p:animEffect transition="in" filter="wipe(up)">
                                      <p:cBhvr>
                                        <p:cTn id="27" dur="500"/>
                                        <p:tgtEl>
                                          <p:spTgt spid="52257"/>
                                        </p:tgtEl>
                                      </p:cBhvr>
                                    </p:animEffect>
                                  </p:childTnLst>
                                  <p:subTnLst>
                                    <p:audio>
                                      <p:cMediaNode>
                                        <p:cTn display="0" masterRel="sameClick">
                                          <p:stCondLst>
                                            <p:cond evt="begin" delay="0">
                                              <p:tn val="25"/>
                                            </p:cond>
                                          </p:stCondLst>
                                          <p:endCondLst>
                                            <p:cond evt="onStopAudio" delay="0">
                                              <p:tgtEl>
                                                <p:sldTgt/>
                                              </p:tgtEl>
                                            </p:cond>
                                          </p:endCondLst>
                                        </p:cTn>
                                        <p:tgtEl>
                                          <p:sndTgt r:embed="rId5" name="camera.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52258"/>
                                        </p:tgtEl>
                                        <p:attrNameLst>
                                          <p:attrName>style.visibility</p:attrName>
                                        </p:attrNameLst>
                                      </p:cBhvr>
                                      <p:to>
                                        <p:strVal val="visible"/>
                                      </p:to>
                                    </p:set>
                                    <p:animEffect transition="in" filter="wipe(up)">
                                      <p:cBhvr>
                                        <p:cTn id="32" dur="500"/>
                                        <p:tgtEl>
                                          <p:spTgt spid="52258"/>
                                        </p:tgtEl>
                                      </p:cBhvr>
                                    </p:animEffect>
                                  </p:childTnLst>
                                  <p:subTnLst>
                                    <p:audio>
                                      <p:cMediaNode>
                                        <p:cTn display="0" masterRel="sameClick">
                                          <p:stCondLst>
                                            <p:cond evt="begin" delay="0">
                                              <p:tn val="30"/>
                                            </p:cond>
                                          </p:stCondLst>
                                          <p:endCondLst>
                                            <p:cond evt="onStopAudio" delay="0">
                                              <p:tgtEl>
                                                <p:sldTgt/>
                                              </p:tgtEl>
                                            </p:cond>
                                          </p:endCondLst>
                                        </p:cTn>
                                        <p:tgtEl>
                                          <p:sndTgt r:embed="rId5" name="camera.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52259"/>
                                        </p:tgtEl>
                                        <p:attrNameLst>
                                          <p:attrName>style.visibility</p:attrName>
                                        </p:attrNameLst>
                                      </p:cBhvr>
                                      <p:to>
                                        <p:strVal val="visible"/>
                                      </p:to>
                                    </p:set>
                                    <p:animEffect transition="in" filter="wipe(left)">
                                      <p:cBhvr>
                                        <p:cTn id="37" dur="500"/>
                                        <p:tgtEl>
                                          <p:spTgt spid="52259"/>
                                        </p:tgtEl>
                                      </p:cBhvr>
                                    </p:animEffect>
                                  </p:childTnLst>
                                  <p:subTnLst>
                                    <p:audio>
                                      <p:cMediaNode>
                                        <p:cTn display="0" masterRel="sameClick">
                                          <p:stCondLst>
                                            <p:cond evt="begin" delay="0">
                                              <p:tn val="35"/>
                                            </p:cond>
                                          </p:stCondLst>
                                          <p:endCondLst>
                                            <p:cond evt="onStopAudio" delay="0">
                                              <p:tgtEl>
                                                <p:sldTgt/>
                                              </p:tgtEl>
                                            </p:cond>
                                          </p:endCondLst>
                                        </p:cTn>
                                        <p:tgtEl>
                                          <p:sndTgt r:embed="rId3" name="type.wav"/>
                                        </p:tgtEl>
                                      </p:cMediaNode>
                                    </p:audio>
                                  </p:subTnLst>
                                </p:cTn>
                              </p:par>
                            </p:childTnLst>
                          </p:cTn>
                        </p:par>
                      </p:childTnLst>
                    </p:cTn>
                  </p:par>
                  <p:par>
                    <p:cTn id="38" fill="hold">
                      <p:stCondLst>
                        <p:cond delay="indefinite"/>
                      </p:stCondLst>
                      <p:childTnLst>
                        <p:par>
                          <p:cTn id="39" fill="hold">
                            <p:stCondLst>
                              <p:cond delay="0"/>
                            </p:stCondLst>
                            <p:childTnLst>
                              <p:par>
                                <p:cTn id="40" presetID="18" presetClass="entr" presetSubtype="3" fill="hold" grpId="0" nodeType="clickEffect">
                                  <p:stCondLst>
                                    <p:cond delay="0"/>
                                  </p:stCondLst>
                                  <p:childTnLst>
                                    <p:set>
                                      <p:cBhvr>
                                        <p:cTn id="41" dur="1" fill="hold">
                                          <p:stCondLst>
                                            <p:cond delay="0"/>
                                          </p:stCondLst>
                                        </p:cTn>
                                        <p:tgtEl>
                                          <p:spTgt spid="52260"/>
                                        </p:tgtEl>
                                        <p:attrNameLst>
                                          <p:attrName>style.visibility</p:attrName>
                                        </p:attrNameLst>
                                      </p:cBhvr>
                                      <p:to>
                                        <p:strVal val="visible"/>
                                      </p:to>
                                    </p:set>
                                    <p:animEffect transition="in" filter="strips(upRight)">
                                      <p:cBhvr>
                                        <p:cTn id="42" dur="500"/>
                                        <p:tgtEl>
                                          <p:spTgt spid="52260"/>
                                        </p:tgtEl>
                                      </p:cBhvr>
                                    </p:animEffect>
                                  </p:childTnLst>
                                  <p:subTnLst>
                                    <p:set>
                                      <p:cBhvr override="childStyle">
                                        <p:cTn dur="1" fill="hold" display="0" masterRel="nextClick" afterEffect="1"/>
                                        <p:tgtEl>
                                          <p:spTgt spid="52260"/>
                                        </p:tgtEl>
                                        <p:attrNameLst>
                                          <p:attrName>style.visibility</p:attrName>
                                        </p:attrNameLst>
                                      </p:cBhvr>
                                      <p:to>
                                        <p:strVal val="hidden"/>
                                      </p:to>
                                    </p:set>
                                    <p:audio>
                                      <p:cMediaNode>
                                        <p:cTn display="0" masterRel="sameClick">
                                          <p:stCondLst>
                                            <p:cond evt="begin" delay="0">
                                              <p:tn val="40"/>
                                            </p:cond>
                                          </p:stCondLst>
                                          <p:endCondLst>
                                            <p:cond evt="onStopAudio" delay="0">
                                              <p:tgtEl>
                                                <p:sldTgt/>
                                              </p:tgtEl>
                                            </p:cond>
                                          </p:endCondLst>
                                        </p:cTn>
                                        <p:tgtEl>
                                          <p:sndTgt r:embed="rId4" name="whoosh.wav"/>
                                        </p:tgtEl>
                                      </p:cMediaNode>
                                    </p:audio>
                                  </p:sub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52261"/>
                                        </p:tgtEl>
                                        <p:attrNameLst>
                                          <p:attrName>style.visibility</p:attrName>
                                        </p:attrNameLst>
                                      </p:cBhvr>
                                      <p:to>
                                        <p:strVal val="visible"/>
                                      </p:to>
                                    </p:set>
                                    <p:animEffect transition="in" filter="wipe(left)">
                                      <p:cBhvr>
                                        <p:cTn id="47" dur="500"/>
                                        <p:tgtEl>
                                          <p:spTgt spid="52261"/>
                                        </p:tgtEl>
                                      </p:cBhvr>
                                    </p:animEffect>
                                  </p:childTnLst>
                                  <p:subTnLst>
                                    <p:audio>
                                      <p:cMediaNode>
                                        <p:cTn display="0" masterRel="sameClick">
                                          <p:stCondLst>
                                            <p:cond evt="begin" delay="0">
                                              <p:tn val="45"/>
                                            </p:cond>
                                          </p:stCondLst>
                                          <p:endCondLst>
                                            <p:cond evt="onStopAudio" delay="0">
                                              <p:tgtEl>
                                                <p:sldTgt/>
                                              </p:tgtEl>
                                            </p:cond>
                                          </p:endCondLst>
                                        </p:cTn>
                                        <p:tgtEl>
                                          <p:sndTgt r:embed="rId3" name="type.wav"/>
                                        </p:tgtEl>
                                      </p:cMediaNode>
                                    </p:audio>
                                  </p:subTnLst>
                                </p:cTn>
                              </p:par>
                            </p:childTnLst>
                          </p:cTn>
                        </p:par>
                        <p:par>
                          <p:cTn id="48" fill="hold">
                            <p:stCondLst>
                              <p:cond delay="500"/>
                            </p:stCondLst>
                            <p:childTnLst>
                              <p:par>
                                <p:cTn id="49" presetID="22" presetClass="entr" presetSubtype="8" fill="hold" grpId="0" nodeType="afterEffect">
                                  <p:stCondLst>
                                    <p:cond delay="0"/>
                                  </p:stCondLst>
                                  <p:childTnLst>
                                    <p:set>
                                      <p:cBhvr>
                                        <p:cTn id="50" dur="1" fill="hold">
                                          <p:stCondLst>
                                            <p:cond delay="0"/>
                                          </p:stCondLst>
                                        </p:cTn>
                                        <p:tgtEl>
                                          <p:spTgt spid="52262"/>
                                        </p:tgtEl>
                                        <p:attrNameLst>
                                          <p:attrName>style.visibility</p:attrName>
                                        </p:attrNameLst>
                                      </p:cBhvr>
                                      <p:to>
                                        <p:strVal val="visible"/>
                                      </p:to>
                                    </p:set>
                                    <p:animEffect transition="in" filter="wipe(left)">
                                      <p:cBhvr>
                                        <p:cTn id="51" dur="500"/>
                                        <p:tgtEl>
                                          <p:spTgt spid="52262"/>
                                        </p:tgtEl>
                                      </p:cBhvr>
                                    </p:animEffect>
                                  </p:childTnLst>
                                  <p:subTnLst>
                                    <p:audio>
                                      <p:cMediaNode>
                                        <p:cTn display="0" masterRel="sameClick">
                                          <p:stCondLst>
                                            <p:cond evt="begin" delay="0">
                                              <p:tn val="49"/>
                                            </p:cond>
                                          </p:stCondLst>
                                          <p:endCondLst>
                                            <p:cond evt="onStopAudio" delay="0">
                                              <p:tgtEl>
                                                <p:sldTgt/>
                                              </p:tgtEl>
                                            </p:cond>
                                          </p:endCondLst>
                                        </p:cTn>
                                        <p:tgtEl>
                                          <p:sndTgt r:embed="rId3" name="type.wav"/>
                                        </p:tgtEl>
                                      </p:cMediaNode>
                                    </p:audio>
                                  </p:subTnLst>
                                </p:cTn>
                              </p:par>
                            </p:childTnLst>
                          </p:cTn>
                        </p:par>
                      </p:childTnLst>
                    </p:cTn>
                  </p:par>
                  <p:par>
                    <p:cTn id="52" fill="hold">
                      <p:stCondLst>
                        <p:cond delay="indefinite"/>
                      </p:stCondLst>
                      <p:childTnLst>
                        <p:par>
                          <p:cTn id="53" fill="hold">
                            <p:stCondLst>
                              <p:cond delay="0"/>
                            </p:stCondLst>
                            <p:childTnLst>
                              <p:par>
                                <p:cTn id="54" presetID="4" presetClass="entr" presetSubtype="16" fill="hold" nodeType="clickEffect">
                                  <p:stCondLst>
                                    <p:cond delay="0"/>
                                  </p:stCondLst>
                                  <p:childTnLst>
                                    <p:set>
                                      <p:cBhvr>
                                        <p:cTn id="55" dur="1" fill="hold">
                                          <p:stCondLst>
                                            <p:cond delay="0"/>
                                          </p:stCondLst>
                                        </p:cTn>
                                        <p:tgtEl>
                                          <p:spTgt spid="52263"/>
                                        </p:tgtEl>
                                        <p:attrNameLst>
                                          <p:attrName>style.visibility</p:attrName>
                                        </p:attrNameLst>
                                      </p:cBhvr>
                                      <p:to>
                                        <p:strVal val="visible"/>
                                      </p:to>
                                    </p:set>
                                    <p:animEffect transition="in" filter="box(in)">
                                      <p:cBhvr>
                                        <p:cTn id="56" dur="500"/>
                                        <p:tgtEl>
                                          <p:spTgt spid="52263"/>
                                        </p:tgtEl>
                                      </p:cBhvr>
                                    </p:animEffect>
                                  </p:childTnLst>
                                  <p:subTnLst>
                                    <p:audio>
                                      <p:cMediaNode>
                                        <p:cTn display="0" masterRel="sameClick">
                                          <p:stCondLst>
                                            <p:cond evt="begin" delay="0">
                                              <p:tn val="54"/>
                                            </p:cond>
                                          </p:stCondLst>
                                          <p:endCondLst>
                                            <p:cond evt="onStopAudio" delay="0">
                                              <p:tgtEl>
                                                <p:sldTgt/>
                                              </p:tgtEl>
                                            </p:cond>
                                          </p:endCondLst>
                                        </p:cTn>
                                        <p:tgtEl>
                                          <p:sndTgt r:embed="rId5" name="camera.wav"/>
                                        </p:tgtEl>
                                      </p:cMediaNode>
                                    </p:audio>
                                  </p:sub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52287"/>
                                        </p:tgtEl>
                                        <p:attrNameLst>
                                          <p:attrName>style.visibility</p:attrName>
                                        </p:attrNameLst>
                                      </p:cBhvr>
                                      <p:to>
                                        <p:strVal val="visible"/>
                                      </p:to>
                                    </p:set>
                                    <p:animEffect transition="in" filter="wipe(left)">
                                      <p:cBhvr>
                                        <p:cTn id="61" dur="500"/>
                                        <p:tgtEl>
                                          <p:spTgt spid="52287"/>
                                        </p:tgtEl>
                                      </p:cBhvr>
                                    </p:animEffect>
                                  </p:childTnLst>
                                  <p:subTnLst>
                                    <p:audio>
                                      <p:cMediaNode>
                                        <p:cTn display="0" masterRel="sameClick">
                                          <p:stCondLst>
                                            <p:cond evt="begin" delay="0">
                                              <p:tn val="59"/>
                                            </p:cond>
                                          </p:stCondLst>
                                          <p:endCondLst>
                                            <p:cond evt="onStopAudio" delay="0">
                                              <p:tgtEl>
                                                <p:sldTgt/>
                                              </p:tgtEl>
                                            </p:cond>
                                          </p:endCondLst>
                                        </p:cTn>
                                        <p:tgtEl>
                                          <p:sndTgt r:embed="rId3" name="type.wav"/>
                                        </p:tgtEl>
                                      </p:cMediaNode>
                                    </p:audio>
                                  </p:subTnLst>
                                </p:cTn>
                              </p:par>
                            </p:childTnLst>
                          </p:cTn>
                        </p:par>
                      </p:childTnLst>
                    </p:cTn>
                  </p:par>
                  <p:par>
                    <p:cTn id="62" fill="hold">
                      <p:stCondLst>
                        <p:cond delay="indefinite"/>
                      </p:stCondLst>
                      <p:childTnLst>
                        <p:par>
                          <p:cTn id="63" fill="hold">
                            <p:stCondLst>
                              <p:cond delay="0"/>
                            </p:stCondLst>
                            <p:childTnLst>
                              <p:par>
                                <p:cTn id="64" presetID="4" presetClass="entr" presetSubtype="32" fill="hold" nodeType="clickEffect">
                                  <p:stCondLst>
                                    <p:cond delay="0"/>
                                  </p:stCondLst>
                                  <p:childTnLst>
                                    <p:set>
                                      <p:cBhvr>
                                        <p:cTn id="65" dur="1" fill="hold">
                                          <p:stCondLst>
                                            <p:cond delay="0"/>
                                          </p:stCondLst>
                                        </p:cTn>
                                        <p:tgtEl>
                                          <p:spTgt spid="52288"/>
                                        </p:tgtEl>
                                        <p:attrNameLst>
                                          <p:attrName>style.visibility</p:attrName>
                                        </p:attrNameLst>
                                      </p:cBhvr>
                                      <p:to>
                                        <p:strVal val="visible"/>
                                      </p:to>
                                    </p:set>
                                    <p:animEffect transition="in" filter="box(out)">
                                      <p:cBhvr>
                                        <p:cTn id="66" dur="500"/>
                                        <p:tgtEl>
                                          <p:spTgt spid="52288"/>
                                        </p:tgtEl>
                                      </p:cBhvr>
                                    </p:animEffect>
                                  </p:childTnLst>
                                  <p:subTnLst>
                                    <p:audio>
                                      <p:cMediaNode>
                                        <p:cTn display="0" masterRel="sameClick">
                                          <p:stCondLst>
                                            <p:cond evt="begin" delay="0">
                                              <p:tn val="64"/>
                                            </p:cond>
                                          </p:stCondLst>
                                          <p:endCondLst>
                                            <p:cond evt="onStopAudio" delay="0">
                                              <p:tgtEl>
                                                <p:sldTgt/>
                                              </p:tgtEl>
                                            </p:cond>
                                          </p:endCondLst>
                                        </p:cTn>
                                        <p:tgtEl>
                                          <p:sndTgt r:embed="rId5" name="camera.wav"/>
                                        </p:tgtEl>
                                      </p:cMediaNode>
                                    </p:audio>
                                  </p:subTnLst>
                                </p:cTn>
                              </p:par>
                            </p:childTnLst>
                          </p:cTn>
                        </p:par>
                      </p:childTnLst>
                    </p:cTn>
                  </p:par>
                  <p:par>
                    <p:cTn id="67" fill="hold">
                      <p:stCondLst>
                        <p:cond delay="indefinite"/>
                      </p:stCondLst>
                      <p:childTnLst>
                        <p:par>
                          <p:cTn id="68" fill="hold">
                            <p:stCondLst>
                              <p:cond delay="0"/>
                            </p:stCondLst>
                            <p:childTnLst>
                              <p:par>
                                <p:cTn id="69" presetID="4" presetClass="entr" presetSubtype="16" fill="hold" nodeType="clickEffect">
                                  <p:stCondLst>
                                    <p:cond delay="0"/>
                                  </p:stCondLst>
                                  <p:childTnLst>
                                    <p:set>
                                      <p:cBhvr>
                                        <p:cTn id="70" dur="1" fill="hold">
                                          <p:stCondLst>
                                            <p:cond delay="0"/>
                                          </p:stCondLst>
                                        </p:cTn>
                                        <p:tgtEl>
                                          <p:spTgt spid="52329"/>
                                        </p:tgtEl>
                                        <p:attrNameLst>
                                          <p:attrName>style.visibility</p:attrName>
                                        </p:attrNameLst>
                                      </p:cBhvr>
                                      <p:to>
                                        <p:strVal val="visible"/>
                                      </p:to>
                                    </p:set>
                                    <p:animEffect transition="in" filter="box(in)">
                                      <p:cBhvr>
                                        <p:cTn id="71" dur="500"/>
                                        <p:tgtEl>
                                          <p:spTgt spid="52329"/>
                                        </p:tgtEl>
                                      </p:cBhvr>
                                    </p:animEffect>
                                  </p:childTnLst>
                                  <p:subTnLst>
                                    <p:audio>
                                      <p:cMediaNode>
                                        <p:cTn display="0" masterRel="sameClick">
                                          <p:stCondLst>
                                            <p:cond evt="begin" delay="0">
                                              <p:tn val="69"/>
                                            </p:cond>
                                          </p:stCondLst>
                                          <p:endCondLst>
                                            <p:cond evt="onStopAudio" delay="0">
                                              <p:tgtEl>
                                                <p:sldTgt/>
                                              </p:tgtEl>
                                            </p:cond>
                                          </p:endCondLst>
                                        </p:cTn>
                                        <p:tgtEl>
                                          <p:sndTgt r:embed="rId5" name="camera.wav"/>
                                        </p:tgtEl>
                                      </p:cMediaNode>
                                    </p:audio>
                                  </p:sub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52371"/>
                                        </p:tgtEl>
                                        <p:attrNameLst>
                                          <p:attrName>style.visibility</p:attrName>
                                        </p:attrNameLst>
                                      </p:cBhvr>
                                      <p:to>
                                        <p:strVal val="visible"/>
                                      </p:to>
                                    </p:set>
                                    <p:animEffect transition="in" filter="wipe(left)">
                                      <p:cBhvr>
                                        <p:cTn id="76" dur="500"/>
                                        <p:tgtEl>
                                          <p:spTgt spid="52371"/>
                                        </p:tgtEl>
                                      </p:cBhvr>
                                    </p:animEffect>
                                  </p:childTnLst>
                                  <p:subTnLst>
                                    <p:audio>
                                      <p:cMediaNode>
                                        <p:cTn display="0" masterRel="sameClick">
                                          <p:stCondLst>
                                            <p:cond evt="begin" delay="0">
                                              <p:tn val="74"/>
                                            </p:cond>
                                          </p:stCondLst>
                                          <p:endCondLst>
                                            <p:cond evt="onStopAudio" delay="0">
                                              <p:tgtEl>
                                                <p:sldTgt/>
                                              </p:tgtEl>
                                            </p:cond>
                                          </p:endCondLst>
                                        </p:cTn>
                                        <p:tgtEl>
                                          <p:sndTgt r:embed="rId4"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6" grpId="0"/>
      <p:bldP spid="52255" grpId="0" animBg="1"/>
      <p:bldP spid="52256" grpId="0"/>
      <p:bldP spid="52257" grpId="0"/>
      <p:bldP spid="52258" grpId="0"/>
      <p:bldP spid="52259" grpId="0"/>
      <p:bldP spid="52260" grpId="0" animBg="1"/>
      <p:bldP spid="52261" grpId="0"/>
      <p:bldP spid="52262" grpId="0"/>
      <p:bldP spid="52287"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20CE3B8C-D4EE-4897-817C-C2C4E52F6885}"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7042"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7043"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DECF184F-0812-49DC-91D7-E9E561FF5FF5}" type="slidenum">
              <a:rPr lang="zh-CN" altLang="en-US" smtClean="0">
                <a:solidFill>
                  <a:srgbClr val="000000"/>
                </a:solidFill>
                <a:latin typeface="Times New Roman" panose="02020603050405020304" pitchFamily="18" charset="0"/>
              </a:rPr>
              <a:t>77</a:t>
            </a:fld>
            <a:endParaRPr lang="zh-CN" altLang="en-US">
              <a:solidFill>
                <a:srgbClr val="000000"/>
              </a:solidFill>
              <a:latin typeface="Times New Roman" panose="02020603050405020304" pitchFamily="18" charset="0"/>
            </a:endParaRPr>
          </a:p>
        </p:txBody>
      </p:sp>
      <p:grpSp>
        <p:nvGrpSpPr>
          <p:cNvPr id="53250" name="Group 2"/>
          <p:cNvGrpSpPr/>
          <p:nvPr/>
        </p:nvGrpSpPr>
        <p:grpSpPr bwMode="auto">
          <a:xfrm>
            <a:off x="152400" y="457200"/>
            <a:ext cx="2895600" cy="914400"/>
            <a:chOff x="0" y="0"/>
            <a:chExt cx="2448" cy="576"/>
          </a:xfrm>
        </p:grpSpPr>
        <p:sp>
          <p:nvSpPr>
            <p:cNvPr id="87045" name="AutoShape 3" descr="新闻纸"/>
            <p:cNvSpPr>
              <a:spLocks noChangeArrowheads="1"/>
            </p:cNvSpPr>
            <p:nvPr/>
          </p:nvSpPr>
          <p:spPr bwMode="auto">
            <a:xfrm>
              <a:off x="0" y="0"/>
              <a:ext cx="2448" cy="576"/>
            </a:xfrm>
            <a:prstGeom prst="bevel">
              <a:avLst>
                <a:gd name="adj" fmla="val 6440"/>
              </a:avLst>
            </a:prstGeom>
            <a:blipFill dpi="0" rotWithShape="0">
              <a:blip r:embed="rId8"/>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7046" name="Line 4"/>
            <p:cNvSpPr>
              <a:spLocks noChangeShapeType="1"/>
            </p:cNvSpPr>
            <p:nvPr/>
          </p:nvSpPr>
          <p:spPr bwMode="auto">
            <a:xfrm>
              <a:off x="508" y="294"/>
              <a:ext cx="653"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47" name="Line 5"/>
            <p:cNvSpPr>
              <a:spLocks noChangeShapeType="1"/>
            </p:cNvSpPr>
            <p:nvPr/>
          </p:nvSpPr>
          <p:spPr bwMode="auto">
            <a:xfrm>
              <a:off x="1334" y="294"/>
              <a:ext cx="807"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48" name="Rectangle 6"/>
            <p:cNvSpPr>
              <a:spLocks noChangeArrowheads="1"/>
            </p:cNvSpPr>
            <p:nvPr/>
          </p:nvSpPr>
          <p:spPr bwMode="auto">
            <a:xfrm>
              <a:off x="2282" y="290"/>
              <a:ext cx="3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49" name="Rectangle 7"/>
            <p:cNvSpPr>
              <a:spLocks noChangeArrowheads="1"/>
            </p:cNvSpPr>
            <p:nvPr/>
          </p:nvSpPr>
          <p:spPr bwMode="auto">
            <a:xfrm>
              <a:off x="1968" y="167"/>
              <a:ext cx="3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50" name="Rectangle 8"/>
            <p:cNvSpPr>
              <a:spLocks noChangeArrowheads="1"/>
            </p:cNvSpPr>
            <p:nvPr/>
          </p:nvSpPr>
          <p:spPr bwMode="auto">
            <a:xfrm>
              <a:off x="1547" y="167"/>
              <a:ext cx="3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51" name="Rectangle 9"/>
            <p:cNvSpPr>
              <a:spLocks noChangeArrowheads="1"/>
            </p:cNvSpPr>
            <p:nvPr/>
          </p:nvSpPr>
          <p:spPr bwMode="auto">
            <a:xfrm>
              <a:off x="864" y="398"/>
              <a:ext cx="3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52" name="Rectangle 10"/>
            <p:cNvSpPr>
              <a:spLocks noChangeArrowheads="1"/>
            </p:cNvSpPr>
            <p:nvPr/>
          </p:nvSpPr>
          <p:spPr bwMode="auto">
            <a:xfrm>
              <a:off x="986" y="167"/>
              <a:ext cx="3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53" name="Rectangle 11"/>
            <p:cNvSpPr>
              <a:spLocks noChangeArrowheads="1"/>
            </p:cNvSpPr>
            <p:nvPr/>
          </p:nvSpPr>
          <p:spPr bwMode="auto">
            <a:xfrm>
              <a:off x="646" y="167"/>
              <a:ext cx="3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54" name="Rectangle 12"/>
            <p:cNvSpPr>
              <a:spLocks noChangeArrowheads="1"/>
            </p:cNvSpPr>
            <p:nvPr/>
          </p:nvSpPr>
          <p:spPr bwMode="auto">
            <a:xfrm>
              <a:off x="267" y="290"/>
              <a:ext cx="3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55" name="Rectangle 13"/>
            <p:cNvSpPr>
              <a:spLocks noChangeArrowheads="1"/>
            </p:cNvSpPr>
            <p:nvPr/>
          </p:nvSpPr>
          <p:spPr bwMode="auto">
            <a:xfrm>
              <a:off x="2172" y="189"/>
              <a:ext cx="12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56" name="Rectangle 14"/>
            <p:cNvSpPr>
              <a:spLocks noChangeArrowheads="1"/>
            </p:cNvSpPr>
            <p:nvPr/>
          </p:nvSpPr>
          <p:spPr bwMode="auto">
            <a:xfrm>
              <a:off x="1772" y="66"/>
              <a:ext cx="2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057" name="Rectangle 15"/>
            <p:cNvSpPr>
              <a:spLocks noChangeArrowheads="1"/>
            </p:cNvSpPr>
            <p:nvPr/>
          </p:nvSpPr>
          <p:spPr bwMode="auto">
            <a:xfrm>
              <a:off x="1354" y="66"/>
              <a:ext cx="2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058" name="Rectangle 16"/>
            <p:cNvSpPr>
              <a:spLocks noChangeArrowheads="1"/>
            </p:cNvSpPr>
            <p:nvPr/>
          </p:nvSpPr>
          <p:spPr bwMode="auto">
            <a:xfrm>
              <a:off x="756" y="297"/>
              <a:ext cx="12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59" name="Rectangle 17"/>
            <p:cNvSpPr>
              <a:spLocks noChangeArrowheads="1"/>
            </p:cNvSpPr>
            <p:nvPr/>
          </p:nvSpPr>
          <p:spPr bwMode="auto">
            <a:xfrm>
              <a:off x="884" y="66"/>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87060" name="Rectangle 18"/>
            <p:cNvSpPr>
              <a:spLocks noChangeArrowheads="1"/>
            </p:cNvSpPr>
            <p:nvPr/>
          </p:nvSpPr>
          <p:spPr bwMode="auto">
            <a:xfrm>
              <a:off x="544" y="66"/>
              <a:ext cx="1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87061" name="Rectangle 19"/>
            <p:cNvSpPr>
              <a:spLocks noChangeArrowheads="1"/>
            </p:cNvSpPr>
            <p:nvPr/>
          </p:nvSpPr>
          <p:spPr bwMode="auto">
            <a:xfrm>
              <a:off x="138" y="189"/>
              <a:ext cx="15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A</a:t>
              </a:r>
              <a:endParaRPr lang="en-US" altLang="zh-CN" sz="2800">
                <a:solidFill>
                  <a:srgbClr val="FF3300"/>
                </a:solidFill>
                <a:latin typeface="Times New Roman" panose="02020603050405020304" pitchFamily="18" charset="0"/>
                <a:ea typeface="楷体_GB2312" pitchFamily="49" charset="-122"/>
              </a:endParaRPr>
            </a:p>
          </p:txBody>
        </p:sp>
        <p:sp>
          <p:nvSpPr>
            <p:cNvPr id="87062" name="Rectangle 20"/>
            <p:cNvSpPr>
              <a:spLocks noChangeArrowheads="1"/>
            </p:cNvSpPr>
            <p:nvPr/>
          </p:nvSpPr>
          <p:spPr bwMode="auto">
            <a:xfrm>
              <a:off x="1694" y="297"/>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7063" name="Rectangle 21"/>
            <p:cNvSpPr>
              <a:spLocks noChangeArrowheads="1"/>
            </p:cNvSpPr>
            <p:nvPr/>
          </p:nvSpPr>
          <p:spPr bwMode="auto">
            <a:xfrm>
              <a:off x="2066" y="166"/>
              <a:ext cx="6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064" name="Rectangle 22"/>
            <p:cNvSpPr>
              <a:spLocks noChangeArrowheads="1"/>
            </p:cNvSpPr>
            <p:nvPr/>
          </p:nvSpPr>
          <p:spPr bwMode="auto">
            <a:xfrm>
              <a:off x="1084" y="166"/>
              <a:ext cx="65"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065" name="Rectangle 23"/>
            <p:cNvSpPr>
              <a:spLocks noChangeArrowheads="1"/>
            </p:cNvSpPr>
            <p:nvPr/>
          </p:nvSpPr>
          <p:spPr bwMode="auto">
            <a:xfrm>
              <a:off x="2006" y="157"/>
              <a:ext cx="7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066" name="Rectangle 24"/>
            <p:cNvSpPr>
              <a:spLocks noChangeArrowheads="1"/>
            </p:cNvSpPr>
            <p:nvPr/>
          </p:nvSpPr>
          <p:spPr bwMode="auto">
            <a:xfrm>
              <a:off x="1025" y="157"/>
              <a:ext cx="7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067" name="Rectangle 25"/>
            <p:cNvSpPr>
              <a:spLocks noChangeArrowheads="1"/>
            </p:cNvSpPr>
            <p:nvPr/>
          </p:nvSpPr>
          <p:spPr bwMode="auto">
            <a:xfrm>
              <a:off x="1631" y="47"/>
              <a:ext cx="12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068" name="Rectangle 26"/>
            <p:cNvSpPr>
              <a:spLocks noChangeArrowheads="1"/>
            </p:cNvSpPr>
            <p:nvPr/>
          </p:nvSpPr>
          <p:spPr bwMode="auto">
            <a:xfrm>
              <a:off x="1199" y="170"/>
              <a:ext cx="12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069" name="Rectangle 27"/>
            <p:cNvSpPr>
              <a:spLocks noChangeArrowheads="1"/>
            </p:cNvSpPr>
            <p:nvPr/>
          </p:nvSpPr>
          <p:spPr bwMode="auto">
            <a:xfrm>
              <a:off x="729" y="47"/>
              <a:ext cx="12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070" name="Rectangle 28"/>
            <p:cNvSpPr>
              <a:spLocks noChangeArrowheads="1"/>
            </p:cNvSpPr>
            <p:nvPr/>
          </p:nvSpPr>
          <p:spPr bwMode="auto">
            <a:xfrm>
              <a:off x="361" y="170"/>
              <a:ext cx="12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53277" name="Group 29"/>
          <p:cNvGrpSpPr/>
          <p:nvPr/>
        </p:nvGrpSpPr>
        <p:grpSpPr bwMode="auto">
          <a:xfrm>
            <a:off x="3048000" y="457200"/>
            <a:ext cx="5943600" cy="914400"/>
            <a:chOff x="0" y="0"/>
            <a:chExt cx="4368" cy="576"/>
          </a:xfrm>
        </p:grpSpPr>
        <p:sp>
          <p:nvSpPr>
            <p:cNvPr id="87072" name="AutoShape 30" descr="新闻纸"/>
            <p:cNvSpPr>
              <a:spLocks noChangeArrowheads="1"/>
            </p:cNvSpPr>
            <p:nvPr/>
          </p:nvSpPr>
          <p:spPr bwMode="auto">
            <a:xfrm>
              <a:off x="0" y="0"/>
              <a:ext cx="4368" cy="576"/>
            </a:xfrm>
            <a:prstGeom prst="bevel">
              <a:avLst>
                <a:gd name="adj" fmla="val 6440"/>
              </a:avLst>
            </a:prstGeom>
            <a:blipFill dpi="0" rotWithShape="0">
              <a:blip r:embed="rId8"/>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7073" name="Line 31"/>
            <p:cNvSpPr>
              <a:spLocks noChangeShapeType="1"/>
            </p:cNvSpPr>
            <p:nvPr/>
          </p:nvSpPr>
          <p:spPr bwMode="auto">
            <a:xfrm>
              <a:off x="1405" y="293"/>
              <a:ext cx="380"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74" name="Line 32"/>
            <p:cNvSpPr>
              <a:spLocks noChangeShapeType="1"/>
            </p:cNvSpPr>
            <p:nvPr/>
          </p:nvSpPr>
          <p:spPr bwMode="auto">
            <a:xfrm>
              <a:off x="2075" y="293"/>
              <a:ext cx="464"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75" name="Line 33"/>
            <p:cNvSpPr>
              <a:spLocks noChangeShapeType="1"/>
            </p:cNvSpPr>
            <p:nvPr/>
          </p:nvSpPr>
          <p:spPr bwMode="auto">
            <a:xfrm>
              <a:off x="3102" y="293"/>
              <a:ext cx="270"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76" name="Line 34"/>
            <p:cNvSpPr>
              <a:spLocks noChangeShapeType="1"/>
            </p:cNvSpPr>
            <p:nvPr/>
          </p:nvSpPr>
          <p:spPr bwMode="auto">
            <a:xfrm>
              <a:off x="3662" y="293"/>
              <a:ext cx="574" cy="1"/>
            </a:xfrm>
            <a:prstGeom prst="line">
              <a:avLst/>
            </a:prstGeom>
            <a:noFill/>
            <a:ln w="1587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077" name="Rectangle 35"/>
            <p:cNvSpPr>
              <a:spLocks noChangeArrowheads="1"/>
            </p:cNvSpPr>
            <p:nvPr/>
          </p:nvSpPr>
          <p:spPr bwMode="auto">
            <a:xfrm>
              <a:off x="3978" y="400"/>
              <a:ext cx="3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78" name="Rectangle 36"/>
            <p:cNvSpPr>
              <a:spLocks noChangeArrowheads="1"/>
            </p:cNvSpPr>
            <p:nvPr/>
          </p:nvSpPr>
          <p:spPr bwMode="auto">
            <a:xfrm>
              <a:off x="4065" y="162"/>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79" name="Rectangle 37"/>
            <p:cNvSpPr>
              <a:spLocks noChangeArrowheads="1"/>
            </p:cNvSpPr>
            <p:nvPr/>
          </p:nvSpPr>
          <p:spPr bwMode="auto">
            <a:xfrm>
              <a:off x="3509" y="289"/>
              <a:ext cx="3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0" name="Rectangle 38"/>
            <p:cNvSpPr>
              <a:spLocks noChangeArrowheads="1"/>
            </p:cNvSpPr>
            <p:nvPr/>
          </p:nvSpPr>
          <p:spPr bwMode="auto">
            <a:xfrm>
              <a:off x="3312" y="162"/>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81" name="Rectangle 39"/>
            <p:cNvSpPr>
              <a:spLocks noChangeArrowheads="1"/>
            </p:cNvSpPr>
            <p:nvPr/>
          </p:nvSpPr>
          <p:spPr bwMode="auto">
            <a:xfrm>
              <a:off x="2890" y="289"/>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2" name="Rectangle 40"/>
            <p:cNvSpPr>
              <a:spLocks noChangeArrowheads="1"/>
            </p:cNvSpPr>
            <p:nvPr/>
          </p:nvSpPr>
          <p:spPr bwMode="auto">
            <a:xfrm>
              <a:off x="2336" y="400"/>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3" name="Rectangle 41"/>
            <p:cNvSpPr>
              <a:spLocks noChangeArrowheads="1"/>
            </p:cNvSpPr>
            <p:nvPr/>
          </p:nvSpPr>
          <p:spPr bwMode="auto">
            <a:xfrm>
              <a:off x="2212" y="162"/>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4" name="Rectangle 42"/>
            <p:cNvSpPr>
              <a:spLocks noChangeArrowheads="1"/>
            </p:cNvSpPr>
            <p:nvPr/>
          </p:nvSpPr>
          <p:spPr bwMode="auto">
            <a:xfrm>
              <a:off x="1922" y="289"/>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5" name="Rectangle 43"/>
            <p:cNvSpPr>
              <a:spLocks noChangeArrowheads="1"/>
            </p:cNvSpPr>
            <p:nvPr/>
          </p:nvSpPr>
          <p:spPr bwMode="auto">
            <a:xfrm>
              <a:off x="1616" y="162"/>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86" name="Rectangle 44"/>
            <p:cNvSpPr>
              <a:spLocks noChangeArrowheads="1"/>
            </p:cNvSpPr>
            <p:nvPr/>
          </p:nvSpPr>
          <p:spPr bwMode="auto">
            <a:xfrm>
              <a:off x="1082" y="289"/>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087" name="Rectangle 45"/>
            <p:cNvSpPr>
              <a:spLocks noChangeArrowheads="1"/>
            </p:cNvSpPr>
            <p:nvPr/>
          </p:nvSpPr>
          <p:spPr bwMode="auto">
            <a:xfrm>
              <a:off x="666" y="289"/>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88" name="Rectangle 46"/>
            <p:cNvSpPr>
              <a:spLocks noChangeArrowheads="1"/>
            </p:cNvSpPr>
            <p:nvPr/>
          </p:nvSpPr>
          <p:spPr bwMode="auto">
            <a:xfrm>
              <a:off x="213" y="289"/>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089" name="Rectangle 47"/>
            <p:cNvSpPr>
              <a:spLocks noChangeArrowheads="1"/>
            </p:cNvSpPr>
            <p:nvPr/>
          </p:nvSpPr>
          <p:spPr bwMode="auto">
            <a:xfrm>
              <a:off x="3871" y="295"/>
              <a:ext cx="10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90" name="Rectangle 48"/>
            <p:cNvSpPr>
              <a:spLocks noChangeArrowheads="1"/>
            </p:cNvSpPr>
            <p:nvPr/>
          </p:nvSpPr>
          <p:spPr bwMode="auto">
            <a:xfrm>
              <a:off x="3953" y="57"/>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091" name="Rectangle 49"/>
            <p:cNvSpPr>
              <a:spLocks noChangeArrowheads="1"/>
            </p:cNvSpPr>
            <p:nvPr/>
          </p:nvSpPr>
          <p:spPr bwMode="auto">
            <a:xfrm>
              <a:off x="3687" y="57"/>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092" name="Rectangle 50"/>
            <p:cNvSpPr>
              <a:spLocks noChangeArrowheads="1"/>
            </p:cNvSpPr>
            <p:nvPr/>
          </p:nvSpPr>
          <p:spPr bwMode="auto">
            <a:xfrm>
              <a:off x="3402" y="184"/>
              <a:ext cx="10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93" name="Rectangle 51"/>
            <p:cNvSpPr>
              <a:spLocks noChangeArrowheads="1"/>
            </p:cNvSpPr>
            <p:nvPr/>
          </p:nvSpPr>
          <p:spPr bwMode="auto">
            <a:xfrm>
              <a:off x="3123" y="57"/>
              <a:ext cx="17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094" name="Rectangle 52"/>
            <p:cNvSpPr>
              <a:spLocks noChangeArrowheads="1"/>
            </p:cNvSpPr>
            <p:nvPr/>
          </p:nvSpPr>
          <p:spPr bwMode="auto">
            <a:xfrm>
              <a:off x="2790" y="184"/>
              <a:ext cx="8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87095" name="Rectangle 53"/>
            <p:cNvSpPr>
              <a:spLocks noChangeArrowheads="1"/>
            </p:cNvSpPr>
            <p:nvPr/>
          </p:nvSpPr>
          <p:spPr bwMode="auto">
            <a:xfrm>
              <a:off x="2230" y="295"/>
              <a:ext cx="10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96" name="Rectangle 54"/>
            <p:cNvSpPr>
              <a:spLocks noChangeArrowheads="1"/>
            </p:cNvSpPr>
            <p:nvPr/>
          </p:nvSpPr>
          <p:spPr bwMode="auto">
            <a:xfrm>
              <a:off x="2436" y="57"/>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097" name="Rectangle 55"/>
            <p:cNvSpPr>
              <a:spLocks noChangeArrowheads="1"/>
            </p:cNvSpPr>
            <p:nvPr/>
          </p:nvSpPr>
          <p:spPr bwMode="auto">
            <a:xfrm>
              <a:off x="2100" y="57"/>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098" name="Rectangle 56"/>
            <p:cNvSpPr>
              <a:spLocks noChangeArrowheads="1"/>
            </p:cNvSpPr>
            <p:nvPr/>
          </p:nvSpPr>
          <p:spPr bwMode="auto">
            <a:xfrm>
              <a:off x="1817" y="184"/>
              <a:ext cx="10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099" name="Rectangle 57"/>
            <p:cNvSpPr>
              <a:spLocks noChangeArrowheads="1"/>
            </p:cNvSpPr>
            <p:nvPr/>
          </p:nvSpPr>
          <p:spPr bwMode="auto">
            <a:xfrm>
              <a:off x="1425" y="57"/>
              <a:ext cx="17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100" name="Rectangle 58"/>
            <p:cNvSpPr>
              <a:spLocks noChangeArrowheads="1"/>
            </p:cNvSpPr>
            <p:nvPr/>
          </p:nvSpPr>
          <p:spPr bwMode="auto">
            <a:xfrm>
              <a:off x="981" y="184"/>
              <a:ext cx="8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y</a:t>
              </a:r>
              <a:endParaRPr lang="en-US" altLang="zh-CN" sz="2800">
                <a:solidFill>
                  <a:srgbClr val="3333CC"/>
                </a:solidFill>
                <a:latin typeface="Times New Roman" panose="02020603050405020304" pitchFamily="18" charset="0"/>
                <a:ea typeface="楷体_GB2312" pitchFamily="49" charset="-122"/>
              </a:endParaRPr>
            </a:p>
          </p:txBody>
        </p:sp>
        <p:sp>
          <p:nvSpPr>
            <p:cNvPr id="87101" name="Rectangle 59"/>
            <p:cNvSpPr>
              <a:spLocks noChangeArrowheads="1"/>
            </p:cNvSpPr>
            <p:nvPr/>
          </p:nvSpPr>
          <p:spPr bwMode="auto">
            <a:xfrm>
              <a:off x="533" y="184"/>
              <a:ext cx="13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B</a:t>
              </a:r>
              <a:endParaRPr lang="en-US" altLang="zh-CN" sz="2800">
                <a:solidFill>
                  <a:srgbClr val="FF3300"/>
                </a:solidFill>
                <a:latin typeface="Times New Roman" panose="02020603050405020304" pitchFamily="18" charset="0"/>
                <a:ea typeface="楷体_GB2312" pitchFamily="49" charset="-122"/>
              </a:endParaRPr>
            </a:p>
          </p:txBody>
        </p:sp>
        <p:sp>
          <p:nvSpPr>
            <p:cNvPr id="87102" name="Rectangle 60"/>
            <p:cNvSpPr>
              <a:spLocks noChangeArrowheads="1"/>
            </p:cNvSpPr>
            <p:nvPr/>
          </p:nvSpPr>
          <p:spPr bwMode="auto">
            <a:xfrm>
              <a:off x="271" y="184"/>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103" name="Rectangle 61"/>
            <p:cNvSpPr>
              <a:spLocks noChangeArrowheads="1"/>
            </p:cNvSpPr>
            <p:nvPr/>
          </p:nvSpPr>
          <p:spPr bwMode="auto">
            <a:xfrm>
              <a:off x="88" y="184"/>
              <a:ext cx="13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A</a:t>
              </a:r>
              <a:endParaRPr lang="en-US" altLang="zh-CN" sz="2800">
                <a:solidFill>
                  <a:srgbClr val="FF3300"/>
                </a:solidFill>
                <a:latin typeface="Times New Roman" panose="02020603050405020304" pitchFamily="18" charset="0"/>
                <a:ea typeface="楷体_GB2312" pitchFamily="49" charset="-122"/>
              </a:endParaRPr>
            </a:p>
          </p:txBody>
        </p:sp>
        <p:sp>
          <p:nvSpPr>
            <p:cNvPr id="87104" name="Rectangle 62"/>
            <p:cNvSpPr>
              <a:spLocks noChangeArrowheads="1"/>
            </p:cNvSpPr>
            <p:nvPr/>
          </p:nvSpPr>
          <p:spPr bwMode="auto">
            <a:xfrm>
              <a:off x="4162" y="160"/>
              <a:ext cx="5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05" name="Rectangle 63"/>
            <p:cNvSpPr>
              <a:spLocks noChangeArrowheads="1"/>
            </p:cNvSpPr>
            <p:nvPr/>
          </p:nvSpPr>
          <p:spPr bwMode="auto">
            <a:xfrm>
              <a:off x="3505" y="169"/>
              <a:ext cx="5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06" name="Rectangle 64"/>
            <p:cNvSpPr>
              <a:spLocks noChangeArrowheads="1"/>
            </p:cNvSpPr>
            <p:nvPr/>
          </p:nvSpPr>
          <p:spPr bwMode="auto">
            <a:xfrm>
              <a:off x="1918" y="169"/>
              <a:ext cx="5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07" name="Rectangle 65"/>
            <p:cNvSpPr>
              <a:spLocks noChangeArrowheads="1"/>
            </p:cNvSpPr>
            <p:nvPr/>
          </p:nvSpPr>
          <p:spPr bwMode="auto">
            <a:xfrm>
              <a:off x="1712" y="160"/>
              <a:ext cx="5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108" name="Rectangle 66"/>
            <p:cNvSpPr>
              <a:spLocks noChangeArrowheads="1"/>
            </p:cNvSpPr>
            <p:nvPr/>
          </p:nvSpPr>
          <p:spPr bwMode="auto">
            <a:xfrm>
              <a:off x="1180" y="287"/>
              <a:ext cx="5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09" name="Rectangle 67"/>
            <p:cNvSpPr>
              <a:spLocks noChangeArrowheads="1"/>
            </p:cNvSpPr>
            <p:nvPr/>
          </p:nvSpPr>
          <p:spPr bwMode="auto">
            <a:xfrm>
              <a:off x="3579" y="184"/>
              <a:ext cx="6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10" name="Rectangle 68"/>
            <p:cNvSpPr>
              <a:spLocks noChangeArrowheads="1"/>
            </p:cNvSpPr>
            <p:nvPr/>
          </p:nvSpPr>
          <p:spPr bwMode="auto">
            <a:xfrm>
              <a:off x="3194" y="295"/>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7111" name="Rectangle 69"/>
            <p:cNvSpPr>
              <a:spLocks noChangeArrowheads="1"/>
            </p:cNvSpPr>
            <p:nvPr/>
          </p:nvSpPr>
          <p:spPr bwMode="auto">
            <a:xfrm>
              <a:off x="2701" y="184"/>
              <a:ext cx="6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12" name="Rectangle 70"/>
            <p:cNvSpPr>
              <a:spLocks noChangeArrowheads="1"/>
            </p:cNvSpPr>
            <p:nvPr/>
          </p:nvSpPr>
          <p:spPr bwMode="auto">
            <a:xfrm>
              <a:off x="1992" y="184"/>
              <a:ext cx="6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13" name="Rectangle 71"/>
            <p:cNvSpPr>
              <a:spLocks noChangeArrowheads="1"/>
            </p:cNvSpPr>
            <p:nvPr/>
          </p:nvSpPr>
          <p:spPr bwMode="auto">
            <a:xfrm>
              <a:off x="1551" y="295"/>
              <a:ext cx="9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7114" name="Rectangle 72"/>
            <p:cNvSpPr>
              <a:spLocks noChangeArrowheads="1"/>
            </p:cNvSpPr>
            <p:nvPr/>
          </p:nvSpPr>
          <p:spPr bwMode="auto">
            <a:xfrm>
              <a:off x="893" y="184"/>
              <a:ext cx="6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15" name="Rectangle 73"/>
            <p:cNvSpPr>
              <a:spLocks noChangeArrowheads="1"/>
            </p:cNvSpPr>
            <p:nvPr/>
          </p:nvSpPr>
          <p:spPr bwMode="auto">
            <a:xfrm>
              <a:off x="4104" y="151"/>
              <a:ext cx="6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116" name="Rectangle 74"/>
            <p:cNvSpPr>
              <a:spLocks noChangeArrowheads="1"/>
            </p:cNvSpPr>
            <p:nvPr/>
          </p:nvSpPr>
          <p:spPr bwMode="auto">
            <a:xfrm>
              <a:off x="1653" y="151"/>
              <a:ext cx="6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117" name="Rectangle 75"/>
            <p:cNvSpPr>
              <a:spLocks noChangeArrowheads="1"/>
            </p:cNvSpPr>
            <p:nvPr/>
          </p:nvSpPr>
          <p:spPr bwMode="auto">
            <a:xfrm>
              <a:off x="1120" y="278"/>
              <a:ext cx="62"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118" name="Rectangle 76"/>
            <p:cNvSpPr>
              <a:spLocks noChangeArrowheads="1"/>
            </p:cNvSpPr>
            <p:nvPr/>
          </p:nvSpPr>
          <p:spPr bwMode="auto">
            <a:xfrm>
              <a:off x="3812" y="38"/>
              <a:ext cx="10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19" name="Rectangle 77"/>
            <p:cNvSpPr>
              <a:spLocks noChangeArrowheads="1"/>
            </p:cNvSpPr>
            <p:nvPr/>
          </p:nvSpPr>
          <p:spPr bwMode="auto">
            <a:xfrm>
              <a:off x="2970" y="165"/>
              <a:ext cx="10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20" name="Rectangle 78"/>
            <p:cNvSpPr>
              <a:spLocks noChangeArrowheads="1"/>
            </p:cNvSpPr>
            <p:nvPr/>
          </p:nvSpPr>
          <p:spPr bwMode="auto">
            <a:xfrm>
              <a:off x="2574" y="165"/>
              <a:ext cx="10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21" name="Rectangle 79"/>
            <p:cNvSpPr>
              <a:spLocks noChangeArrowheads="1"/>
            </p:cNvSpPr>
            <p:nvPr/>
          </p:nvSpPr>
          <p:spPr bwMode="auto">
            <a:xfrm>
              <a:off x="2293" y="38"/>
              <a:ext cx="10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22" name="Rectangle 80"/>
            <p:cNvSpPr>
              <a:spLocks noChangeArrowheads="1"/>
            </p:cNvSpPr>
            <p:nvPr/>
          </p:nvSpPr>
          <p:spPr bwMode="auto">
            <a:xfrm>
              <a:off x="1273" y="165"/>
              <a:ext cx="10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23" name="Rectangle 81"/>
            <p:cNvSpPr>
              <a:spLocks noChangeArrowheads="1"/>
            </p:cNvSpPr>
            <p:nvPr/>
          </p:nvSpPr>
          <p:spPr bwMode="auto">
            <a:xfrm>
              <a:off x="758" y="165"/>
              <a:ext cx="10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24" name="Rectangle 82"/>
            <p:cNvSpPr>
              <a:spLocks noChangeArrowheads="1"/>
            </p:cNvSpPr>
            <p:nvPr/>
          </p:nvSpPr>
          <p:spPr bwMode="auto">
            <a:xfrm>
              <a:off x="396" y="165"/>
              <a:ext cx="10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sp>
        <p:nvSpPr>
          <p:cNvPr id="53331" name="Text Box 83"/>
          <p:cNvSpPr txBox="1">
            <a:spLocks noChangeArrowheads="1"/>
          </p:cNvSpPr>
          <p:nvPr/>
        </p:nvSpPr>
        <p:spPr bwMode="auto">
          <a:xfrm>
            <a:off x="457200" y="1371600"/>
            <a:ext cx="2514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下面解决 </a:t>
            </a:r>
            <a:r>
              <a:rPr lang="en-US" altLang="zh-CN" sz="2400" b="1" i="1">
                <a:solidFill>
                  <a:srgbClr val="FF3300"/>
                </a:solidFill>
                <a:latin typeface="Times New Roman" panose="02020603050405020304" pitchFamily="18" charset="0"/>
                <a:ea typeface="楷体_GB2312" pitchFamily="49" charset="-122"/>
              </a:rPr>
              <a:t>M</a:t>
            </a:r>
            <a:r>
              <a:rPr lang="en-US" altLang="zh-CN" sz="2400" b="1" i="1" baseline="-25000">
                <a:solidFill>
                  <a:srgbClr val="FF3300"/>
                </a:solidFill>
                <a:latin typeface="Times New Roman" panose="02020603050405020304" pitchFamily="18" charset="0"/>
                <a:ea typeface="楷体_GB2312" pitchFamily="49" charset="-122"/>
              </a:rPr>
              <a:t>j</a:t>
            </a:r>
            <a:r>
              <a:rPr lang="en-US" altLang="zh-CN" sz="2400" b="1">
                <a:solidFill>
                  <a:srgbClr val="FF33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a:t>
            </a:r>
          </a:p>
        </p:txBody>
      </p:sp>
      <p:sp>
        <p:nvSpPr>
          <p:cNvPr id="53332" name="Text Box 84"/>
          <p:cNvSpPr txBox="1">
            <a:spLocks noChangeArrowheads="1"/>
          </p:cNvSpPr>
          <p:nvPr/>
        </p:nvSpPr>
        <p:spPr bwMode="auto">
          <a:xfrm>
            <a:off x="2590800" y="1371600"/>
            <a:ext cx="3200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利用</a:t>
            </a:r>
            <a:r>
              <a:rPr lang="en-US" altLang="zh-CN" sz="2400" b="1" i="1">
                <a:solidFill>
                  <a:srgbClr val="FF3300"/>
                </a:solidFill>
                <a:latin typeface="Times New Roman" panose="02020603050405020304" pitchFamily="18" charset="0"/>
                <a:ea typeface="楷体_GB2312" pitchFamily="49" charset="-122"/>
              </a:rPr>
              <a:t>S’</a:t>
            </a:r>
            <a:r>
              <a:rPr lang="en-US" altLang="zh-CN" sz="2400" b="1" i="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在 </a:t>
            </a:r>
            <a:r>
              <a:rPr lang="en-US" altLang="zh-CN" sz="2400" b="1" i="1">
                <a:solidFill>
                  <a:srgbClr val="3333CC"/>
                </a:solidFill>
                <a:latin typeface="Times New Roman" panose="02020603050405020304" pitchFamily="18" charset="0"/>
                <a:ea typeface="楷体_GB2312" pitchFamily="49" charset="-122"/>
              </a:rPr>
              <a:t>x</a:t>
            </a:r>
            <a:r>
              <a:rPr lang="en-US" altLang="zh-CN" sz="2400" b="1" i="1" baseline="-25000">
                <a:solidFill>
                  <a:srgbClr val="3333CC"/>
                </a:solidFill>
                <a:latin typeface="Times New Roman" panose="02020603050405020304" pitchFamily="18" charset="0"/>
                <a:ea typeface="楷体_GB2312" pitchFamily="49" charset="-122"/>
              </a:rPr>
              <a:t>j </a:t>
            </a:r>
            <a:r>
              <a:rPr lang="zh-CN" altLang="en-US" sz="2400" b="1">
                <a:solidFill>
                  <a:srgbClr val="000000"/>
                </a:solidFill>
                <a:latin typeface="Times New Roman" panose="02020603050405020304" pitchFamily="18" charset="0"/>
                <a:ea typeface="楷体_GB2312" pitchFamily="49" charset="-122"/>
              </a:rPr>
              <a:t>的</a:t>
            </a:r>
            <a:r>
              <a:rPr lang="zh-CN" altLang="en-US" sz="2400" b="1">
                <a:solidFill>
                  <a:srgbClr val="3333CC"/>
                </a:solidFill>
                <a:latin typeface="Times New Roman" panose="02020603050405020304" pitchFamily="18" charset="0"/>
                <a:ea typeface="楷体_GB2312" pitchFamily="49" charset="-122"/>
              </a:rPr>
              <a:t>连续性</a:t>
            </a:r>
          </a:p>
        </p:txBody>
      </p:sp>
      <p:sp>
        <p:nvSpPr>
          <p:cNvPr id="53333" name="Text Box 85"/>
          <p:cNvSpPr txBox="1">
            <a:spLocks noChangeArrowheads="1"/>
          </p:cNvSpPr>
          <p:nvPr/>
        </p:nvSpPr>
        <p:spPr bwMode="auto">
          <a:xfrm>
            <a:off x="304800" y="2057400"/>
            <a:ext cx="2743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1</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grpSp>
        <p:nvGrpSpPr>
          <p:cNvPr id="53334" name="Group 86"/>
          <p:cNvGrpSpPr/>
          <p:nvPr/>
        </p:nvGrpSpPr>
        <p:grpSpPr bwMode="auto">
          <a:xfrm>
            <a:off x="2819400" y="1905000"/>
            <a:ext cx="5624513" cy="739775"/>
            <a:chOff x="0" y="0"/>
            <a:chExt cx="3543" cy="466"/>
          </a:xfrm>
        </p:grpSpPr>
        <p:sp>
          <p:nvSpPr>
            <p:cNvPr id="87129" name="Line 87"/>
            <p:cNvSpPr>
              <a:spLocks noChangeShapeType="1"/>
            </p:cNvSpPr>
            <p:nvPr/>
          </p:nvSpPr>
          <p:spPr bwMode="auto">
            <a:xfrm>
              <a:off x="410" y="247"/>
              <a:ext cx="528"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30" name="Line 88"/>
            <p:cNvSpPr>
              <a:spLocks noChangeShapeType="1"/>
            </p:cNvSpPr>
            <p:nvPr/>
          </p:nvSpPr>
          <p:spPr bwMode="auto">
            <a:xfrm>
              <a:off x="1291" y="247"/>
              <a:ext cx="615"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31" name="Line 89"/>
            <p:cNvSpPr>
              <a:spLocks noChangeShapeType="1"/>
            </p:cNvSpPr>
            <p:nvPr/>
          </p:nvSpPr>
          <p:spPr bwMode="auto">
            <a:xfrm>
              <a:off x="2780" y="247"/>
              <a:ext cx="627"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32" name="Rectangle 90"/>
            <p:cNvSpPr>
              <a:spLocks noChangeArrowheads="1"/>
            </p:cNvSpPr>
            <p:nvPr/>
          </p:nvSpPr>
          <p:spPr bwMode="auto">
            <a:xfrm>
              <a:off x="3516" y="24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33" name="Rectangle 91"/>
            <p:cNvSpPr>
              <a:spLocks noChangeArrowheads="1"/>
            </p:cNvSpPr>
            <p:nvPr/>
          </p:nvSpPr>
          <p:spPr bwMode="auto">
            <a:xfrm>
              <a:off x="3271"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134" name="Rectangle 92"/>
            <p:cNvSpPr>
              <a:spLocks noChangeArrowheads="1"/>
            </p:cNvSpPr>
            <p:nvPr/>
          </p:nvSpPr>
          <p:spPr bwMode="auto">
            <a:xfrm>
              <a:off x="2946"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135" name="Rectangle 93"/>
            <p:cNvSpPr>
              <a:spLocks noChangeArrowheads="1"/>
            </p:cNvSpPr>
            <p:nvPr/>
          </p:nvSpPr>
          <p:spPr bwMode="auto">
            <a:xfrm>
              <a:off x="2571" y="24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36" name="Rectangle 94"/>
            <p:cNvSpPr>
              <a:spLocks noChangeArrowheads="1"/>
            </p:cNvSpPr>
            <p:nvPr/>
          </p:nvSpPr>
          <p:spPr bwMode="auto">
            <a:xfrm>
              <a:off x="2288" y="24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37" name="Rectangle 95"/>
            <p:cNvSpPr>
              <a:spLocks noChangeArrowheads="1"/>
            </p:cNvSpPr>
            <p:nvPr/>
          </p:nvSpPr>
          <p:spPr bwMode="auto">
            <a:xfrm>
              <a:off x="1658" y="351"/>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38" name="Rectangle 96"/>
            <p:cNvSpPr>
              <a:spLocks noChangeArrowheads="1"/>
            </p:cNvSpPr>
            <p:nvPr/>
          </p:nvSpPr>
          <p:spPr bwMode="auto">
            <a:xfrm>
              <a:off x="1660"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39" name="Rectangle 97"/>
            <p:cNvSpPr>
              <a:spLocks noChangeArrowheads="1"/>
            </p:cNvSpPr>
            <p:nvPr/>
          </p:nvSpPr>
          <p:spPr bwMode="auto">
            <a:xfrm>
              <a:off x="1229" y="24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140" name="Rectangle 98"/>
            <p:cNvSpPr>
              <a:spLocks noChangeArrowheads="1"/>
            </p:cNvSpPr>
            <p:nvPr/>
          </p:nvSpPr>
          <p:spPr bwMode="auto">
            <a:xfrm>
              <a:off x="734" y="351"/>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41" name="Rectangle 99"/>
            <p:cNvSpPr>
              <a:spLocks noChangeArrowheads="1"/>
            </p:cNvSpPr>
            <p:nvPr/>
          </p:nvSpPr>
          <p:spPr bwMode="auto">
            <a:xfrm>
              <a:off x="568"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142" name="Rectangle 100"/>
            <p:cNvSpPr>
              <a:spLocks noChangeArrowheads="1"/>
            </p:cNvSpPr>
            <p:nvPr/>
          </p:nvSpPr>
          <p:spPr bwMode="auto">
            <a:xfrm>
              <a:off x="260" y="24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143" name="Rectangle 101"/>
            <p:cNvSpPr>
              <a:spLocks noChangeArrowheads="1"/>
            </p:cNvSpPr>
            <p:nvPr/>
          </p:nvSpPr>
          <p:spPr bwMode="auto">
            <a:xfrm>
              <a:off x="3431" y="142"/>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144" name="Rectangle 102"/>
            <p:cNvSpPr>
              <a:spLocks noChangeArrowheads="1"/>
            </p:cNvSpPr>
            <p:nvPr/>
          </p:nvSpPr>
          <p:spPr bwMode="auto">
            <a:xfrm>
              <a:off x="3120"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145" name="Rectangle 103"/>
            <p:cNvSpPr>
              <a:spLocks noChangeArrowheads="1"/>
            </p:cNvSpPr>
            <p:nvPr/>
          </p:nvSpPr>
          <p:spPr bwMode="auto">
            <a:xfrm>
              <a:off x="2796"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146" name="Rectangle 104"/>
            <p:cNvSpPr>
              <a:spLocks noChangeArrowheads="1"/>
            </p:cNvSpPr>
            <p:nvPr/>
          </p:nvSpPr>
          <p:spPr bwMode="auto">
            <a:xfrm>
              <a:off x="2482" y="14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147" name="Rectangle 105"/>
            <p:cNvSpPr>
              <a:spLocks noChangeArrowheads="1"/>
            </p:cNvSpPr>
            <p:nvPr/>
          </p:nvSpPr>
          <p:spPr bwMode="auto">
            <a:xfrm>
              <a:off x="2199" y="14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148" name="Rectangle 106"/>
            <p:cNvSpPr>
              <a:spLocks noChangeArrowheads="1"/>
            </p:cNvSpPr>
            <p:nvPr/>
          </p:nvSpPr>
          <p:spPr bwMode="auto">
            <a:xfrm>
              <a:off x="2068" y="14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87149" name="Rectangle 107"/>
            <p:cNvSpPr>
              <a:spLocks noChangeArrowheads="1"/>
            </p:cNvSpPr>
            <p:nvPr/>
          </p:nvSpPr>
          <p:spPr bwMode="auto">
            <a:xfrm>
              <a:off x="1573" y="25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150" name="Rectangle 108"/>
            <p:cNvSpPr>
              <a:spLocks noChangeArrowheads="1"/>
            </p:cNvSpPr>
            <p:nvPr/>
          </p:nvSpPr>
          <p:spPr bwMode="auto">
            <a:xfrm>
              <a:off x="1572"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151" name="Rectangle 109"/>
            <p:cNvSpPr>
              <a:spLocks noChangeArrowheads="1"/>
            </p:cNvSpPr>
            <p:nvPr/>
          </p:nvSpPr>
          <p:spPr bwMode="auto">
            <a:xfrm>
              <a:off x="1359"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152" name="Rectangle 110"/>
            <p:cNvSpPr>
              <a:spLocks noChangeArrowheads="1"/>
            </p:cNvSpPr>
            <p:nvPr/>
          </p:nvSpPr>
          <p:spPr bwMode="auto">
            <a:xfrm>
              <a:off x="1078" y="142"/>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153" name="Rectangle 111"/>
            <p:cNvSpPr>
              <a:spLocks noChangeArrowheads="1"/>
            </p:cNvSpPr>
            <p:nvPr/>
          </p:nvSpPr>
          <p:spPr bwMode="auto">
            <a:xfrm>
              <a:off x="649" y="25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154" name="Rectangle 112"/>
            <p:cNvSpPr>
              <a:spLocks noChangeArrowheads="1"/>
            </p:cNvSpPr>
            <p:nvPr/>
          </p:nvSpPr>
          <p:spPr bwMode="auto">
            <a:xfrm>
              <a:off x="746"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155" name="Rectangle 113"/>
            <p:cNvSpPr>
              <a:spLocks noChangeArrowheads="1"/>
            </p:cNvSpPr>
            <p:nvPr/>
          </p:nvSpPr>
          <p:spPr bwMode="auto">
            <a:xfrm>
              <a:off x="479"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156" name="Rectangle 114"/>
            <p:cNvSpPr>
              <a:spLocks noChangeArrowheads="1"/>
            </p:cNvSpPr>
            <p:nvPr/>
          </p:nvSpPr>
          <p:spPr bwMode="auto">
            <a:xfrm>
              <a:off x="110" y="142"/>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157" name="Rectangle 115"/>
            <p:cNvSpPr>
              <a:spLocks noChangeArrowheads="1"/>
            </p:cNvSpPr>
            <p:nvPr/>
          </p:nvSpPr>
          <p:spPr bwMode="auto">
            <a:xfrm>
              <a:off x="3059" y="25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7158" name="Rectangle 116"/>
            <p:cNvSpPr>
              <a:spLocks noChangeArrowheads="1"/>
            </p:cNvSpPr>
            <p:nvPr/>
          </p:nvSpPr>
          <p:spPr bwMode="auto">
            <a:xfrm>
              <a:off x="2613" y="14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59" name="Rectangle 117"/>
            <p:cNvSpPr>
              <a:spLocks noChangeArrowheads="1"/>
            </p:cNvSpPr>
            <p:nvPr/>
          </p:nvSpPr>
          <p:spPr bwMode="auto">
            <a:xfrm>
              <a:off x="2419" y="14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160" name="Rectangle 118"/>
            <p:cNvSpPr>
              <a:spLocks noChangeArrowheads="1"/>
            </p:cNvSpPr>
            <p:nvPr/>
          </p:nvSpPr>
          <p:spPr bwMode="auto">
            <a:xfrm>
              <a:off x="2138" y="142"/>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61" name="Rectangle 119"/>
            <p:cNvSpPr>
              <a:spLocks noChangeArrowheads="1"/>
            </p:cNvSpPr>
            <p:nvPr/>
          </p:nvSpPr>
          <p:spPr bwMode="auto">
            <a:xfrm>
              <a:off x="1501" y="25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7162" name="Rectangle 120"/>
            <p:cNvSpPr>
              <a:spLocks noChangeArrowheads="1"/>
            </p:cNvSpPr>
            <p:nvPr/>
          </p:nvSpPr>
          <p:spPr bwMode="auto">
            <a:xfrm>
              <a:off x="1793"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63" name="Rectangle 121"/>
            <p:cNvSpPr>
              <a:spLocks noChangeArrowheads="1"/>
            </p:cNvSpPr>
            <p:nvPr/>
          </p:nvSpPr>
          <p:spPr bwMode="auto">
            <a:xfrm>
              <a:off x="1296"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64" name="Rectangle 122"/>
            <p:cNvSpPr>
              <a:spLocks noChangeArrowheads="1"/>
            </p:cNvSpPr>
            <p:nvPr/>
          </p:nvSpPr>
          <p:spPr bwMode="auto">
            <a:xfrm>
              <a:off x="576" y="25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7165" name="Rectangle 123"/>
            <p:cNvSpPr>
              <a:spLocks noChangeArrowheads="1"/>
            </p:cNvSpPr>
            <p:nvPr/>
          </p:nvSpPr>
          <p:spPr bwMode="auto">
            <a:xfrm>
              <a:off x="825"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66" name="Rectangle 124"/>
            <p:cNvSpPr>
              <a:spLocks noChangeArrowheads="1"/>
            </p:cNvSpPr>
            <p:nvPr/>
          </p:nvSpPr>
          <p:spPr bwMode="auto">
            <a:xfrm>
              <a:off x="416"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67" name="Rectangle 125"/>
            <p:cNvSpPr>
              <a:spLocks noChangeArrowheads="1"/>
            </p:cNvSpPr>
            <p:nvPr/>
          </p:nvSpPr>
          <p:spPr bwMode="auto">
            <a:xfrm>
              <a:off x="3348"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168" name="Rectangle 126"/>
            <p:cNvSpPr>
              <a:spLocks noChangeArrowheads="1"/>
            </p:cNvSpPr>
            <p:nvPr/>
          </p:nvSpPr>
          <p:spPr bwMode="auto">
            <a:xfrm>
              <a:off x="2365" y="242"/>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69" name="Rectangle 127"/>
            <p:cNvSpPr>
              <a:spLocks noChangeArrowheads="1"/>
            </p:cNvSpPr>
            <p:nvPr/>
          </p:nvSpPr>
          <p:spPr bwMode="auto">
            <a:xfrm>
              <a:off x="1845" y="5"/>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70" name="Rectangle 128"/>
            <p:cNvSpPr>
              <a:spLocks noChangeArrowheads="1"/>
            </p:cNvSpPr>
            <p:nvPr/>
          </p:nvSpPr>
          <p:spPr bwMode="auto">
            <a:xfrm>
              <a:off x="1737"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71" name="Rectangle 129"/>
            <p:cNvSpPr>
              <a:spLocks noChangeArrowheads="1"/>
            </p:cNvSpPr>
            <p:nvPr/>
          </p:nvSpPr>
          <p:spPr bwMode="auto">
            <a:xfrm>
              <a:off x="876" y="5"/>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72" name="Rectangle 130"/>
            <p:cNvSpPr>
              <a:spLocks noChangeArrowheads="1"/>
            </p:cNvSpPr>
            <p:nvPr/>
          </p:nvSpPr>
          <p:spPr bwMode="auto">
            <a:xfrm>
              <a:off x="337" y="242"/>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173" name="Rectangle 131"/>
            <p:cNvSpPr>
              <a:spLocks noChangeArrowheads="1"/>
            </p:cNvSpPr>
            <p:nvPr/>
          </p:nvSpPr>
          <p:spPr bwMode="auto">
            <a:xfrm>
              <a:off x="3302" y="11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174" name="Rectangle 132"/>
            <p:cNvSpPr>
              <a:spLocks noChangeArrowheads="1"/>
            </p:cNvSpPr>
            <p:nvPr/>
          </p:nvSpPr>
          <p:spPr bwMode="auto">
            <a:xfrm>
              <a:off x="2319" y="233"/>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175" name="Rectangle 133"/>
            <p:cNvSpPr>
              <a:spLocks noChangeArrowheads="1"/>
            </p:cNvSpPr>
            <p:nvPr/>
          </p:nvSpPr>
          <p:spPr bwMode="auto">
            <a:xfrm>
              <a:off x="1691" y="11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176" name="Rectangle 134"/>
            <p:cNvSpPr>
              <a:spLocks noChangeArrowheads="1"/>
            </p:cNvSpPr>
            <p:nvPr/>
          </p:nvSpPr>
          <p:spPr bwMode="auto">
            <a:xfrm>
              <a:off x="291" y="233"/>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177" name="Rectangle 135"/>
            <p:cNvSpPr>
              <a:spLocks noChangeArrowheads="1"/>
            </p:cNvSpPr>
            <p:nvPr/>
          </p:nvSpPr>
          <p:spPr bwMode="auto">
            <a:xfrm>
              <a:off x="3011"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78" name="Rectangle 136"/>
            <p:cNvSpPr>
              <a:spLocks noChangeArrowheads="1"/>
            </p:cNvSpPr>
            <p:nvPr/>
          </p:nvSpPr>
          <p:spPr bwMode="auto">
            <a:xfrm>
              <a:off x="2675" y="12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79" name="Rectangle 137"/>
            <p:cNvSpPr>
              <a:spLocks noChangeArrowheads="1"/>
            </p:cNvSpPr>
            <p:nvPr/>
          </p:nvSpPr>
          <p:spPr bwMode="auto">
            <a:xfrm>
              <a:off x="1935" y="12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80" name="Rectangle 138"/>
            <p:cNvSpPr>
              <a:spLocks noChangeArrowheads="1"/>
            </p:cNvSpPr>
            <p:nvPr/>
          </p:nvSpPr>
          <p:spPr bwMode="auto">
            <a:xfrm>
              <a:off x="1458"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81" name="Rectangle 139"/>
            <p:cNvSpPr>
              <a:spLocks noChangeArrowheads="1"/>
            </p:cNvSpPr>
            <p:nvPr/>
          </p:nvSpPr>
          <p:spPr bwMode="auto">
            <a:xfrm>
              <a:off x="966" y="12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82" name="Rectangle 140"/>
            <p:cNvSpPr>
              <a:spLocks noChangeArrowheads="1"/>
            </p:cNvSpPr>
            <p:nvPr/>
          </p:nvSpPr>
          <p:spPr bwMode="auto">
            <a:xfrm>
              <a:off x="632"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83" name="Rectangle 141"/>
            <p:cNvSpPr>
              <a:spLocks noChangeArrowheads="1"/>
            </p:cNvSpPr>
            <p:nvPr/>
          </p:nvSpPr>
          <p:spPr bwMode="auto">
            <a:xfrm>
              <a:off x="0" y="12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53390" name="Group 142"/>
          <p:cNvGrpSpPr/>
          <p:nvPr/>
        </p:nvGrpSpPr>
        <p:grpSpPr bwMode="auto">
          <a:xfrm>
            <a:off x="2819400" y="2667000"/>
            <a:ext cx="5816600" cy="742950"/>
            <a:chOff x="0" y="0"/>
            <a:chExt cx="3664" cy="468"/>
          </a:xfrm>
        </p:grpSpPr>
        <p:sp>
          <p:nvSpPr>
            <p:cNvPr id="87185" name="Line 143"/>
            <p:cNvSpPr>
              <a:spLocks noChangeShapeType="1"/>
            </p:cNvSpPr>
            <p:nvPr/>
          </p:nvSpPr>
          <p:spPr bwMode="auto">
            <a:xfrm>
              <a:off x="314" y="249"/>
              <a:ext cx="622"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86" name="Line 144"/>
            <p:cNvSpPr>
              <a:spLocks noChangeShapeType="1"/>
            </p:cNvSpPr>
            <p:nvPr/>
          </p:nvSpPr>
          <p:spPr bwMode="auto">
            <a:xfrm>
              <a:off x="1381" y="249"/>
              <a:ext cx="532"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87" name="Line 145"/>
            <p:cNvSpPr>
              <a:spLocks noChangeShapeType="1"/>
            </p:cNvSpPr>
            <p:nvPr/>
          </p:nvSpPr>
          <p:spPr bwMode="auto">
            <a:xfrm>
              <a:off x="2795" y="249"/>
              <a:ext cx="633"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188" name="Rectangle 146"/>
            <p:cNvSpPr>
              <a:spLocks noChangeArrowheads="1"/>
            </p:cNvSpPr>
            <p:nvPr/>
          </p:nvSpPr>
          <p:spPr bwMode="auto">
            <a:xfrm>
              <a:off x="3616" y="24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89" name="Rectangle 147"/>
            <p:cNvSpPr>
              <a:spLocks noChangeArrowheads="1"/>
            </p:cNvSpPr>
            <p:nvPr/>
          </p:nvSpPr>
          <p:spPr bwMode="auto">
            <a:xfrm>
              <a:off x="3041"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190" name="Rectangle 148"/>
            <p:cNvSpPr>
              <a:spLocks noChangeArrowheads="1"/>
            </p:cNvSpPr>
            <p:nvPr/>
          </p:nvSpPr>
          <p:spPr bwMode="auto">
            <a:xfrm>
              <a:off x="2573" y="24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91" name="Rectangle 149"/>
            <p:cNvSpPr>
              <a:spLocks noChangeArrowheads="1"/>
            </p:cNvSpPr>
            <p:nvPr/>
          </p:nvSpPr>
          <p:spPr bwMode="auto">
            <a:xfrm>
              <a:off x="1741" y="352"/>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92" name="Rectangle 150"/>
            <p:cNvSpPr>
              <a:spLocks noChangeArrowheads="1"/>
            </p:cNvSpPr>
            <p:nvPr/>
          </p:nvSpPr>
          <p:spPr bwMode="auto">
            <a:xfrm>
              <a:off x="1851"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93" name="Rectangle 151"/>
            <p:cNvSpPr>
              <a:spLocks noChangeArrowheads="1"/>
            </p:cNvSpPr>
            <p:nvPr/>
          </p:nvSpPr>
          <p:spPr bwMode="auto">
            <a:xfrm>
              <a:off x="1307" y="24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194" name="Rectangle 152"/>
            <p:cNvSpPr>
              <a:spLocks noChangeArrowheads="1"/>
            </p:cNvSpPr>
            <p:nvPr/>
          </p:nvSpPr>
          <p:spPr bwMode="auto">
            <a:xfrm>
              <a:off x="718" y="352"/>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95" name="Rectangle 153"/>
            <p:cNvSpPr>
              <a:spLocks noChangeArrowheads="1"/>
            </p:cNvSpPr>
            <p:nvPr/>
          </p:nvSpPr>
          <p:spPr bwMode="auto">
            <a:xfrm>
              <a:off x="873" y="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7196" name="Rectangle 154"/>
            <p:cNvSpPr>
              <a:spLocks noChangeArrowheads="1"/>
            </p:cNvSpPr>
            <p:nvPr/>
          </p:nvSpPr>
          <p:spPr bwMode="auto">
            <a:xfrm>
              <a:off x="551" y="11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7197" name="Rectangle 155"/>
            <p:cNvSpPr>
              <a:spLocks noChangeArrowheads="1"/>
            </p:cNvSpPr>
            <p:nvPr/>
          </p:nvSpPr>
          <p:spPr bwMode="auto">
            <a:xfrm>
              <a:off x="3077" y="25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7198" name="Rectangle 156"/>
            <p:cNvSpPr>
              <a:spLocks noChangeArrowheads="1"/>
            </p:cNvSpPr>
            <p:nvPr/>
          </p:nvSpPr>
          <p:spPr bwMode="auto">
            <a:xfrm>
              <a:off x="2627" y="143"/>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199" name="Rectangle 157"/>
            <p:cNvSpPr>
              <a:spLocks noChangeArrowheads="1"/>
            </p:cNvSpPr>
            <p:nvPr/>
          </p:nvSpPr>
          <p:spPr bwMode="auto">
            <a:xfrm>
              <a:off x="2341" y="143"/>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00" name="Rectangle 158"/>
            <p:cNvSpPr>
              <a:spLocks noChangeArrowheads="1"/>
            </p:cNvSpPr>
            <p:nvPr/>
          </p:nvSpPr>
          <p:spPr bwMode="auto">
            <a:xfrm>
              <a:off x="2147" y="143"/>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01" name="Rectangle 159"/>
            <p:cNvSpPr>
              <a:spLocks noChangeArrowheads="1"/>
            </p:cNvSpPr>
            <p:nvPr/>
          </p:nvSpPr>
          <p:spPr bwMode="auto">
            <a:xfrm>
              <a:off x="1504" y="25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7202" name="Rectangle 160"/>
            <p:cNvSpPr>
              <a:spLocks noChangeArrowheads="1"/>
            </p:cNvSpPr>
            <p:nvPr/>
          </p:nvSpPr>
          <p:spPr bwMode="auto">
            <a:xfrm>
              <a:off x="1799"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03" name="Rectangle 161"/>
            <p:cNvSpPr>
              <a:spLocks noChangeArrowheads="1"/>
            </p:cNvSpPr>
            <p:nvPr/>
          </p:nvSpPr>
          <p:spPr bwMode="auto">
            <a:xfrm>
              <a:off x="1386"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04" name="Rectangle 162"/>
            <p:cNvSpPr>
              <a:spLocks noChangeArrowheads="1"/>
            </p:cNvSpPr>
            <p:nvPr/>
          </p:nvSpPr>
          <p:spPr bwMode="auto">
            <a:xfrm>
              <a:off x="481" y="25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7205" name="Rectangle 163"/>
            <p:cNvSpPr>
              <a:spLocks noChangeArrowheads="1"/>
            </p:cNvSpPr>
            <p:nvPr/>
          </p:nvSpPr>
          <p:spPr bwMode="auto">
            <a:xfrm>
              <a:off x="822"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06" name="Rectangle 164"/>
            <p:cNvSpPr>
              <a:spLocks noChangeArrowheads="1"/>
            </p:cNvSpPr>
            <p:nvPr/>
          </p:nvSpPr>
          <p:spPr bwMode="auto">
            <a:xfrm>
              <a:off x="319" y="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07" name="Rectangle 165"/>
            <p:cNvSpPr>
              <a:spLocks noChangeArrowheads="1"/>
            </p:cNvSpPr>
            <p:nvPr/>
          </p:nvSpPr>
          <p:spPr bwMode="auto">
            <a:xfrm>
              <a:off x="3569" y="23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08" name="Rectangle 166"/>
            <p:cNvSpPr>
              <a:spLocks noChangeArrowheads="1"/>
            </p:cNvSpPr>
            <p:nvPr/>
          </p:nvSpPr>
          <p:spPr bwMode="auto">
            <a:xfrm>
              <a:off x="2994" y="11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209" name="Rectangle 167"/>
            <p:cNvSpPr>
              <a:spLocks noChangeArrowheads="1"/>
            </p:cNvSpPr>
            <p:nvPr/>
          </p:nvSpPr>
          <p:spPr bwMode="auto">
            <a:xfrm>
              <a:off x="2525" y="23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10" name="Rectangle 168"/>
            <p:cNvSpPr>
              <a:spLocks noChangeArrowheads="1"/>
            </p:cNvSpPr>
            <p:nvPr/>
          </p:nvSpPr>
          <p:spPr bwMode="auto">
            <a:xfrm>
              <a:off x="1693" y="343"/>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11" name="Rectangle 169"/>
            <p:cNvSpPr>
              <a:spLocks noChangeArrowheads="1"/>
            </p:cNvSpPr>
            <p:nvPr/>
          </p:nvSpPr>
          <p:spPr bwMode="auto">
            <a:xfrm>
              <a:off x="1260" y="23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212" name="Rectangle 170"/>
            <p:cNvSpPr>
              <a:spLocks noChangeArrowheads="1"/>
            </p:cNvSpPr>
            <p:nvPr/>
          </p:nvSpPr>
          <p:spPr bwMode="auto">
            <a:xfrm>
              <a:off x="671" y="343"/>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13" name="Rectangle 171"/>
            <p:cNvSpPr>
              <a:spLocks noChangeArrowheads="1"/>
            </p:cNvSpPr>
            <p:nvPr/>
          </p:nvSpPr>
          <p:spPr bwMode="auto">
            <a:xfrm>
              <a:off x="503" y="11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7214" name="Rectangle 172"/>
            <p:cNvSpPr>
              <a:spLocks noChangeArrowheads="1"/>
            </p:cNvSpPr>
            <p:nvPr/>
          </p:nvSpPr>
          <p:spPr bwMode="auto">
            <a:xfrm>
              <a:off x="3118"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15" name="Rectangle 173"/>
            <p:cNvSpPr>
              <a:spLocks noChangeArrowheads="1"/>
            </p:cNvSpPr>
            <p:nvPr/>
          </p:nvSpPr>
          <p:spPr bwMode="auto">
            <a:xfrm>
              <a:off x="2689" y="124"/>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16" name="Rectangle 174"/>
            <p:cNvSpPr>
              <a:spLocks noChangeArrowheads="1"/>
            </p:cNvSpPr>
            <p:nvPr/>
          </p:nvSpPr>
          <p:spPr bwMode="auto">
            <a:xfrm>
              <a:off x="1942" y="124"/>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17" name="Rectangle 175"/>
            <p:cNvSpPr>
              <a:spLocks noChangeArrowheads="1"/>
            </p:cNvSpPr>
            <p:nvPr/>
          </p:nvSpPr>
          <p:spPr bwMode="auto">
            <a:xfrm>
              <a:off x="1550"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18" name="Rectangle 176"/>
            <p:cNvSpPr>
              <a:spLocks noChangeArrowheads="1"/>
            </p:cNvSpPr>
            <p:nvPr/>
          </p:nvSpPr>
          <p:spPr bwMode="auto">
            <a:xfrm>
              <a:off x="964" y="124"/>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19" name="Rectangle 177"/>
            <p:cNvSpPr>
              <a:spLocks noChangeArrowheads="1"/>
            </p:cNvSpPr>
            <p:nvPr/>
          </p:nvSpPr>
          <p:spPr bwMode="auto">
            <a:xfrm>
              <a:off x="627"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20" name="Rectangle 178"/>
            <p:cNvSpPr>
              <a:spLocks noChangeArrowheads="1"/>
            </p:cNvSpPr>
            <p:nvPr/>
          </p:nvSpPr>
          <p:spPr bwMode="auto">
            <a:xfrm>
              <a:off x="0" y="10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21" name="Rectangle 179"/>
            <p:cNvSpPr>
              <a:spLocks noChangeArrowheads="1"/>
            </p:cNvSpPr>
            <p:nvPr/>
          </p:nvSpPr>
          <p:spPr bwMode="auto">
            <a:xfrm>
              <a:off x="3538" y="24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22" name="Rectangle 180"/>
            <p:cNvSpPr>
              <a:spLocks noChangeArrowheads="1"/>
            </p:cNvSpPr>
            <p:nvPr/>
          </p:nvSpPr>
          <p:spPr bwMode="auto">
            <a:xfrm>
              <a:off x="3380"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223" name="Rectangle 181"/>
            <p:cNvSpPr>
              <a:spLocks noChangeArrowheads="1"/>
            </p:cNvSpPr>
            <p:nvPr/>
          </p:nvSpPr>
          <p:spPr bwMode="auto">
            <a:xfrm>
              <a:off x="2963"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224" name="Rectangle 182"/>
            <p:cNvSpPr>
              <a:spLocks noChangeArrowheads="1"/>
            </p:cNvSpPr>
            <p:nvPr/>
          </p:nvSpPr>
          <p:spPr bwMode="auto">
            <a:xfrm>
              <a:off x="2494" y="24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25" name="Rectangle 183"/>
            <p:cNvSpPr>
              <a:spLocks noChangeArrowheads="1"/>
            </p:cNvSpPr>
            <p:nvPr/>
          </p:nvSpPr>
          <p:spPr bwMode="auto">
            <a:xfrm>
              <a:off x="2298" y="24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26" name="Rectangle 184"/>
            <p:cNvSpPr>
              <a:spLocks noChangeArrowheads="1"/>
            </p:cNvSpPr>
            <p:nvPr/>
          </p:nvSpPr>
          <p:spPr bwMode="auto">
            <a:xfrm>
              <a:off x="1662" y="35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27" name="Rectangle 185"/>
            <p:cNvSpPr>
              <a:spLocks noChangeArrowheads="1"/>
            </p:cNvSpPr>
            <p:nvPr/>
          </p:nvSpPr>
          <p:spPr bwMode="auto">
            <a:xfrm>
              <a:off x="1754"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28" name="Rectangle 186"/>
            <p:cNvSpPr>
              <a:spLocks noChangeArrowheads="1"/>
            </p:cNvSpPr>
            <p:nvPr/>
          </p:nvSpPr>
          <p:spPr bwMode="auto">
            <a:xfrm>
              <a:off x="1229" y="24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229" name="Rectangle 187"/>
            <p:cNvSpPr>
              <a:spLocks noChangeArrowheads="1"/>
            </p:cNvSpPr>
            <p:nvPr/>
          </p:nvSpPr>
          <p:spPr bwMode="auto">
            <a:xfrm>
              <a:off x="640" y="353"/>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30" name="Rectangle 188"/>
            <p:cNvSpPr>
              <a:spLocks noChangeArrowheads="1"/>
            </p:cNvSpPr>
            <p:nvPr/>
          </p:nvSpPr>
          <p:spPr bwMode="auto">
            <a:xfrm>
              <a:off x="473" y="120"/>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31" name="Rectangle 189"/>
            <p:cNvSpPr>
              <a:spLocks noChangeArrowheads="1"/>
            </p:cNvSpPr>
            <p:nvPr/>
          </p:nvSpPr>
          <p:spPr bwMode="auto">
            <a:xfrm>
              <a:off x="263" y="227"/>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232" name="Rectangle 190"/>
            <p:cNvSpPr>
              <a:spLocks noChangeArrowheads="1"/>
            </p:cNvSpPr>
            <p:nvPr/>
          </p:nvSpPr>
          <p:spPr bwMode="auto">
            <a:xfrm>
              <a:off x="3452" y="143"/>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233" name="Rectangle 191"/>
            <p:cNvSpPr>
              <a:spLocks noChangeArrowheads="1"/>
            </p:cNvSpPr>
            <p:nvPr/>
          </p:nvSpPr>
          <p:spPr bwMode="auto">
            <a:xfrm>
              <a:off x="3228"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234" name="Rectangle 192"/>
            <p:cNvSpPr>
              <a:spLocks noChangeArrowheads="1"/>
            </p:cNvSpPr>
            <p:nvPr/>
          </p:nvSpPr>
          <p:spPr bwMode="auto">
            <a:xfrm>
              <a:off x="2811"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235" name="Rectangle 193"/>
            <p:cNvSpPr>
              <a:spLocks noChangeArrowheads="1"/>
            </p:cNvSpPr>
            <p:nvPr/>
          </p:nvSpPr>
          <p:spPr bwMode="auto">
            <a:xfrm>
              <a:off x="2405" y="143"/>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236" name="Rectangle 194"/>
            <p:cNvSpPr>
              <a:spLocks noChangeArrowheads="1"/>
            </p:cNvSpPr>
            <p:nvPr/>
          </p:nvSpPr>
          <p:spPr bwMode="auto">
            <a:xfrm>
              <a:off x="2209" y="143"/>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237" name="Rectangle 195"/>
            <p:cNvSpPr>
              <a:spLocks noChangeArrowheads="1"/>
            </p:cNvSpPr>
            <p:nvPr/>
          </p:nvSpPr>
          <p:spPr bwMode="auto">
            <a:xfrm>
              <a:off x="2076" y="143"/>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87238" name="Rectangle 196"/>
            <p:cNvSpPr>
              <a:spLocks noChangeArrowheads="1"/>
            </p:cNvSpPr>
            <p:nvPr/>
          </p:nvSpPr>
          <p:spPr bwMode="auto">
            <a:xfrm>
              <a:off x="1577" y="252"/>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239" name="Rectangle 197"/>
            <p:cNvSpPr>
              <a:spLocks noChangeArrowheads="1"/>
            </p:cNvSpPr>
            <p:nvPr/>
          </p:nvSpPr>
          <p:spPr bwMode="auto">
            <a:xfrm>
              <a:off x="1664"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240" name="Rectangle 198"/>
            <p:cNvSpPr>
              <a:spLocks noChangeArrowheads="1"/>
            </p:cNvSpPr>
            <p:nvPr/>
          </p:nvSpPr>
          <p:spPr bwMode="auto">
            <a:xfrm>
              <a:off x="1450"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241" name="Rectangle 199"/>
            <p:cNvSpPr>
              <a:spLocks noChangeArrowheads="1"/>
            </p:cNvSpPr>
            <p:nvPr/>
          </p:nvSpPr>
          <p:spPr bwMode="auto">
            <a:xfrm>
              <a:off x="1077" y="143"/>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242" name="Rectangle 200"/>
            <p:cNvSpPr>
              <a:spLocks noChangeArrowheads="1"/>
            </p:cNvSpPr>
            <p:nvPr/>
          </p:nvSpPr>
          <p:spPr bwMode="auto">
            <a:xfrm>
              <a:off x="554" y="252"/>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7243" name="Rectangle 201"/>
            <p:cNvSpPr>
              <a:spLocks noChangeArrowheads="1"/>
            </p:cNvSpPr>
            <p:nvPr/>
          </p:nvSpPr>
          <p:spPr bwMode="auto">
            <a:xfrm>
              <a:off x="742"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244" name="Rectangle 202"/>
            <p:cNvSpPr>
              <a:spLocks noChangeArrowheads="1"/>
            </p:cNvSpPr>
            <p:nvPr/>
          </p:nvSpPr>
          <p:spPr bwMode="auto">
            <a:xfrm>
              <a:off x="383" y="1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7245" name="Rectangle 203"/>
            <p:cNvSpPr>
              <a:spLocks noChangeArrowheads="1"/>
            </p:cNvSpPr>
            <p:nvPr/>
          </p:nvSpPr>
          <p:spPr bwMode="auto">
            <a:xfrm>
              <a:off x="111" y="125"/>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grpSp>
      <p:sp>
        <p:nvSpPr>
          <p:cNvPr id="53452" name="Text Box 204"/>
          <p:cNvSpPr txBox="1">
            <a:spLocks noChangeArrowheads="1"/>
          </p:cNvSpPr>
          <p:nvPr/>
        </p:nvSpPr>
        <p:spPr bwMode="auto">
          <a:xfrm>
            <a:off x="304800" y="2819400"/>
            <a:ext cx="281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+1]</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sp>
        <p:nvSpPr>
          <p:cNvPr id="53453" name="Oval 205"/>
          <p:cNvSpPr>
            <a:spLocks noChangeArrowheads="1"/>
          </p:cNvSpPr>
          <p:nvPr/>
        </p:nvSpPr>
        <p:spPr bwMode="auto">
          <a:xfrm>
            <a:off x="914400" y="2133600"/>
            <a:ext cx="304800" cy="457200"/>
          </a:xfrm>
          <a:prstGeom prst="ellipse">
            <a:avLst/>
          </a:prstGeom>
          <a:noFill/>
          <a:ln w="25400">
            <a:solidFill>
              <a:schemeClr val="accent2"/>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53454" name="Oval 206"/>
          <p:cNvSpPr>
            <a:spLocks noChangeArrowheads="1"/>
          </p:cNvSpPr>
          <p:nvPr/>
        </p:nvSpPr>
        <p:spPr bwMode="auto">
          <a:xfrm>
            <a:off x="381000" y="2895600"/>
            <a:ext cx="304800" cy="457200"/>
          </a:xfrm>
          <a:prstGeom prst="ellipse">
            <a:avLst/>
          </a:prstGeom>
          <a:noFill/>
          <a:ln w="25400">
            <a:solidFill>
              <a:schemeClr val="accent2"/>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nvGrpSpPr>
          <p:cNvPr id="53455" name="Group 207"/>
          <p:cNvGrpSpPr/>
          <p:nvPr/>
        </p:nvGrpSpPr>
        <p:grpSpPr bwMode="auto">
          <a:xfrm>
            <a:off x="381000" y="3352800"/>
            <a:ext cx="8382000" cy="1735138"/>
            <a:chOff x="0" y="0"/>
            <a:chExt cx="5280" cy="1093"/>
          </a:xfrm>
        </p:grpSpPr>
        <p:sp>
          <p:nvSpPr>
            <p:cNvPr id="87250" name="Text Box 208"/>
            <p:cNvSpPr txBox="1">
              <a:spLocks noChangeArrowheads="1"/>
            </p:cNvSpPr>
            <p:nvPr/>
          </p:nvSpPr>
          <p:spPr bwMode="auto">
            <a:xfrm>
              <a:off x="0" y="0"/>
              <a:ext cx="5280" cy="1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spcBef>
                  <a:spcPct val="50000"/>
                </a:spcBef>
              </a:pPr>
              <a:r>
                <a:rPr lang="zh-CN" altLang="en-US" sz="2400" b="1">
                  <a:solidFill>
                    <a:srgbClr val="000000"/>
                  </a:solidFill>
                  <a:latin typeface="Times New Roman" panose="02020603050405020304" pitchFamily="18" charset="0"/>
                  <a:ea typeface="楷体_GB2312" pitchFamily="49" charset="-122"/>
                </a:rPr>
                <a:t>利用</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 =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j</a:t>
              </a:r>
              <a:r>
                <a:rPr lang="en-US" altLang="zh-CN" sz="2400" b="1" baseline="30000">
                  <a:solidFill>
                    <a:srgbClr val="3333CC"/>
                  </a:solidFill>
                  <a:latin typeface="Times New Roman" panose="02020603050405020304" pitchFamily="18" charset="0"/>
                  <a:ea typeface="楷体_GB2312" pitchFamily="49" charset="-122"/>
                </a:rPr>
                <a:t>+1]</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j</a:t>
              </a:r>
              <a:r>
                <a:rPr lang="en-US" altLang="zh-CN" sz="2400" b="1">
                  <a:solidFill>
                    <a:srgbClr val="000000"/>
                  </a:solidFill>
                  <a:latin typeface="Times New Roman" panose="02020603050405020304" pitchFamily="18" charset="0"/>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，合并关于</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j</a:t>
              </a:r>
              <a:r>
                <a:rPr lang="en-US" altLang="zh-CN" sz="2000" b="1" baseline="-25000">
                  <a:solidFill>
                    <a:srgbClr val="FF3300"/>
                  </a:solidFill>
                  <a:latin typeface="Times New Roman" panose="02020603050405020304" pitchFamily="18" charset="0"/>
                  <a:ea typeface="楷体_GB2312" pitchFamily="49" charset="-122"/>
                  <a:sym typeface="Symbol" panose="05050102010706020507" pitchFamily="18" charset="2"/>
                </a:rPr>
                <a:t>1</a:t>
              </a:r>
              <a:r>
                <a:rPr lang="zh-CN" altLang="en-US" sz="2000" b="1">
                  <a:solidFill>
                    <a:srgbClr val="000000"/>
                  </a:solidFill>
                  <a:latin typeface="Times New Roman" panose="02020603050405020304" pitchFamily="18" charset="0"/>
                  <a:ea typeface="楷体_GB2312" pitchFamily="49" charset="-122"/>
                  <a:sym typeface="Symbol" panose="05050102010706020507" pitchFamily="18" charset="2"/>
                </a:rPr>
                <a:t>、</a:t>
              </a:r>
              <a:r>
                <a:rPr lang="zh-CN" altLang="en-US" sz="2000" b="1">
                  <a:solidFill>
                    <a:srgbClr val="FF33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j</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j</a:t>
              </a:r>
              <a:r>
                <a:rPr lang="en-US" altLang="zh-CN" sz="2000" b="1" baseline="-25000">
                  <a:solidFill>
                    <a:srgbClr val="FF3300"/>
                  </a:solidFill>
                  <a:latin typeface="Times New Roman" panose="02020603050405020304" pitchFamily="18" charset="0"/>
                  <a:ea typeface="楷体_GB2312" pitchFamily="49" charset="-122"/>
                </a:rPr>
                <a:t>+1</a:t>
              </a:r>
              <a:r>
                <a:rPr lang="zh-CN" altLang="en-US" sz="2400" b="1">
                  <a:solidFill>
                    <a:srgbClr val="000000"/>
                  </a:solidFill>
                  <a:latin typeface="Times New Roman" panose="02020603050405020304" pitchFamily="18" charset="0"/>
                  <a:ea typeface="楷体_GB2312" pitchFamily="49" charset="-122"/>
                </a:rPr>
                <a:t>的同类项，并记                     </a:t>
              </a:r>
              <a:r>
                <a:rPr lang="en-US" altLang="zh-CN" sz="2400" b="1">
                  <a:solidFill>
                    <a:srgbClr val="000000"/>
                  </a:solidFill>
                  <a:latin typeface="Times New Roman" panose="02020603050405020304" pitchFamily="18" charset="0"/>
                  <a:ea typeface="楷体_GB2312" pitchFamily="49" charset="-122"/>
                </a:rPr>
                <a:t>,                ,                                                    , </a:t>
              </a:r>
              <a:r>
                <a:rPr lang="zh-CN" altLang="en-US" sz="2400" b="1">
                  <a:solidFill>
                    <a:srgbClr val="000000"/>
                  </a:solidFill>
                  <a:latin typeface="Times New Roman" panose="02020603050405020304" pitchFamily="18" charset="0"/>
                  <a:ea typeface="楷体_GB2312" pitchFamily="49" charset="-122"/>
                </a:rPr>
                <a:t>整理后得到：</a:t>
              </a:r>
            </a:p>
          </p:txBody>
        </p:sp>
        <p:grpSp>
          <p:nvGrpSpPr>
            <p:cNvPr id="87251" name="Group 209"/>
            <p:cNvGrpSpPr/>
            <p:nvPr/>
          </p:nvGrpSpPr>
          <p:grpSpPr bwMode="auto">
            <a:xfrm>
              <a:off x="288" y="336"/>
              <a:ext cx="922" cy="480"/>
              <a:chOff x="0" y="0"/>
              <a:chExt cx="922" cy="480"/>
            </a:xfrm>
          </p:grpSpPr>
          <p:sp>
            <p:nvSpPr>
              <p:cNvPr id="87252" name="Line 210"/>
              <p:cNvSpPr>
                <a:spLocks noChangeShapeType="1"/>
              </p:cNvSpPr>
              <p:nvPr/>
            </p:nvSpPr>
            <p:spPr bwMode="auto">
              <a:xfrm>
                <a:off x="337" y="236"/>
                <a:ext cx="585"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253" name="Rectangle 211"/>
              <p:cNvSpPr>
                <a:spLocks noChangeArrowheads="1"/>
              </p:cNvSpPr>
              <p:nvPr/>
            </p:nvSpPr>
            <p:spPr bwMode="auto">
              <a:xfrm>
                <a:off x="850" y="36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54" name="Rectangle 212"/>
              <p:cNvSpPr>
                <a:spLocks noChangeArrowheads="1"/>
              </p:cNvSpPr>
              <p:nvPr/>
            </p:nvSpPr>
            <p:spPr bwMode="auto">
              <a:xfrm>
                <a:off x="697" y="104"/>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55" name="Rectangle 213"/>
              <p:cNvSpPr>
                <a:spLocks noChangeArrowheads="1"/>
              </p:cNvSpPr>
              <p:nvPr/>
            </p:nvSpPr>
            <p:spPr bwMode="auto">
              <a:xfrm>
                <a:off x="758" y="36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56" name="Rectangle 214"/>
              <p:cNvSpPr>
                <a:spLocks noChangeArrowheads="1"/>
              </p:cNvSpPr>
              <p:nvPr/>
            </p:nvSpPr>
            <p:spPr bwMode="auto">
              <a:xfrm>
                <a:off x="452" y="36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57" name="Rectangle 215"/>
              <p:cNvSpPr>
                <a:spLocks noChangeArrowheads="1"/>
              </p:cNvSpPr>
              <p:nvPr/>
            </p:nvSpPr>
            <p:spPr bwMode="auto">
              <a:xfrm>
                <a:off x="605" y="105"/>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58" name="Rectangle 216"/>
              <p:cNvSpPr>
                <a:spLocks noChangeArrowheads="1"/>
              </p:cNvSpPr>
              <p:nvPr/>
            </p:nvSpPr>
            <p:spPr bwMode="auto">
              <a:xfrm>
                <a:off x="113" y="232"/>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59" name="Rectangle 217"/>
              <p:cNvSpPr>
                <a:spLocks noChangeArrowheads="1"/>
              </p:cNvSpPr>
              <p:nvPr/>
            </p:nvSpPr>
            <p:spPr bwMode="auto">
              <a:xfrm>
                <a:off x="655" y="26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h</a:t>
                </a:r>
                <a:endParaRPr lang="en-US" altLang="zh-CN" sz="2800">
                  <a:solidFill>
                    <a:srgbClr val="000000"/>
                  </a:solidFill>
                  <a:latin typeface="Times New Roman" panose="02020603050405020304" pitchFamily="18" charset="0"/>
                  <a:ea typeface="楷体_GB2312" pitchFamily="49" charset="-122"/>
                </a:endParaRPr>
              </a:p>
            </p:txBody>
          </p:sp>
          <p:sp>
            <p:nvSpPr>
              <p:cNvPr id="87260" name="Rectangle 218"/>
              <p:cNvSpPr>
                <a:spLocks noChangeArrowheads="1"/>
              </p:cNvSpPr>
              <p:nvPr/>
            </p:nvSpPr>
            <p:spPr bwMode="auto">
              <a:xfrm>
                <a:off x="348" y="26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h</a:t>
                </a:r>
                <a:endParaRPr lang="en-US" altLang="zh-CN" sz="2800">
                  <a:solidFill>
                    <a:srgbClr val="000000"/>
                  </a:solidFill>
                  <a:latin typeface="Times New Roman" panose="02020603050405020304" pitchFamily="18" charset="0"/>
                  <a:ea typeface="楷体_GB2312" pitchFamily="49" charset="-122"/>
                </a:endParaRPr>
              </a:p>
            </p:txBody>
          </p:sp>
          <p:sp>
            <p:nvSpPr>
              <p:cNvPr id="87261" name="Rectangle 219"/>
              <p:cNvSpPr>
                <a:spLocks noChangeArrowheads="1"/>
              </p:cNvSpPr>
              <p:nvPr/>
            </p:nvSpPr>
            <p:spPr bwMode="auto">
              <a:xfrm>
                <a:off x="502" y="0"/>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h</a:t>
                </a:r>
                <a:endParaRPr lang="en-US" altLang="zh-CN" sz="2800">
                  <a:solidFill>
                    <a:srgbClr val="000000"/>
                  </a:solidFill>
                  <a:latin typeface="Times New Roman" panose="02020603050405020304" pitchFamily="18" charset="0"/>
                  <a:ea typeface="楷体_GB2312" pitchFamily="49" charset="-122"/>
                </a:endParaRPr>
              </a:p>
            </p:txBody>
          </p:sp>
          <p:sp>
            <p:nvSpPr>
              <p:cNvPr id="87262" name="Rectangle 220"/>
              <p:cNvSpPr>
                <a:spLocks noChangeArrowheads="1"/>
              </p:cNvSpPr>
              <p:nvPr/>
            </p:nvSpPr>
            <p:spPr bwMode="auto">
              <a:xfrm>
                <a:off x="795" y="35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63" name="Rectangle 221"/>
              <p:cNvSpPr>
                <a:spLocks noChangeArrowheads="1"/>
              </p:cNvSpPr>
              <p:nvPr/>
            </p:nvSpPr>
            <p:spPr bwMode="auto">
              <a:xfrm>
                <a:off x="642" y="9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64" name="Rectangle 222"/>
              <p:cNvSpPr>
                <a:spLocks noChangeArrowheads="1"/>
              </p:cNvSpPr>
              <p:nvPr/>
            </p:nvSpPr>
            <p:spPr bwMode="auto">
              <a:xfrm>
                <a:off x="530" y="24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65" name="Rectangle 223"/>
              <p:cNvSpPr>
                <a:spLocks noChangeArrowheads="1"/>
              </p:cNvSpPr>
              <p:nvPr/>
            </p:nvSpPr>
            <p:spPr bwMode="auto">
              <a:xfrm>
                <a:off x="202" y="108"/>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66" name="Rectangle 224"/>
              <p:cNvSpPr>
                <a:spLocks noChangeArrowheads="1"/>
              </p:cNvSpPr>
              <p:nvPr/>
            </p:nvSpPr>
            <p:spPr bwMode="auto">
              <a:xfrm>
                <a:off x="0" y="108"/>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Symbol" panose="05050102010706020507" pitchFamily="18" charset="2"/>
                    <a:ea typeface="楷体_GB2312" pitchFamily="49" charset="-122"/>
                  </a:rPr>
                  <a:t>l</a:t>
                </a:r>
                <a:endParaRPr lang="en-US" altLang="zh-CN" sz="2800">
                  <a:solidFill>
                    <a:srgbClr val="3333CC"/>
                  </a:solidFill>
                  <a:latin typeface="Times New Roman" panose="02020603050405020304" pitchFamily="18" charset="0"/>
                  <a:ea typeface="楷体_GB2312" pitchFamily="49" charset="-122"/>
                </a:endParaRPr>
              </a:p>
            </p:txBody>
          </p:sp>
        </p:grpSp>
        <p:grpSp>
          <p:nvGrpSpPr>
            <p:cNvPr id="87267" name="Group 225"/>
            <p:cNvGrpSpPr/>
            <p:nvPr/>
          </p:nvGrpSpPr>
          <p:grpSpPr bwMode="auto">
            <a:xfrm>
              <a:off x="1344" y="480"/>
              <a:ext cx="703" cy="239"/>
              <a:chOff x="0" y="0"/>
              <a:chExt cx="703" cy="239"/>
            </a:xfrm>
          </p:grpSpPr>
          <p:sp>
            <p:nvSpPr>
              <p:cNvPr id="87268" name="Rectangle 226"/>
              <p:cNvSpPr>
                <a:spLocks noChangeArrowheads="1"/>
              </p:cNvSpPr>
              <p:nvPr/>
            </p:nvSpPr>
            <p:spPr bwMode="auto">
              <a:xfrm>
                <a:off x="338"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69" name="Rectangle 227"/>
              <p:cNvSpPr>
                <a:spLocks noChangeArrowheads="1"/>
              </p:cNvSpPr>
              <p:nvPr/>
            </p:nvSpPr>
            <p:spPr bwMode="auto">
              <a:xfrm>
                <a:off x="676" y="124"/>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70" name="Rectangle 228"/>
              <p:cNvSpPr>
                <a:spLocks noChangeArrowheads="1"/>
              </p:cNvSpPr>
              <p:nvPr/>
            </p:nvSpPr>
            <p:spPr bwMode="auto">
              <a:xfrm>
                <a:off x="127" y="124"/>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71" name="Rectangle 229"/>
              <p:cNvSpPr>
                <a:spLocks noChangeArrowheads="1"/>
              </p:cNvSpPr>
              <p:nvPr/>
            </p:nvSpPr>
            <p:spPr bwMode="auto">
              <a:xfrm>
                <a:off x="444"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72" name="Rectangle 230"/>
              <p:cNvSpPr>
                <a:spLocks noChangeArrowheads="1"/>
              </p:cNvSpPr>
              <p:nvPr/>
            </p:nvSpPr>
            <p:spPr bwMode="auto">
              <a:xfrm>
                <a:off x="216"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73" name="Rectangle 231"/>
              <p:cNvSpPr>
                <a:spLocks noChangeArrowheads="1"/>
              </p:cNvSpPr>
              <p:nvPr/>
            </p:nvSpPr>
            <p:spPr bwMode="auto">
              <a:xfrm>
                <a:off x="564"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Symbol" panose="05050102010706020507" pitchFamily="18" charset="2"/>
                    <a:ea typeface="楷体_GB2312" pitchFamily="49" charset="-122"/>
                  </a:rPr>
                  <a:t>l</a:t>
                </a:r>
                <a:endParaRPr lang="en-US" altLang="zh-CN" sz="2800">
                  <a:solidFill>
                    <a:srgbClr val="000000"/>
                  </a:solidFill>
                  <a:latin typeface="Times New Roman" panose="02020603050405020304" pitchFamily="18" charset="0"/>
                  <a:ea typeface="楷体_GB2312" pitchFamily="49" charset="-122"/>
                </a:endParaRPr>
              </a:p>
            </p:txBody>
          </p:sp>
          <p:sp>
            <p:nvSpPr>
              <p:cNvPr id="87274" name="Rectangle 232"/>
              <p:cNvSpPr>
                <a:spLocks noChangeArrowheads="1"/>
              </p:cNvSpPr>
              <p:nvPr/>
            </p:nvSpPr>
            <p:spPr bwMode="auto">
              <a:xfrm>
                <a:off x="0" y="0"/>
                <a:ext cx="9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Symbol" panose="05050102010706020507" pitchFamily="18" charset="2"/>
                    <a:ea typeface="楷体_GB2312" pitchFamily="49" charset="-122"/>
                  </a:rPr>
                  <a:t>m</a:t>
                </a:r>
                <a:endParaRPr lang="en-US" altLang="zh-CN" sz="2800">
                  <a:solidFill>
                    <a:srgbClr val="3333CC"/>
                  </a:solidFill>
                  <a:latin typeface="Times New Roman" panose="02020603050405020304" pitchFamily="18" charset="0"/>
                  <a:ea typeface="楷体_GB2312" pitchFamily="49" charset="-122"/>
                </a:endParaRPr>
              </a:p>
            </p:txBody>
          </p:sp>
        </p:grpSp>
        <p:grpSp>
          <p:nvGrpSpPr>
            <p:cNvPr id="87275" name="Group 233"/>
            <p:cNvGrpSpPr/>
            <p:nvPr/>
          </p:nvGrpSpPr>
          <p:grpSpPr bwMode="auto">
            <a:xfrm>
              <a:off x="2208" y="384"/>
              <a:ext cx="2403" cy="459"/>
              <a:chOff x="0" y="0"/>
              <a:chExt cx="2717" cy="459"/>
            </a:xfrm>
          </p:grpSpPr>
          <p:sp>
            <p:nvSpPr>
              <p:cNvPr id="87276" name="Line 234"/>
              <p:cNvSpPr>
                <a:spLocks noChangeShapeType="1"/>
              </p:cNvSpPr>
              <p:nvPr/>
            </p:nvSpPr>
            <p:spPr bwMode="auto">
              <a:xfrm>
                <a:off x="332" y="215"/>
                <a:ext cx="585"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7277" name="Rectangle 235"/>
              <p:cNvSpPr>
                <a:spLocks noChangeArrowheads="1"/>
              </p:cNvSpPr>
              <p:nvPr/>
            </p:nvSpPr>
            <p:spPr bwMode="auto">
              <a:xfrm>
                <a:off x="2590" y="107"/>
                <a:ext cx="12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78" name="Rectangle 236"/>
              <p:cNvSpPr>
                <a:spLocks noChangeArrowheads="1"/>
              </p:cNvSpPr>
              <p:nvPr/>
            </p:nvSpPr>
            <p:spPr bwMode="auto">
              <a:xfrm>
                <a:off x="2354" y="107"/>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79" name="Rectangle 237"/>
              <p:cNvSpPr>
                <a:spLocks noChangeArrowheads="1"/>
              </p:cNvSpPr>
              <p:nvPr/>
            </p:nvSpPr>
            <p:spPr bwMode="auto">
              <a:xfrm>
                <a:off x="2015" y="107"/>
                <a:ext cx="6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80" name="Rectangle 238"/>
              <p:cNvSpPr>
                <a:spLocks noChangeArrowheads="1"/>
              </p:cNvSpPr>
              <p:nvPr/>
            </p:nvSpPr>
            <p:spPr bwMode="auto">
              <a:xfrm>
                <a:off x="1699" y="107"/>
                <a:ext cx="6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81" name="Rectangle 239"/>
              <p:cNvSpPr>
                <a:spLocks noChangeArrowheads="1"/>
              </p:cNvSpPr>
              <p:nvPr/>
            </p:nvSpPr>
            <p:spPr bwMode="auto">
              <a:xfrm>
                <a:off x="1357" y="107"/>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82" name="Rectangle 240"/>
              <p:cNvSpPr>
                <a:spLocks noChangeArrowheads="1"/>
              </p:cNvSpPr>
              <p:nvPr/>
            </p:nvSpPr>
            <p:spPr bwMode="auto">
              <a:xfrm>
                <a:off x="1124" y="107"/>
                <a:ext cx="6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83" name="Rectangle 241"/>
              <p:cNvSpPr>
                <a:spLocks noChangeArrowheads="1"/>
              </p:cNvSpPr>
              <p:nvPr/>
            </p:nvSpPr>
            <p:spPr bwMode="auto">
              <a:xfrm>
                <a:off x="941" y="107"/>
                <a:ext cx="6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284" name="Rectangle 242"/>
              <p:cNvSpPr>
                <a:spLocks noChangeArrowheads="1"/>
              </p:cNvSpPr>
              <p:nvPr/>
            </p:nvSpPr>
            <p:spPr bwMode="auto">
              <a:xfrm>
                <a:off x="583" y="0"/>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6</a:t>
                </a:r>
                <a:endParaRPr lang="en-US" altLang="zh-CN" sz="2800">
                  <a:solidFill>
                    <a:srgbClr val="000000"/>
                  </a:solidFill>
                  <a:latin typeface="Times New Roman" panose="02020603050405020304" pitchFamily="18" charset="0"/>
                  <a:ea typeface="楷体_GB2312" pitchFamily="49" charset="-122"/>
                </a:endParaRPr>
              </a:p>
            </p:txBody>
          </p:sp>
          <p:sp>
            <p:nvSpPr>
              <p:cNvPr id="87285" name="Rectangle 243"/>
              <p:cNvSpPr>
                <a:spLocks noChangeArrowheads="1"/>
              </p:cNvSpPr>
              <p:nvPr/>
            </p:nvSpPr>
            <p:spPr bwMode="auto">
              <a:xfrm>
                <a:off x="2289" y="210"/>
                <a:ext cx="55"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86" name="Rectangle 244"/>
              <p:cNvSpPr>
                <a:spLocks noChangeArrowheads="1"/>
              </p:cNvSpPr>
              <p:nvPr/>
            </p:nvSpPr>
            <p:spPr bwMode="auto">
              <a:xfrm>
                <a:off x="1634" y="210"/>
                <a:ext cx="5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87" name="Rectangle 245"/>
              <p:cNvSpPr>
                <a:spLocks noChangeArrowheads="1"/>
              </p:cNvSpPr>
              <p:nvPr/>
            </p:nvSpPr>
            <p:spPr bwMode="auto">
              <a:xfrm>
                <a:off x="845" y="343"/>
                <a:ext cx="5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1</a:t>
                </a:r>
                <a:endParaRPr lang="en-US" altLang="zh-CN" sz="2800">
                  <a:solidFill>
                    <a:srgbClr val="000000"/>
                  </a:solidFill>
                  <a:latin typeface="Times New Roman" panose="02020603050405020304" pitchFamily="18" charset="0"/>
                  <a:ea typeface="楷体_GB2312" pitchFamily="49" charset="-122"/>
                </a:endParaRPr>
              </a:p>
            </p:txBody>
          </p:sp>
          <p:sp>
            <p:nvSpPr>
              <p:cNvPr id="87288" name="Rectangle 246"/>
              <p:cNvSpPr>
                <a:spLocks noChangeArrowheads="1"/>
              </p:cNvSpPr>
              <p:nvPr/>
            </p:nvSpPr>
            <p:spPr bwMode="auto">
              <a:xfrm>
                <a:off x="2538" y="211"/>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89" name="Rectangle 247"/>
              <p:cNvSpPr>
                <a:spLocks noChangeArrowheads="1"/>
              </p:cNvSpPr>
              <p:nvPr/>
            </p:nvSpPr>
            <p:spPr bwMode="auto">
              <a:xfrm>
                <a:off x="2197" y="211"/>
                <a:ext cx="2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90" name="Rectangle 248"/>
              <p:cNvSpPr>
                <a:spLocks noChangeArrowheads="1"/>
              </p:cNvSpPr>
              <p:nvPr/>
            </p:nvSpPr>
            <p:spPr bwMode="auto">
              <a:xfrm>
                <a:off x="1543" y="211"/>
                <a:ext cx="31"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91" name="Rectangle 249"/>
              <p:cNvSpPr>
                <a:spLocks noChangeArrowheads="1"/>
              </p:cNvSpPr>
              <p:nvPr/>
            </p:nvSpPr>
            <p:spPr bwMode="auto">
              <a:xfrm>
                <a:off x="1305" y="211"/>
                <a:ext cx="2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92" name="Rectangle 250"/>
              <p:cNvSpPr>
                <a:spLocks noChangeArrowheads="1"/>
              </p:cNvSpPr>
              <p:nvPr/>
            </p:nvSpPr>
            <p:spPr bwMode="auto">
              <a:xfrm>
                <a:off x="752" y="344"/>
                <a:ext cx="2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93" name="Rectangle 251"/>
              <p:cNvSpPr>
                <a:spLocks noChangeArrowheads="1"/>
              </p:cNvSpPr>
              <p:nvPr/>
            </p:nvSpPr>
            <p:spPr bwMode="auto">
              <a:xfrm>
                <a:off x="446" y="344"/>
                <a:ext cx="2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000000"/>
                    </a:solidFill>
                    <a:latin typeface="Times New Roman" panose="02020603050405020304" pitchFamily="18" charset="0"/>
                    <a:ea typeface="楷体_GB2312" pitchFamily="49" charset="-122"/>
                  </a:rPr>
                  <a:t>j</a:t>
                </a:r>
                <a:endParaRPr lang="en-US" altLang="zh-CN" sz="2800">
                  <a:solidFill>
                    <a:srgbClr val="000000"/>
                  </a:solidFill>
                  <a:latin typeface="Times New Roman" panose="02020603050405020304" pitchFamily="18" charset="0"/>
                  <a:ea typeface="楷体_GB2312" pitchFamily="49" charset="-122"/>
                </a:endParaRPr>
              </a:p>
            </p:txBody>
          </p:sp>
          <p:sp>
            <p:nvSpPr>
              <p:cNvPr id="87294" name="Rectangle 252"/>
              <p:cNvSpPr>
                <a:spLocks noChangeArrowheads="1"/>
              </p:cNvSpPr>
              <p:nvPr/>
            </p:nvSpPr>
            <p:spPr bwMode="auto">
              <a:xfrm>
                <a:off x="107" y="211"/>
                <a:ext cx="3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295" name="Rectangle 253"/>
              <p:cNvSpPr>
                <a:spLocks noChangeArrowheads="1"/>
              </p:cNvSpPr>
              <p:nvPr/>
            </p:nvSpPr>
            <p:spPr bwMode="auto">
              <a:xfrm>
                <a:off x="2431" y="107"/>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296" name="Rectangle 254"/>
              <p:cNvSpPr>
                <a:spLocks noChangeArrowheads="1"/>
              </p:cNvSpPr>
              <p:nvPr/>
            </p:nvSpPr>
            <p:spPr bwMode="auto">
              <a:xfrm>
                <a:off x="2090" y="107"/>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297" name="Rectangle 255"/>
              <p:cNvSpPr>
                <a:spLocks noChangeArrowheads="1"/>
              </p:cNvSpPr>
              <p:nvPr/>
            </p:nvSpPr>
            <p:spPr bwMode="auto">
              <a:xfrm>
                <a:off x="1931" y="107"/>
                <a:ext cx="6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87298" name="Rectangle 256"/>
              <p:cNvSpPr>
                <a:spLocks noChangeArrowheads="1"/>
              </p:cNvSpPr>
              <p:nvPr/>
            </p:nvSpPr>
            <p:spPr bwMode="auto">
              <a:xfrm>
                <a:off x="1434" y="107"/>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299" name="Rectangle 257"/>
              <p:cNvSpPr>
                <a:spLocks noChangeArrowheads="1"/>
              </p:cNvSpPr>
              <p:nvPr/>
            </p:nvSpPr>
            <p:spPr bwMode="auto">
              <a:xfrm>
                <a:off x="1197" y="107"/>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7300" name="Rectangle 258"/>
              <p:cNvSpPr>
                <a:spLocks noChangeArrowheads="1"/>
              </p:cNvSpPr>
              <p:nvPr/>
            </p:nvSpPr>
            <p:spPr bwMode="auto">
              <a:xfrm>
                <a:off x="1039" y="107"/>
                <a:ext cx="6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87301" name="Rectangle 259"/>
              <p:cNvSpPr>
                <a:spLocks noChangeArrowheads="1"/>
              </p:cNvSpPr>
              <p:nvPr/>
            </p:nvSpPr>
            <p:spPr bwMode="auto">
              <a:xfrm>
                <a:off x="649" y="239"/>
                <a:ext cx="10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h</a:t>
                </a:r>
                <a:endParaRPr lang="en-US" altLang="zh-CN" sz="2800">
                  <a:solidFill>
                    <a:srgbClr val="000000"/>
                  </a:solidFill>
                  <a:latin typeface="Times New Roman" panose="02020603050405020304" pitchFamily="18" charset="0"/>
                  <a:ea typeface="楷体_GB2312" pitchFamily="49" charset="-122"/>
                </a:endParaRPr>
              </a:p>
            </p:txBody>
          </p:sp>
          <p:sp>
            <p:nvSpPr>
              <p:cNvPr id="87302" name="Rectangle 260"/>
              <p:cNvSpPr>
                <a:spLocks noChangeArrowheads="1"/>
              </p:cNvSpPr>
              <p:nvPr/>
            </p:nvSpPr>
            <p:spPr bwMode="auto">
              <a:xfrm>
                <a:off x="343" y="239"/>
                <a:ext cx="10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h</a:t>
                </a:r>
                <a:endParaRPr lang="en-US" altLang="zh-CN" sz="2800">
                  <a:solidFill>
                    <a:srgbClr val="000000"/>
                  </a:solidFill>
                  <a:latin typeface="Times New Roman" panose="02020603050405020304" pitchFamily="18" charset="0"/>
                  <a:ea typeface="楷体_GB2312" pitchFamily="49" charset="-122"/>
                </a:endParaRPr>
              </a:p>
            </p:txBody>
          </p:sp>
          <p:sp>
            <p:nvSpPr>
              <p:cNvPr id="87303" name="Rectangle 261"/>
              <p:cNvSpPr>
                <a:spLocks noChangeArrowheads="1"/>
              </p:cNvSpPr>
              <p:nvPr/>
            </p:nvSpPr>
            <p:spPr bwMode="auto">
              <a:xfrm>
                <a:off x="0" y="107"/>
                <a:ext cx="9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g</a:t>
                </a:r>
                <a:endParaRPr lang="en-US" altLang="zh-CN" sz="2800">
                  <a:solidFill>
                    <a:srgbClr val="3333CC"/>
                  </a:solidFill>
                  <a:latin typeface="Times New Roman" panose="02020603050405020304" pitchFamily="18" charset="0"/>
                  <a:ea typeface="楷体_GB2312" pitchFamily="49" charset="-122"/>
                </a:endParaRPr>
              </a:p>
            </p:txBody>
          </p:sp>
          <p:sp>
            <p:nvSpPr>
              <p:cNvPr id="87304" name="Rectangle 262"/>
              <p:cNvSpPr>
                <a:spLocks noChangeArrowheads="1"/>
              </p:cNvSpPr>
              <p:nvPr/>
            </p:nvSpPr>
            <p:spPr bwMode="auto">
              <a:xfrm>
                <a:off x="2235" y="201"/>
                <a:ext cx="6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05" name="Rectangle 263"/>
              <p:cNvSpPr>
                <a:spLocks noChangeArrowheads="1"/>
              </p:cNvSpPr>
              <p:nvPr/>
            </p:nvSpPr>
            <p:spPr bwMode="auto">
              <a:xfrm>
                <a:off x="1579" y="201"/>
                <a:ext cx="6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06" name="Rectangle 264"/>
              <p:cNvSpPr>
                <a:spLocks noChangeArrowheads="1"/>
              </p:cNvSpPr>
              <p:nvPr/>
            </p:nvSpPr>
            <p:spPr bwMode="auto">
              <a:xfrm>
                <a:off x="789" y="334"/>
                <a:ext cx="60"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07" name="Rectangle 265"/>
              <p:cNvSpPr>
                <a:spLocks noChangeArrowheads="1"/>
              </p:cNvSpPr>
              <p:nvPr/>
            </p:nvSpPr>
            <p:spPr bwMode="auto">
              <a:xfrm>
                <a:off x="1774" y="87"/>
                <a:ext cx="10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08" name="Rectangle 266"/>
              <p:cNvSpPr>
                <a:spLocks noChangeArrowheads="1"/>
              </p:cNvSpPr>
              <p:nvPr/>
            </p:nvSpPr>
            <p:spPr bwMode="auto">
              <a:xfrm>
                <a:off x="523" y="219"/>
                <a:ext cx="10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09" name="Rectangle 267"/>
              <p:cNvSpPr>
                <a:spLocks noChangeArrowheads="1"/>
              </p:cNvSpPr>
              <p:nvPr/>
            </p:nvSpPr>
            <p:spPr bwMode="auto">
              <a:xfrm>
                <a:off x="196" y="87"/>
                <a:ext cx="10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grpSp>
        <p:nvGrpSpPr>
          <p:cNvPr id="53516" name="Group 268"/>
          <p:cNvGrpSpPr/>
          <p:nvPr/>
        </p:nvGrpSpPr>
        <p:grpSpPr bwMode="auto">
          <a:xfrm>
            <a:off x="1752600" y="4648200"/>
            <a:ext cx="3235325" cy="369888"/>
            <a:chOff x="0" y="0"/>
            <a:chExt cx="2038" cy="233"/>
          </a:xfrm>
        </p:grpSpPr>
        <p:sp>
          <p:nvSpPr>
            <p:cNvPr id="87311" name="Rectangle 269"/>
            <p:cNvSpPr>
              <a:spLocks noChangeArrowheads="1"/>
            </p:cNvSpPr>
            <p:nvPr/>
          </p:nvSpPr>
          <p:spPr bwMode="auto">
            <a:xfrm>
              <a:off x="693" y="18"/>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7312" name="Rectangle 270"/>
            <p:cNvSpPr>
              <a:spLocks noChangeArrowheads="1"/>
            </p:cNvSpPr>
            <p:nvPr/>
          </p:nvSpPr>
          <p:spPr bwMode="auto">
            <a:xfrm>
              <a:off x="1644" y="11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313" name="Rectangle 271"/>
            <p:cNvSpPr>
              <a:spLocks noChangeArrowheads="1"/>
            </p:cNvSpPr>
            <p:nvPr/>
          </p:nvSpPr>
          <p:spPr bwMode="auto">
            <a:xfrm>
              <a:off x="468" y="11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7314" name="Rectangle 272"/>
            <p:cNvSpPr>
              <a:spLocks noChangeArrowheads="1"/>
            </p:cNvSpPr>
            <p:nvPr/>
          </p:nvSpPr>
          <p:spPr bwMode="auto">
            <a:xfrm>
              <a:off x="1900" y="18"/>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g</a:t>
              </a:r>
              <a:endParaRPr lang="en-US" altLang="zh-CN" sz="2800">
                <a:solidFill>
                  <a:srgbClr val="3333CC"/>
                </a:solidFill>
                <a:latin typeface="Times New Roman" panose="02020603050405020304" pitchFamily="18" charset="0"/>
                <a:ea typeface="楷体_GB2312" pitchFamily="49" charset="-122"/>
              </a:endParaRPr>
            </a:p>
          </p:txBody>
        </p:sp>
        <p:sp>
          <p:nvSpPr>
            <p:cNvPr id="87315" name="Rectangle 273"/>
            <p:cNvSpPr>
              <a:spLocks noChangeArrowheads="1"/>
            </p:cNvSpPr>
            <p:nvPr/>
          </p:nvSpPr>
          <p:spPr bwMode="auto">
            <a:xfrm>
              <a:off x="1358" y="18"/>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316" name="Rectangle 274"/>
            <p:cNvSpPr>
              <a:spLocks noChangeArrowheads="1"/>
            </p:cNvSpPr>
            <p:nvPr/>
          </p:nvSpPr>
          <p:spPr bwMode="auto">
            <a:xfrm>
              <a:off x="792" y="18"/>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317" name="Rectangle 275"/>
            <p:cNvSpPr>
              <a:spLocks noChangeArrowheads="1"/>
            </p:cNvSpPr>
            <p:nvPr/>
          </p:nvSpPr>
          <p:spPr bwMode="auto">
            <a:xfrm>
              <a:off x="183" y="18"/>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7318" name="Rectangle 276"/>
            <p:cNvSpPr>
              <a:spLocks noChangeArrowheads="1"/>
            </p:cNvSpPr>
            <p:nvPr/>
          </p:nvSpPr>
          <p:spPr bwMode="auto">
            <a:xfrm>
              <a:off x="2011"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319" name="Rectangle 277"/>
            <p:cNvSpPr>
              <a:spLocks noChangeArrowheads="1"/>
            </p:cNvSpPr>
            <p:nvPr/>
          </p:nvSpPr>
          <p:spPr bwMode="auto">
            <a:xfrm>
              <a:off x="1548"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320" name="Rectangle 278"/>
            <p:cNvSpPr>
              <a:spLocks noChangeArrowheads="1"/>
            </p:cNvSpPr>
            <p:nvPr/>
          </p:nvSpPr>
          <p:spPr bwMode="auto">
            <a:xfrm>
              <a:off x="1307"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321" name="Rectangle 279"/>
            <p:cNvSpPr>
              <a:spLocks noChangeArrowheads="1"/>
            </p:cNvSpPr>
            <p:nvPr/>
          </p:nvSpPr>
          <p:spPr bwMode="auto">
            <a:xfrm>
              <a:off x="982"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322" name="Rectangle 280"/>
            <p:cNvSpPr>
              <a:spLocks noChangeArrowheads="1"/>
            </p:cNvSpPr>
            <p:nvPr/>
          </p:nvSpPr>
          <p:spPr bwMode="auto">
            <a:xfrm>
              <a:off x="373"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j</a:t>
              </a:r>
              <a:endParaRPr lang="en-US" altLang="zh-CN" sz="2800">
                <a:solidFill>
                  <a:srgbClr val="FF3300"/>
                </a:solidFill>
                <a:latin typeface="Times New Roman" panose="02020603050405020304" pitchFamily="18" charset="0"/>
                <a:ea typeface="楷体_GB2312" pitchFamily="49" charset="-122"/>
              </a:endParaRPr>
            </a:p>
          </p:txBody>
        </p:sp>
        <p:sp>
          <p:nvSpPr>
            <p:cNvPr id="87323" name="Rectangle 281"/>
            <p:cNvSpPr>
              <a:spLocks noChangeArrowheads="1"/>
            </p:cNvSpPr>
            <p:nvPr/>
          </p:nvSpPr>
          <p:spPr bwMode="auto">
            <a:xfrm>
              <a:off x="132" y="118"/>
              <a:ext cx="2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j</a:t>
              </a:r>
              <a:endParaRPr lang="en-US" altLang="zh-CN" sz="2800">
                <a:solidFill>
                  <a:srgbClr val="3333CC"/>
                </a:solidFill>
                <a:latin typeface="Times New Roman" panose="02020603050405020304" pitchFamily="18" charset="0"/>
                <a:ea typeface="楷体_GB2312" pitchFamily="49" charset="-122"/>
              </a:endParaRPr>
            </a:p>
          </p:txBody>
        </p:sp>
        <p:sp>
          <p:nvSpPr>
            <p:cNvPr id="87324" name="Rectangle 282"/>
            <p:cNvSpPr>
              <a:spLocks noChangeArrowheads="1"/>
            </p:cNvSpPr>
            <p:nvPr/>
          </p:nvSpPr>
          <p:spPr bwMode="auto">
            <a:xfrm>
              <a:off x="1751"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25" name="Rectangle 283"/>
            <p:cNvSpPr>
              <a:spLocks noChangeArrowheads="1"/>
            </p:cNvSpPr>
            <p:nvPr/>
          </p:nvSpPr>
          <p:spPr bwMode="auto">
            <a:xfrm>
              <a:off x="1063"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26" name="Rectangle 284"/>
            <p:cNvSpPr>
              <a:spLocks noChangeArrowheads="1"/>
            </p:cNvSpPr>
            <p:nvPr/>
          </p:nvSpPr>
          <p:spPr bwMode="auto">
            <a:xfrm>
              <a:off x="563"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7327" name="Rectangle 285"/>
            <p:cNvSpPr>
              <a:spLocks noChangeArrowheads="1"/>
            </p:cNvSpPr>
            <p:nvPr/>
          </p:nvSpPr>
          <p:spPr bwMode="auto">
            <a:xfrm>
              <a:off x="1586" y="10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328" name="Rectangle 286"/>
            <p:cNvSpPr>
              <a:spLocks noChangeArrowheads="1"/>
            </p:cNvSpPr>
            <p:nvPr/>
          </p:nvSpPr>
          <p:spPr bwMode="auto">
            <a:xfrm>
              <a:off x="412" y="10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7329" name="Rectangle 287"/>
            <p:cNvSpPr>
              <a:spLocks noChangeArrowheads="1"/>
            </p:cNvSpPr>
            <p:nvPr/>
          </p:nvSpPr>
          <p:spPr bwMode="auto">
            <a:xfrm>
              <a:off x="1190"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Symbol" panose="05050102010706020507" pitchFamily="18" charset="2"/>
                  <a:ea typeface="楷体_GB2312" pitchFamily="49" charset="-122"/>
                </a:rPr>
                <a:t>l</a:t>
              </a:r>
              <a:endParaRPr lang="en-US" altLang="zh-CN" sz="2800">
                <a:solidFill>
                  <a:srgbClr val="3333CC"/>
                </a:solidFill>
                <a:latin typeface="Times New Roman" panose="02020603050405020304" pitchFamily="18" charset="0"/>
                <a:ea typeface="楷体_GB2312" pitchFamily="49" charset="-122"/>
              </a:endParaRPr>
            </a:p>
          </p:txBody>
        </p:sp>
        <p:sp>
          <p:nvSpPr>
            <p:cNvPr id="87330" name="Rectangle 288"/>
            <p:cNvSpPr>
              <a:spLocks noChangeArrowheads="1"/>
            </p:cNvSpPr>
            <p:nvPr/>
          </p:nvSpPr>
          <p:spPr bwMode="auto">
            <a:xfrm>
              <a:off x="0" y="0"/>
              <a:ext cx="9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Symbol" panose="05050102010706020507" pitchFamily="18" charset="2"/>
                  <a:ea typeface="楷体_GB2312" pitchFamily="49" charset="-122"/>
                </a:rPr>
                <a:t>m</a:t>
              </a:r>
              <a:endParaRPr lang="en-US" altLang="zh-CN" sz="2800">
                <a:solidFill>
                  <a:srgbClr val="3333CC"/>
                </a:solidFill>
                <a:latin typeface="Times New Roman" panose="02020603050405020304" pitchFamily="18" charset="0"/>
                <a:ea typeface="楷体_GB2312" pitchFamily="49" charset="-122"/>
              </a:endParaRPr>
            </a:p>
          </p:txBody>
        </p:sp>
      </p:grpSp>
      <p:sp>
        <p:nvSpPr>
          <p:cNvPr id="53537" name="Text Box 289"/>
          <p:cNvSpPr txBox="1">
            <a:spLocks noChangeArrowheads="1"/>
          </p:cNvSpPr>
          <p:nvPr/>
        </p:nvSpPr>
        <p:spPr bwMode="auto">
          <a:xfrm>
            <a:off x="609600" y="5029200"/>
            <a:ext cx="838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a:t>
            </a:r>
            <a:r>
              <a:rPr lang="zh-CN" altLang="en-US" sz="2400" b="1">
                <a:solidFill>
                  <a:srgbClr val="000000"/>
                </a:solidFill>
                <a:latin typeface="Times New Roman" panose="02020603050405020304" pitchFamily="18" charset="0"/>
                <a:ea typeface="楷体_GB2312" pitchFamily="49" charset="-122"/>
              </a:rPr>
              <a:t> </a:t>
            </a:r>
            <a:r>
              <a:rPr lang="en-US" altLang="zh-CN" sz="2000" b="1" i="1">
                <a:solidFill>
                  <a:srgbClr val="3333CC"/>
                </a:solidFill>
                <a:latin typeface="Times New Roman" panose="02020603050405020304" pitchFamily="18" charset="0"/>
                <a:ea typeface="楷体_GB2312" pitchFamily="49" charset="-122"/>
              </a:rPr>
              <a:t>j</a:t>
            </a:r>
            <a:r>
              <a:rPr lang="en-US" altLang="zh-CN" sz="2400" b="1" i="1">
                <a:solidFill>
                  <a:srgbClr val="000000"/>
                </a:solidFill>
                <a:latin typeface="Times New Roman" panose="02020603050405020304" pitchFamily="18" charset="0"/>
                <a:ea typeface="楷体_GB2312" pitchFamily="49" charset="-122"/>
              </a:rPr>
              <a:t> </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a:t>
            </a:r>
          </a:p>
        </p:txBody>
      </p:sp>
      <p:sp>
        <p:nvSpPr>
          <p:cNvPr id="53538" name="Rectangle 290"/>
          <p:cNvSpPr>
            <a:spLocks noChangeArrowheads="1"/>
          </p:cNvSpPr>
          <p:nvPr/>
        </p:nvSpPr>
        <p:spPr bwMode="auto">
          <a:xfrm>
            <a:off x="457200" y="5105400"/>
            <a:ext cx="304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a:solidFill>
                  <a:srgbClr val="3333CC"/>
                </a:solidFill>
                <a:latin typeface="Times New Roman" panose="02020603050405020304" pitchFamily="18" charset="0"/>
                <a:ea typeface="楷体_GB2312" pitchFamily="49" charset="-122"/>
              </a:rPr>
              <a:t>1</a:t>
            </a:r>
          </a:p>
        </p:txBody>
      </p:sp>
      <p:sp>
        <p:nvSpPr>
          <p:cNvPr id="53539" name="Rectangle 291"/>
          <p:cNvSpPr>
            <a:spLocks noChangeArrowheads="1"/>
          </p:cNvSpPr>
          <p:nvPr/>
        </p:nvSpPr>
        <p:spPr bwMode="auto">
          <a:xfrm>
            <a:off x="1295400" y="5105400"/>
            <a:ext cx="6096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a:solidFill>
                  <a:srgbClr val="3333CC"/>
                </a:solidFill>
                <a:latin typeface="Times New Roman" panose="02020603050405020304" pitchFamily="18" charset="0"/>
                <a:ea typeface="楷体_GB2312" pitchFamily="49" charset="-122"/>
              </a:rPr>
              <a:t>n</a:t>
            </a:r>
            <a:r>
              <a:rPr lang="en-US" altLang="zh-CN" sz="2000" b="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3333CC"/>
                </a:solidFill>
                <a:latin typeface="Times New Roman" panose="02020603050405020304" pitchFamily="18" charset="0"/>
                <a:ea typeface="楷体_GB2312" pitchFamily="49" charset="-122"/>
              </a:rPr>
              <a:t>1</a:t>
            </a:r>
          </a:p>
        </p:txBody>
      </p:sp>
      <p:sp>
        <p:nvSpPr>
          <p:cNvPr id="53540" name="Text Box 292"/>
          <p:cNvSpPr txBox="1">
            <a:spLocks noChangeArrowheads="1"/>
          </p:cNvSpPr>
          <p:nvPr/>
        </p:nvSpPr>
        <p:spPr bwMode="auto">
          <a:xfrm>
            <a:off x="381000" y="5562600"/>
            <a:ext cx="4800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即：有      个未知数，     个方程。</a:t>
            </a:r>
          </a:p>
        </p:txBody>
      </p:sp>
      <p:sp>
        <p:nvSpPr>
          <p:cNvPr id="53541" name="Rectangle 293"/>
          <p:cNvSpPr>
            <a:spLocks noChangeArrowheads="1"/>
          </p:cNvSpPr>
          <p:nvPr/>
        </p:nvSpPr>
        <p:spPr bwMode="auto">
          <a:xfrm>
            <a:off x="3200400" y="5638800"/>
            <a:ext cx="6096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a:solidFill>
                  <a:srgbClr val="3333CC"/>
                </a:solidFill>
                <a:latin typeface="Times New Roman" panose="02020603050405020304" pitchFamily="18" charset="0"/>
                <a:ea typeface="楷体_GB2312" pitchFamily="49" charset="-122"/>
              </a:rPr>
              <a:t>n</a:t>
            </a:r>
            <a:r>
              <a:rPr lang="en-US" altLang="zh-CN" sz="2000" b="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3333CC"/>
                </a:solidFill>
                <a:latin typeface="Times New Roman" panose="02020603050405020304" pitchFamily="18" charset="0"/>
                <a:ea typeface="楷体_GB2312" pitchFamily="49" charset="-122"/>
              </a:rPr>
              <a:t>1</a:t>
            </a:r>
          </a:p>
        </p:txBody>
      </p:sp>
      <p:sp>
        <p:nvSpPr>
          <p:cNvPr id="53542" name="Rectangle 294"/>
          <p:cNvSpPr>
            <a:spLocks noChangeArrowheads="1"/>
          </p:cNvSpPr>
          <p:nvPr/>
        </p:nvSpPr>
        <p:spPr bwMode="auto">
          <a:xfrm>
            <a:off x="1295400" y="5638800"/>
            <a:ext cx="6096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000" b="1" i="1">
                <a:solidFill>
                  <a:srgbClr val="3333CC"/>
                </a:solidFill>
                <a:latin typeface="Times New Roman" panose="02020603050405020304" pitchFamily="18" charset="0"/>
                <a:ea typeface="楷体_GB2312" pitchFamily="49" charset="-122"/>
              </a:rPr>
              <a:t>n</a:t>
            </a:r>
            <a:r>
              <a:rPr lang="en-US" altLang="zh-CN" sz="2000" b="1">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3333CC"/>
                </a:solidFill>
                <a:latin typeface="Times New Roman" panose="02020603050405020304" pitchFamily="18" charset="0"/>
                <a:ea typeface="楷体_GB2312" pitchFamily="49" charset="-122"/>
              </a:rPr>
              <a:t>1</a:t>
            </a:r>
          </a:p>
        </p:txBody>
      </p:sp>
      <p:grpSp>
        <p:nvGrpSpPr>
          <p:cNvPr id="53543" name="Group 295"/>
          <p:cNvGrpSpPr/>
          <p:nvPr/>
        </p:nvGrpSpPr>
        <p:grpSpPr bwMode="auto">
          <a:xfrm>
            <a:off x="5105400" y="4648200"/>
            <a:ext cx="3403600" cy="1979613"/>
            <a:chOff x="0" y="0"/>
            <a:chExt cx="2144" cy="1247"/>
          </a:xfrm>
        </p:grpSpPr>
        <p:graphicFrame>
          <p:nvGraphicFramePr>
            <p:cNvPr id="87338" name="Object 296"/>
            <p:cNvGraphicFramePr>
              <a:graphicFrameLocks noChangeAspect="1"/>
            </p:cNvGraphicFramePr>
            <p:nvPr/>
          </p:nvGraphicFramePr>
          <p:xfrm>
            <a:off x="0" y="0"/>
            <a:ext cx="2144" cy="1247"/>
          </p:xfrm>
          <a:graphic>
            <a:graphicData uri="http://schemas.openxmlformats.org/presentationml/2006/ole">
              <mc:AlternateContent xmlns:mc="http://schemas.openxmlformats.org/markup-compatibility/2006">
                <mc:Choice xmlns:v="urn:schemas-microsoft-com:vml" Requires="v">
                  <p:oleObj spid="_x0000_s87365" r:id="rId9" imgW="2794000" imgH="1625600" progId="Equation.3">
                    <p:embed/>
                  </p:oleObj>
                </mc:Choice>
                <mc:Fallback>
                  <p:oleObj r:id="rId9" imgW="2794000" imgH="1625600" progId="Equation.3">
                    <p:embed/>
                    <p:pic>
                      <p:nvPicPr>
                        <p:cNvPr id="0" name="Object 29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0"/>
                          <a:ext cx="2144" cy="1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7339" name="Line 297"/>
            <p:cNvSpPr>
              <a:spLocks noChangeShapeType="1"/>
            </p:cNvSpPr>
            <p:nvPr/>
          </p:nvSpPr>
          <p:spPr bwMode="auto">
            <a:xfrm>
              <a:off x="192" y="463"/>
              <a:ext cx="480" cy="384"/>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7340" name="Line 298"/>
            <p:cNvSpPr>
              <a:spLocks noChangeShapeType="1"/>
            </p:cNvSpPr>
            <p:nvPr/>
          </p:nvSpPr>
          <p:spPr bwMode="auto">
            <a:xfrm>
              <a:off x="672" y="463"/>
              <a:ext cx="480" cy="384"/>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7341" name="Line 299"/>
            <p:cNvSpPr>
              <a:spLocks noChangeShapeType="1"/>
            </p:cNvSpPr>
            <p:nvPr/>
          </p:nvSpPr>
          <p:spPr bwMode="auto">
            <a:xfrm>
              <a:off x="432" y="463"/>
              <a:ext cx="480" cy="384"/>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7342" name="Line 300"/>
            <p:cNvSpPr>
              <a:spLocks noChangeShapeType="1"/>
            </p:cNvSpPr>
            <p:nvPr/>
          </p:nvSpPr>
          <p:spPr bwMode="auto">
            <a:xfrm>
              <a:off x="1536" y="223"/>
              <a:ext cx="0" cy="768"/>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7343" name="Line 301"/>
            <p:cNvSpPr>
              <a:spLocks noChangeShapeType="1"/>
            </p:cNvSpPr>
            <p:nvPr/>
          </p:nvSpPr>
          <p:spPr bwMode="auto">
            <a:xfrm>
              <a:off x="1968" y="463"/>
              <a:ext cx="0" cy="33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grpSp>
      <p:sp>
        <p:nvSpPr>
          <p:cNvPr id="53550" name="Text Box 302"/>
          <p:cNvSpPr txBox="1">
            <a:spLocks noChangeArrowheads="1"/>
          </p:cNvSpPr>
          <p:nvPr/>
        </p:nvSpPr>
        <p:spPr bwMode="auto">
          <a:xfrm>
            <a:off x="381000" y="6172200"/>
            <a:ext cx="5943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还需</a:t>
            </a:r>
            <a:r>
              <a:rPr lang="en-US" altLang="zh-CN" sz="2400" b="1">
                <a:solidFill>
                  <a:srgbClr val="FF3300"/>
                </a:solidFill>
                <a:latin typeface="Times New Roman" panose="02020603050405020304" pitchFamily="18" charset="0"/>
                <a:ea typeface="楷体_GB2312" pitchFamily="49" charset="-122"/>
              </a:rPr>
              <a:t>2</a:t>
            </a:r>
            <a:r>
              <a:rPr lang="zh-CN" altLang="en-US" sz="2400" b="1">
                <a:solidFill>
                  <a:srgbClr val="000000"/>
                </a:solidFill>
                <a:latin typeface="Times New Roman" panose="02020603050405020304" pitchFamily="18" charset="0"/>
                <a:ea typeface="楷体_GB2312" pitchFamily="49" charset="-122"/>
              </a:rPr>
              <a:t>个</a:t>
            </a:r>
            <a:r>
              <a:rPr lang="zh-CN" altLang="en-US" sz="2400" b="1">
                <a:solidFill>
                  <a:srgbClr val="3333CC"/>
                </a:solidFill>
                <a:latin typeface="Times New Roman" panose="02020603050405020304" pitchFamily="18" charset="0"/>
                <a:ea typeface="楷体_GB2312" pitchFamily="49" charset="-122"/>
              </a:rPr>
              <a:t>边界条件</a:t>
            </a:r>
            <a:endParaRPr lang="zh-CN" altLang="en-US" sz="2000" b="1">
              <a:solidFill>
                <a:srgbClr val="008000"/>
              </a:solidFill>
              <a:ea typeface="楷体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afterEffect">
                                  <p:stCondLst>
                                    <p:cond delay="0"/>
                                  </p:stCondLst>
                                  <p:childTnLst>
                                    <p:set>
                                      <p:cBhvr>
                                        <p:cTn id="6" dur="1" fill="hold">
                                          <p:stCondLst>
                                            <p:cond delay="0"/>
                                          </p:stCondLst>
                                        </p:cTn>
                                        <p:tgtEl>
                                          <p:spTgt spid="53250"/>
                                        </p:tgtEl>
                                        <p:attrNameLst>
                                          <p:attrName>style.visibility</p:attrName>
                                        </p:attrNameLst>
                                      </p:cBhvr>
                                      <p:to>
                                        <p:strVal val="visible"/>
                                      </p:to>
                                    </p:set>
                                    <p:animEffect transition="in" filter="box(in)">
                                      <p:cBhvr>
                                        <p:cTn id="7" dur="500"/>
                                        <p:tgtEl>
                                          <p:spTgt spid="53250"/>
                                        </p:tgtEl>
                                      </p:cBhvr>
                                    </p:animEffect>
                                  </p:childTnLst>
                                  <p:subTnLst>
                                    <p:audio>
                                      <p:cMediaNode>
                                        <p:cTn display="0" masterRel="sameClick">
                                          <p:stCondLst>
                                            <p:cond evt="begin" delay="0">
                                              <p:tn val="5"/>
                                            </p:cond>
                                          </p:stCondLst>
                                          <p:endCondLst>
                                            <p:cond evt="onStopAudio" delay="0">
                                              <p:tgtEl>
                                                <p:sldTgt/>
                                              </p:tgtEl>
                                            </p:cond>
                                          </p:endCondLst>
                                        </p:cTn>
                                        <p:tgtEl>
                                          <p:sndTgt r:embed="rId3" name="camera.wav"/>
                                        </p:tgtEl>
                                      </p:cMediaNode>
                                    </p:audio>
                                  </p:sub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53277"/>
                                        </p:tgtEl>
                                        <p:attrNameLst>
                                          <p:attrName>style.visibility</p:attrName>
                                        </p:attrNameLst>
                                      </p:cBhvr>
                                      <p:to>
                                        <p:strVal val="visible"/>
                                      </p:to>
                                    </p:set>
                                    <p:animEffect transition="in" filter="box(out)">
                                      <p:cBhvr>
                                        <p:cTn id="12" dur="500"/>
                                        <p:tgtEl>
                                          <p:spTgt spid="53277"/>
                                        </p:tgtEl>
                                      </p:cBhvr>
                                    </p:animEffect>
                                  </p:childTnLst>
                                  <p:subTnLst>
                                    <p:audio>
                                      <p:cMediaNode>
                                        <p:cTn display="0" masterRel="sameClick">
                                          <p:stCondLst>
                                            <p:cond evt="begin" delay="0">
                                              <p:tn val="10"/>
                                            </p:cond>
                                          </p:stCondLst>
                                          <p:endCondLst>
                                            <p:cond evt="onStopAudio" delay="0">
                                              <p:tgtEl>
                                                <p:sldTgt/>
                                              </p:tgtEl>
                                            </p:cond>
                                          </p:endCondLst>
                                        </p:cTn>
                                        <p:tgtEl>
                                          <p:sndTgt r:embed="rId3" name="camera.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53331"/>
                                        </p:tgtEl>
                                        <p:attrNameLst>
                                          <p:attrName>style.visibility</p:attrName>
                                        </p:attrNameLst>
                                      </p:cBhvr>
                                      <p:to>
                                        <p:strVal val="visible"/>
                                      </p:to>
                                    </p:set>
                                    <p:animEffect transition="in" filter="wipe(up)">
                                      <p:cBhvr>
                                        <p:cTn id="17" dur="500"/>
                                        <p:tgtEl>
                                          <p:spTgt spid="53331"/>
                                        </p:tgtEl>
                                      </p:cBhvr>
                                    </p:animEffect>
                                  </p:childTnLst>
                                  <p:subTnLst>
                                    <p:audio>
                                      <p:cMediaNode>
                                        <p:cTn display="0" masterRel="sameClick">
                                          <p:stCondLst>
                                            <p:cond evt="begin" delay="0">
                                              <p:tn val="15"/>
                                            </p:cond>
                                          </p:stCondLst>
                                          <p:endCondLst>
                                            <p:cond evt="onStopAudio" delay="0">
                                              <p:tgtEl>
                                                <p:sldTgt/>
                                              </p:tgtEl>
                                            </p:cond>
                                          </p:endCondLst>
                                        </p:cTn>
                                        <p:tgtEl>
                                          <p:sndTgt r:embed="rId4"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3332"/>
                                        </p:tgtEl>
                                        <p:attrNameLst>
                                          <p:attrName>style.visibility</p:attrName>
                                        </p:attrNameLst>
                                      </p:cBhvr>
                                      <p:to>
                                        <p:strVal val="visible"/>
                                      </p:to>
                                    </p:set>
                                    <p:animEffect transition="in" filter="wipe(left)">
                                      <p:cBhvr>
                                        <p:cTn id="22" dur="500"/>
                                        <p:tgtEl>
                                          <p:spTgt spid="53332"/>
                                        </p:tgtEl>
                                      </p:cBhvr>
                                    </p:animEffect>
                                  </p:childTnLst>
                                  <p:subTnLst>
                                    <p:audio>
                                      <p:cMediaNode>
                                        <p:cTn display="0" masterRel="sameClick">
                                          <p:stCondLst>
                                            <p:cond evt="begin" delay="0">
                                              <p:tn val="20"/>
                                            </p:cond>
                                          </p:stCondLst>
                                          <p:endCondLst>
                                            <p:cond evt="onStopAudio" delay="0">
                                              <p:tgtEl>
                                                <p:sldTgt/>
                                              </p:tgtEl>
                                            </p:cond>
                                          </p:endCondLst>
                                        </p:cTn>
                                        <p:tgtEl>
                                          <p:sndTgt r:embed="rId5" name="PROJCTOR.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3333"/>
                                        </p:tgtEl>
                                        <p:attrNameLst>
                                          <p:attrName>style.visibility</p:attrName>
                                        </p:attrNameLst>
                                      </p:cBhvr>
                                      <p:to>
                                        <p:strVal val="visible"/>
                                      </p:to>
                                    </p:set>
                                    <p:animEffect transition="in" filter="wipe(left)">
                                      <p:cBhvr>
                                        <p:cTn id="27" dur="500"/>
                                        <p:tgtEl>
                                          <p:spTgt spid="53333"/>
                                        </p:tgtEl>
                                      </p:cBhvr>
                                    </p:animEffect>
                                  </p:childTnLst>
                                  <p:subTnLst>
                                    <p:audio>
                                      <p:cMediaNode>
                                        <p:cTn display="0" masterRel="sameClick">
                                          <p:stCondLst>
                                            <p:cond evt="begin" delay="0">
                                              <p:tn val="25"/>
                                            </p:cond>
                                          </p:stCondLst>
                                          <p:endCondLst>
                                            <p:cond evt="onStopAudio" delay="0">
                                              <p:tgtEl>
                                                <p:sldTgt/>
                                              </p:tgtEl>
                                            </p:cond>
                                          </p:endCondLst>
                                        </p:cTn>
                                        <p:tgtEl>
                                          <p:sndTgt r:embed="rId4"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3334"/>
                                        </p:tgtEl>
                                        <p:attrNameLst>
                                          <p:attrName>style.visibility</p:attrName>
                                        </p:attrNameLst>
                                      </p:cBhvr>
                                      <p:to>
                                        <p:strVal val="visible"/>
                                      </p:to>
                                    </p:set>
                                    <p:animEffect transition="in" filter="wipe(left)">
                                      <p:cBhvr>
                                        <p:cTn id="32" dur="500"/>
                                        <p:tgtEl>
                                          <p:spTgt spid="53334"/>
                                        </p:tgtEl>
                                      </p:cBhvr>
                                    </p:animEffect>
                                  </p:childTnLst>
                                  <p:subTnLst>
                                    <p:audio>
                                      <p:cMediaNode>
                                        <p:cTn display="0" masterRel="sameClick">
                                          <p:stCondLst>
                                            <p:cond evt="begin" delay="0">
                                              <p:tn val="30"/>
                                            </p:cond>
                                          </p:stCondLst>
                                          <p:endCondLst>
                                            <p:cond evt="onStopAudio" delay="0">
                                              <p:tgtEl>
                                                <p:sldTgt/>
                                              </p:tgtEl>
                                            </p:cond>
                                          </p:endCondLst>
                                        </p:cTn>
                                        <p:tgtEl>
                                          <p:sndTgt r:embed="rId4" name="type.wav"/>
                                        </p:tgtEl>
                                      </p:cMediaNode>
                                    </p:audio>
                                  </p:sub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53452"/>
                                        </p:tgtEl>
                                        <p:attrNameLst>
                                          <p:attrName>style.visibility</p:attrName>
                                        </p:attrNameLst>
                                      </p:cBhvr>
                                      <p:to>
                                        <p:strVal val="visible"/>
                                      </p:to>
                                    </p:set>
                                    <p:animEffect transition="in" filter="wipe(left)">
                                      <p:cBhvr>
                                        <p:cTn id="37" dur="500"/>
                                        <p:tgtEl>
                                          <p:spTgt spid="53452"/>
                                        </p:tgtEl>
                                      </p:cBhvr>
                                    </p:animEffect>
                                  </p:childTnLst>
                                  <p:subTnLst>
                                    <p:audio>
                                      <p:cMediaNode>
                                        <p:cTn display="0" masterRel="sameClick">
                                          <p:stCondLst>
                                            <p:cond evt="begin" delay="0">
                                              <p:tn val="35"/>
                                            </p:cond>
                                          </p:stCondLst>
                                          <p:endCondLst>
                                            <p:cond evt="onStopAudio" delay="0">
                                              <p:tgtEl>
                                                <p:sldTgt/>
                                              </p:tgtEl>
                                            </p:cond>
                                          </p:endCondLst>
                                        </p:cTn>
                                        <p:tgtEl>
                                          <p:sndTgt r:embed="rId4" name="type.wav"/>
                                        </p:tgtEl>
                                      </p:cMediaNode>
                                    </p:audio>
                                  </p:sub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3390"/>
                                        </p:tgtEl>
                                        <p:attrNameLst>
                                          <p:attrName>style.visibility</p:attrName>
                                        </p:attrNameLst>
                                      </p:cBhvr>
                                      <p:to>
                                        <p:strVal val="visible"/>
                                      </p:to>
                                    </p:set>
                                    <p:animEffect transition="in" filter="wipe(left)">
                                      <p:cBhvr>
                                        <p:cTn id="42" dur="500"/>
                                        <p:tgtEl>
                                          <p:spTgt spid="53390"/>
                                        </p:tgtEl>
                                      </p:cBhvr>
                                    </p:animEffect>
                                  </p:childTnLst>
                                  <p:subTnLst>
                                    <p:audio>
                                      <p:cMediaNode>
                                        <p:cTn display="0" masterRel="sameClick">
                                          <p:stCondLst>
                                            <p:cond evt="begin" delay="0">
                                              <p:tn val="40"/>
                                            </p:cond>
                                          </p:stCondLst>
                                          <p:endCondLst>
                                            <p:cond evt="onStopAudio" delay="0">
                                              <p:tgtEl>
                                                <p:sldTgt/>
                                              </p:tgtEl>
                                            </p:cond>
                                          </p:endCondLst>
                                        </p:cTn>
                                        <p:tgtEl>
                                          <p:sndTgt r:embed="rId4" name="type.wav"/>
                                        </p:tgtEl>
                                      </p:cMediaNode>
                                    </p:audio>
                                  </p:subTnLst>
                                </p:cTn>
                              </p:par>
                            </p:childTnLst>
                          </p:cTn>
                        </p:par>
                      </p:childTnLst>
                    </p:cTn>
                  </p:par>
                  <p:par>
                    <p:cTn id="43" fill="hold">
                      <p:stCondLst>
                        <p:cond delay="indefinite"/>
                      </p:stCondLst>
                      <p:childTnLst>
                        <p:par>
                          <p:cTn id="44" fill="hold">
                            <p:stCondLst>
                              <p:cond delay="0"/>
                            </p:stCondLst>
                            <p:childTnLst>
                              <p:par>
                                <p:cTn id="45" presetID="23" presetClass="entr" presetSubtype="16" fill="hold" nodeType="clickEffect">
                                  <p:stCondLst>
                                    <p:cond delay="0"/>
                                  </p:stCondLst>
                                  <p:childTnLst>
                                    <p:set>
                                      <p:cBhvr>
                                        <p:cTn id="46" dur="1" fill="hold">
                                          <p:stCondLst>
                                            <p:cond delay="0"/>
                                          </p:stCondLst>
                                        </p:cTn>
                                        <p:tgtEl>
                                          <p:spTgt spid="53453"/>
                                        </p:tgtEl>
                                        <p:attrNameLst>
                                          <p:attrName>style.visibility</p:attrName>
                                        </p:attrNameLst>
                                      </p:cBhvr>
                                      <p:to>
                                        <p:strVal val="visible"/>
                                      </p:to>
                                    </p:set>
                                    <p:anim calcmode="lin" valueType="num">
                                      <p:cBhvr>
                                        <p:cTn id="47" dur="500" fill="hold"/>
                                        <p:tgtEl>
                                          <p:spTgt spid="53453"/>
                                        </p:tgtEl>
                                        <p:attrNameLst>
                                          <p:attrName>ppt_w</p:attrName>
                                        </p:attrNameLst>
                                      </p:cBhvr>
                                      <p:tavLst>
                                        <p:tav tm="0">
                                          <p:val>
                                            <p:fltVal val="0"/>
                                          </p:val>
                                        </p:tav>
                                        <p:tav tm="100000">
                                          <p:val>
                                            <p:strVal val="#ppt_w"/>
                                          </p:val>
                                        </p:tav>
                                      </p:tavLst>
                                    </p:anim>
                                    <p:anim calcmode="lin" valueType="num">
                                      <p:cBhvr>
                                        <p:cTn id="48" dur="500" fill="hold"/>
                                        <p:tgtEl>
                                          <p:spTgt spid="53453"/>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6" name="chimes.wav"/>
                                        </p:tgtEl>
                                      </p:cMediaNode>
                                    </p:audio>
                                  </p:subTnLst>
                                </p:cTn>
                              </p:par>
                            </p:childTnLst>
                          </p:cTn>
                        </p:par>
                        <p:par>
                          <p:cTn id="49" fill="hold">
                            <p:stCondLst>
                              <p:cond delay="500"/>
                            </p:stCondLst>
                            <p:childTnLst>
                              <p:par>
                                <p:cTn id="50" presetID="23" presetClass="entr" presetSubtype="16" fill="hold" nodeType="afterEffect">
                                  <p:stCondLst>
                                    <p:cond delay="0"/>
                                  </p:stCondLst>
                                  <p:childTnLst>
                                    <p:set>
                                      <p:cBhvr>
                                        <p:cTn id="51" dur="1" fill="hold">
                                          <p:stCondLst>
                                            <p:cond delay="0"/>
                                          </p:stCondLst>
                                        </p:cTn>
                                        <p:tgtEl>
                                          <p:spTgt spid="53454"/>
                                        </p:tgtEl>
                                        <p:attrNameLst>
                                          <p:attrName>style.visibility</p:attrName>
                                        </p:attrNameLst>
                                      </p:cBhvr>
                                      <p:to>
                                        <p:strVal val="visible"/>
                                      </p:to>
                                    </p:set>
                                    <p:anim calcmode="lin" valueType="num">
                                      <p:cBhvr>
                                        <p:cTn id="52" dur="500" fill="hold"/>
                                        <p:tgtEl>
                                          <p:spTgt spid="53454"/>
                                        </p:tgtEl>
                                        <p:attrNameLst>
                                          <p:attrName>ppt_w</p:attrName>
                                        </p:attrNameLst>
                                      </p:cBhvr>
                                      <p:tavLst>
                                        <p:tav tm="0">
                                          <p:val>
                                            <p:fltVal val="0"/>
                                          </p:val>
                                        </p:tav>
                                        <p:tav tm="100000">
                                          <p:val>
                                            <p:strVal val="#ppt_w"/>
                                          </p:val>
                                        </p:tav>
                                      </p:tavLst>
                                    </p:anim>
                                    <p:anim calcmode="lin" valueType="num">
                                      <p:cBhvr>
                                        <p:cTn id="53" dur="500" fill="hold"/>
                                        <p:tgtEl>
                                          <p:spTgt spid="53454"/>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50"/>
                                            </p:cond>
                                          </p:stCondLst>
                                          <p:endCondLst>
                                            <p:cond evt="onStopAudio" delay="0">
                                              <p:tgtEl>
                                                <p:sldTgt/>
                                              </p:tgtEl>
                                            </p:cond>
                                          </p:endCondLst>
                                        </p:cTn>
                                        <p:tgtEl>
                                          <p:sndTgt r:embed="rId6" name="chimes.wav"/>
                                        </p:tgtEl>
                                      </p:cMediaNode>
                                    </p:audio>
                                  </p:subTnLst>
                                </p:cTn>
                              </p:par>
                            </p:childTnLst>
                          </p:cTn>
                        </p:par>
                      </p:childTnLst>
                    </p:cTn>
                  </p:par>
                  <p:par>
                    <p:cTn id="54" fill="hold">
                      <p:stCondLst>
                        <p:cond delay="indefinite"/>
                      </p:stCondLst>
                      <p:childTnLst>
                        <p:par>
                          <p:cTn id="55" fill="hold">
                            <p:stCondLst>
                              <p:cond delay="0"/>
                            </p:stCondLst>
                            <p:childTnLst>
                              <p:par>
                                <p:cTn id="56" presetID="18" presetClass="entr" presetSubtype="6" fill="hold" nodeType="clickEffect">
                                  <p:stCondLst>
                                    <p:cond delay="0"/>
                                  </p:stCondLst>
                                  <p:childTnLst>
                                    <p:set>
                                      <p:cBhvr>
                                        <p:cTn id="57" dur="1" fill="hold">
                                          <p:stCondLst>
                                            <p:cond delay="0"/>
                                          </p:stCondLst>
                                        </p:cTn>
                                        <p:tgtEl>
                                          <p:spTgt spid="53455"/>
                                        </p:tgtEl>
                                        <p:attrNameLst>
                                          <p:attrName>style.visibility</p:attrName>
                                        </p:attrNameLst>
                                      </p:cBhvr>
                                      <p:to>
                                        <p:strVal val="visible"/>
                                      </p:to>
                                    </p:set>
                                    <p:animEffect transition="in" filter="strips(downRight)">
                                      <p:cBhvr>
                                        <p:cTn id="58" dur="500"/>
                                        <p:tgtEl>
                                          <p:spTgt spid="53455"/>
                                        </p:tgtEl>
                                      </p:cBhvr>
                                    </p:animEffect>
                                  </p:childTnLst>
                                  <p:subTnLst>
                                    <p:audio>
                                      <p:cMediaNode>
                                        <p:cTn display="0" masterRel="sameClick">
                                          <p:stCondLst>
                                            <p:cond evt="begin" delay="0">
                                              <p:tn val="56"/>
                                            </p:cond>
                                          </p:stCondLst>
                                          <p:endCondLst>
                                            <p:cond evt="onStopAudio" delay="0">
                                              <p:tgtEl>
                                                <p:sldTgt/>
                                              </p:tgtEl>
                                            </p:cond>
                                          </p:endCondLst>
                                        </p:cTn>
                                        <p:tgtEl>
                                          <p:sndTgt r:embed="rId5" name="PROJCTOR.WAV"/>
                                        </p:tgtEl>
                                      </p:cMediaNode>
                                    </p:audio>
                                  </p:sub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53516"/>
                                        </p:tgtEl>
                                        <p:attrNameLst>
                                          <p:attrName>style.visibility</p:attrName>
                                        </p:attrNameLst>
                                      </p:cBhvr>
                                      <p:to>
                                        <p:strVal val="visible"/>
                                      </p:to>
                                    </p:set>
                                    <p:animEffect transition="in" filter="wipe(left)">
                                      <p:cBhvr>
                                        <p:cTn id="63" dur="500"/>
                                        <p:tgtEl>
                                          <p:spTgt spid="53516"/>
                                        </p:tgtEl>
                                      </p:cBhvr>
                                    </p:animEffect>
                                  </p:childTnLst>
                                  <p:subTnLst>
                                    <p:audio>
                                      <p:cMediaNode>
                                        <p:cTn display="0" masterRel="sameClick">
                                          <p:stCondLst>
                                            <p:cond evt="begin" delay="0">
                                              <p:tn val="61"/>
                                            </p:cond>
                                          </p:stCondLst>
                                          <p:endCondLst>
                                            <p:cond evt="onStopAudio" delay="0">
                                              <p:tgtEl>
                                                <p:sldTgt/>
                                              </p:tgtEl>
                                            </p:cond>
                                          </p:endCondLst>
                                        </p:cTn>
                                        <p:tgtEl>
                                          <p:sndTgt r:embed="rId4" name="type.wav"/>
                                        </p:tgtEl>
                                      </p:cMediaNode>
                                    </p:audio>
                                  </p:subTnLst>
                                </p:cTn>
                              </p:par>
                            </p:childTnLst>
                          </p:cTn>
                        </p:par>
                      </p:childTnLst>
                    </p:cTn>
                  </p:par>
                  <p:par>
                    <p:cTn id="64" fill="hold">
                      <p:stCondLst>
                        <p:cond delay="indefinite"/>
                      </p:stCondLst>
                      <p:childTnLst>
                        <p:par>
                          <p:cTn id="65" fill="hold">
                            <p:stCondLst>
                              <p:cond delay="0"/>
                            </p:stCondLst>
                            <p:childTnLst>
                              <p:par>
                                <p:cTn id="66" presetID="16" presetClass="entr" presetSubtype="37" fill="hold" grpId="0" nodeType="clickEffect">
                                  <p:stCondLst>
                                    <p:cond delay="0"/>
                                  </p:stCondLst>
                                  <p:childTnLst>
                                    <p:set>
                                      <p:cBhvr>
                                        <p:cTn id="67" dur="1" fill="hold">
                                          <p:stCondLst>
                                            <p:cond delay="0"/>
                                          </p:stCondLst>
                                        </p:cTn>
                                        <p:tgtEl>
                                          <p:spTgt spid="53537"/>
                                        </p:tgtEl>
                                        <p:attrNameLst>
                                          <p:attrName>style.visibility</p:attrName>
                                        </p:attrNameLst>
                                      </p:cBhvr>
                                      <p:to>
                                        <p:strVal val="visible"/>
                                      </p:to>
                                    </p:set>
                                    <p:animEffect transition="in" filter="barn(outVertical)">
                                      <p:cBhvr>
                                        <p:cTn id="68" dur="500"/>
                                        <p:tgtEl>
                                          <p:spTgt spid="53537"/>
                                        </p:tgtEl>
                                      </p:cBhvr>
                                    </p:animEffect>
                                  </p:childTnLst>
                                  <p:subTnLst>
                                    <p:audio>
                                      <p:cMediaNode>
                                        <p:cTn display="0" masterRel="sameClick">
                                          <p:stCondLst>
                                            <p:cond evt="begin" delay="0">
                                              <p:tn val="66"/>
                                            </p:cond>
                                          </p:stCondLst>
                                          <p:endCondLst>
                                            <p:cond evt="onStopAudio" delay="0">
                                              <p:tgtEl>
                                                <p:sldTgt/>
                                              </p:tgtEl>
                                            </p:cond>
                                          </p:endCondLst>
                                        </p:cTn>
                                        <p:tgtEl>
                                          <p:sndTgt r:embed="rId4" name="type.wav"/>
                                        </p:tgtEl>
                                      </p:cMediaNode>
                                    </p:audio>
                                  </p:subTnLst>
                                </p:cTn>
                              </p:par>
                            </p:childTnLst>
                          </p:cTn>
                        </p:par>
                      </p:childTnLst>
                    </p:cTn>
                  </p:par>
                  <p:par>
                    <p:cTn id="69" fill="hold">
                      <p:stCondLst>
                        <p:cond delay="indefinite"/>
                      </p:stCondLst>
                      <p:childTnLst>
                        <p:par>
                          <p:cTn id="70" fill="hold">
                            <p:stCondLst>
                              <p:cond delay="0"/>
                            </p:stCondLst>
                            <p:childTnLst>
                              <p:par>
                                <p:cTn id="71" presetID="22" presetClass="entr" presetSubtype="1" fill="hold" grpId="0" nodeType="clickEffect">
                                  <p:stCondLst>
                                    <p:cond delay="0"/>
                                  </p:stCondLst>
                                  <p:childTnLst>
                                    <p:set>
                                      <p:cBhvr>
                                        <p:cTn id="72" dur="1" fill="hold">
                                          <p:stCondLst>
                                            <p:cond delay="0"/>
                                          </p:stCondLst>
                                        </p:cTn>
                                        <p:tgtEl>
                                          <p:spTgt spid="53538"/>
                                        </p:tgtEl>
                                        <p:attrNameLst>
                                          <p:attrName>style.visibility</p:attrName>
                                        </p:attrNameLst>
                                      </p:cBhvr>
                                      <p:to>
                                        <p:strVal val="visible"/>
                                      </p:to>
                                    </p:set>
                                    <p:animEffect transition="in" filter="wipe(up)">
                                      <p:cBhvr>
                                        <p:cTn id="73" dur="500"/>
                                        <p:tgtEl>
                                          <p:spTgt spid="53538"/>
                                        </p:tgtEl>
                                      </p:cBhvr>
                                    </p:animEffect>
                                  </p:childTnLst>
                                  <p:subTnLst>
                                    <p:audio>
                                      <p:cMediaNode>
                                        <p:cTn display="0" masterRel="sameClick">
                                          <p:stCondLst>
                                            <p:cond evt="begin" delay="0">
                                              <p:tn val="71"/>
                                            </p:cond>
                                          </p:stCondLst>
                                          <p:endCondLst>
                                            <p:cond evt="onStopAudio" delay="0">
                                              <p:tgtEl>
                                                <p:sldTgt/>
                                              </p:tgtEl>
                                            </p:cond>
                                          </p:endCondLst>
                                        </p:cTn>
                                        <p:tgtEl>
                                          <p:sndTgt r:embed="rId7" name="cashreg.wav"/>
                                        </p:tgtEl>
                                      </p:cMediaNode>
                                    </p:audio>
                                  </p:subTnLst>
                                </p:cTn>
                              </p:par>
                            </p:childTnLst>
                          </p:cTn>
                        </p:par>
                      </p:childTnLst>
                    </p:cTn>
                  </p:par>
                  <p:par>
                    <p:cTn id="74" fill="hold">
                      <p:stCondLst>
                        <p:cond delay="indefinite"/>
                      </p:stCondLst>
                      <p:childTnLst>
                        <p:par>
                          <p:cTn id="75" fill="hold">
                            <p:stCondLst>
                              <p:cond delay="0"/>
                            </p:stCondLst>
                            <p:childTnLst>
                              <p:par>
                                <p:cTn id="76" presetID="22" presetClass="entr" presetSubtype="1" fill="hold" grpId="0" nodeType="clickEffect">
                                  <p:stCondLst>
                                    <p:cond delay="0"/>
                                  </p:stCondLst>
                                  <p:childTnLst>
                                    <p:set>
                                      <p:cBhvr>
                                        <p:cTn id="77" dur="1" fill="hold">
                                          <p:stCondLst>
                                            <p:cond delay="0"/>
                                          </p:stCondLst>
                                        </p:cTn>
                                        <p:tgtEl>
                                          <p:spTgt spid="53539"/>
                                        </p:tgtEl>
                                        <p:attrNameLst>
                                          <p:attrName>style.visibility</p:attrName>
                                        </p:attrNameLst>
                                      </p:cBhvr>
                                      <p:to>
                                        <p:strVal val="visible"/>
                                      </p:to>
                                    </p:set>
                                    <p:animEffect transition="in" filter="wipe(up)">
                                      <p:cBhvr>
                                        <p:cTn id="78" dur="500"/>
                                        <p:tgtEl>
                                          <p:spTgt spid="53539"/>
                                        </p:tgtEl>
                                      </p:cBhvr>
                                    </p:animEffect>
                                  </p:childTnLst>
                                  <p:subTnLst>
                                    <p:audio>
                                      <p:cMediaNode>
                                        <p:cTn display="0" masterRel="sameClick">
                                          <p:stCondLst>
                                            <p:cond evt="begin" delay="0">
                                              <p:tn val="76"/>
                                            </p:cond>
                                          </p:stCondLst>
                                          <p:endCondLst>
                                            <p:cond evt="onStopAudio" delay="0">
                                              <p:tgtEl>
                                                <p:sldTgt/>
                                              </p:tgtEl>
                                            </p:cond>
                                          </p:endCondLst>
                                        </p:cTn>
                                        <p:tgtEl>
                                          <p:sndTgt r:embed="rId7" name="cashreg.wav"/>
                                        </p:tgtEl>
                                      </p:cMediaNode>
                                    </p:audio>
                                  </p:sub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53540"/>
                                        </p:tgtEl>
                                        <p:attrNameLst>
                                          <p:attrName>style.visibility</p:attrName>
                                        </p:attrNameLst>
                                      </p:cBhvr>
                                      <p:to>
                                        <p:strVal val="visible"/>
                                      </p:to>
                                    </p:set>
                                    <p:animEffect transition="in" filter="wipe(left)">
                                      <p:cBhvr>
                                        <p:cTn id="83" dur="500"/>
                                        <p:tgtEl>
                                          <p:spTgt spid="53540"/>
                                        </p:tgtEl>
                                      </p:cBhvr>
                                    </p:animEffect>
                                  </p:childTnLst>
                                  <p:subTnLst>
                                    <p:audio>
                                      <p:cMediaNode>
                                        <p:cTn display="0" masterRel="sameClick">
                                          <p:stCondLst>
                                            <p:cond evt="begin" delay="0">
                                              <p:tn val="81"/>
                                            </p:cond>
                                          </p:stCondLst>
                                          <p:endCondLst>
                                            <p:cond evt="onStopAudio" delay="0">
                                              <p:tgtEl>
                                                <p:sldTgt/>
                                              </p:tgtEl>
                                            </p:cond>
                                          </p:endCondLst>
                                        </p:cTn>
                                        <p:tgtEl>
                                          <p:sndTgt r:embed="rId4" name="type.wav"/>
                                        </p:tgtEl>
                                      </p:cMediaNode>
                                    </p:audio>
                                  </p:subTnLst>
                                </p:cTn>
                              </p:par>
                            </p:childTnLst>
                          </p:cTn>
                        </p:par>
                      </p:childTnLst>
                    </p:cTn>
                  </p:par>
                  <p:par>
                    <p:cTn id="84" fill="hold">
                      <p:stCondLst>
                        <p:cond delay="indefinite"/>
                      </p:stCondLst>
                      <p:childTnLst>
                        <p:par>
                          <p:cTn id="85" fill="hold">
                            <p:stCondLst>
                              <p:cond delay="0"/>
                            </p:stCondLst>
                            <p:childTnLst>
                              <p:par>
                                <p:cTn id="86" presetID="22" presetClass="entr" presetSubtype="1" fill="hold" grpId="0" nodeType="clickEffect">
                                  <p:stCondLst>
                                    <p:cond delay="0"/>
                                  </p:stCondLst>
                                  <p:childTnLst>
                                    <p:set>
                                      <p:cBhvr>
                                        <p:cTn id="87" dur="1" fill="hold">
                                          <p:stCondLst>
                                            <p:cond delay="0"/>
                                          </p:stCondLst>
                                        </p:cTn>
                                        <p:tgtEl>
                                          <p:spTgt spid="53542"/>
                                        </p:tgtEl>
                                        <p:attrNameLst>
                                          <p:attrName>style.visibility</p:attrName>
                                        </p:attrNameLst>
                                      </p:cBhvr>
                                      <p:to>
                                        <p:strVal val="visible"/>
                                      </p:to>
                                    </p:set>
                                    <p:animEffect transition="in" filter="wipe(up)">
                                      <p:cBhvr>
                                        <p:cTn id="88" dur="500"/>
                                        <p:tgtEl>
                                          <p:spTgt spid="53542"/>
                                        </p:tgtEl>
                                      </p:cBhvr>
                                    </p:animEffect>
                                  </p:childTnLst>
                                  <p:subTnLst>
                                    <p:audio>
                                      <p:cMediaNode>
                                        <p:cTn display="0" masterRel="sameClick">
                                          <p:stCondLst>
                                            <p:cond evt="begin" delay="0">
                                              <p:tn val="86"/>
                                            </p:cond>
                                          </p:stCondLst>
                                          <p:endCondLst>
                                            <p:cond evt="onStopAudio" delay="0">
                                              <p:tgtEl>
                                                <p:sldTgt/>
                                              </p:tgtEl>
                                            </p:cond>
                                          </p:endCondLst>
                                        </p:cTn>
                                        <p:tgtEl>
                                          <p:sndTgt r:embed="rId7" name="cashreg.wav"/>
                                        </p:tgtEl>
                                      </p:cMediaNode>
                                    </p:audio>
                                  </p:subTnLst>
                                </p:cTn>
                              </p:par>
                            </p:childTnLst>
                          </p:cTn>
                        </p:par>
                      </p:childTnLst>
                    </p:cTn>
                  </p:par>
                  <p:par>
                    <p:cTn id="89" fill="hold">
                      <p:stCondLst>
                        <p:cond delay="indefinite"/>
                      </p:stCondLst>
                      <p:childTnLst>
                        <p:par>
                          <p:cTn id="90" fill="hold">
                            <p:stCondLst>
                              <p:cond delay="0"/>
                            </p:stCondLst>
                            <p:childTnLst>
                              <p:par>
                                <p:cTn id="91" presetID="22" presetClass="entr" presetSubtype="1" fill="hold" grpId="0" nodeType="clickEffect">
                                  <p:stCondLst>
                                    <p:cond delay="0"/>
                                  </p:stCondLst>
                                  <p:childTnLst>
                                    <p:set>
                                      <p:cBhvr>
                                        <p:cTn id="92" dur="1" fill="hold">
                                          <p:stCondLst>
                                            <p:cond delay="0"/>
                                          </p:stCondLst>
                                        </p:cTn>
                                        <p:tgtEl>
                                          <p:spTgt spid="53541"/>
                                        </p:tgtEl>
                                        <p:attrNameLst>
                                          <p:attrName>style.visibility</p:attrName>
                                        </p:attrNameLst>
                                      </p:cBhvr>
                                      <p:to>
                                        <p:strVal val="visible"/>
                                      </p:to>
                                    </p:set>
                                    <p:animEffect transition="in" filter="wipe(up)">
                                      <p:cBhvr>
                                        <p:cTn id="93" dur="500"/>
                                        <p:tgtEl>
                                          <p:spTgt spid="53541"/>
                                        </p:tgtEl>
                                      </p:cBhvr>
                                    </p:animEffect>
                                  </p:childTnLst>
                                  <p:subTnLst>
                                    <p:audio>
                                      <p:cMediaNode>
                                        <p:cTn display="0" masterRel="sameClick">
                                          <p:stCondLst>
                                            <p:cond evt="begin" delay="0">
                                              <p:tn val="91"/>
                                            </p:cond>
                                          </p:stCondLst>
                                          <p:endCondLst>
                                            <p:cond evt="onStopAudio" delay="0">
                                              <p:tgtEl>
                                                <p:sldTgt/>
                                              </p:tgtEl>
                                            </p:cond>
                                          </p:endCondLst>
                                        </p:cTn>
                                        <p:tgtEl>
                                          <p:sndTgt r:embed="rId7" name="cashreg.wav"/>
                                        </p:tgtEl>
                                      </p:cMediaNode>
                                    </p:audio>
                                  </p:subTnLst>
                                </p:cTn>
                              </p:par>
                            </p:childTnLst>
                          </p:cTn>
                        </p:par>
                      </p:childTnLst>
                    </p:cTn>
                  </p:par>
                  <p:par>
                    <p:cTn id="94" fill="hold">
                      <p:stCondLst>
                        <p:cond delay="indefinite"/>
                      </p:stCondLst>
                      <p:childTnLst>
                        <p:par>
                          <p:cTn id="95" fill="hold">
                            <p:stCondLst>
                              <p:cond delay="0"/>
                            </p:stCondLst>
                            <p:childTnLst>
                              <p:par>
                                <p:cTn id="96" presetID="4" presetClass="entr" presetSubtype="32" fill="hold" nodeType="clickEffect">
                                  <p:stCondLst>
                                    <p:cond delay="0"/>
                                  </p:stCondLst>
                                  <p:childTnLst>
                                    <p:set>
                                      <p:cBhvr>
                                        <p:cTn id="97" dur="1" fill="hold">
                                          <p:stCondLst>
                                            <p:cond delay="0"/>
                                          </p:stCondLst>
                                        </p:cTn>
                                        <p:tgtEl>
                                          <p:spTgt spid="53543"/>
                                        </p:tgtEl>
                                        <p:attrNameLst>
                                          <p:attrName>style.visibility</p:attrName>
                                        </p:attrNameLst>
                                      </p:cBhvr>
                                      <p:to>
                                        <p:strVal val="visible"/>
                                      </p:to>
                                    </p:set>
                                    <p:animEffect transition="in" filter="box(out)">
                                      <p:cBhvr>
                                        <p:cTn id="98" dur="500"/>
                                        <p:tgtEl>
                                          <p:spTgt spid="53543"/>
                                        </p:tgtEl>
                                      </p:cBhvr>
                                    </p:animEffect>
                                  </p:childTnLst>
                                  <p:subTnLst>
                                    <p:audio>
                                      <p:cMediaNode>
                                        <p:cTn display="0" masterRel="sameClick">
                                          <p:stCondLst>
                                            <p:cond evt="begin" delay="0">
                                              <p:tn val="96"/>
                                            </p:cond>
                                          </p:stCondLst>
                                          <p:endCondLst>
                                            <p:cond evt="onStopAudio" delay="0">
                                              <p:tgtEl>
                                                <p:sldTgt/>
                                              </p:tgtEl>
                                            </p:cond>
                                          </p:endCondLst>
                                        </p:cTn>
                                        <p:tgtEl>
                                          <p:sndTgt r:embed="rId3" name="camera.wav"/>
                                        </p:tgtEl>
                                      </p:cMediaNode>
                                    </p:audio>
                                  </p:subTnLst>
                                </p:cTn>
                              </p:par>
                            </p:childTnLst>
                          </p:cTn>
                        </p:par>
                      </p:childTnLst>
                    </p:cTn>
                  </p:par>
                  <p:par>
                    <p:cTn id="99" fill="hold">
                      <p:stCondLst>
                        <p:cond delay="indefinite"/>
                      </p:stCondLst>
                      <p:childTnLst>
                        <p:par>
                          <p:cTn id="100" fill="hold">
                            <p:stCondLst>
                              <p:cond delay="0"/>
                            </p:stCondLst>
                            <p:childTnLst>
                              <p:par>
                                <p:cTn id="101" presetID="22" presetClass="entr" presetSubtype="8" fill="hold" grpId="0" nodeType="clickEffect">
                                  <p:stCondLst>
                                    <p:cond delay="0"/>
                                  </p:stCondLst>
                                  <p:childTnLst>
                                    <p:set>
                                      <p:cBhvr>
                                        <p:cTn id="102" dur="1" fill="hold">
                                          <p:stCondLst>
                                            <p:cond delay="0"/>
                                          </p:stCondLst>
                                        </p:cTn>
                                        <p:tgtEl>
                                          <p:spTgt spid="53550"/>
                                        </p:tgtEl>
                                        <p:attrNameLst>
                                          <p:attrName>style.visibility</p:attrName>
                                        </p:attrNameLst>
                                      </p:cBhvr>
                                      <p:to>
                                        <p:strVal val="visible"/>
                                      </p:to>
                                    </p:set>
                                    <p:animEffect transition="in" filter="wipe(left)">
                                      <p:cBhvr>
                                        <p:cTn id="103" dur="500"/>
                                        <p:tgtEl>
                                          <p:spTgt spid="53550"/>
                                        </p:tgtEl>
                                      </p:cBhvr>
                                    </p:animEffect>
                                  </p:childTnLst>
                                  <p:subTnLst>
                                    <p:audio>
                                      <p:cMediaNode>
                                        <p:cTn display="0" masterRel="sameClick">
                                          <p:stCondLst>
                                            <p:cond evt="begin" delay="0">
                                              <p:tn val="101"/>
                                            </p:cond>
                                          </p:stCondLst>
                                          <p:endCondLst>
                                            <p:cond evt="onStopAudio" delay="0">
                                              <p:tgtEl>
                                                <p:sldTgt/>
                                              </p:tgtEl>
                                            </p:cond>
                                          </p:endCondLst>
                                        </p:cTn>
                                        <p:tgtEl>
                                          <p:sndTgt r:embed="rId4"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31" grpId="0"/>
      <p:bldP spid="53332" grpId="0"/>
      <p:bldP spid="53333" grpId="0"/>
      <p:bldP spid="53452" grpId="0"/>
      <p:bldP spid="53537" grpId="0"/>
      <p:bldP spid="53538" grpId="0"/>
      <p:bldP spid="53539" grpId="0"/>
      <p:bldP spid="53540" grpId="0"/>
      <p:bldP spid="53541" grpId="0"/>
      <p:bldP spid="53542" grpId="0"/>
      <p:bldP spid="5355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日期占位符 1"/>
          <p:cNvSpPr>
            <a:spLocks noGrp="1" noChangeArrowheads="1"/>
          </p:cNvSpPr>
          <p:nvPr>
            <p:ph type="dt" sz="quarter" idx="10"/>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A2AD3026-8A2C-4559-B932-55119D8A3F7B}" type="datetime1">
              <a:rPr lang="zh-CN" altLang="en-US" smtClean="0">
                <a:solidFill>
                  <a:srgbClr val="000000"/>
                </a:solidFill>
                <a:latin typeface="Times New Roman" panose="02020603050405020304" pitchFamily="18" charset="0"/>
              </a:rPr>
              <a:t>2020/10/28</a:t>
            </a:fld>
            <a:endParaRPr lang="zh-CN" altLang="en-US">
              <a:solidFill>
                <a:srgbClr val="000000"/>
              </a:solidFill>
              <a:latin typeface="Times New Roman" panose="02020603050405020304" pitchFamily="18" charset="0"/>
            </a:endParaRPr>
          </a:p>
        </p:txBody>
      </p:sp>
      <p:sp>
        <p:nvSpPr>
          <p:cNvPr id="88066"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r>
              <a:rPr lang="zh-CN" altLang="en-US">
                <a:solidFill>
                  <a:srgbClr val="000000"/>
                </a:solidFill>
                <a:latin typeface="Times New Roman" panose="02020603050405020304" pitchFamily="18" charset="0"/>
              </a:rPr>
              <a:t>数值分析    </a:t>
            </a:r>
            <a:endParaRPr lang="en-US" altLang="zh-CN">
              <a:solidFill>
                <a:srgbClr val="000000"/>
              </a:solidFill>
              <a:latin typeface="Times New Roman" panose="02020603050405020304" pitchFamily="18" charset="0"/>
            </a:endParaRPr>
          </a:p>
        </p:txBody>
      </p:sp>
      <p:sp>
        <p:nvSpPr>
          <p:cNvPr id="88067" name="灯片编号占位符 3"/>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buFont typeface="Arial" panose="020B0604020202020204" pitchFamily="34" charset="0"/>
              <a:buNone/>
            </a:pPr>
            <a:fld id="{F00F3EF2-8E29-427E-91D7-C775990A7408}" type="slidenum">
              <a:rPr lang="zh-CN" altLang="en-US" smtClean="0">
                <a:solidFill>
                  <a:srgbClr val="000000"/>
                </a:solidFill>
                <a:latin typeface="Times New Roman" panose="02020603050405020304" pitchFamily="18" charset="0"/>
              </a:rPr>
              <a:t>78</a:t>
            </a:fld>
            <a:endParaRPr lang="zh-CN" altLang="en-US">
              <a:solidFill>
                <a:srgbClr val="000000"/>
              </a:solidFill>
              <a:latin typeface="Times New Roman" panose="02020603050405020304" pitchFamily="18" charset="0"/>
            </a:endParaRPr>
          </a:p>
        </p:txBody>
      </p:sp>
      <p:sp>
        <p:nvSpPr>
          <p:cNvPr id="54274" name="Text Box 2"/>
          <p:cNvSpPr txBox="1">
            <a:spLocks noChangeArrowheads="1"/>
          </p:cNvSpPr>
          <p:nvPr/>
        </p:nvSpPr>
        <p:spPr bwMode="auto">
          <a:xfrm>
            <a:off x="381000" y="228600"/>
            <a:ext cx="8458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8000"/>
                </a:solidFill>
                <a:latin typeface="Times New Roman" panose="02020603050405020304" pitchFamily="18" charset="0"/>
                <a:ea typeface="楷体_GB2312" pitchFamily="49" charset="-122"/>
                <a:sym typeface="Wingdings" panose="05000000000000000000" pitchFamily="2" charset="2"/>
              </a:rPr>
              <a:t></a:t>
            </a:r>
            <a:r>
              <a:rPr lang="zh-CN" altLang="en-US" sz="28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第</a:t>
            </a:r>
            <a:r>
              <a:rPr lang="en-US" altLang="zh-CN" sz="2400" b="1">
                <a:solidFill>
                  <a:srgbClr val="3333CC"/>
                </a:solidFill>
                <a:latin typeface="Times New Roman" panose="02020603050405020304" pitchFamily="18" charset="0"/>
                <a:ea typeface="楷体_GB2312" pitchFamily="49" charset="-122"/>
                <a:sym typeface="Wingdings" panose="05000000000000000000" pitchFamily="2" charset="2"/>
              </a:rPr>
              <a:t>1</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类边条件</a:t>
            </a:r>
            <a:r>
              <a:rPr lang="zh-CN" altLang="en-US" sz="20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a</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i="1">
                <a:solidFill>
                  <a:srgbClr val="3333CC"/>
                </a:solidFill>
                <a:latin typeface="Times New Roman" panose="02020603050405020304" pitchFamily="18" charset="0"/>
                <a:ea typeface="楷体_GB2312" pitchFamily="49" charset="-122"/>
              </a:rPr>
              <a:t>’</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b</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n</a:t>
            </a:r>
            <a:r>
              <a:rPr lang="en-US" altLang="zh-CN" sz="2000" b="1" i="1">
                <a:solidFill>
                  <a:srgbClr val="3333CC"/>
                </a:solidFill>
                <a:latin typeface="Times New Roman" panose="02020603050405020304" pitchFamily="18" charset="0"/>
                <a:ea typeface="楷体_GB2312" pitchFamily="49" charset="-122"/>
              </a:rPr>
              <a:t>’</a:t>
            </a:r>
          </a:p>
        </p:txBody>
      </p:sp>
      <p:grpSp>
        <p:nvGrpSpPr>
          <p:cNvPr id="54275" name="Group 3"/>
          <p:cNvGrpSpPr/>
          <p:nvPr/>
        </p:nvGrpSpPr>
        <p:grpSpPr bwMode="auto">
          <a:xfrm>
            <a:off x="381000" y="762000"/>
            <a:ext cx="7246938" cy="715963"/>
            <a:chOff x="0" y="0"/>
            <a:chExt cx="4565" cy="451"/>
          </a:xfrm>
        </p:grpSpPr>
        <p:sp>
          <p:nvSpPr>
            <p:cNvPr id="88070" name="Text Box 4"/>
            <p:cNvSpPr txBox="1">
              <a:spLocks noChangeArrowheads="1"/>
            </p:cNvSpPr>
            <p:nvPr/>
          </p:nvSpPr>
          <p:spPr bwMode="auto">
            <a:xfrm>
              <a:off x="0" y="73"/>
              <a:ext cx="17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000" b="1" i="1">
                  <a:solidFill>
                    <a:srgbClr val="3333CC"/>
                  </a:solidFill>
                  <a:latin typeface="Times New Roman" panose="02020603050405020304" pitchFamily="18" charset="0"/>
                  <a:ea typeface="楷体_GB2312" pitchFamily="49" charset="-122"/>
                </a:rPr>
                <a:t>a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baseline="-25000">
                  <a:solidFill>
                    <a:srgbClr val="3333CC"/>
                  </a:solidFill>
                  <a:latin typeface="Times New Roman" panose="02020603050405020304" pitchFamily="18" charset="0"/>
                  <a:ea typeface="楷体_GB2312" pitchFamily="49" charset="-122"/>
                </a:rPr>
                <a:t>1</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a:t>
              </a:r>
              <a:r>
                <a:rPr lang="en-US" altLang="zh-CN" sz="24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[1]</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 =</a:t>
              </a:r>
            </a:p>
          </p:txBody>
        </p:sp>
        <p:grpSp>
          <p:nvGrpSpPr>
            <p:cNvPr id="88071" name="Group 5"/>
            <p:cNvGrpSpPr/>
            <p:nvPr/>
          </p:nvGrpSpPr>
          <p:grpSpPr bwMode="auto">
            <a:xfrm>
              <a:off x="1392" y="0"/>
              <a:ext cx="3173" cy="451"/>
              <a:chOff x="0" y="0"/>
              <a:chExt cx="3173" cy="451"/>
            </a:xfrm>
          </p:grpSpPr>
          <p:sp>
            <p:nvSpPr>
              <p:cNvPr id="88072" name="Line 6"/>
              <p:cNvSpPr>
                <a:spLocks noChangeShapeType="1"/>
              </p:cNvSpPr>
              <p:nvPr/>
            </p:nvSpPr>
            <p:spPr bwMode="auto">
              <a:xfrm>
                <a:off x="329" y="232"/>
                <a:ext cx="53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8073" name="Line 7"/>
              <p:cNvSpPr>
                <a:spLocks noChangeShapeType="1"/>
              </p:cNvSpPr>
              <p:nvPr/>
            </p:nvSpPr>
            <p:spPr bwMode="auto">
              <a:xfrm>
                <a:off x="1218" y="232"/>
                <a:ext cx="472"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8074" name="Line 8"/>
              <p:cNvSpPr>
                <a:spLocks noChangeShapeType="1"/>
              </p:cNvSpPr>
              <p:nvPr/>
            </p:nvSpPr>
            <p:spPr bwMode="auto">
              <a:xfrm>
                <a:off x="2488" y="232"/>
                <a:ext cx="544" cy="1"/>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8075" name="Rectangle 9"/>
              <p:cNvSpPr>
                <a:spLocks noChangeArrowheads="1"/>
              </p:cNvSpPr>
              <p:nvPr/>
            </p:nvSpPr>
            <p:spPr bwMode="auto">
              <a:xfrm>
                <a:off x="3125" y="2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076" name="Rectangle 10"/>
              <p:cNvSpPr>
                <a:spLocks noChangeArrowheads="1"/>
              </p:cNvSpPr>
              <p:nvPr/>
            </p:nvSpPr>
            <p:spPr bwMode="auto">
              <a:xfrm>
                <a:off x="2969" y="12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0</a:t>
                </a:r>
                <a:endParaRPr lang="en-US" altLang="zh-CN" sz="2800">
                  <a:solidFill>
                    <a:srgbClr val="FF3300"/>
                  </a:solidFill>
                  <a:latin typeface="Times New Roman" panose="02020603050405020304" pitchFamily="18" charset="0"/>
                  <a:ea typeface="楷体_GB2312" pitchFamily="49" charset="-122"/>
                </a:endParaRPr>
              </a:p>
            </p:txBody>
          </p:sp>
          <p:sp>
            <p:nvSpPr>
              <p:cNvPr id="88077" name="Rectangle 11"/>
              <p:cNvSpPr>
                <a:spLocks noChangeArrowheads="1"/>
              </p:cNvSpPr>
              <p:nvPr/>
            </p:nvSpPr>
            <p:spPr bwMode="auto">
              <a:xfrm>
                <a:off x="2640" y="12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8078" name="Rectangle 12"/>
              <p:cNvSpPr>
                <a:spLocks noChangeArrowheads="1"/>
              </p:cNvSpPr>
              <p:nvPr/>
            </p:nvSpPr>
            <p:spPr bwMode="auto">
              <a:xfrm>
                <a:off x="2261" y="2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079" name="Rectangle 13"/>
              <p:cNvSpPr>
                <a:spLocks noChangeArrowheads="1"/>
              </p:cNvSpPr>
              <p:nvPr/>
            </p:nvSpPr>
            <p:spPr bwMode="auto">
              <a:xfrm>
                <a:off x="2067" y="2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88080" name="Rectangle 14"/>
              <p:cNvSpPr>
                <a:spLocks noChangeArrowheads="1"/>
              </p:cNvSpPr>
              <p:nvPr/>
            </p:nvSpPr>
            <p:spPr bwMode="auto">
              <a:xfrm>
                <a:off x="1500" y="336"/>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081" name="Rectangle 15"/>
              <p:cNvSpPr>
                <a:spLocks noChangeArrowheads="1"/>
              </p:cNvSpPr>
              <p:nvPr/>
            </p:nvSpPr>
            <p:spPr bwMode="auto">
              <a:xfrm>
                <a:off x="1627" y="11"/>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8082" name="Rectangle 16"/>
              <p:cNvSpPr>
                <a:spLocks noChangeArrowheads="1"/>
              </p:cNvSpPr>
              <p:nvPr/>
            </p:nvSpPr>
            <p:spPr bwMode="auto">
              <a:xfrm>
                <a:off x="1142" y="2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8083" name="Rectangle 17"/>
              <p:cNvSpPr>
                <a:spLocks noChangeArrowheads="1"/>
              </p:cNvSpPr>
              <p:nvPr/>
            </p:nvSpPr>
            <p:spPr bwMode="auto">
              <a:xfrm>
                <a:off x="642" y="336"/>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084" name="Rectangle 18"/>
              <p:cNvSpPr>
                <a:spLocks noChangeArrowheads="1"/>
              </p:cNvSpPr>
              <p:nvPr/>
            </p:nvSpPr>
            <p:spPr bwMode="auto">
              <a:xfrm>
                <a:off x="800" y="5"/>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000000"/>
                    </a:solidFill>
                    <a:latin typeface="Times New Roman" panose="02020603050405020304" pitchFamily="18" charset="0"/>
                    <a:ea typeface="楷体_GB2312" pitchFamily="49" charset="-122"/>
                  </a:rPr>
                  <a:t>2</a:t>
                </a:r>
                <a:endParaRPr lang="en-US" altLang="zh-CN" sz="2800">
                  <a:solidFill>
                    <a:srgbClr val="000000"/>
                  </a:solidFill>
                  <a:latin typeface="Times New Roman" panose="02020603050405020304" pitchFamily="18" charset="0"/>
                  <a:ea typeface="楷体_GB2312" pitchFamily="49" charset="-122"/>
                </a:endParaRPr>
              </a:p>
            </p:txBody>
          </p:sp>
          <p:sp>
            <p:nvSpPr>
              <p:cNvPr id="88085" name="Rectangle 19"/>
              <p:cNvSpPr>
                <a:spLocks noChangeArrowheads="1"/>
              </p:cNvSpPr>
              <p:nvPr/>
            </p:nvSpPr>
            <p:spPr bwMode="auto">
              <a:xfrm>
                <a:off x="471" y="122"/>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086" name="Rectangle 20"/>
              <p:cNvSpPr>
                <a:spLocks noChangeArrowheads="1"/>
              </p:cNvSpPr>
              <p:nvPr/>
            </p:nvSpPr>
            <p:spPr bwMode="auto">
              <a:xfrm>
                <a:off x="251" y="227"/>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0</a:t>
                </a:r>
                <a:endParaRPr lang="en-US" altLang="zh-CN" sz="2800">
                  <a:solidFill>
                    <a:srgbClr val="FF3300"/>
                  </a:solidFill>
                  <a:latin typeface="Times New Roman" panose="02020603050405020304" pitchFamily="18" charset="0"/>
                  <a:ea typeface="楷体_GB2312" pitchFamily="49" charset="-122"/>
                </a:endParaRPr>
              </a:p>
            </p:txBody>
          </p:sp>
          <p:sp>
            <p:nvSpPr>
              <p:cNvPr id="88087" name="Rectangle 21"/>
              <p:cNvSpPr>
                <a:spLocks noChangeArrowheads="1"/>
              </p:cNvSpPr>
              <p:nvPr/>
            </p:nvSpPr>
            <p:spPr bwMode="auto">
              <a:xfrm>
                <a:off x="2725" y="23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8088" name="Rectangle 22"/>
              <p:cNvSpPr>
                <a:spLocks noChangeArrowheads="1"/>
              </p:cNvSpPr>
              <p:nvPr/>
            </p:nvSpPr>
            <p:spPr bwMode="auto">
              <a:xfrm>
                <a:off x="2317" y="12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89" name="Rectangle 23"/>
              <p:cNvSpPr>
                <a:spLocks noChangeArrowheads="1"/>
              </p:cNvSpPr>
              <p:nvPr/>
            </p:nvSpPr>
            <p:spPr bwMode="auto">
              <a:xfrm>
                <a:off x="2125" y="12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090" name="Rectangle 24"/>
              <p:cNvSpPr>
                <a:spLocks noChangeArrowheads="1"/>
              </p:cNvSpPr>
              <p:nvPr/>
            </p:nvSpPr>
            <p:spPr bwMode="auto">
              <a:xfrm>
                <a:off x="1928" y="12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91" name="Rectangle 25"/>
              <p:cNvSpPr>
                <a:spLocks noChangeArrowheads="1"/>
              </p:cNvSpPr>
              <p:nvPr/>
            </p:nvSpPr>
            <p:spPr bwMode="auto">
              <a:xfrm>
                <a:off x="1358" y="23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8092" name="Rectangle 26"/>
              <p:cNvSpPr>
                <a:spLocks noChangeArrowheads="1"/>
              </p:cNvSpPr>
              <p:nvPr/>
            </p:nvSpPr>
            <p:spPr bwMode="auto">
              <a:xfrm>
                <a:off x="1574" y="2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93" name="Rectangle 27"/>
              <p:cNvSpPr>
                <a:spLocks noChangeArrowheads="1"/>
              </p:cNvSpPr>
              <p:nvPr/>
            </p:nvSpPr>
            <p:spPr bwMode="auto">
              <a:xfrm>
                <a:off x="1223" y="2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94" name="Rectangle 28"/>
              <p:cNvSpPr>
                <a:spLocks noChangeArrowheads="1"/>
              </p:cNvSpPr>
              <p:nvPr/>
            </p:nvSpPr>
            <p:spPr bwMode="auto">
              <a:xfrm>
                <a:off x="500" y="23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8095" name="Rectangle 29"/>
              <p:cNvSpPr>
                <a:spLocks noChangeArrowheads="1"/>
              </p:cNvSpPr>
              <p:nvPr/>
            </p:nvSpPr>
            <p:spPr bwMode="auto">
              <a:xfrm>
                <a:off x="747"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96" name="Rectangle 30"/>
              <p:cNvSpPr>
                <a:spLocks noChangeArrowheads="1"/>
              </p:cNvSpPr>
              <p:nvPr/>
            </p:nvSpPr>
            <p:spPr bwMode="auto">
              <a:xfrm>
                <a:off x="335" y="20"/>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Times New Roman" panose="02020603050405020304" pitchFamily="18" charset="0"/>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097" name="Rectangle 31"/>
              <p:cNvSpPr>
                <a:spLocks noChangeArrowheads="1"/>
              </p:cNvSpPr>
              <p:nvPr/>
            </p:nvSpPr>
            <p:spPr bwMode="auto">
              <a:xfrm>
                <a:off x="3057" y="125"/>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8098" name="Rectangle 32"/>
              <p:cNvSpPr>
                <a:spLocks noChangeArrowheads="1"/>
              </p:cNvSpPr>
              <p:nvPr/>
            </p:nvSpPr>
            <p:spPr bwMode="auto">
              <a:xfrm>
                <a:off x="2830"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099" name="Rectangle 33"/>
              <p:cNvSpPr>
                <a:spLocks noChangeArrowheads="1"/>
              </p:cNvSpPr>
              <p:nvPr/>
            </p:nvSpPr>
            <p:spPr bwMode="auto">
              <a:xfrm>
                <a:off x="2504" y="19"/>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00" name="Rectangle 34"/>
              <p:cNvSpPr>
                <a:spLocks noChangeArrowheads="1"/>
              </p:cNvSpPr>
              <p:nvPr/>
            </p:nvSpPr>
            <p:spPr bwMode="auto">
              <a:xfrm>
                <a:off x="2190" y="12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01" name="Rectangle 35"/>
              <p:cNvSpPr>
                <a:spLocks noChangeArrowheads="1"/>
              </p:cNvSpPr>
              <p:nvPr/>
            </p:nvSpPr>
            <p:spPr bwMode="auto">
              <a:xfrm>
                <a:off x="1991" y="12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02" name="Rectangle 36"/>
              <p:cNvSpPr>
                <a:spLocks noChangeArrowheads="1"/>
              </p:cNvSpPr>
              <p:nvPr/>
            </p:nvSpPr>
            <p:spPr bwMode="auto">
              <a:xfrm>
                <a:off x="1856" y="12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f</a:t>
                </a:r>
                <a:endParaRPr lang="en-US" altLang="zh-CN" sz="2800">
                  <a:solidFill>
                    <a:srgbClr val="000000"/>
                  </a:solidFill>
                  <a:latin typeface="Times New Roman" panose="02020603050405020304" pitchFamily="18" charset="0"/>
                  <a:ea typeface="楷体_GB2312" pitchFamily="49" charset="-122"/>
                </a:endParaRPr>
              </a:p>
            </p:txBody>
          </p:sp>
          <p:sp>
            <p:nvSpPr>
              <p:cNvPr id="88103" name="Rectangle 37"/>
              <p:cNvSpPr>
                <a:spLocks noChangeArrowheads="1"/>
              </p:cNvSpPr>
              <p:nvPr/>
            </p:nvSpPr>
            <p:spPr bwMode="auto">
              <a:xfrm>
                <a:off x="1432" y="235"/>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8104" name="Rectangle 38"/>
              <p:cNvSpPr>
                <a:spLocks noChangeArrowheads="1"/>
              </p:cNvSpPr>
              <p:nvPr/>
            </p:nvSpPr>
            <p:spPr bwMode="auto">
              <a:xfrm>
                <a:off x="1493" y="2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a</a:t>
                </a:r>
                <a:endParaRPr lang="en-US" altLang="zh-CN" sz="2800">
                  <a:solidFill>
                    <a:srgbClr val="3333CC"/>
                  </a:solidFill>
                  <a:latin typeface="Times New Roman" panose="02020603050405020304" pitchFamily="18" charset="0"/>
                  <a:ea typeface="楷体_GB2312" pitchFamily="49" charset="-122"/>
                </a:endParaRPr>
              </a:p>
            </p:txBody>
          </p:sp>
          <p:sp>
            <p:nvSpPr>
              <p:cNvPr id="88105" name="Rectangle 39"/>
              <p:cNvSpPr>
                <a:spLocks noChangeArrowheads="1"/>
              </p:cNvSpPr>
              <p:nvPr/>
            </p:nvSpPr>
            <p:spPr bwMode="auto">
              <a:xfrm>
                <a:off x="1289" y="2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8106" name="Rectangle 40"/>
              <p:cNvSpPr>
                <a:spLocks noChangeArrowheads="1"/>
              </p:cNvSpPr>
              <p:nvPr/>
            </p:nvSpPr>
            <p:spPr bwMode="auto">
              <a:xfrm>
                <a:off x="1007" y="125"/>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07" name="Rectangle 41"/>
              <p:cNvSpPr>
                <a:spLocks noChangeArrowheads="1"/>
              </p:cNvSpPr>
              <p:nvPr/>
            </p:nvSpPr>
            <p:spPr bwMode="auto">
              <a:xfrm>
                <a:off x="574" y="235"/>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8108" name="Rectangle 42"/>
              <p:cNvSpPr>
                <a:spLocks noChangeArrowheads="1"/>
              </p:cNvSpPr>
              <p:nvPr/>
            </p:nvSpPr>
            <p:spPr bwMode="auto">
              <a:xfrm>
                <a:off x="666"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000000"/>
                    </a:solidFill>
                    <a:latin typeface="Times New Roman" panose="02020603050405020304" pitchFamily="18" charset="0"/>
                    <a:ea typeface="楷体_GB2312" pitchFamily="49" charset="-122"/>
                  </a:rPr>
                  <a:t>x</a:t>
                </a:r>
                <a:endParaRPr lang="en-US" altLang="zh-CN" sz="2800">
                  <a:solidFill>
                    <a:srgbClr val="000000"/>
                  </a:solidFill>
                  <a:latin typeface="Times New Roman" panose="02020603050405020304" pitchFamily="18" charset="0"/>
                  <a:ea typeface="楷体_GB2312" pitchFamily="49" charset="-122"/>
                </a:endParaRPr>
              </a:p>
            </p:txBody>
          </p:sp>
          <p:sp>
            <p:nvSpPr>
              <p:cNvPr id="88109" name="Rectangle 43"/>
              <p:cNvSpPr>
                <a:spLocks noChangeArrowheads="1"/>
              </p:cNvSpPr>
              <p:nvPr/>
            </p:nvSpPr>
            <p:spPr bwMode="auto">
              <a:xfrm>
                <a:off x="400" y="2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10" name="Rectangle 44"/>
              <p:cNvSpPr>
                <a:spLocks noChangeArrowheads="1"/>
              </p:cNvSpPr>
              <p:nvPr/>
            </p:nvSpPr>
            <p:spPr bwMode="auto">
              <a:xfrm>
                <a:off x="112" y="125"/>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11" name="Rectangle 45"/>
              <p:cNvSpPr>
                <a:spLocks noChangeArrowheads="1"/>
              </p:cNvSpPr>
              <p:nvPr/>
            </p:nvSpPr>
            <p:spPr bwMode="auto">
              <a:xfrm>
                <a:off x="2717" y="0"/>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2" name="Rectangle 46"/>
              <p:cNvSpPr>
                <a:spLocks noChangeArrowheads="1"/>
              </p:cNvSpPr>
              <p:nvPr/>
            </p:nvSpPr>
            <p:spPr bwMode="auto">
              <a:xfrm>
                <a:off x="2380" y="10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3" name="Rectangle 47"/>
              <p:cNvSpPr>
                <a:spLocks noChangeArrowheads="1"/>
              </p:cNvSpPr>
              <p:nvPr/>
            </p:nvSpPr>
            <p:spPr bwMode="auto">
              <a:xfrm>
                <a:off x="1719" y="10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4" name="Rectangle 48"/>
              <p:cNvSpPr>
                <a:spLocks noChangeArrowheads="1"/>
              </p:cNvSpPr>
              <p:nvPr/>
            </p:nvSpPr>
            <p:spPr bwMode="auto">
              <a:xfrm>
                <a:off x="1390" y="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5" name="Rectangle 49"/>
              <p:cNvSpPr>
                <a:spLocks noChangeArrowheads="1"/>
              </p:cNvSpPr>
              <p:nvPr/>
            </p:nvSpPr>
            <p:spPr bwMode="auto">
              <a:xfrm>
                <a:off x="893" y="10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6" name="Rectangle 50"/>
              <p:cNvSpPr>
                <a:spLocks noChangeArrowheads="1"/>
              </p:cNvSpPr>
              <p:nvPr/>
            </p:nvSpPr>
            <p:spPr bwMode="auto">
              <a:xfrm>
                <a:off x="549" y="1"/>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17" name="Rectangle 51"/>
              <p:cNvSpPr>
                <a:spLocks noChangeArrowheads="1"/>
              </p:cNvSpPr>
              <p:nvPr/>
            </p:nvSpPr>
            <p:spPr bwMode="auto">
              <a:xfrm>
                <a:off x="0" y="10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grpSp>
        <p:nvGrpSpPr>
          <p:cNvPr id="54324" name="Group 52"/>
          <p:cNvGrpSpPr/>
          <p:nvPr/>
        </p:nvGrpSpPr>
        <p:grpSpPr bwMode="auto">
          <a:xfrm>
            <a:off x="3124200" y="1447800"/>
            <a:ext cx="5359400" cy="1239838"/>
            <a:chOff x="0" y="0"/>
            <a:chExt cx="3376" cy="781"/>
          </a:xfrm>
        </p:grpSpPr>
        <p:grpSp>
          <p:nvGrpSpPr>
            <p:cNvPr id="88119" name="Group 53"/>
            <p:cNvGrpSpPr/>
            <p:nvPr/>
          </p:nvGrpSpPr>
          <p:grpSpPr bwMode="auto">
            <a:xfrm>
              <a:off x="553" y="0"/>
              <a:ext cx="2396" cy="391"/>
              <a:chOff x="0" y="0"/>
              <a:chExt cx="2396" cy="391"/>
            </a:xfrm>
          </p:grpSpPr>
          <p:sp>
            <p:nvSpPr>
              <p:cNvPr id="88120" name="Line 54"/>
              <p:cNvSpPr>
                <a:spLocks noChangeShapeType="1"/>
              </p:cNvSpPr>
              <p:nvPr/>
            </p:nvSpPr>
            <p:spPr bwMode="auto">
              <a:xfrm>
                <a:off x="865" y="174"/>
                <a:ext cx="159"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8121" name="Rectangle 55"/>
              <p:cNvSpPr>
                <a:spLocks noChangeArrowheads="1"/>
              </p:cNvSpPr>
              <p:nvPr/>
            </p:nvSpPr>
            <p:spPr bwMode="auto">
              <a:xfrm>
                <a:off x="2348" y="16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88122" name="Rectangle 56"/>
              <p:cNvSpPr>
                <a:spLocks noChangeArrowheads="1"/>
              </p:cNvSpPr>
              <p:nvPr/>
            </p:nvSpPr>
            <p:spPr bwMode="auto">
              <a:xfrm>
                <a:off x="1607" y="16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123" name="Rectangle 57"/>
              <p:cNvSpPr>
                <a:spLocks noChangeArrowheads="1"/>
              </p:cNvSpPr>
              <p:nvPr/>
            </p:nvSpPr>
            <p:spPr bwMode="auto">
              <a:xfrm>
                <a:off x="1383" y="16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0</a:t>
                </a:r>
                <a:endParaRPr lang="en-US" altLang="zh-CN" sz="2800">
                  <a:solidFill>
                    <a:srgbClr val="3333CC"/>
                  </a:solidFill>
                  <a:latin typeface="Times New Roman" panose="02020603050405020304" pitchFamily="18" charset="0"/>
                  <a:ea typeface="楷体_GB2312" pitchFamily="49" charset="-122"/>
                </a:endParaRPr>
              </a:p>
            </p:txBody>
          </p:sp>
          <p:sp>
            <p:nvSpPr>
              <p:cNvPr id="88124" name="Rectangle 58"/>
              <p:cNvSpPr>
                <a:spLocks noChangeArrowheads="1"/>
              </p:cNvSpPr>
              <p:nvPr/>
            </p:nvSpPr>
            <p:spPr bwMode="auto">
              <a:xfrm>
                <a:off x="954" y="276"/>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125" name="Rectangle 59"/>
              <p:cNvSpPr>
                <a:spLocks noChangeArrowheads="1"/>
              </p:cNvSpPr>
              <p:nvPr/>
            </p:nvSpPr>
            <p:spPr bwMode="auto">
              <a:xfrm>
                <a:off x="631" y="16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sp>
            <p:nvSpPr>
              <p:cNvPr id="88126" name="Rectangle 60"/>
              <p:cNvSpPr>
                <a:spLocks noChangeArrowheads="1"/>
              </p:cNvSpPr>
              <p:nvPr/>
            </p:nvSpPr>
            <p:spPr bwMode="auto">
              <a:xfrm>
                <a:off x="252" y="169"/>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0</a:t>
                </a:r>
                <a:endParaRPr lang="en-US" altLang="zh-CN" sz="2800">
                  <a:solidFill>
                    <a:srgbClr val="FF3300"/>
                  </a:solidFill>
                  <a:latin typeface="Times New Roman" panose="02020603050405020304" pitchFamily="18" charset="0"/>
                  <a:ea typeface="楷体_GB2312" pitchFamily="49" charset="-122"/>
                </a:endParaRPr>
              </a:p>
            </p:txBody>
          </p:sp>
          <p:sp>
            <p:nvSpPr>
              <p:cNvPr id="88127" name="Rectangle 61"/>
              <p:cNvSpPr>
                <a:spLocks noChangeArrowheads="1"/>
              </p:cNvSpPr>
              <p:nvPr/>
            </p:nvSpPr>
            <p:spPr bwMode="auto">
              <a:xfrm>
                <a:off x="2030" y="70"/>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28" name="Rectangle 62"/>
              <p:cNvSpPr>
                <a:spLocks noChangeArrowheads="1"/>
              </p:cNvSpPr>
              <p:nvPr/>
            </p:nvSpPr>
            <p:spPr bwMode="auto">
              <a:xfrm>
                <a:off x="1670" y="70"/>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29" name="Rectangle 63"/>
              <p:cNvSpPr>
                <a:spLocks noChangeArrowheads="1"/>
              </p:cNvSpPr>
              <p:nvPr/>
            </p:nvSpPr>
            <p:spPr bwMode="auto">
              <a:xfrm>
                <a:off x="1450" y="70"/>
                <a:ext cx="4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30" name="Rectangle 64"/>
              <p:cNvSpPr>
                <a:spLocks noChangeArrowheads="1"/>
              </p:cNvSpPr>
              <p:nvPr/>
            </p:nvSpPr>
            <p:spPr bwMode="auto">
              <a:xfrm>
                <a:off x="1225" y="70"/>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31" name="Rectangle 65"/>
              <p:cNvSpPr>
                <a:spLocks noChangeArrowheads="1"/>
              </p:cNvSpPr>
              <p:nvPr/>
            </p:nvSpPr>
            <p:spPr bwMode="auto">
              <a:xfrm>
                <a:off x="1047" y="70"/>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32" name="Rectangle 66"/>
              <p:cNvSpPr>
                <a:spLocks noChangeArrowheads="1"/>
              </p:cNvSpPr>
              <p:nvPr/>
            </p:nvSpPr>
            <p:spPr bwMode="auto">
              <a:xfrm>
                <a:off x="904" y="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8133" name="Rectangle 67"/>
              <p:cNvSpPr>
                <a:spLocks noChangeArrowheads="1"/>
              </p:cNvSpPr>
              <p:nvPr/>
            </p:nvSpPr>
            <p:spPr bwMode="auto">
              <a:xfrm>
                <a:off x="0" y="7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8134" name="Rectangle 68"/>
              <p:cNvSpPr>
                <a:spLocks noChangeArrowheads="1"/>
              </p:cNvSpPr>
              <p:nvPr/>
            </p:nvSpPr>
            <p:spPr bwMode="auto">
              <a:xfrm>
                <a:off x="2262" y="7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g</a:t>
                </a:r>
                <a:endParaRPr lang="en-US" altLang="zh-CN" sz="2800">
                  <a:solidFill>
                    <a:srgbClr val="3333CC"/>
                  </a:solidFill>
                  <a:latin typeface="Times New Roman" panose="02020603050405020304" pitchFamily="18" charset="0"/>
                  <a:ea typeface="楷体_GB2312" pitchFamily="49" charset="-122"/>
                </a:endParaRPr>
              </a:p>
            </p:txBody>
          </p:sp>
          <p:sp>
            <p:nvSpPr>
              <p:cNvPr id="88135" name="Rectangle 69"/>
              <p:cNvSpPr>
                <a:spLocks noChangeArrowheads="1"/>
              </p:cNvSpPr>
              <p:nvPr/>
            </p:nvSpPr>
            <p:spPr bwMode="auto">
              <a:xfrm>
                <a:off x="1847" y="89"/>
                <a:ext cx="17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y</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i="1">
                    <a:solidFill>
                      <a:srgbClr val="3333CC"/>
                    </a:solidFill>
                    <a:latin typeface="Times New Roman" panose="02020603050405020304" pitchFamily="18" charset="0"/>
                    <a:ea typeface="楷体_GB2312" pitchFamily="49" charset="-122"/>
                  </a:rPr>
                  <a:t>’</a:t>
                </a:r>
              </a:p>
            </p:txBody>
          </p:sp>
          <p:sp>
            <p:nvSpPr>
              <p:cNvPr id="88136" name="Rectangle 70"/>
              <p:cNvSpPr>
                <a:spLocks noChangeArrowheads="1"/>
              </p:cNvSpPr>
              <p:nvPr/>
            </p:nvSpPr>
            <p:spPr bwMode="auto">
              <a:xfrm>
                <a:off x="1525" y="7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37" name="Rectangle 71"/>
              <p:cNvSpPr>
                <a:spLocks noChangeArrowheads="1"/>
              </p:cNvSpPr>
              <p:nvPr/>
            </p:nvSpPr>
            <p:spPr bwMode="auto">
              <a:xfrm>
                <a:off x="1297" y="70"/>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38" name="Rectangle 72"/>
              <p:cNvSpPr>
                <a:spLocks noChangeArrowheads="1"/>
              </p:cNvSpPr>
              <p:nvPr/>
            </p:nvSpPr>
            <p:spPr bwMode="auto">
              <a:xfrm>
                <a:off x="1142" y="70"/>
                <a:ext cx="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f</a:t>
                </a:r>
                <a:endParaRPr lang="en-US" altLang="zh-CN" sz="2800">
                  <a:solidFill>
                    <a:srgbClr val="3333CC"/>
                  </a:solidFill>
                  <a:latin typeface="Times New Roman" panose="02020603050405020304" pitchFamily="18" charset="0"/>
                  <a:ea typeface="楷体_GB2312" pitchFamily="49" charset="-122"/>
                </a:endParaRPr>
              </a:p>
            </p:txBody>
          </p:sp>
          <p:sp>
            <p:nvSpPr>
              <p:cNvPr id="88139" name="Rectangle 73"/>
              <p:cNvSpPr>
                <a:spLocks noChangeArrowheads="1"/>
              </p:cNvSpPr>
              <p:nvPr/>
            </p:nvSpPr>
            <p:spPr bwMode="auto">
              <a:xfrm>
                <a:off x="876" y="177"/>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8140" name="Rectangle 74"/>
              <p:cNvSpPr>
                <a:spLocks noChangeArrowheads="1"/>
              </p:cNvSpPr>
              <p:nvPr/>
            </p:nvSpPr>
            <p:spPr bwMode="auto">
              <a:xfrm>
                <a:off x="476" y="70"/>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41" name="Rectangle 75"/>
              <p:cNvSpPr>
                <a:spLocks noChangeArrowheads="1"/>
              </p:cNvSpPr>
              <p:nvPr/>
            </p:nvSpPr>
            <p:spPr bwMode="auto">
              <a:xfrm>
                <a:off x="93" y="70"/>
                <a:ext cx="14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42" name="Rectangle 76"/>
              <p:cNvSpPr>
                <a:spLocks noChangeArrowheads="1"/>
              </p:cNvSpPr>
              <p:nvPr/>
            </p:nvSpPr>
            <p:spPr bwMode="auto">
              <a:xfrm>
                <a:off x="2120" y="51"/>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43" name="Rectangle 77"/>
              <p:cNvSpPr>
                <a:spLocks noChangeArrowheads="1"/>
              </p:cNvSpPr>
              <p:nvPr/>
            </p:nvSpPr>
            <p:spPr bwMode="auto">
              <a:xfrm>
                <a:off x="1743" y="51"/>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44" name="Rectangle 78"/>
              <p:cNvSpPr>
                <a:spLocks noChangeArrowheads="1"/>
              </p:cNvSpPr>
              <p:nvPr/>
            </p:nvSpPr>
            <p:spPr bwMode="auto">
              <a:xfrm>
                <a:off x="731" y="51"/>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45" name="Rectangle 79"/>
              <p:cNvSpPr>
                <a:spLocks noChangeArrowheads="1"/>
              </p:cNvSpPr>
              <p:nvPr/>
            </p:nvSpPr>
            <p:spPr bwMode="auto">
              <a:xfrm>
                <a:off x="345" y="51"/>
                <a:ext cx="8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grpSp>
        <p:grpSp>
          <p:nvGrpSpPr>
            <p:cNvPr id="88146" name="Group 80"/>
            <p:cNvGrpSpPr/>
            <p:nvPr/>
          </p:nvGrpSpPr>
          <p:grpSpPr bwMode="auto">
            <a:xfrm>
              <a:off x="528" y="377"/>
              <a:ext cx="2848" cy="404"/>
              <a:chOff x="0" y="0"/>
              <a:chExt cx="2848" cy="404"/>
            </a:xfrm>
          </p:grpSpPr>
          <p:sp>
            <p:nvSpPr>
              <p:cNvPr id="88147" name="Line 81"/>
              <p:cNvSpPr>
                <a:spLocks noChangeShapeType="1"/>
              </p:cNvSpPr>
              <p:nvPr/>
            </p:nvSpPr>
            <p:spPr bwMode="auto">
              <a:xfrm>
                <a:off x="1044" y="181"/>
                <a:ext cx="184" cy="1"/>
              </a:xfrm>
              <a:prstGeom prst="line">
                <a:avLst/>
              </a:prstGeom>
              <a:noFill/>
              <a:ln w="11113">
                <a:solidFill>
                  <a:srgbClr val="000000"/>
                </a:solidFill>
                <a:round/>
              </a:ln>
              <a:extLst>
                <a:ext uri="{909E8E84-426E-40DD-AFC4-6F175D3DCCD1}">
                  <a14:hiddenFill xmlns:a14="http://schemas.microsoft.com/office/drawing/2010/main">
                    <a:noFill/>
                  </a14:hiddenFill>
                </a:ext>
              </a:extLst>
            </p:spPr>
            <p:txBody>
              <a:bodyPr/>
              <a:lstStyle/>
              <a:p>
                <a:endParaRPr lang="zh-CN" altLang="en-US"/>
              </a:p>
            </p:txBody>
          </p:sp>
          <p:sp>
            <p:nvSpPr>
              <p:cNvPr id="88148" name="Rectangle 82"/>
              <p:cNvSpPr>
                <a:spLocks noChangeArrowheads="1"/>
              </p:cNvSpPr>
              <p:nvPr/>
            </p:nvSpPr>
            <p:spPr bwMode="auto">
              <a:xfrm>
                <a:off x="2795" y="169"/>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88149" name="Rectangle 83"/>
              <p:cNvSpPr>
                <a:spLocks noChangeArrowheads="1"/>
              </p:cNvSpPr>
              <p:nvPr/>
            </p:nvSpPr>
            <p:spPr bwMode="auto">
              <a:xfrm>
                <a:off x="2321" y="169"/>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88150" name="Rectangle 84"/>
              <p:cNvSpPr>
                <a:spLocks noChangeArrowheads="1"/>
              </p:cNvSpPr>
              <p:nvPr/>
            </p:nvSpPr>
            <p:spPr bwMode="auto">
              <a:xfrm>
                <a:off x="1961" y="169"/>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88151" name="Rectangle 85"/>
              <p:cNvSpPr>
                <a:spLocks noChangeArrowheads="1"/>
              </p:cNvSpPr>
              <p:nvPr/>
            </p:nvSpPr>
            <p:spPr bwMode="auto">
              <a:xfrm>
                <a:off x="1145" y="289"/>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3333CC"/>
                    </a:solidFill>
                    <a:latin typeface="Times New Roman" panose="02020603050405020304" pitchFamily="18" charset="0"/>
                    <a:ea typeface="楷体_GB2312" pitchFamily="49" charset="-122"/>
                  </a:rPr>
                  <a:t>n</a:t>
                </a:r>
                <a:endParaRPr lang="en-US" altLang="zh-CN" sz="2800">
                  <a:solidFill>
                    <a:srgbClr val="3333CC"/>
                  </a:solidFill>
                  <a:latin typeface="Times New Roman" panose="02020603050405020304" pitchFamily="18" charset="0"/>
                  <a:ea typeface="楷体_GB2312" pitchFamily="49" charset="-122"/>
                </a:endParaRPr>
              </a:p>
            </p:txBody>
          </p:sp>
          <p:sp>
            <p:nvSpPr>
              <p:cNvPr id="88152" name="Rectangle 86"/>
              <p:cNvSpPr>
                <a:spLocks noChangeArrowheads="1"/>
              </p:cNvSpPr>
              <p:nvPr/>
            </p:nvSpPr>
            <p:spPr bwMode="auto">
              <a:xfrm>
                <a:off x="786" y="177"/>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n</a:t>
                </a:r>
                <a:endParaRPr lang="en-US" altLang="zh-CN" sz="2800">
                  <a:solidFill>
                    <a:srgbClr val="FF3300"/>
                  </a:solidFill>
                  <a:latin typeface="Times New Roman" panose="02020603050405020304" pitchFamily="18" charset="0"/>
                  <a:ea typeface="楷体_GB2312" pitchFamily="49" charset="-122"/>
                </a:endParaRPr>
              </a:p>
            </p:txBody>
          </p:sp>
          <p:sp>
            <p:nvSpPr>
              <p:cNvPr id="88153" name="Rectangle 87"/>
              <p:cNvSpPr>
                <a:spLocks noChangeArrowheads="1"/>
              </p:cNvSpPr>
              <p:nvPr/>
            </p:nvSpPr>
            <p:spPr bwMode="auto">
              <a:xfrm>
                <a:off x="171" y="177"/>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i="1">
                    <a:solidFill>
                      <a:srgbClr val="FF3300"/>
                    </a:solidFill>
                    <a:latin typeface="Times New Roman" panose="02020603050405020304" pitchFamily="18" charset="0"/>
                    <a:ea typeface="楷体_GB2312" pitchFamily="49" charset="-122"/>
                  </a:rPr>
                  <a:t>n</a:t>
                </a:r>
                <a:endParaRPr lang="en-US" altLang="zh-CN" sz="2800">
                  <a:solidFill>
                    <a:srgbClr val="FF3300"/>
                  </a:solidFill>
                  <a:latin typeface="Times New Roman" panose="02020603050405020304" pitchFamily="18" charset="0"/>
                  <a:ea typeface="楷体_GB2312" pitchFamily="49" charset="-122"/>
                </a:endParaRPr>
              </a:p>
            </p:txBody>
          </p:sp>
          <p:sp>
            <p:nvSpPr>
              <p:cNvPr id="88154" name="Rectangle 88"/>
              <p:cNvSpPr>
                <a:spLocks noChangeArrowheads="1"/>
              </p:cNvSpPr>
              <p:nvPr/>
            </p:nvSpPr>
            <p:spPr bwMode="auto">
              <a:xfrm>
                <a:off x="2701" y="6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g</a:t>
                </a:r>
                <a:endParaRPr lang="en-US" altLang="zh-CN" sz="2800">
                  <a:solidFill>
                    <a:srgbClr val="3333CC"/>
                  </a:solidFill>
                  <a:latin typeface="Times New Roman" panose="02020603050405020304" pitchFamily="18" charset="0"/>
                  <a:ea typeface="楷体_GB2312" pitchFamily="49" charset="-122"/>
                </a:endParaRPr>
              </a:p>
            </p:txBody>
          </p:sp>
          <p:sp>
            <p:nvSpPr>
              <p:cNvPr id="88155" name="Rectangle 89"/>
              <p:cNvSpPr>
                <a:spLocks noChangeArrowheads="1"/>
              </p:cNvSpPr>
              <p:nvPr/>
            </p:nvSpPr>
            <p:spPr bwMode="auto">
              <a:xfrm>
                <a:off x="2227" y="6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56" name="Rectangle 90"/>
              <p:cNvSpPr>
                <a:spLocks noChangeArrowheads="1"/>
              </p:cNvSpPr>
              <p:nvPr/>
            </p:nvSpPr>
            <p:spPr bwMode="auto">
              <a:xfrm>
                <a:off x="1867" y="6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x</a:t>
                </a:r>
                <a:endParaRPr lang="en-US" altLang="zh-CN" sz="2800">
                  <a:solidFill>
                    <a:srgbClr val="3333CC"/>
                  </a:solidFill>
                  <a:latin typeface="Times New Roman" panose="02020603050405020304" pitchFamily="18" charset="0"/>
                  <a:ea typeface="楷体_GB2312" pitchFamily="49" charset="-122"/>
                </a:endParaRPr>
              </a:p>
            </p:txBody>
          </p:sp>
          <p:sp>
            <p:nvSpPr>
              <p:cNvPr id="88157" name="Rectangle 91"/>
              <p:cNvSpPr>
                <a:spLocks noChangeArrowheads="1"/>
              </p:cNvSpPr>
              <p:nvPr/>
            </p:nvSpPr>
            <p:spPr bwMode="auto">
              <a:xfrm>
                <a:off x="1703" y="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f</a:t>
                </a:r>
                <a:endParaRPr lang="en-US" altLang="zh-CN" sz="2800">
                  <a:solidFill>
                    <a:srgbClr val="3333CC"/>
                  </a:solidFill>
                  <a:latin typeface="Times New Roman" panose="02020603050405020304" pitchFamily="18" charset="0"/>
                  <a:ea typeface="楷体_GB2312" pitchFamily="49" charset="-122"/>
                </a:endParaRPr>
              </a:p>
            </p:txBody>
          </p:sp>
          <p:sp>
            <p:nvSpPr>
              <p:cNvPr id="88158" name="Rectangle 92"/>
              <p:cNvSpPr>
                <a:spLocks noChangeArrowheads="1"/>
              </p:cNvSpPr>
              <p:nvPr/>
            </p:nvSpPr>
            <p:spPr bwMode="auto">
              <a:xfrm>
                <a:off x="1340" y="73"/>
                <a:ext cx="18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n</a:t>
                </a:r>
                <a:r>
                  <a:rPr lang="en-US" altLang="zh-CN" sz="2000" b="1" i="1">
                    <a:solidFill>
                      <a:srgbClr val="3333CC"/>
                    </a:solidFill>
                    <a:latin typeface="Times New Roman" panose="02020603050405020304" pitchFamily="18" charset="0"/>
                    <a:ea typeface="楷体_GB2312" pitchFamily="49" charset="-122"/>
                  </a:rPr>
                  <a:t>’</a:t>
                </a:r>
              </a:p>
            </p:txBody>
          </p:sp>
          <p:sp>
            <p:nvSpPr>
              <p:cNvPr id="88159" name="Rectangle 93"/>
              <p:cNvSpPr>
                <a:spLocks noChangeArrowheads="1"/>
              </p:cNvSpPr>
              <p:nvPr/>
            </p:nvSpPr>
            <p:spPr bwMode="auto">
              <a:xfrm>
                <a:off x="1056" y="184"/>
                <a:ext cx="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3333CC"/>
                    </a:solidFill>
                    <a:latin typeface="Times New Roman" panose="02020603050405020304" pitchFamily="18" charset="0"/>
                    <a:ea typeface="楷体_GB2312" pitchFamily="49" charset="-122"/>
                  </a:rPr>
                  <a:t>h</a:t>
                </a:r>
                <a:endParaRPr lang="en-US" altLang="zh-CN" sz="2800">
                  <a:solidFill>
                    <a:srgbClr val="3333CC"/>
                  </a:solidFill>
                  <a:latin typeface="Times New Roman" panose="02020603050405020304" pitchFamily="18" charset="0"/>
                  <a:ea typeface="楷体_GB2312" pitchFamily="49" charset="-122"/>
                </a:endParaRPr>
              </a:p>
            </p:txBody>
          </p:sp>
          <p:sp>
            <p:nvSpPr>
              <p:cNvPr id="88160" name="Rectangle 94"/>
              <p:cNvSpPr>
                <a:spLocks noChangeArrowheads="1"/>
              </p:cNvSpPr>
              <p:nvPr/>
            </p:nvSpPr>
            <p:spPr bwMode="auto">
              <a:xfrm>
                <a:off x="615" y="73"/>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61" name="Rectangle 95"/>
              <p:cNvSpPr>
                <a:spLocks noChangeArrowheads="1"/>
              </p:cNvSpPr>
              <p:nvPr/>
            </p:nvSpPr>
            <p:spPr bwMode="auto">
              <a:xfrm>
                <a:off x="0" y="73"/>
                <a:ext cx="14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i="1">
                    <a:solidFill>
                      <a:srgbClr val="FF3300"/>
                    </a:solidFill>
                    <a:latin typeface="Times New Roman" panose="02020603050405020304" pitchFamily="18" charset="0"/>
                    <a:ea typeface="楷体_GB2312" pitchFamily="49" charset="-122"/>
                  </a:rPr>
                  <a:t>M</a:t>
                </a:r>
                <a:endParaRPr lang="en-US" altLang="zh-CN" sz="2800">
                  <a:solidFill>
                    <a:srgbClr val="FF3300"/>
                  </a:solidFill>
                  <a:latin typeface="Times New Roman" panose="02020603050405020304" pitchFamily="18" charset="0"/>
                  <a:ea typeface="楷体_GB2312" pitchFamily="49" charset="-122"/>
                </a:endParaRPr>
              </a:p>
            </p:txBody>
          </p:sp>
          <p:sp>
            <p:nvSpPr>
              <p:cNvPr id="88162" name="Rectangle 96"/>
              <p:cNvSpPr>
                <a:spLocks noChangeArrowheads="1"/>
              </p:cNvSpPr>
              <p:nvPr/>
            </p:nvSpPr>
            <p:spPr bwMode="auto">
              <a:xfrm>
                <a:off x="2551" y="45"/>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63" name="Rectangle 97"/>
              <p:cNvSpPr>
                <a:spLocks noChangeArrowheads="1"/>
              </p:cNvSpPr>
              <p:nvPr/>
            </p:nvSpPr>
            <p:spPr bwMode="auto">
              <a:xfrm>
                <a:off x="1539" y="45"/>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64" name="Rectangle 98"/>
              <p:cNvSpPr>
                <a:spLocks noChangeArrowheads="1"/>
              </p:cNvSpPr>
              <p:nvPr/>
            </p:nvSpPr>
            <p:spPr bwMode="auto">
              <a:xfrm>
                <a:off x="902" y="5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65" name="Rectangle 99"/>
              <p:cNvSpPr>
                <a:spLocks noChangeArrowheads="1"/>
              </p:cNvSpPr>
              <p:nvPr/>
            </p:nvSpPr>
            <p:spPr bwMode="auto">
              <a:xfrm>
                <a:off x="385" y="53"/>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000000"/>
                    </a:solidFill>
                    <a:latin typeface="Symbol" panose="05050102010706020507" pitchFamily="18" charset="2"/>
                    <a:ea typeface="楷体_GB2312" pitchFamily="49" charset="-122"/>
                  </a:rPr>
                  <a:t>+</a:t>
                </a:r>
                <a:endParaRPr lang="en-US" altLang="zh-CN" sz="2800">
                  <a:solidFill>
                    <a:srgbClr val="000000"/>
                  </a:solidFill>
                  <a:latin typeface="Times New Roman" panose="02020603050405020304" pitchFamily="18" charset="0"/>
                  <a:ea typeface="楷体_GB2312" pitchFamily="49" charset="-122"/>
                </a:endParaRPr>
              </a:p>
            </p:txBody>
          </p:sp>
          <p:sp>
            <p:nvSpPr>
              <p:cNvPr id="88166" name="Rectangle 100"/>
              <p:cNvSpPr>
                <a:spLocks noChangeArrowheads="1"/>
              </p:cNvSpPr>
              <p:nvPr/>
            </p:nvSpPr>
            <p:spPr bwMode="auto">
              <a:xfrm>
                <a:off x="2023" y="158"/>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Symbol" panose="05050102010706020507" pitchFamily="18" charset="2"/>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67" name="Rectangle 101"/>
              <p:cNvSpPr>
                <a:spLocks noChangeArrowheads="1"/>
              </p:cNvSpPr>
              <p:nvPr/>
            </p:nvSpPr>
            <p:spPr bwMode="auto">
              <a:xfrm>
                <a:off x="233" y="166"/>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Symbol" panose="05050102010706020507" pitchFamily="18" charset="2"/>
                    <a:ea typeface="楷体_GB2312" pitchFamily="49" charset="-122"/>
                  </a:rPr>
                  <a:t>-</a:t>
                </a:r>
                <a:endParaRPr lang="en-US" altLang="zh-CN" sz="2800">
                  <a:solidFill>
                    <a:srgbClr val="FF3300"/>
                  </a:solidFill>
                  <a:latin typeface="Times New Roman" panose="02020603050405020304" pitchFamily="18" charset="0"/>
                  <a:ea typeface="楷体_GB2312" pitchFamily="49" charset="-122"/>
                </a:endParaRPr>
              </a:p>
            </p:txBody>
          </p:sp>
          <p:sp>
            <p:nvSpPr>
              <p:cNvPr id="88168" name="Rectangle 102"/>
              <p:cNvSpPr>
                <a:spLocks noChangeArrowheads="1"/>
              </p:cNvSpPr>
              <p:nvPr/>
            </p:nvSpPr>
            <p:spPr bwMode="auto">
              <a:xfrm>
                <a:off x="2398" y="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69" name="Rectangle 103"/>
              <p:cNvSpPr>
                <a:spLocks noChangeArrowheads="1"/>
              </p:cNvSpPr>
              <p:nvPr/>
            </p:nvSpPr>
            <p:spPr bwMode="auto">
              <a:xfrm>
                <a:off x="2148" y="6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70" name="Rectangle 104"/>
              <p:cNvSpPr>
                <a:spLocks noChangeArrowheads="1"/>
              </p:cNvSpPr>
              <p:nvPr/>
            </p:nvSpPr>
            <p:spPr bwMode="auto">
              <a:xfrm>
                <a:off x="1790" y="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71" name="Rectangle 105"/>
              <p:cNvSpPr>
                <a:spLocks noChangeArrowheads="1"/>
              </p:cNvSpPr>
              <p:nvPr/>
            </p:nvSpPr>
            <p:spPr bwMode="auto">
              <a:xfrm>
                <a:off x="1253" y="73"/>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a:t>
                </a:r>
                <a:endParaRPr lang="en-US" altLang="zh-CN" sz="2800">
                  <a:solidFill>
                    <a:srgbClr val="3333CC"/>
                  </a:solidFill>
                  <a:latin typeface="Times New Roman" panose="02020603050405020304" pitchFamily="18" charset="0"/>
                  <a:ea typeface="楷体_GB2312" pitchFamily="49" charset="-122"/>
                </a:endParaRPr>
              </a:p>
            </p:txBody>
          </p:sp>
          <p:sp>
            <p:nvSpPr>
              <p:cNvPr id="88172" name="Rectangle 106"/>
              <p:cNvSpPr>
                <a:spLocks noChangeArrowheads="1"/>
              </p:cNvSpPr>
              <p:nvPr/>
            </p:nvSpPr>
            <p:spPr bwMode="auto">
              <a:xfrm>
                <a:off x="1094" y="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6</a:t>
                </a:r>
                <a:endParaRPr lang="en-US" altLang="zh-CN" sz="2800">
                  <a:solidFill>
                    <a:srgbClr val="3333CC"/>
                  </a:solidFill>
                  <a:latin typeface="Times New Roman" panose="02020603050405020304" pitchFamily="18" charset="0"/>
                  <a:ea typeface="楷体_GB2312" pitchFamily="49" charset="-122"/>
                </a:endParaRPr>
              </a:p>
            </p:txBody>
          </p:sp>
          <p:sp>
            <p:nvSpPr>
              <p:cNvPr id="88173" name="Rectangle 107"/>
              <p:cNvSpPr>
                <a:spLocks noChangeArrowheads="1"/>
              </p:cNvSpPr>
              <p:nvPr/>
            </p:nvSpPr>
            <p:spPr bwMode="auto">
              <a:xfrm>
                <a:off x="517" y="73"/>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100" b="1">
                    <a:solidFill>
                      <a:srgbClr val="3333CC"/>
                    </a:solidFill>
                    <a:latin typeface="Times New Roman" panose="02020603050405020304" pitchFamily="18" charset="0"/>
                    <a:ea typeface="楷体_GB2312" pitchFamily="49" charset="-122"/>
                  </a:rPr>
                  <a:t>2</a:t>
                </a:r>
                <a:endParaRPr lang="en-US" altLang="zh-CN" sz="2800">
                  <a:solidFill>
                    <a:srgbClr val="3333CC"/>
                  </a:solidFill>
                  <a:latin typeface="Times New Roman" panose="02020603050405020304" pitchFamily="18" charset="0"/>
                  <a:ea typeface="楷体_GB2312" pitchFamily="49" charset="-122"/>
                </a:endParaRPr>
              </a:p>
            </p:txBody>
          </p:sp>
          <p:sp>
            <p:nvSpPr>
              <p:cNvPr id="88174" name="Rectangle 108"/>
              <p:cNvSpPr>
                <a:spLocks noChangeArrowheads="1"/>
              </p:cNvSpPr>
              <p:nvPr/>
            </p:nvSpPr>
            <p:spPr bwMode="auto">
              <a:xfrm>
                <a:off x="2080" y="168"/>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3333CC"/>
                    </a:solidFill>
                    <a:latin typeface="Times New Roman" panose="02020603050405020304" pitchFamily="18" charset="0"/>
                    <a:ea typeface="楷体_GB2312" pitchFamily="49" charset="-122"/>
                  </a:rPr>
                  <a:t>1</a:t>
                </a:r>
                <a:endParaRPr lang="en-US" altLang="zh-CN" sz="2800">
                  <a:solidFill>
                    <a:srgbClr val="3333CC"/>
                  </a:solidFill>
                  <a:latin typeface="Times New Roman" panose="02020603050405020304" pitchFamily="18" charset="0"/>
                  <a:ea typeface="楷体_GB2312" pitchFamily="49" charset="-122"/>
                </a:endParaRPr>
              </a:p>
            </p:txBody>
          </p:sp>
          <p:sp>
            <p:nvSpPr>
              <p:cNvPr id="88175" name="Rectangle 109"/>
              <p:cNvSpPr>
                <a:spLocks noChangeArrowheads="1"/>
              </p:cNvSpPr>
              <p:nvPr/>
            </p:nvSpPr>
            <p:spPr bwMode="auto">
              <a:xfrm>
                <a:off x="290" y="176"/>
                <a:ext cx="4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solidFill>
                      <a:srgbClr val="FF3300"/>
                    </a:solidFill>
                    <a:latin typeface="Times New Roman" panose="02020603050405020304" pitchFamily="18" charset="0"/>
                    <a:ea typeface="楷体_GB2312" pitchFamily="49" charset="-122"/>
                  </a:rPr>
                  <a:t>1</a:t>
                </a:r>
                <a:endParaRPr lang="en-US" altLang="zh-CN" sz="2800">
                  <a:solidFill>
                    <a:srgbClr val="FF3300"/>
                  </a:solidFill>
                  <a:latin typeface="Times New Roman" panose="02020603050405020304" pitchFamily="18" charset="0"/>
                  <a:ea typeface="楷体_GB2312" pitchFamily="49" charset="-122"/>
                </a:endParaRPr>
              </a:p>
            </p:txBody>
          </p:sp>
        </p:grpSp>
        <p:sp>
          <p:nvSpPr>
            <p:cNvPr id="88176" name="AutoShape 110"/>
            <p:cNvSpPr/>
            <p:nvPr/>
          </p:nvSpPr>
          <p:spPr bwMode="auto">
            <a:xfrm>
              <a:off x="384" y="185"/>
              <a:ext cx="48" cy="384"/>
            </a:xfrm>
            <a:prstGeom prst="leftBrace">
              <a:avLst>
                <a:gd name="adj1" fmla="val 66593"/>
                <a:gd name="adj2" fmla="val 50000"/>
              </a:avLst>
            </a:prstGeom>
            <a:noFill/>
            <a:ln w="1905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8177" name="AutoShape 111"/>
            <p:cNvSpPr>
              <a:spLocks noChangeArrowheads="1"/>
            </p:cNvSpPr>
            <p:nvPr/>
          </p:nvSpPr>
          <p:spPr bwMode="auto">
            <a:xfrm>
              <a:off x="0" y="281"/>
              <a:ext cx="288" cy="192"/>
            </a:xfrm>
            <a:prstGeom prst="rightArrow">
              <a:avLst>
                <a:gd name="adj1" fmla="val 50000"/>
                <a:gd name="adj2" fmla="val 37500"/>
              </a:avLst>
            </a:prstGeom>
            <a:solidFill>
              <a:schemeClr val="tx2"/>
            </a:solidFill>
            <a:ln w="9525">
              <a:solidFill>
                <a:schemeClr val="tx1"/>
              </a:solidFill>
              <a:miter lim="800000"/>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
        <p:nvSpPr>
          <p:cNvPr id="54384" name="Text Box 112"/>
          <p:cNvSpPr txBox="1">
            <a:spLocks noChangeArrowheads="1"/>
          </p:cNvSpPr>
          <p:nvPr/>
        </p:nvSpPr>
        <p:spPr bwMode="auto">
          <a:xfrm>
            <a:off x="381000" y="1524000"/>
            <a:ext cx="30480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类似地利用</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x</a:t>
            </a:r>
            <a:r>
              <a:rPr lang="en-US" altLang="zh-CN" sz="2000" b="1" i="1" baseline="-25000">
                <a:solidFill>
                  <a:srgbClr val="3333CC"/>
                </a:solidFill>
                <a:latin typeface="Times New Roman" panose="02020603050405020304" pitchFamily="18" charset="0"/>
                <a:ea typeface="楷体_GB2312" pitchFamily="49" charset="-122"/>
              </a:rPr>
              <a:t>n</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1</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baseline="-25000">
                <a:solidFill>
                  <a:srgbClr val="3333CC"/>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3333CC"/>
                </a:solidFill>
                <a:latin typeface="Times New Roman" panose="02020603050405020304" pitchFamily="18" charset="0"/>
                <a:ea typeface="楷体_GB2312" pitchFamily="49" charset="-122"/>
              </a:rPr>
              <a:t>b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zh-CN" altLang="en-US" sz="2400" b="1">
                <a:solidFill>
                  <a:srgbClr val="000000"/>
                </a:solidFill>
                <a:latin typeface="Times New Roman" panose="02020603050405020304" pitchFamily="18" charset="0"/>
                <a:ea typeface="楷体_GB2312" pitchFamily="49" charset="-122"/>
                <a:sym typeface="Symbol" panose="05050102010706020507" pitchFamily="18" charset="2"/>
              </a:rPr>
              <a:t>上的</a:t>
            </a:r>
            <a:r>
              <a:rPr lang="zh-CN" altLang="en-US"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400" b="1" i="1">
                <a:solidFill>
                  <a:srgbClr val="FF3300"/>
                </a:solidFill>
                <a:latin typeface="Times New Roman" panose="02020603050405020304" pitchFamily="18" charset="0"/>
                <a:ea typeface="楷体_GB2312" pitchFamily="49" charset="-122"/>
              </a:rPr>
              <a:t>S</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baseline="30000">
                <a:solidFill>
                  <a:srgbClr val="3333CC"/>
                </a:solidFill>
                <a:latin typeface="Times New Roman" panose="02020603050405020304" pitchFamily="18" charset="0"/>
                <a:ea typeface="楷体_GB2312" pitchFamily="49" charset="-122"/>
              </a:rPr>
              <a:t>n</a:t>
            </a:r>
            <a:r>
              <a:rPr lang="en-US" altLang="zh-CN" sz="2400" b="1" baseline="30000">
                <a:solidFill>
                  <a:srgbClr val="3333CC"/>
                </a:solidFill>
                <a:latin typeface="Times New Roman" panose="02020603050405020304" pitchFamily="18" charset="0"/>
                <a:ea typeface="楷体_GB2312" pitchFamily="49" charset="-122"/>
              </a:rPr>
              <a:t>]</a:t>
            </a:r>
            <a:r>
              <a:rPr lang="en-US" altLang="zh-CN" sz="2400" b="1" i="1">
                <a:solidFill>
                  <a:srgbClr val="FF3300"/>
                </a:solidFill>
                <a:latin typeface="Times New Roman" panose="02020603050405020304" pitchFamily="18" charset="0"/>
                <a:ea typeface="楷体_GB2312" pitchFamily="49" charset="-122"/>
              </a:rPr>
              <a:t>’</a:t>
            </a:r>
            <a:r>
              <a:rPr lang="en-US" altLang="zh-CN" sz="2400" b="1">
                <a:solidFill>
                  <a:srgbClr val="000000"/>
                </a:solidFill>
                <a:latin typeface="Times New Roman" panose="02020603050405020304" pitchFamily="18" charset="0"/>
                <a:ea typeface="楷体_GB2312" pitchFamily="49" charset="-122"/>
              </a:rPr>
              <a:t>(</a:t>
            </a:r>
            <a:r>
              <a:rPr lang="en-US" altLang="zh-CN" sz="2400" b="1" i="1">
                <a:solidFill>
                  <a:srgbClr val="000000"/>
                </a:solidFill>
                <a:latin typeface="Times New Roman" panose="02020603050405020304" pitchFamily="18" charset="0"/>
                <a:ea typeface="楷体_GB2312" pitchFamily="49" charset="-122"/>
              </a:rPr>
              <a:t>x</a:t>
            </a:r>
            <a:r>
              <a:rPr lang="en-US" altLang="zh-CN" sz="2400" b="1">
                <a:solidFill>
                  <a:srgbClr val="000000"/>
                </a:solidFill>
                <a:latin typeface="Times New Roman" panose="02020603050405020304" pitchFamily="18" charset="0"/>
                <a:ea typeface="楷体_GB2312" pitchFamily="49" charset="-122"/>
              </a:rPr>
              <a:t>)</a:t>
            </a:r>
          </a:p>
        </p:txBody>
      </p:sp>
      <p:sp>
        <p:nvSpPr>
          <p:cNvPr id="54385" name="Text Box 113"/>
          <p:cNvSpPr txBox="1">
            <a:spLocks noChangeArrowheads="1"/>
          </p:cNvSpPr>
          <p:nvPr/>
        </p:nvSpPr>
        <p:spPr bwMode="auto">
          <a:xfrm>
            <a:off x="381000" y="2590800"/>
            <a:ext cx="70104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800" b="1">
                <a:solidFill>
                  <a:srgbClr val="008000"/>
                </a:solidFill>
                <a:latin typeface="Times New Roman" panose="02020603050405020304" pitchFamily="18" charset="0"/>
                <a:ea typeface="楷体_GB2312" pitchFamily="49" charset="-122"/>
                <a:sym typeface="Wingdings" panose="05000000000000000000" pitchFamily="2" charset="2"/>
              </a:rPr>
              <a:t></a:t>
            </a:r>
            <a:r>
              <a:rPr lang="zh-CN" altLang="en-US" sz="28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第</a:t>
            </a:r>
            <a:r>
              <a:rPr lang="en-US" altLang="zh-CN" sz="2400" b="1">
                <a:solidFill>
                  <a:srgbClr val="3333CC"/>
                </a:solidFill>
                <a:latin typeface="Times New Roman" panose="02020603050405020304" pitchFamily="18" charset="0"/>
                <a:ea typeface="楷体_GB2312" pitchFamily="49" charset="-122"/>
                <a:sym typeface="Wingdings" panose="05000000000000000000" pitchFamily="2" charset="2"/>
              </a:rPr>
              <a:t>2</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类边条件：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a</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i="1">
                <a:solidFill>
                  <a:srgbClr val="3333CC"/>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baseline="-25000">
                <a:solidFill>
                  <a:srgbClr val="FF3300"/>
                </a:solidFill>
                <a:latin typeface="Times New Roman" panose="02020603050405020304" pitchFamily="18" charset="0"/>
                <a:ea typeface="楷体_GB2312" pitchFamily="49" charset="-122"/>
              </a:rPr>
              <a:t>0</a:t>
            </a:r>
            <a:r>
              <a:rPr lang="zh-CN" altLang="en-US" sz="2000" b="1">
                <a:solidFill>
                  <a:srgbClr val="000000"/>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b</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n</a:t>
            </a:r>
            <a:r>
              <a:rPr lang="en-US" altLang="zh-CN" sz="2000" b="1" i="1">
                <a:solidFill>
                  <a:srgbClr val="3333CC"/>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n</a:t>
            </a:r>
          </a:p>
        </p:txBody>
      </p:sp>
      <p:grpSp>
        <p:nvGrpSpPr>
          <p:cNvPr id="54386" name="Group 114"/>
          <p:cNvGrpSpPr/>
          <p:nvPr/>
        </p:nvGrpSpPr>
        <p:grpSpPr bwMode="auto">
          <a:xfrm>
            <a:off x="762000" y="3048000"/>
            <a:ext cx="5029200" cy="506413"/>
            <a:chOff x="0" y="0"/>
            <a:chExt cx="3168" cy="319"/>
          </a:xfrm>
        </p:grpSpPr>
        <p:sp>
          <p:nvSpPr>
            <p:cNvPr id="88181" name="Text Box 115"/>
            <p:cNvSpPr txBox="1">
              <a:spLocks noChangeArrowheads="1"/>
            </p:cNvSpPr>
            <p:nvPr/>
          </p:nvSpPr>
          <p:spPr bwMode="auto">
            <a:xfrm>
              <a:off x="0" y="0"/>
              <a:ext cx="8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这时：</a:t>
              </a:r>
            </a:p>
          </p:txBody>
        </p:sp>
        <p:graphicFrame>
          <p:nvGraphicFramePr>
            <p:cNvPr id="88182" name="Object 116"/>
            <p:cNvGraphicFramePr>
              <a:graphicFrameLocks noChangeAspect="1"/>
            </p:cNvGraphicFramePr>
            <p:nvPr/>
          </p:nvGraphicFramePr>
          <p:xfrm>
            <a:off x="528" y="48"/>
            <a:ext cx="2640" cy="271"/>
          </p:xfrm>
          <a:graphic>
            <a:graphicData uri="http://schemas.openxmlformats.org/presentationml/2006/ole">
              <mc:AlternateContent xmlns:mc="http://schemas.openxmlformats.org/markup-compatibility/2006">
                <mc:Choice xmlns:v="urn:schemas-microsoft-com:vml" Requires="v">
                  <p:oleObj spid="_x0000_s88232" r:id="rId6" imgW="2414270" imgH="228600" progId="Equation.3">
                    <p:embed/>
                  </p:oleObj>
                </mc:Choice>
                <mc:Fallback>
                  <p:oleObj r:id="rId6" imgW="2414270" imgH="228600" progId="Equation.3">
                    <p:embed/>
                    <p:pic>
                      <p:nvPicPr>
                        <p:cNvPr id="0" name="Object 1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8" y="48"/>
                          <a:ext cx="2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pSp>
      <p:sp>
        <p:nvSpPr>
          <p:cNvPr id="54389" name="Text Box 117"/>
          <p:cNvSpPr txBox="1">
            <a:spLocks noChangeArrowheads="1"/>
          </p:cNvSpPr>
          <p:nvPr/>
        </p:nvSpPr>
        <p:spPr bwMode="auto">
          <a:xfrm>
            <a:off x="457200" y="3505200"/>
            <a:ext cx="81534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pPr>
            <a:r>
              <a:rPr lang="zh-CN" altLang="en-US" sz="2400" b="1">
                <a:solidFill>
                  <a:srgbClr val="000000"/>
                </a:solidFill>
                <a:latin typeface="Times New Roman" panose="02020603050405020304" pitchFamily="18" charset="0"/>
                <a:ea typeface="楷体_GB2312" pitchFamily="49" charset="-122"/>
              </a:rPr>
              <a:t>特别地，</a:t>
            </a:r>
            <a:r>
              <a:rPr lang="en-US" altLang="zh-CN" sz="2000" b="1" i="1">
                <a:solidFill>
                  <a:srgbClr val="FF3300"/>
                </a:solidFill>
                <a:latin typeface="Times New Roman" panose="02020603050405020304" pitchFamily="18" charset="0"/>
                <a:ea typeface="楷体_GB2312" pitchFamily="49" charset="-122"/>
              </a:rPr>
              <a:t>M</a:t>
            </a:r>
            <a:r>
              <a:rPr lang="en-US" altLang="zh-CN" sz="2000" b="1" baseline="-25000">
                <a:solidFill>
                  <a:srgbClr val="FF3300"/>
                </a:solidFill>
                <a:latin typeface="Times New Roman" panose="02020603050405020304" pitchFamily="18" charset="0"/>
                <a:ea typeface="楷体_GB2312" pitchFamily="49" charset="-122"/>
              </a:rPr>
              <a:t>0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n </a:t>
            </a:r>
            <a:r>
              <a:rPr lang="en-US" altLang="zh-CN" sz="2000" b="1">
                <a:solidFill>
                  <a:srgbClr val="000000"/>
                </a:solidFill>
                <a:latin typeface="Times New Roman" panose="02020603050405020304" pitchFamily="18" charset="0"/>
                <a:ea typeface="楷体_GB2312" pitchFamily="49" charset="-122"/>
              </a:rPr>
              <a:t>= </a:t>
            </a:r>
            <a:r>
              <a:rPr lang="en-US" altLang="zh-CN" sz="2000" b="1">
                <a:solidFill>
                  <a:srgbClr val="FF3300"/>
                </a:solidFill>
                <a:latin typeface="Times New Roman" panose="02020603050405020304" pitchFamily="18" charset="0"/>
                <a:ea typeface="楷体_GB2312" pitchFamily="49" charset="-122"/>
              </a:rPr>
              <a:t>0</a:t>
            </a:r>
            <a:r>
              <a:rPr lang="en-US" altLang="zh-CN" sz="2000" b="1">
                <a:solidFill>
                  <a:srgbClr val="000000"/>
                </a:solidFill>
                <a:latin typeface="Times New Roman" panose="02020603050405020304" pitchFamily="18" charset="0"/>
                <a:ea typeface="楷体_GB2312" pitchFamily="49" charset="-122"/>
              </a:rPr>
              <a:t> </a:t>
            </a:r>
            <a:r>
              <a:rPr lang="zh-CN" altLang="en-US" sz="2400" b="1">
                <a:solidFill>
                  <a:srgbClr val="000000"/>
                </a:solidFill>
                <a:latin typeface="Times New Roman" panose="02020603050405020304" pitchFamily="18" charset="0"/>
                <a:ea typeface="楷体_GB2312" pitchFamily="49" charset="-122"/>
              </a:rPr>
              <a:t>称为</a:t>
            </a:r>
            <a:r>
              <a:rPr lang="zh-CN" altLang="en-US" sz="2400" b="1">
                <a:solidFill>
                  <a:srgbClr val="3333CC"/>
                </a:solidFill>
                <a:latin typeface="Times New Roman" panose="02020603050405020304" pitchFamily="18" charset="0"/>
                <a:ea typeface="楷体_GB2312" pitchFamily="49" charset="-122"/>
              </a:rPr>
              <a:t>自由边界</a:t>
            </a:r>
            <a:r>
              <a:rPr lang="zh-CN" altLang="en-US" sz="2400" b="1">
                <a:solidFill>
                  <a:srgbClr val="000000"/>
                </a:solidFill>
                <a:latin typeface="Times New Roman" panose="02020603050405020304" pitchFamily="18" charset="0"/>
                <a:ea typeface="楷体_GB2312" pitchFamily="49" charset="-122"/>
              </a:rPr>
              <a:t> </a:t>
            </a:r>
            <a:r>
              <a:rPr lang="zh-CN" altLang="en-US" sz="2000" b="1">
                <a:solidFill>
                  <a:srgbClr val="000000"/>
                </a:solidFill>
                <a:ea typeface="楷体_GB2312" pitchFamily="49" charset="-122"/>
              </a:rPr>
              <a:t>，</a:t>
            </a:r>
            <a:r>
              <a:rPr lang="zh-CN" altLang="en-US" sz="2400" b="1">
                <a:solidFill>
                  <a:srgbClr val="000000"/>
                </a:solidFill>
                <a:latin typeface="Times New Roman" panose="02020603050405020304" pitchFamily="18" charset="0"/>
                <a:ea typeface="楷体_GB2312" pitchFamily="49" charset="-122"/>
              </a:rPr>
              <a:t>对应的样条函数称为</a:t>
            </a:r>
            <a:r>
              <a:rPr lang="zh-CN" altLang="en-US" sz="2400" b="1">
                <a:solidFill>
                  <a:srgbClr val="3333CC"/>
                </a:solidFill>
                <a:latin typeface="Times New Roman" panose="02020603050405020304" pitchFamily="18" charset="0"/>
                <a:ea typeface="楷体_GB2312" pitchFamily="49" charset="-122"/>
              </a:rPr>
              <a:t>自然样条</a:t>
            </a:r>
            <a:endParaRPr lang="zh-CN" altLang="en-US" sz="2000" b="1">
              <a:solidFill>
                <a:srgbClr val="008000"/>
              </a:solidFill>
              <a:ea typeface="楷体_GB2312" pitchFamily="49" charset="-122"/>
            </a:endParaRPr>
          </a:p>
        </p:txBody>
      </p:sp>
      <p:sp>
        <p:nvSpPr>
          <p:cNvPr id="54390" name="Text Box 118"/>
          <p:cNvSpPr txBox="1">
            <a:spLocks noChangeArrowheads="1"/>
          </p:cNvSpPr>
          <p:nvPr/>
        </p:nvSpPr>
        <p:spPr bwMode="auto">
          <a:xfrm>
            <a:off x="381000" y="4267200"/>
            <a:ext cx="8229600" cy="176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pPr>
            <a:r>
              <a:rPr lang="zh-CN" altLang="en-US" sz="2800" b="1">
                <a:solidFill>
                  <a:srgbClr val="008000"/>
                </a:solidFill>
                <a:latin typeface="Times New Roman" panose="02020603050405020304" pitchFamily="18" charset="0"/>
                <a:ea typeface="楷体_GB2312" pitchFamily="49" charset="-122"/>
                <a:sym typeface="Wingdings" panose="05000000000000000000" pitchFamily="2" charset="2"/>
              </a:rPr>
              <a:t></a:t>
            </a:r>
            <a:r>
              <a:rPr lang="zh-CN" altLang="en-US" sz="28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第</a:t>
            </a:r>
            <a:r>
              <a:rPr lang="en-US" altLang="zh-CN" sz="2400" b="1">
                <a:solidFill>
                  <a:srgbClr val="3333CC"/>
                </a:solidFill>
                <a:latin typeface="Times New Roman" panose="02020603050405020304" pitchFamily="18" charset="0"/>
                <a:ea typeface="楷体_GB2312" pitchFamily="49" charset="-122"/>
                <a:sym typeface="Wingdings" panose="05000000000000000000" pitchFamily="2" charset="2"/>
              </a:rPr>
              <a:t>3</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类边条件 ：</a:t>
            </a:r>
          </a:p>
          <a:p>
            <a:pPr eaLnBrk="1" hangingPunct="1">
              <a:spcBef>
                <a:spcPct val="20000"/>
              </a:spcBef>
            </a:pP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当 </a:t>
            </a:r>
            <a:r>
              <a:rPr lang="en-US" altLang="zh-CN" sz="2000" b="1" i="1">
                <a:solidFill>
                  <a:srgbClr val="000000"/>
                </a:solidFill>
                <a:latin typeface="Times New Roman" panose="02020603050405020304" pitchFamily="18" charset="0"/>
                <a:ea typeface="楷体_GB2312" pitchFamily="49" charset="-122"/>
                <a:sym typeface="Wingdings" panose="05000000000000000000" pitchFamily="2" charset="2"/>
              </a:rPr>
              <a:t>f</a:t>
            </a:r>
            <a:r>
              <a:rPr lang="en-US" altLang="zh-CN" sz="2000" b="1">
                <a:solidFill>
                  <a:srgbClr val="000000"/>
                </a:solidFill>
                <a:latin typeface="Times New Roman" panose="02020603050405020304" pitchFamily="18" charset="0"/>
                <a:ea typeface="楷体_GB2312" pitchFamily="49" charset="-122"/>
                <a:sym typeface="Wingdings" panose="05000000000000000000" pitchFamily="2" charset="2"/>
              </a:rPr>
              <a:t> </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为</a:t>
            </a:r>
            <a:r>
              <a:rPr lang="zh-CN" altLang="en-US" sz="2400" b="1">
                <a:solidFill>
                  <a:srgbClr val="3333CC"/>
                </a:solidFill>
                <a:latin typeface="Times New Roman" panose="02020603050405020304" pitchFamily="18" charset="0"/>
                <a:ea typeface="楷体_GB2312" pitchFamily="49" charset="-122"/>
                <a:sym typeface="Wingdings" panose="05000000000000000000" pitchFamily="2" charset="2"/>
              </a:rPr>
              <a:t>周期函数</a:t>
            </a: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时，</a:t>
            </a:r>
          </a:p>
          <a:p>
            <a:pPr eaLnBrk="1" hangingPunct="1">
              <a:spcBef>
                <a:spcPct val="20000"/>
              </a:spcBef>
            </a:pPr>
            <a:r>
              <a:rPr lang="zh-CN" altLang="en-US" sz="2400" b="1">
                <a:solidFill>
                  <a:srgbClr val="000000"/>
                </a:solidFill>
                <a:latin typeface="Times New Roman" panose="02020603050405020304" pitchFamily="18" charset="0"/>
                <a:ea typeface="楷体_GB2312" pitchFamily="49" charset="-122"/>
                <a:sym typeface="Wingdings" panose="05000000000000000000" pitchFamily="2" charset="2"/>
              </a:rPr>
              <a:t>      </a:t>
            </a:r>
            <a:r>
              <a:rPr lang="en-US" altLang="zh-CN" sz="2000" b="1" i="1">
                <a:solidFill>
                  <a:srgbClr val="3333CC"/>
                </a:solidFill>
                <a:latin typeface="Times New Roman" panose="02020603050405020304" pitchFamily="18" charset="0"/>
                <a:ea typeface="楷体_GB2312" pitchFamily="49" charset="-122"/>
              </a:rPr>
              <a:t>y</a:t>
            </a:r>
            <a:r>
              <a:rPr lang="en-US" altLang="zh-CN" sz="2000" b="1" i="1" baseline="-25000">
                <a:solidFill>
                  <a:srgbClr val="3333CC"/>
                </a:solidFill>
                <a:latin typeface="Times New Roman" panose="02020603050405020304" pitchFamily="18" charset="0"/>
                <a:ea typeface="楷体_GB2312" pitchFamily="49" charset="-122"/>
              </a:rPr>
              <a:t>n</a:t>
            </a:r>
            <a:r>
              <a:rPr lang="en-US" altLang="zh-CN" sz="2000" b="1" i="1">
                <a:solidFill>
                  <a:srgbClr val="3333CC"/>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 y</a:t>
            </a:r>
            <a:r>
              <a:rPr lang="en-US" altLang="zh-CN" sz="2000" b="1" baseline="-25000">
                <a:solidFill>
                  <a:srgbClr val="3333CC"/>
                </a:solidFill>
                <a:latin typeface="Times New Roman" panose="02020603050405020304" pitchFamily="18" charset="0"/>
                <a:ea typeface="楷体_GB2312" pitchFamily="49" charset="-122"/>
              </a:rPr>
              <a:t>0</a:t>
            </a:r>
            <a:r>
              <a:rPr lang="en-US" altLang="zh-CN" sz="2000" b="1" i="1">
                <a:solidFill>
                  <a:srgbClr val="3333CC"/>
                </a:solidFill>
                <a:latin typeface="Times New Roman" panose="02020603050405020304" pitchFamily="18" charset="0"/>
                <a:ea typeface="楷体_GB2312" pitchFamily="49" charset="-122"/>
              </a:rPr>
              <a:t> </a:t>
            </a:r>
            <a:r>
              <a:rPr lang="zh-CN" altLang="en-US" sz="2000" b="1">
                <a:solidFill>
                  <a:srgbClr val="000000"/>
                </a:solidFill>
                <a:latin typeface="Times New Roman" panose="02020603050405020304" pitchFamily="18" charset="0"/>
                <a:ea typeface="楷体_GB2312" pitchFamily="49" charset="-122"/>
              </a:rPr>
              <a:t>，</a:t>
            </a:r>
            <a:r>
              <a:rPr lang="zh-CN" altLang="en-US" sz="2000" b="1" i="1">
                <a:solidFill>
                  <a:srgbClr val="3333CC"/>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a</a:t>
            </a:r>
            <a:r>
              <a:rPr lang="en-US" altLang="zh-CN" sz="2000" b="1" baseline="30000">
                <a:solidFill>
                  <a:srgbClr val="3333CC"/>
                </a:solidFill>
                <a:latin typeface="Times New Roman" panose="02020603050405020304" pitchFamily="18" charset="0"/>
                <a:ea typeface="楷体_GB2312" pitchFamily="49" charset="-122"/>
              </a:rPr>
              <a:t>+</a:t>
            </a:r>
            <a:r>
              <a:rPr lang="en-US" altLang="zh-CN" sz="2000" b="1">
                <a:solidFill>
                  <a:srgbClr val="000000"/>
                </a:solidFill>
                <a:latin typeface="Times New Roman" panose="02020603050405020304" pitchFamily="18" charset="0"/>
                <a:ea typeface="楷体_GB2312" pitchFamily="49" charset="-122"/>
              </a:rPr>
              <a:t>) = </a:t>
            </a:r>
            <a:r>
              <a:rPr lang="en-US" altLang="zh-CN" sz="2000" b="1" i="1">
                <a:solidFill>
                  <a:srgbClr val="FF3300"/>
                </a:solidFill>
                <a:latin typeface="Times New Roman" panose="02020603050405020304" pitchFamily="18" charset="0"/>
                <a:ea typeface="楷体_GB2312" pitchFamily="49" charset="-122"/>
              </a:rPr>
              <a:t>S’</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b</a:t>
            </a:r>
            <a:r>
              <a:rPr lang="en-US" altLang="zh-CN" sz="2000" b="1" baseline="30000">
                <a:solidFill>
                  <a:srgbClr val="3333CC"/>
                </a:solidFill>
                <a:latin typeface="Times New Roman" panose="02020603050405020304" pitchFamily="18" charset="0"/>
                <a:ea typeface="楷体_GB2312" pitchFamily="49" charset="-122"/>
                <a:sym typeface="Symbol" panose="05050102010706020507" pitchFamily="18" charset="2"/>
              </a:rPr>
              <a:t></a:t>
            </a:r>
            <a:r>
              <a:rPr lang="en-US" altLang="zh-CN" sz="2000" b="1">
                <a:solidFill>
                  <a:srgbClr val="000000"/>
                </a:solidFill>
                <a:latin typeface="Times New Roman" panose="02020603050405020304" pitchFamily="18" charset="0"/>
                <a:ea typeface="楷体_GB2312" pitchFamily="49" charset="-122"/>
              </a:rPr>
              <a:t>)   </a:t>
            </a:r>
          </a:p>
          <a:p>
            <a:pPr eaLnBrk="1" hangingPunct="1">
              <a:spcBef>
                <a:spcPct val="20000"/>
              </a:spcBef>
            </a:pPr>
            <a:r>
              <a:rPr lang="en-US" altLang="zh-CN" sz="2000" b="1">
                <a:solidFill>
                  <a:srgbClr val="000000"/>
                </a:solidFill>
                <a:latin typeface="Times New Roman" panose="02020603050405020304" pitchFamily="18" charset="0"/>
                <a:ea typeface="楷体_GB2312" pitchFamily="49" charset="-122"/>
              </a:rPr>
              <a:t>       </a:t>
            </a:r>
            <a:r>
              <a:rPr lang="en-US" altLang="zh-CN" sz="2000" b="1">
                <a:solidFill>
                  <a:srgbClr val="000000"/>
                </a:solidFill>
                <a:latin typeface="Times New Roman" panose="02020603050405020304" pitchFamily="18" charset="0"/>
                <a:ea typeface="楷体_GB2312" pitchFamily="49" charset="-122"/>
                <a:sym typeface="Symbol" panose="05050102010706020507" pitchFamily="18" charset="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baseline="-25000">
                <a:solidFill>
                  <a:srgbClr val="FF3300"/>
                </a:solidFill>
                <a:latin typeface="Times New Roman" panose="02020603050405020304" pitchFamily="18" charset="0"/>
                <a:ea typeface="楷体_GB2312" pitchFamily="49" charset="-122"/>
              </a:rPr>
              <a:t>0 </a:t>
            </a:r>
            <a:r>
              <a:rPr lang="en-US" altLang="zh-CN" sz="2000" b="1">
                <a:solidFill>
                  <a:srgbClr val="000000"/>
                </a:solidFill>
                <a:latin typeface="Times New Roman" panose="02020603050405020304" pitchFamily="18" charset="0"/>
                <a:ea typeface="楷体_GB2312" pitchFamily="49" charset="-122"/>
              </a:rPr>
              <a:t>=</a:t>
            </a:r>
            <a:r>
              <a:rPr lang="en-US" altLang="zh-CN" sz="2000" b="1" i="1">
                <a:solidFill>
                  <a:srgbClr val="3333CC"/>
                </a:solidFill>
                <a:latin typeface="Times New Roman" panose="02020603050405020304" pitchFamily="18" charset="0"/>
                <a:ea typeface="楷体_GB2312" pitchFamily="49" charset="-122"/>
              </a:rPr>
              <a:t> </a:t>
            </a:r>
            <a:r>
              <a:rPr lang="en-US" altLang="zh-CN" sz="2000" b="1" i="1">
                <a:solidFill>
                  <a:srgbClr val="FF3300"/>
                </a:solidFill>
                <a:latin typeface="Times New Roman" panose="02020603050405020304" pitchFamily="18" charset="0"/>
                <a:ea typeface="楷体_GB2312" pitchFamily="49" charset="-122"/>
              </a:rPr>
              <a:t>M</a:t>
            </a:r>
            <a:r>
              <a:rPr lang="en-US" altLang="zh-CN" sz="2000" b="1" i="1" baseline="-25000">
                <a:solidFill>
                  <a:srgbClr val="FF3300"/>
                </a:solidFill>
                <a:latin typeface="Times New Roman" panose="02020603050405020304" pitchFamily="18" charset="0"/>
                <a:ea typeface="楷体_GB2312" pitchFamily="49" charset="-122"/>
              </a:rPr>
              <a:t>n </a:t>
            </a:r>
          </a:p>
        </p:txBody>
      </p:sp>
      <p:grpSp>
        <p:nvGrpSpPr>
          <p:cNvPr id="54391" name="Group 119"/>
          <p:cNvGrpSpPr/>
          <p:nvPr/>
        </p:nvGrpSpPr>
        <p:grpSpPr bwMode="auto">
          <a:xfrm>
            <a:off x="3962400" y="4876800"/>
            <a:ext cx="3481388" cy="1700213"/>
            <a:chOff x="0" y="0"/>
            <a:chExt cx="2193" cy="1071"/>
          </a:xfrm>
        </p:grpSpPr>
        <p:graphicFrame>
          <p:nvGraphicFramePr>
            <p:cNvPr id="88186" name="Object 120"/>
            <p:cNvGraphicFramePr>
              <a:graphicFrameLocks noChangeAspect="1"/>
            </p:cNvGraphicFramePr>
            <p:nvPr/>
          </p:nvGraphicFramePr>
          <p:xfrm>
            <a:off x="0" y="0"/>
            <a:ext cx="2193" cy="1071"/>
          </p:xfrm>
          <a:graphic>
            <a:graphicData uri="http://schemas.openxmlformats.org/presentationml/2006/ole">
              <mc:AlternateContent xmlns:mc="http://schemas.openxmlformats.org/markup-compatibility/2006">
                <mc:Choice xmlns:v="urn:schemas-microsoft-com:vml" Requires="v">
                  <p:oleObj spid="_x0000_s88233" r:id="rId8" imgW="2857500" imgH="1397000" progId="Equation.3">
                    <p:embed/>
                  </p:oleObj>
                </mc:Choice>
                <mc:Fallback>
                  <p:oleObj r:id="rId8" imgW="2857500" imgH="1397000" progId="Equation.3">
                    <p:embed/>
                    <p:pic>
                      <p:nvPicPr>
                        <p:cNvPr id="0" name="Object 1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0"/>
                          <a:ext cx="2193" cy="1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8187" name="Line 121"/>
            <p:cNvSpPr>
              <a:spLocks noChangeShapeType="1"/>
            </p:cNvSpPr>
            <p:nvPr/>
          </p:nvSpPr>
          <p:spPr bwMode="auto">
            <a:xfrm>
              <a:off x="720" y="384"/>
              <a:ext cx="576" cy="33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8188" name="Line 122"/>
            <p:cNvSpPr>
              <a:spLocks noChangeShapeType="1"/>
            </p:cNvSpPr>
            <p:nvPr/>
          </p:nvSpPr>
          <p:spPr bwMode="auto">
            <a:xfrm>
              <a:off x="480" y="384"/>
              <a:ext cx="576" cy="33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8189" name="Line 123"/>
            <p:cNvSpPr>
              <a:spLocks noChangeShapeType="1"/>
            </p:cNvSpPr>
            <p:nvPr/>
          </p:nvSpPr>
          <p:spPr bwMode="auto">
            <a:xfrm>
              <a:off x="192" y="384"/>
              <a:ext cx="576" cy="33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8190" name="Line 124"/>
            <p:cNvSpPr>
              <a:spLocks noChangeShapeType="1"/>
            </p:cNvSpPr>
            <p:nvPr/>
          </p:nvSpPr>
          <p:spPr bwMode="auto">
            <a:xfrm>
              <a:off x="1680" y="240"/>
              <a:ext cx="0" cy="57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8191" name="Line 125"/>
            <p:cNvSpPr>
              <a:spLocks noChangeShapeType="1"/>
            </p:cNvSpPr>
            <p:nvPr/>
          </p:nvSpPr>
          <p:spPr bwMode="auto">
            <a:xfrm>
              <a:off x="2064" y="240"/>
              <a:ext cx="0" cy="576"/>
            </a:xfrm>
            <a:prstGeom prst="line">
              <a:avLst/>
            </a:prstGeom>
            <a:noFill/>
            <a:ln w="31750" cap="rnd">
              <a:solidFill>
                <a:schemeClr val="tx1"/>
              </a:solidFill>
              <a:prstDash val="sysDot"/>
              <a:round/>
            </a:ln>
            <a:extLst>
              <a:ext uri="{909E8E84-426E-40DD-AFC4-6F175D3DCCD1}">
                <a14:hiddenFill xmlns:a14="http://schemas.microsoft.com/office/drawing/2010/main">
                  <a:noFill/>
                </a14:hiddenFill>
              </a:ext>
            </a:extLst>
          </p:spPr>
          <p:txBody>
            <a:bodyPr/>
            <a:lstStyle/>
            <a:p>
              <a:endParaRPr lang="zh-CN" altLang="en-US"/>
            </a:p>
          </p:txBody>
        </p:sp>
        <p:sp>
          <p:nvSpPr>
            <p:cNvPr id="88192" name="Oval 126"/>
            <p:cNvSpPr>
              <a:spLocks noChangeArrowheads="1"/>
            </p:cNvSpPr>
            <p:nvPr/>
          </p:nvSpPr>
          <p:spPr bwMode="auto">
            <a:xfrm>
              <a:off x="192" y="672"/>
              <a:ext cx="336" cy="240"/>
            </a:xfrm>
            <a:prstGeom prst="ellipse">
              <a:avLst/>
            </a:prstGeom>
            <a:noFill/>
            <a:ln w="1905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sp>
          <p:nvSpPr>
            <p:cNvPr id="88193" name="Oval 127"/>
            <p:cNvSpPr>
              <a:spLocks noChangeArrowheads="1"/>
            </p:cNvSpPr>
            <p:nvPr/>
          </p:nvSpPr>
          <p:spPr bwMode="auto">
            <a:xfrm>
              <a:off x="912" y="144"/>
              <a:ext cx="336" cy="240"/>
            </a:xfrm>
            <a:prstGeom prst="ellipse">
              <a:avLst/>
            </a:prstGeom>
            <a:noFill/>
            <a:ln w="1905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eaLnBrk="0" hangingPunct="0">
                <a:defRPr>
                  <a:solidFill>
                    <a:schemeClr val="tx1"/>
                  </a:solidFill>
                  <a:latin typeface="Arial" panose="020B0604020202020204" pitchFamily="34" charset="0"/>
                  <a:ea typeface="宋体" panose="02010600030101010101" pitchFamily="2" charset="-122"/>
                </a:defRPr>
              </a:lvl2pPr>
              <a:lvl3pPr eaLnBrk="0" hangingPunct="0">
                <a:defRPr>
                  <a:solidFill>
                    <a:schemeClr val="tx1"/>
                  </a:solidFill>
                  <a:latin typeface="Arial" panose="020B0604020202020204" pitchFamily="34" charset="0"/>
                  <a:ea typeface="宋体" panose="02010600030101010101" pitchFamily="2" charset="-122"/>
                </a:defRPr>
              </a:lvl3pPr>
              <a:lvl4pPr eaLnBrk="0" hangingPunct="0">
                <a:defRPr>
                  <a:solidFill>
                    <a:schemeClr val="tx1"/>
                  </a:solidFill>
                  <a:latin typeface="Arial" panose="020B0604020202020204" pitchFamily="34" charset="0"/>
                  <a:ea typeface="宋体" panose="02010600030101010101" pitchFamily="2" charset="-122"/>
                </a:defRPr>
              </a:lvl4pPr>
              <a:lvl5pPr eaLnBrk="0" hangingPunct="0">
                <a:defRPr>
                  <a:solidFill>
                    <a:schemeClr val="tx1"/>
                  </a:solidFill>
                  <a:latin typeface="Arial" panose="020B060402020202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2800">
                <a:solidFill>
                  <a:srgbClr val="000000"/>
                </a:solidFill>
                <a:latin typeface="Times New Roman" panose="02020603050405020304" pitchFamily="18" charset="0"/>
                <a:ea typeface="楷体_GB2312" pitchFamily="49"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4274"/>
                                        </p:tgtEl>
                                        <p:attrNameLst>
                                          <p:attrName>style.visibility</p:attrName>
                                        </p:attrNameLst>
                                      </p:cBhvr>
                                      <p:to>
                                        <p:strVal val="visible"/>
                                      </p:to>
                                    </p:set>
                                    <p:animEffect transition="in" filter="wipe(left)">
                                      <p:cBhvr>
                                        <p:cTn id="7" dur="500"/>
                                        <p:tgtEl>
                                          <p:spTgt spid="54274"/>
                                        </p:tgtEl>
                                      </p:cBhvr>
                                    </p:animEffect>
                                  </p:childTnLst>
                                  <p:subTnLst>
                                    <p:audio>
                                      <p:cMediaNode>
                                        <p:cTn display="0" masterRel="sameClick">
                                          <p:stCondLst>
                                            <p:cond evt="begin" delay="0">
                                              <p:tn val="5"/>
                                            </p:cond>
                                          </p:stCondLst>
                                          <p:endCondLst>
                                            <p:cond evt="onStopAudio" delay="0">
                                              <p:tgtEl>
                                                <p:sldTgt/>
                                              </p:tgtEl>
                                            </p:cond>
                                          </p:endCondLst>
                                        </p:cTn>
                                        <p:tgtEl>
                                          <p:sndTgt r:embed="rId3" name="type.wav"/>
                                        </p:tgtEl>
                                      </p:cMediaNode>
                                    </p:audio>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4275"/>
                                        </p:tgtEl>
                                        <p:attrNameLst>
                                          <p:attrName>style.visibility</p:attrName>
                                        </p:attrNameLst>
                                      </p:cBhvr>
                                      <p:to>
                                        <p:strVal val="visible"/>
                                      </p:to>
                                    </p:set>
                                    <p:animEffect transition="in" filter="wipe(left)">
                                      <p:cBhvr>
                                        <p:cTn id="12" dur="500"/>
                                        <p:tgtEl>
                                          <p:spTgt spid="54275"/>
                                        </p:tgtEl>
                                      </p:cBhvr>
                                    </p:animEffect>
                                  </p:childTnLst>
                                  <p:subTnLst>
                                    <p:audio>
                                      <p:cMediaNode>
                                        <p:cTn display="0" masterRel="sameClick">
                                          <p:stCondLst>
                                            <p:cond evt="begin" delay="0">
                                              <p:tn val="10"/>
                                            </p:cond>
                                          </p:stCondLst>
                                          <p:endCondLst>
                                            <p:cond evt="onStopAudio" delay="0">
                                              <p:tgtEl>
                                                <p:sldTgt/>
                                              </p:tgtEl>
                                            </p:cond>
                                          </p:endCondLst>
                                        </p:cTn>
                                        <p:tgtEl>
                                          <p:sndTgt r:embed="rId3" name="type.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4384"/>
                                        </p:tgtEl>
                                        <p:attrNameLst>
                                          <p:attrName>style.visibility</p:attrName>
                                        </p:attrNameLst>
                                      </p:cBhvr>
                                      <p:to>
                                        <p:strVal val="visible"/>
                                      </p:to>
                                    </p:set>
                                    <p:animEffect transition="in" filter="wipe(left)">
                                      <p:cBhvr>
                                        <p:cTn id="17" dur="500"/>
                                        <p:tgtEl>
                                          <p:spTgt spid="54384"/>
                                        </p:tgtEl>
                                      </p:cBhvr>
                                    </p:animEffect>
                                  </p:childTnLst>
                                  <p:subTnLst>
                                    <p:audio>
                                      <p:cMediaNode>
                                        <p:cTn display="0" masterRel="sameClick">
                                          <p:stCondLst>
                                            <p:cond evt="begin" delay="0">
                                              <p:tn val="15"/>
                                            </p:cond>
                                          </p:stCondLst>
                                          <p:endCondLst>
                                            <p:cond evt="onStopAudio" delay="0">
                                              <p:tgtEl>
                                                <p:sldTgt/>
                                              </p:tgtEl>
                                            </p:cond>
                                          </p:endCondLst>
                                        </p:cTn>
                                        <p:tgtEl>
                                          <p:sndTgt r:embed="rId3" name="type.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4324"/>
                                        </p:tgtEl>
                                        <p:attrNameLst>
                                          <p:attrName>style.visibility</p:attrName>
                                        </p:attrNameLst>
                                      </p:cBhvr>
                                      <p:to>
                                        <p:strVal val="visible"/>
                                      </p:to>
                                    </p:set>
                                    <p:animEffect transition="in" filter="wipe(left)">
                                      <p:cBhvr>
                                        <p:cTn id="22" dur="500"/>
                                        <p:tgtEl>
                                          <p:spTgt spid="54324"/>
                                        </p:tgtEl>
                                      </p:cBhvr>
                                    </p:animEffect>
                                  </p:childTnLst>
                                  <p:subTnLst>
                                    <p:audio>
                                      <p:cMediaNode>
                                        <p:cTn display="0" masterRel="sameClick">
                                          <p:stCondLst>
                                            <p:cond evt="begin" delay="0">
                                              <p:tn val="20"/>
                                            </p:cond>
                                          </p:stCondLst>
                                          <p:endCondLst>
                                            <p:cond evt="onStopAudio" delay="0">
                                              <p:tgtEl>
                                                <p:sldTgt/>
                                              </p:tgtEl>
                                            </p:cond>
                                          </p:endCondLst>
                                        </p:cTn>
                                        <p:tgtEl>
                                          <p:sndTgt r:embed="rId4" name="camera.wav"/>
                                        </p:tgtEl>
                                      </p:cMediaNode>
                                    </p:audio>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4385"/>
                                        </p:tgtEl>
                                        <p:attrNameLst>
                                          <p:attrName>style.visibility</p:attrName>
                                        </p:attrNameLst>
                                      </p:cBhvr>
                                      <p:to>
                                        <p:strVal val="visible"/>
                                      </p:to>
                                    </p:set>
                                    <p:animEffect transition="in" filter="wipe(left)">
                                      <p:cBhvr>
                                        <p:cTn id="27" dur="500"/>
                                        <p:tgtEl>
                                          <p:spTgt spid="54385"/>
                                        </p:tgtEl>
                                      </p:cBhvr>
                                    </p:animEffect>
                                  </p:childTnLst>
                                  <p:subTnLst>
                                    <p:audio>
                                      <p:cMediaNode>
                                        <p:cTn display="0" masterRel="sameClick">
                                          <p:stCondLst>
                                            <p:cond evt="begin" delay="0">
                                              <p:tn val="25"/>
                                            </p:cond>
                                          </p:stCondLst>
                                          <p:endCondLst>
                                            <p:cond evt="onStopAudio" delay="0">
                                              <p:tgtEl>
                                                <p:sldTgt/>
                                              </p:tgtEl>
                                            </p:cond>
                                          </p:endCondLst>
                                        </p:cTn>
                                        <p:tgtEl>
                                          <p:sndTgt r:embed="rId3" name="type.wav"/>
                                        </p:tgtEl>
                                      </p:cMediaNode>
                                    </p:audio>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4386"/>
                                        </p:tgtEl>
                                        <p:attrNameLst>
                                          <p:attrName>style.visibility</p:attrName>
                                        </p:attrNameLst>
                                      </p:cBhvr>
                                      <p:to>
                                        <p:strVal val="visible"/>
                                      </p:to>
                                    </p:set>
                                    <p:animEffect transition="in" filter="wipe(left)">
                                      <p:cBhvr>
                                        <p:cTn id="32" dur="500"/>
                                        <p:tgtEl>
                                          <p:spTgt spid="54386"/>
                                        </p:tgtEl>
                                      </p:cBhvr>
                                    </p:animEffect>
                                  </p:childTnLst>
                                  <p:subTnLst>
                                    <p:audio>
                                      <p:cMediaNode>
                                        <p:cTn display="0" masterRel="sameClick">
                                          <p:stCondLst>
                                            <p:cond evt="begin" delay="0">
                                              <p:tn val="30"/>
                                            </p:cond>
                                          </p:stCondLst>
                                          <p:endCondLst>
                                            <p:cond evt="onStopAudio" delay="0">
                                              <p:tgtEl>
                                                <p:sldTgt/>
                                              </p:tgtEl>
                                            </p:cond>
                                          </p:endCondLst>
                                        </p:cTn>
                                        <p:tgtEl>
                                          <p:sndTgt r:embed="rId3" name="type.wav"/>
                                        </p:tgtEl>
                                      </p:cMediaNode>
                                    </p:audio>
                                  </p:subTnLst>
                                </p:cTn>
                              </p:par>
                            </p:childTnLst>
                          </p:cTn>
                        </p:par>
                      </p:childTnLst>
                    </p:cTn>
                  </p:par>
                  <p:par>
                    <p:cTn id="33" fill="hold">
                      <p:stCondLst>
                        <p:cond delay="indefinite"/>
                      </p:stCondLst>
                      <p:childTnLst>
                        <p:par>
                          <p:cTn id="34" fill="hold">
                            <p:stCondLst>
                              <p:cond delay="0"/>
                            </p:stCondLst>
                            <p:childTnLst>
                              <p:par>
                                <p:cTn id="35" presetID="18" presetClass="entr" presetSubtype="6" fill="hold" grpId="0" nodeType="clickEffect">
                                  <p:stCondLst>
                                    <p:cond delay="0"/>
                                  </p:stCondLst>
                                  <p:childTnLst>
                                    <p:set>
                                      <p:cBhvr>
                                        <p:cTn id="36" dur="1" fill="hold">
                                          <p:stCondLst>
                                            <p:cond delay="0"/>
                                          </p:stCondLst>
                                        </p:cTn>
                                        <p:tgtEl>
                                          <p:spTgt spid="54389"/>
                                        </p:tgtEl>
                                        <p:attrNameLst>
                                          <p:attrName>style.visibility</p:attrName>
                                        </p:attrNameLst>
                                      </p:cBhvr>
                                      <p:to>
                                        <p:strVal val="visible"/>
                                      </p:to>
                                    </p:set>
                                    <p:animEffect transition="in" filter="strips(downRight)">
                                      <p:cBhvr>
                                        <p:cTn id="37" dur="500"/>
                                        <p:tgtEl>
                                          <p:spTgt spid="54389"/>
                                        </p:tgtEl>
                                      </p:cBhvr>
                                    </p:animEffect>
                                  </p:childTnLst>
                                  <p:subTnLst>
                                    <p:audio>
                                      <p:cMediaNode>
                                        <p:cTn display="0" masterRel="sameClick">
                                          <p:stCondLst>
                                            <p:cond evt="begin" delay="0">
                                              <p:tn val="35"/>
                                            </p:cond>
                                          </p:stCondLst>
                                          <p:endCondLst>
                                            <p:cond evt="onStopAudio" delay="0">
                                              <p:tgtEl>
                                                <p:sldTgt/>
                                              </p:tgtEl>
                                            </p:cond>
                                          </p:endCondLst>
                                        </p:cTn>
                                        <p:tgtEl>
                                          <p:sndTgt r:embed="rId5" name="PROJCTOR.WAV"/>
                                        </p:tgtEl>
                                      </p:cMediaNode>
                                    </p:audio>
                                  </p:sub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54390"/>
                                        </p:tgtEl>
                                        <p:attrNameLst>
                                          <p:attrName>style.visibility</p:attrName>
                                        </p:attrNameLst>
                                      </p:cBhvr>
                                      <p:to>
                                        <p:strVal val="visible"/>
                                      </p:to>
                                    </p:set>
                                    <p:animEffect transition="in" filter="wipe(left)">
                                      <p:cBhvr>
                                        <p:cTn id="42" dur="500"/>
                                        <p:tgtEl>
                                          <p:spTgt spid="54390"/>
                                        </p:tgtEl>
                                      </p:cBhvr>
                                    </p:animEffect>
                                  </p:childTnLst>
                                  <p:subTnLst>
                                    <p:audio>
                                      <p:cMediaNode>
                                        <p:cTn display="0" masterRel="sameClick">
                                          <p:stCondLst>
                                            <p:cond evt="begin" delay="0">
                                              <p:tn val="40"/>
                                            </p:cond>
                                          </p:stCondLst>
                                          <p:endCondLst>
                                            <p:cond evt="onStopAudio" delay="0">
                                              <p:tgtEl>
                                                <p:sldTgt/>
                                              </p:tgtEl>
                                            </p:cond>
                                          </p:endCondLst>
                                        </p:cTn>
                                        <p:tgtEl>
                                          <p:sndTgt r:embed="rId3" name="type.wav"/>
                                        </p:tgtEl>
                                      </p:cMediaNode>
                                    </p:audio>
                                  </p:subTnLst>
                                </p:cTn>
                              </p:par>
                            </p:childTnLst>
                          </p:cTn>
                        </p:par>
                      </p:childTnLst>
                    </p:cTn>
                  </p:par>
                  <p:par>
                    <p:cTn id="43" fill="hold">
                      <p:stCondLst>
                        <p:cond delay="indefinite"/>
                      </p:stCondLst>
                      <p:childTnLst>
                        <p:par>
                          <p:cTn id="44" fill="hold">
                            <p:stCondLst>
                              <p:cond delay="0"/>
                            </p:stCondLst>
                            <p:childTnLst>
                              <p:par>
                                <p:cTn id="45" presetID="4" presetClass="entr" presetSubtype="16" fill="hold" nodeType="clickEffect">
                                  <p:stCondLst>
                                    <p:cond delay="0"/>
                                  </p:stCondLst>
                                  <p:childTnLst>
                                    <p:set>
                                      <p:cBhvr>
                                        <p:cTn id="46" dur="1" fill="hold">
                                          <p:stCondLst>
                                            <p:cond delay="0"/>
                                          </p:stCondLst>
                                        </p:cTn>
                                        <p:tgtEl>
                                          <p:spTgt spid="54391"/>
                                        </p:tgtEl>
                                        <p:attrNameLst>
                                          <p:attrName>style.visibility</p:attrName>
                                        </p:attrNameLst>
                                      </p:cBhvr>
                                      <p:to>
                                        <p:strVal val="visible"/>
                                      </p:to>
                                    </p:set>
                                    <p:animEffect transition="in" filter="box(in)">
                                      <p:cBhvr>
                                        <p:cTn id="47" dur="500"/>
                                        <p:tgtEl>
                                          <p:spTgt spid="54391"/>
                                        </p:tgtEl>
                                      </p:cBhvr>
                                    </p:animEffect>
                                  </p:childTnLst>
                                  <p:subTnLst>
                                    <p:audio>
                                      <p:cMediaNode>
                                        <p:cTn display="0" masterRel="sameClick">
                                          <p:stCondLst>
                                            <p:cond evt="begin" delay="0">
                                              <p:tn val="45"/>
                                            </p:cond>
                                          </p:stCondLst>
                                          <p:endCondLst>
                                            <p:cond evt="onStopAudio" delay="0">
                                              <p:tgtEl>
                                                <p:sldTgt/>
                                              </p:tgtEl>
                                            </p:cond>
                                          </p:endCondLst>
                                        </p:cTn>
                                        <p:tgtEl>
                                          <p:sndTgt r:embed="rId4"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P spid="54384" grpId="0"/>
      <p:bldP spid="54385" grpId="0"/>
      <p:bldP spid="54389" grpId="0"/>
      <p:bldP spid="5439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Rectangle 3"/>
          <p:cNvSpPr>
            <a:spLocks noGrp="1" noChangeArrowheads="1"/>
          </p:cNvSpPr>
          <p:nvPr>
            <p:ph idx="1"/>
          </p:nvPr>
        </p:nvSpPr>
        <p:spPr>
          <a:xfrm>
            <a:off x="2819400" y="1981200"/>
            <a:ext cx="3733800" cy="1828800"/>
          </a:xfrm>
        </p:spPr>
        <p:txBody>
          <a:bodyPr/>
          <a:lstStyle/>
          <a:p>
            <a:pPr eaLnBrk="1" hangingPunct="1"/>
            <a:endParaRPr lang="en-US" altLang="zh-CN"/>
          </a:p>
          <a:p>
            <a:pPr eaLnBrk="1" hangingPunct="1">
              <a:buFont typeface="Wingdings" panose="05000000000000000000" pitchFamily="2" charset="2"/>
              <a:buNone/>
            </a:pPr>
            <a:r>
              <a:rPr lang="en-US" altLang="zh-CN" sz="5400"/>
              <a:t>Thank you!</a:t>
            </a:r>
          </a:p>
        </p:txBody>
      </p:sp>
    </p:spTree>
  </p:cSld>
  <p:clrMapOvr>
    <a:masterClrMapping/>
  </p:clrMapOvr>
</p:sld>
</file>

<file path=ppt/theme/theme1.xml><?xml version="1.0" encoding="utf-8"?>
<a:theme xmlns:a="http://schemas.openxmlformats.org/drawingml/2006/main" name="自定义设计方案">
  <a:themeElements>
    <a:clrScheme name="自定义设计方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自定义设计方案">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自定义设计方案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自定义设计方案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自定义设计方案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自定义设计方案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自定义设计方案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自定义设计方案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自定义设计方案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自定义设计方案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自定义设计方案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自定义设计方案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自定义设计方案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自定义设计方案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Echo">
  <a:themeElements>
    <a:clrScheme name="Echo 7">
      <a:dk1>
        <a:srgbClr val="336666"/>
      </a:dk1>
      <a:lt1>
        <a:srgbClr val="FFFFFF"/>
      </a:lt1>
      <a:dk2>
        <a:srgbClr val="000000"/>
      </a:dk2>
      <a:lt2>
        <a:srgbClr val="666699"/>
      </a:lt2>
      <a:accent1>
        <a:srgbClr val="99CCCC"/>
      </a:accent1>
      <a:accent2>
        <a:srgbClr val="CCCCCC"/>
      </a:accent2>
      <a:accent3>
        <a:srgbClr val="FFFFFF"/>
      </a:accent3>
      <a:accent4>
        <a:srgbClr val="2A5656"/>
      </a:accent4>
      <a:accent5>
        <a:srgbClr val="CAE2E2"/>
      </a:accent5>
      <a:accent6>
        <a:srgbClr val="B9B9B9"/>
      </a:accent6>
      <a:hlink>
        <a:srgbClr val="006666"/>
      </a:hlink>
      <a:folHlink>
        <a:srgbClr val="B2B2B2"/>
      </a:folHlink>
    </a:clrScheme>
    <a:fontScheme name="Echo">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Echo 1">
        <a:dk1>
          <a:srgbClr val="25252F"/>
        </a:dk1>
        <a:lt1>
          <a:srgbClr val="9999FF"/>
        </a:lt1>
        <a:dk2>
          <a:srgbClr val="000000"/>
        </a:dk2>
        <a:lt2>
          <a:srgbClr val="FFFFFF"/>
        </a:lt2>
        <a:accent1>
          <a:srgbClr val="3366FF"/>
        </a:accent1>
        <a:accent2>
          <a:srgbClr val="003399"/>
        </a:accent2>
        <a:accent3>
          <a:srgbClr val="AAAAAA"/>
        </a:accent3>
        <a:accent4>
          <a:srgbClr val="8282DA"/>
        </a:accent4>
        <a:accent5>
          <a:srgbClr val="ADB8FF"/>
        </a:accent5>
        <a:accent6>
          <a:srgbClr val="002D8A"/>
        </a:accent6>
        <a:hlink>
          <a:srgbClr val="009999"/>
        </a:hlink>
        <a:folHlink>
          <a:srgbClr val="B2B2B2"/>
        </a:folHlink>
      </a:clrScheme>
      <a:clrMap bg1="dk2" tx1="lt1" bg2="dk1" tx2="lt2" accent1="accent1" accent2="accent2" accent3="accent3" accent4="accent4" accent5="accent5" accent6="accent6" hlink="hlink" folHlink="folHlink"/>
    </a:extraClrScheme>
    <a:extraClrScheme>
      <a:clrScheme name="Echo 2">
        <a:dk1>
          <a:srgbClr val="314183"/>
        </a:dk1>
        <a:lt1>
          <a:srgbClr val="FFFFFF"/>
        </a:lt1>
        <a:dk2>
          <a:srgbClr val="0B1E45"/>
        </a:dk2>
        <a:lt2>
          <a:srgbClr val="FFFFFF"/>
        </a:lt2>
        <a:accent1>
          <a:srgbClr val="6666FF"/>
        </a:accent1>
        <a:accent2>
          <a:srgbClr val="0066FF"/>
        </a:accent2>
        <a:accent3>
          <a:srgbClr val="AAABB0"/>
        </a:accent3>
        <a:accent4>
          <a:srgbClr val="DADADA"/>
        </a:accent4>
        <a:accent5>
          <a:srgbClr val="B8B8FF"/>
        </a:accent5>
        <a:accent6>
          <a:srgbClr val="005CE7"/>
        </a:accent6>
        <a:hlink>
          <a:srgbClr val="006699"/>
        </a:hlink>
        <a:folHlink>
          <a:srgbClr val="B2B2B2"/>
        </a:folHlink>
      </a:clrScheme>
      <a:clrMap bg1="dk2" tx1="lt1" bg2="dk1" tx2="lt2" accent1="accent1" accent2="accent2" accent3="accent3" accent4="accent4" accent5="accent5" accent6="accent6" hlink="hlink" folHlink="folHlink"/>
    </a:extraClrScheme>
    <a:extraClrScheme>
      <a:clrScheme name="Echo 3">
        <a:dk1>
          <a:srgbClr val="194349"/>
        </a:dk1>
        <a:lt1>
          <a:srgbClr val="FFFFCC"/>
        </a:lt1>
        <a:dk2>
          <a:srgbClr val="006666"/>
        </a:dk2>
        <a:lt2>
          <a:srgbClr val="FFFFFF"/>
        </a:lt2>
        <a:accent1>
          <a:srgbClr val="99CC00"/>
        </a:accent1>
        <a:accent2>
          <a:srgbClr val="00B6B2"/>
        </a:accent2>
        <a:accent3>
          <a:srgbClr val="AAB8B8"/>
        </a:accent3>
        <a:accent4>
          <a:srgbClr val="DADAAE"/>
        </a:accent4>
        <a:accent5>
          <a:srgbClr val="CAE2AA"/>
        </a:accent5>
        <a:accent6>
          <a:srgbClr val="00A5A1"/>
        </a:accent6>
        <a:hlink>
          <a:srgbClr val="669900"/>
        </a:hlink>
        <a:folHlink>
          <a:srgbClr val="666699"/>
        </a:folHlink>
      </a:clrScheme>
      <a:clrMap bg1="dk2" tx1="lt1" bg2="dk1" tx2="lt2" accent1="accent1" accent2="accent2" accent3="accent3" accent4="accent4" accent5="accent5" accent6="accent6" hlink="hlink" folHlink="folHlink"/>
    </a:extraClrScheme>
    <a:extraClrScheme>
      <a:clrScheme name="Echo 4">
        <a:dk1>
          <a:srgbClr val="194349"/>
        </a:dk1>
        <a:lt1>
          <a:srgbClr val="FFFFCC"/>
        </a:lt1>
        <a:dk2>
          <a:srgbClr val="0000FF"/>
        </a:dk2>
        <a:lt2>
          <a:srgbClr val="FFFFFF"/>
        </a:lt2>
        <a:accent1>
          <a:srgbClr val="0099FF"/>
        </a:accent1>
        <a:accent2>
          <a:srgbClr val="33CC33"/>
        </a:accent2>
        <a:accent3>
          <a:srgbClr val="AAAAFF"/>
        </a:accent3>
        <a:accent4>
          <a:srgbClr val="DADAAE"/>
        </a:accent4>
        <a:accent5>
          <a:srgbClr val="AACAFF"/>
        </a:accent5>
        <a:accent6>
          <a:srgbClr val="2DB92D"/>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cho 5">
        <a:dk1>
          <a:srgbClr val="194349"/>
        </a:dk1>
        <a:lt1>
          <a:srgbClr val="FFFFCC"/>
        </a:lt1>
        <a:dk2>
          <a:srgbClr val="72A497"/>
        </a:dk2>
        <a:lt2>
          <a:srgbClr val="000000"/>
        </a:lt2>
        <a:accent1>
          <a:srgbClr val="805D32"/>
        </a:accent1>
        <a:accent2>
          <a:srgbClr val="7D2F3C"/>
        </a:accent2>
        <a:accent3>
          <a:srgbClr val="BCCFC9"/>
        </a:accent3>
        <a:accent4>
          <a:srgbClr val="DADAAE"/>
        </a:accent4>
        <a:accent5>
          <a:srgbClr val="C0B6AD"/>
        </a:accent5>
        <a:accent6>
          <a:srgbClr val="712A35"/>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cho 6">
        <a:dk1>
          <a:srgbClr val="1C1C1C"/>
        </a:dk1>
        <a:lt1>
          <a:srgbClr val="FFFFFF"/>
        </a:lt1>
        <a:dk2>
          <a:srgbClr val="710F0F"/>
        </a:dk2>
        <a:lt2>
          <a:srgbClr val="FFFFFF"/>
        </a:lt2>
        <a:accent1>
          <a:srgbClr val="FF9900"/>
        </a:accent1>
        <a:accent2>
          <a:srgbClr val="FF3300"/>
        </a:accent2>
        <a:accent3>
          <a:srgbClr val="BBAAAA"/>
        </a:accent3>
        <a:accent4>
          <a:srgbClr val="DADADA"/>
        </a:accent4>
        <a:accent5>
          <a:srgbClr val="FFCAAA"/>
        </a:accent5>
        <a:accent6>
          <a:srgbClr val="E72D00"/>
        </a:accent6>
        <a:hlink>
          <a:srgbClr val="666699"/>
        </a:hlink>
        <a:folHlink>
          <a:srgbClr val="996633"/>
        </a:folHlink>
      </a:clrScheme>
      <a:clrMap bg1="dk2" tx1="lt1" bg2="dk1" tx2="lt2" accent1="accent1" accent2="accent2" accent3="accent3" accent4="accent4" accent5="accent5" accent6="accent6" hlink="hlink" folHlink="folHlink"/>
    </a:extraClrScheme>
    <a:extraClrScheme>
      <a:clrScheme name="Echo 7">
        <a:dk1>
          <a:srgbClr val="336666"/>
        </a:dk1>
        <a:lt1>
          <a:srgbClr val="FFFFFF"/>
        </a:lt1>
        <a:dk2>
          <a:srgbClr val="000000"/>
        </a:dk2>
        <a:lt2>
          <a:srgbClr val="666699"/>
        </a:lt2>
        <a:accent1>
          <a:srgbClr val="99CCCC"/>
        </a:accent1>
        <a:accent2>
          <a:srgbClr val="CCCCCC"/>
        </a:accent2>
        <a:accent3>
          <a:srgbClr val="FFFFFF"/>
        </a:accent3>
        <a:accent4>
          <a:srgbClr val="2A5656"/>
        </a:accent4>
        <a:accent5>
          <a:srgbClr val="CAE2E2"/>
        </a:accent5>
        <a:accent6>
          <a:srgbClr val="B9B9B9"/>
        </a:accent6>
        <a:hlink>
          <a:srgbClr val="006666"/>
        </a:hlink>
        <a:folHlink>
          <a:srgbClr val="B2B2B2"/>
        </a:folHlink>
      </a:clrScheme>
      <a:clrMap bg1="lt1" tx1="dk1" bg2="lt2" tx2="dk2" accent1="accent1" accent2="accent2" accent3="accent3" accent4="accent4" accent5="accent5" accent6="accent6" hlink="hlink" folHlink="folHlink"/>
    </a:extraClrScheme>
    <a:extraClrScheme>
      <a:clrScheme name="Echo 8">
        <a:dk1>
          <a:srgbClr val="000000"/>
        </a:dk1>
        <a:lt1>
          <a:srgbClr val="FFFFFF"/>
        </a:lt1>
        <a:dk2>
          <a:srgbClr val="000000"/>
        </a:dk2>
        <a:lt2>
          <a:srgbClr val="666699"/>
        </a:lt2>
        <a:accent1>
          <a:srgbClr val="FF9900"/>
        </a:accent1>
        <a:accent2>
          <a:srgbClr val="FF0000"/>
        </a:accent2>
        <a:accent3>
          <a:srgbClr val="FFFFFF"/>
        </a:accent3>
        <a:accent4>
          <a:srgbClr val="000000"/>
        </a:accent4>
        <a:accent5>
          <a:srgbClr val="FFCAAA"/>
        </a:accent5>
        <a:accent6>
          <a:srgbClr val="E70000"/>
        </a:accent6>
        <a:hlink>
          <a:srgbClr val="336699"/>
        </a:hlink>
        <a:folHlink>
          <a:srgbClr val="808080"/>
        </a:folHlink>
      </a:clrScheme>
      <a:clrMap bg1="lt1" tx1="dk1" bg2="lt2" tx2="dk2" accent1="accent1" accent2="accent2" accent3="accent3" accent4="accent4" accent5="accent5" accent6="accent6" hlink="hlink" folHlink="folHlink"/>
    </a:extraClrScheme>
    <a:extraClrScheme>
      <a:clrScheme name="Echo 9">
        <a:dk1>
          <a:srgbClr val="000000"/>
        </a:dk1>
        <a:lt1>
          <a:srgbClr val="FFFFFF"/>
        </a:lt1>
        <a:dk2>
          <a:srgbClr val="000000"/>
        </a:dk2>
        <a:lt2>
          <a:srgbClr val="666699"/>
        </a:lt2>
        <a:accent1>
          <a:srgbClr val="CC3300"/>
        </a:accent1>
        <a:accent2>
          <a:srgbClr val="CC9900"/>
        </a:accent2>
        <a:accent3>
          <a:srgbClr val="FFFFFF"/>
        </a:accent3>
        <a:accent4>
          <a:srgbClr val="000000"/>
        </a:accent4>
        <a:accent5>
          <a:srgbClr val="E2ADAA"/>
        </a:accent5>
        <a:accent6>
          <a:srgbClr val="B98A00"/>
        </a:accent6>
        <a:hlink>
          <a:srgbClr val="CC6600"/>
        </a:hlink>
        <a:folHlink>
          <a:srgbClr val="808080"/>
        </a:folHlink>
      </a:clrScheme>
      <a:clrMap bg1="lt1" tx1="dk1" bg2="lt2" tx2="dk2" accent1="accent1" accent2="accent2" accent3="accent3" accent4="accent4" accent5="accent5" accent6="accent6" hlink="hlink" folHlink="folHlink"/>
    </a:extraClrScheme>
    <a:extraClrScheme>
      <a:clrScheme name="Echo 10">
        <a:dk1>
          <a:srgbClr val="000000"/>
        </a:dk1>
        <a:lt1>
          <a:srgbClr val="FFFFFF"/>
        </a:lt1>
        <a:dk2>
          <a:srgbClr val="000000"/>
        </a:dk2>
        <a:lt2>
          <a:srgbClr val="666699"/>
        </a:lt2>
        <a:accent1>
          <a:srgbClr val="666699"/>
        </a:accent1>
        <a:accent2>
          <a:srgbClr val="9999FF"/>
        </a:accent2>
        <a:accent3>
          <a:srgbClr val="FFFFFF"/>
        </a:accent3>
        <a:accent4>
          <a:srgbClr val="000000"/>
        </a:accent4>
        <a:accent5>
          <a:srgbClr val="B8B8CA"/>
        </a:accent5>
        <a:accent6>
          <a:srgbClr val="8A8AE7"/>
        </a:accent6>
        <a:hlink>
          <a:srgbClr val="3366FF"/>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默认设计模板">
  <a:themeElements>
    <a:clrScheme name="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默认设计模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默认设计模板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60</TotalTime>
  <Words>4843</Words>
  <Application>Microsoft Office PowerPoint</Application>
  <PresentationFormat>全屏显示(4:3)</PresentationFormat>
  <Paragraphs>1725</Paragraphs>
  <Slides>79</Slides>
  <Notes>3</Notes>
  <HiddenSlides>0</HiddenSlides>
  <MMClips>0</MMClips>
  <ScaleCrop>false</ScaleCrop>
  <HeadingPairs>
    <vt:vector size="8" baseType="variant">
      <vt:variant>
        <vt:lpstr>已用的字体</vt:lpstr>
      </vt:variant>
      <vt:variant>
        <vt:i4>14</vt:i4>
      </vt:variant>
      <vt:variant>
        <vt:lpstr>主题</vt:lpstr>
      </vt:variant>
      <vt:variant>
        <vt:i4>3</vt:i4>
      </vt:variant>
      <vt:variant>
        <vt:lpstr>嵌入 OLE 服务器</vt:lpstr>
      </vt:variant>
      <vt:variant>
        <vt:i4>5</vt:i4>
      </vt:variant>
      <vt:variant>
        <vt:lpstr>幻灯片标题</vt:lpstr>
      </vt:variant>
      <vt:variant>
        <vt:i4>79</vt:i4>
      </vt:variant>
    </vt:vector>
  </HeadingPairs>
  <TitlesOfParts>
    <vt:vector size="101" baseType="lpstr">
      <vt:lpstr>等线</vt:lpstr>
      <vt:lpstr>黑体</vt:lpstr>
      <vt:lpstr>华文楷体</vt:lpstr>
      <vt:lpstr>楷体_GB2312</vt:lpstr>
      <vt:lpstr>隶书</vt:lpstr>
      <vt:lpstr>宋体</vt:lpstr>
      <vt:lpstr>Arial</vt:lpstr>
      <vt:lpstr>Cambria Math</vt:lpstr>
      <vt:lpstr>Helvetica</vt:lpstr>
      <vt:lpstr>Symbol</vt:lpstr>
      <vt:lpstr>Times New Roman</vt:lpstr>
      <vt:lpstr>Verdana</vt:lpstr>
      <vt:lpstr>Webdings</vt:lpstr>
      <vt:lpstr>Wingdings</vt:lpstr>
      <vt:lpstr>自定义设计方案</vt:lpstr>
      <vt:lpstr>Echo</vt:lpstr>
      <vt:lpstr>默认设计模板</vt:lpstr>
      <vt:lpstr>Microsoft Equation 3.0</vt:lpstr>
      <vt:lpstr>Microsoft Word 97 - 2003 文档</vt:lpstr>
      <vt:lpstr>MathType 6.0 Equation</vt:lpstr>
      <vt:lpstr>Photoshop.Image.3</vt:lpstr>
      <vt:lpstr>公式</vt:lpstr>
      <vt:lpstr>第一章 插值方法</vt:lpstr>
      <vt:lpstr>提纲</vt:lpstr>
      <vt:lpstr>PowerPoint 演示文稿</vt:lpstr>
      <vt:lpstr>PowerPoint 演示文稿</vt:lpstr>
      <vt:lpstr>PowerPoint 演示文稿</vt:lpstr>
      <vt:lpstr>PowerPoint 演示文稿</vt:lpstr>
      <vt:lpstr>PowerPoint 演示文稿</vt:lpstr>
      <vt:lpstr>提纲</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提纲</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提纲</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Administrator</dc:creator>
  <cp:lastModifiedBy>Windows 用户</cp:lastModifiedBy>
  <cp:revision>123</cp:revision>
  <dcterms:created xsi:type="dcterms:W3CDTF">2013-09-24T07:21:00Z</dcterms:created>
  <dcterms:modified xsi:type="dcterms:W3CDTF">2020-10-28T07:19:00Z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Version">
    <vt:r8>1</vt:r8>
  </property>
  <property fmtid="{D5CDD505-2E9C-101B-9397-08002B2CF9AE}" pid="3" name="KSOProductBuildVer">
    <vt:lpwstr>2052-10.1.0.7346</vt:lpwstr>
  </property>
</Properties>
</file>