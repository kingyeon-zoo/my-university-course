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</p:sldMasterIdLst>
  <p:notesMasterIdLst>
    <p:notesMasterId r:id="rId59"/>
  </p:notesMasterIdLst>
  <p:handoutMasterIdLst>
    <p:handoutMasterId r:id="rId60"/>
  </p:handoutMasterIdLst>
  <p:sldIdLst>
    <p:sldId id="425" r:id="rId4"/>
    <p:sldId id="257" r:id="rId5"/>
    <p:sldId id="259" r:id="rId6"/>
    <p:sldId id="264" r:id="rId7"/>
    <p:sldId id="262" r:id="rId8"/>
    <p:sldId id="263" r:id="rId9"/>
    <p:sldId id="266" r:id="rId10"/>
    <p:sldId id="270" r:id="rId11"/>
    <p:sldId id="273" r:id="rId12"/>
    <p:sldId id="274" r:id="rId13"/>
    <p:sldId id="275" r:id="rId14"/>
    <p:sldId id="357" r:id="rId15"/>
    <p:sldId id="276" r:id="rId16"/>
    <p:sldId id="293" r:id="rId17"/>
    <p:sldId id="277" r:id="rId18"/>
    <p:sldId id="477" r:id="rId19"/>
    <p:sldId id="478" r:id="rId20"/>
    <p:sldId id="427" r:id="rId21"/>
    <p:sldId id="428" r:id="rId22"/>
    <p:sldId id="430" r:id="rId23"/>
    <p:sldId id="431" r:id="rId24"/>
    <p:sldId id="433" r:id="rId25"/>
    <p:sldId id="434" r:id="rId26"/>
    <p:sldId id="435" r:id="rId27"/>
    <p:sldId id="436" r:id="rId28"/>
    <p:sldId id="440" r:id="rId29"/>
    <p:sldId id="441" r:id="rId30"/>
    <p:sldId id="445" r:id="rId31"/>
    <p:sldId id="446" r:id="rId32"/>
    <p:sldId id="290" r:id="rId33"/>
    <p:sldId id="479" r:id="rId34"/>
    <p:sldId id="298" r:id="rId35"/>
    <p:sldId id="447" r:id="rId36"/>
    <p:sldId id="448" r:id="rId37"/>
    <p:sldId id="291" r:id="rId38"/>
    <p:sldId id="294" r:id="rId39"/>
    <p:sldId id="314" r:id="rId40"/>
    <p:sldId id="318" r:id="rId41"/>
    <p:sldId id="319" r:id="rId42"/>
    <p:sldId id="345" r:id="rId43"/>
    <p:sldId id="346" r:id="rId44"/>
    <p:sldId id="315" r:id="rId45"/>
    <p:sldId id="419" r:id="rId46"/>
    <p:sldId id="358" r:id="rId47"/>
    <p:sldId id="359" r:id="rId48"/>
    <p:sldId id="421" r:id="rId49"/>
    <p:sldId id="362" r:id="rId50"/>
    <p:sldId id="420" r:id="rId51"/>
    <p:sldId id="422" r:id="rId52"/>
    <p:sldId id="403" r:id="rId53"/>
    <p:sldId id="404" r:id="rId54"/>
    <p:sldId id="341" r:id="rId55"/>
    <p:sldId id="423" r:id="rId56"/>
    <p:sldId id="328" r:id="rId57"/>
    <p:sldId id="426" r:id="rId5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i="1" kern="1200">
        <a:solidFill>
          <a:schemeClr val="accent2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i="1" kern="1200">
        <a:solidFill>
          <a:schemeClr val="accent2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i="1" kern="1200">
        <a:solidFill>
          <a:schemeClr val="accent2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i="1" kern="1200">
        <a:solidFill>
          <a:schemeClr val="accent2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b="1" i="1" kern="1200">
        <a:solidFill>
          <a:schemeClr val="accent2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i="1" kern="1200">
        <a:solidFill>
          <a:schemeClr val="accent2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i="1" kern="1200">
        <a:solidFill>
          <a:schemeClr val="accent2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i="1" kern="1200">
        <a:solidFill>
          <a:schemeClr val="accent2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i="1" kern="1200">
        <a:solidFill>
          <a:schemeClr val="accent2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7">
          <p15:clr>
            <a:srgbClr val="A4A3A4"/>
          </p15:clr>
        </p15:guide>
        <p15:guide id="2" pos="29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339966"/>
    <a:srgbClr val="FF33CC"/>
    <a:srgbClr val="660066"/>
    <a:srgbClr val="003366"/>
    <a:srgbClr val="003399"/>
    <a:srgbClr val="663300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9" autoAdjust="0"/>
    <p:restoredTop sz="95681" autoAdjust="0"/>
  </p:normalViewPr>
  <p:slideViewPr>
    <p:cSldViewPr>
      <p:cViewPr varScale="1">
        <p:scale>
          <a:sx n="83" d="100"/>
          <a:sy n="83" d="100"/>
        </p:scale>
        <p:origin x="1757" y="77"/>
      </p:cViewPr>
      <p:guideLst>
        <p:guide orient="horz" pos="2237"/>
        <p:guide pos="295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2.wmf"/><Relationship Id="rId7" Type="http://schemas.openxmlformats.org/officeDocument/2006/relationships/image" Target="../media/image16.e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image" Target="../media/image39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12" Type="http://schemas.openxmlformats.org/officeDocument/2006/relationships/image" Target="../media/image38.wmf"/><Relationship Id="rId2" Type="http://schemas.openxmlformats.org/officeDocument/2006/relationships/image" Target="../media/image28.wmf"/><Relationship Id="rId1" Type="http://schemas.openxmlformats.org/officeDocument/2006/relationships/image" Target="../media/image27.emf"/><Relationship Id="rId6" Type="http://schemas.openxmlformats.org/officeDocument/2006/relationships/image" Target="../media/image32.wmf"/><Relationship Id="rId11" Type="http://schemas.openxmlformats.org/officeDocument/2006/relationships/image" Target="../media/image37.emf"/><Relationship Id="rId5" Type="http://schemas.openxmlformats.org/officeDocument/2006/relationships/image" Target="../media/image3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Relationship Id="rId14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image" Target="../media/image54.emf"/><Relationship Id="rId3" Type="http://schemas.openxmlformats.org/officeDocument/2006/relationships/image" Target="../media/image44.emf"/><Relationship Id="rId7" Type="http://schemas.openxmlformats.org/officeDocument/2006/relationships/image" Target="../media/image48.wmf"/><Relationship Id="rId12" Type="http://schemas.openxmlformats.org/officeDocument/2006/relationships/image" Target="../media/image53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6" Type="http://schemas.openxmlformats.org/officeDocument/2006/relationships/image" Target="../media/image47.wmf"/><Relationship Id="rId11" Type="http://schemas.openxmlformats.org/officeDocument/2006/relationships/image" Target="../media/image52.wmf"/><Relationship Id="rId5" Type="http://schemas.openxmlformats.org/officeDocument/2006/relationships/image" Target="../media/image46.wmf"/><Relationship Id="rId15" Type="http://schemas.openxmlformats.org/officeDocument/2006/relationships/image" Target="../media/image56.emf"/><Relationship Id="rId10" Type="http://schemas.openxmlformats.org/officeDocument/2006/relationships/image" Target="../media/image51.emf"/><Relationship Id="rId4" Type="http://schemas.openxmlformats.org/officeDocument/2006/relationships/image" Target="../media/image45.emf"/><Relationship Id="rId9" Type="http://schemas.openxmlformats.org/officeDocument/2006/relationships/image" Target="../media/image50.wmf"/><Relationship Id="rId14" Type="http://schemas.openxmlformats.org/officeDocument/2006/relationships/image" Target="../media/image55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image" Target="../media/image65.wmf"/><Relationship Id="rId3" Type="http://schemas.openxmlformats.org/officeDocument/2006/relationships/image" Target="../media/image60.emf"/><Relationship Id="rId7" Type="http://schemas.openxmlformats.org/officeDocument/2006/relationships/image" Target="../media/image48.wmf"/><Relationship Id="rId12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47.wmf"/><Relationship Id="rId11" Type="http://schemas.openxmlformats.org/officeDocument/2006/relationships/image" Target="../media/image63.emf"/><Relationship Id="rId5" Type="http://schemas.openxmlformats.org/officeDocument/2006/relationships/image" Target="../media/image46.wmf"/><Relationship Id="rId10" Type="http://schemas.openxmlformats.org/officeDocument/2006/relationships/image" Target="../media/image62.emf"/><Relationship Id="rId4" Type="http://schemas.openxmlformats.org/officeDocument/2006/relationships/image" Target="../media/image61.emf"/><Relationship Id="rId9" Type="http://schemas.openxmlformats.org/officeDocument/2006/relationships/image" Target="../media/image50.wmf"/><Relationship Id="rId14" Type="http://schemas.openxmlformats.org/officeDocument/2006/relationships/image" Target="../media/image66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3" Type="http://schemas.openxmlformats.org/officeDocument/2006/relationships/image" Target="../media/image71.wmf"/><Relationship Id="rId7" Type="http://schemas.openxmlformats.org/officeDocument/2006/relationships/image" Target="../media/image75.e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emf"/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9" Type="http://schemas.openxmlformats.org/officeDocument/2006/relationships/image" Target="../media/image77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7" Type="http://schemas.openxmlformats.org/officeDocument/2006/relationships/image" Target="../media/image89.emf"/><Relationship Id="rId2" Type="http://schemas.openxmlformats.org/officeDocument/2006/relationships/image" Target="../media/image84.wmf"/><Relationship Id="rId1" Type="http://schemas.openxmlformats.org/officeDocument/2006/relationships/image" Target="../media/image83.emf"/><Relationship Id="rId6" Type="http://schemas.openxmlformats.org/officeDocument/2006/relationships/image" Target="../media/image88.emf"/><Relationship Id="rId5" Type="http://schemas.openxmlformats.org/officeDocument/2006/relationships/image" Target="../media/image87.emf"/><Relationship Id="rId4" Type="http://schemas.openxmlformats.org/officeDocument/2006/relationships/image" Target="../media/image8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image" Target="../media/image92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image" Target="../media/image98.wmf"/><Relationship Id="rId7" Type="http://schemas.openxmlformats.org/officeDocument/2006/relationships/image" Target="../media/image102.e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6" Type="http://schemas.openxmlformats.org/officeDocument/2006/relationships/image" Target="../media/image101.emf"/><Relationship Id="rId5" Type="http://schemas.openxmlformats.org/officeDocument/2006/relationships/image" Target="../media/image100.wmf"/><Relationship Id="rId4" Type="http://schemas.openxmlformats.org/officeDocument/2006/relationships/image" Target="../media/image99.wmf"/><Relationship Id="rId9" Type="http://schemas.openxmlformats.org/officeDocument/2006/relationships/image" Target="../media/image10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emf"/><Relationship Id="rId4" Type="http://schemas.openxmlformats.org/officeDocument/2006/relationships/image" Target="../media/image11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e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4" Type="http://schemas.openxmlformats.org/officeDocument/2006/relationships/image" Target="../media/image13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9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wmf"/><Relationship Id="rId1" Type="http://schemas.openxmlformats.org/officeDocument/2006/relationships/image" Target="../media/image150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2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wmf"/><Relationship Id="rId1" Type="http://schemas.openxmlformats.org/officeDocument/2006/relationships/image" Target="../media/image153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4" Type="http://schemas.openxmlformats.org/officeDocument/2006/relationships/image" Target="../media/image16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3" Type="http://schemas.openxmlformats.org/officeDocument/2006/relationships/image" Target="../media/image169.wmf"/><Relationship Id="rId7" Type="http://schemas.openxmlformats.org/officeDocument/2006/relationships/image" Target="../media/image172.wmf"/><Relationship Id="rId2" Type="http://schemas.openxmlformats.org/officeDocument/2006/relationships/image" Target="../media/image168.emf"/><Relationship Id="rId1" Type="http://schemas.openxmlformats.org/officeDocument/2006/relationships/image" Target="../media/image167.wmf"/><Relationship Id="rId6" Type="http://schemas.openxmlformats.org/officeDocument/2006/relationships/image" Target="../media/image171.wmf"/><Relationship Id="rId5" Type="http://schemas.openxmlformats.org/officeDocument/2006/relationships/image" Target="../media/image170.wmf"/><Relationship Id="rId4" Type="http://schemas.openxmlformats.org/officeDocument/2006/relationships/image" Target="../media/image10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e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6" Type="http://schemas.openxmlformats.org/officeDocument/2006/relationships/image" Target="../media/image180.wmf"/><Relationship Id="rId5" Type="http://schemas.openxmlformats.org/officeDocument/2006/relationships/image" Target="../media/image179.emf"/><Relationship Id="rId4" Type="http://schemas.openxmlformats.org/officeDocument/2006/relationships/image" Target="../media/image178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13" Type="http://schemas.openxmlformats.org/officeDocument/2006/relationships/image" Target="../media/image195.wmf"/><Relationship Id="rId18" Type="http://schemas.openxmlformats.org/officeDocument/2006/relationships/image" Target="../media/image200.wmf"/><Relationship Id="rId26" Type="http://schemas.openxmlformats.org/officeDocument/2006/relationships/image" Target="../media/image208.wmf"/><Relationship Id="rId3" Type="http://schemas.openxmlformats.org/officeDocument/2006/relationships/image" Target="../media/image185.wmf"/><Relationship Id="rId21" Type="http://schemas.openxmlformats.org/officeDocument/2006/relationships/image" Target="../media/image203.wmf"/><Relationship Id="rId7" Type="http://schemas.openxmlformats.org/officeDocument/2006/relationships/image" Target="../media/image189.wmf"/><Relationship Id="rId12" Type="http://schemas.openxmlformats.org/officeDocument/2006/relationships/image" Target="../media/image194.wmf"/><Relationship Id="rId17" Type="http://schemas.openxmlformats.org/officeDocument/2006/relationships/image" Target="../media/image199.wmf"/><Relationship Id="rId25" Type="http://schemas.openxmlformats.org/officeDocument/2006/relationships/image" Target="../media/image207.wmf"/><Relationship Id="rId2" Type="http://schemas.openxmlformats.org/officeDocument/2006/relationships/image" Target="../media/image184.wmf"/><Relationship Id="rId16" Type="http://schemas.openxmlformats.org/officeDocument/2006/relationships/image" Target="../media/image198.wmf"/><Relationship Id="rId20" Type="http://schemas.openxmlformats.org/officeDocument/2006/relationships/image" Target="../media/image202.wmf"/><Relationship Id="rId29" Type="http://schemas.openxmlformats.org/officeDocument/2006/relationships/image" Target="../media/image211.wmf"/><Relationship Id="rId1" Type="http://schemas.openxmlformats.org/officeDocument/2006/relationships/image" Target="../media/image183.emf"/><Relationship Id="rId6" Type="http://schemas.openxmlformats.org/officeDocument/2006/relationships/image" Target="../media/image188.wmf"/><Relationship Id="rId11" Type="http://schemas.openxmlformats.org/officeDocument/2006/relationships/image" Target="../media/image193.wmf"/><Relationship Id="rId24" Type="http://schemas.openxmlformats.org/officeDocument/2006/relationships/image" Target="../media/image206.wmf"/><Relationship Id="rId5" Type="http://schemas.openxmlformats.org/officeDocument/2006/relationships/image" Target="../media/image187.wmf"/><Relationship Id="rId15" Type="http://schemas.openxmlformats.org/officeDocument/2006/relationships/image" Target="../media/image197.wmf"/><Relationship Id="rId23" Type="http://schemas.openxmlformats.org/officeDocument/2006/relationships/image" Target="../media/image205.wmf"/><Relationship Id="rId28" Type="http://schemas.openxmlformats.org/officeDocument/2006/relationships/image" Target="../media/image210.wmf"/><Relationship Id="rId10" Type="http://schemas.openxmlformats.org/officeDocument/2006/relationships/image" Target="../media/image192.wmf"/><Relationship Id="rId19" Type="http://schemas.openxmlformats.org/officeDocument/2006/relationships/image" Target="../media/image201.wmf"/><Relationship Id="rId4" Type="http://schemas.openxmlformats.org/officeDocument/2006/relationships/image" Target="../media/image186.wmf"/><Relationship Id="rId9" Type="http://schemas.openxmlformats.org/officeDocument/2006/relationships/image" Target="../media/image191.wmf"/><Relationship Id="rId14" Type="http://schemas.openxmlformats.org/officeDocument/2006/relationships/image" Target="../media/image196.wmf"/><Relationship Id="rId22" Type="http://schemas.openxmlformats.org/officeDocument/2006/relationships/image" Target="../media/image204.wmf"/><Relationship Id="rId27" Type="http://schemas.openxmlformats.org/officeDocument/2006/relationships/image" Target="../media/image209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wmf"/><Relationship Id="rId2" Type="http://schemas.openxmlformats.org/officeDocument/2006/relationships/image" Target="../media/image213.wmf"/><Relationship Id="rId1" Type="http://schemas.openxmlformats.org/officeDocument/2006/relationships/image" Target="../media/image212.e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3" Type="http://schemas.openxmlformats.org/officeDocument/2006/relationships/image" Target="../media/image218.wmf"/><Relationship Id="rId7" Type="http://schemas.openxmlformats.org/officeDocument/2006/relationships/image" Target="../media/image222.wmf"/><Relationship Id="rId2" Type="http://schemas.openxmlformats.org/officeDocument/2006/relationships/image" Target="../media/image217.wmf"/><Relationship Id="rId1" Type="http://schemas.openxmlformats.org/officeDocument/2006/relationships/image" Target="../media/image214.wmf"/><Relationship Id="rId6" Type="http://schemas.openxmlformats.org/officeDocument/2006/relationships/image" Target="../media/image221.wmf"/><Relationship Id="rId5" Type="http://schemas.openxmlformats.org/officeDocument/2006/relationships/image" Target="../media/image220.wmf"/><Relationship Id="rId4" Type="http://schemas.openxmlformats.org/officeDocument/2006/relationships/image" Target="../media/image219.wmf"/><Relationship Id="rId9" Type="http://schemas.openxmlformats.org/officeDocument/2006/relationships/image" Target="../media/image224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6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wmf"/><Relationship Id="rId2" Type="http://schemas.openxmlformats.org/officeDocument/2006/relationships/image" Target="../media/image228.wmf"/><Relationship Id="rId1" Type="http://schemas.openxmlformats.org/officeDocument/2006/relationships/image" Target="../media/image227.wmf"/><Relationship Id="rId5" Type="http://schemas.openxmlformats.org/officeDocument/2006/relationships/image" Target="../media/image231.emf"/><Relationship Id="rId4" Type="http://schemas.openxmlformats.org/officeDocument/2006/relationships/image" Target="../media/image230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emf"/><Relationship Id="rId7" Type="http://schemas.openxmlformats.org/officeDocument/2006/relationships/image" Target="../media/image240.wmf"/><Relationship Id="rId2" Type="http://schemas.openxmlformats.org/officeDocument/2006/relationships/image" Target="../media/image235.emf"/><Relationship Id="rId1" Type="http://schemas.openxmlformats.org/officeDocument/2006/relationships/image" Target="../media/image234.emf"/><Relationship Id="rId6" Type="http://schemas.openxmlformats.org/officeDocument/2006/relationships/image" Target="../media/image239.emf"/><Relationship Id="rId5" Type="http://schemas.openxmlformats.org/officeDocument/2006/relationships/image" Target="../media/image238.emf"/><Relationship Id="rId4" Type="http://schemas.openxmlformats.org/officeDocument/2006/relationships/image" Target="../media/image237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emf"/><Relationship Id="rId2" Type="http://schemas.openxmlformats.org/officeDocument/2006/relationships/image" Target="../media/image245.emf"/><Relationship Id="rId1" Type="http://schemas.openxmlformats.org/officeDocument/2006/relationships/image" Target="../media/image244.emf"/><Relationship Id="rId4" Type="http://schemas.openxmlformats.org/officeDocument/2006/relationships/image" Target="../media/image247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emf"/><Relationship Id="rId2" Type="http://schemas.openxmlformats.org/officeDocument/2006/relationships/image" Target="../media/image250.wmf"/><Relationship Id="rId1" Type="http://schemas.openxmlformats.org/officeDocument/2006/relationships/image" Target="../media/image249.wmf"/><Relationship Id="rId6" Type="http://schemas.openxmlformats.org/officeDocument/2006/relationships/image" Target="../media/image254.emf"/><Relationship Id="rId5" Type="http://schemas.openxmlformats.org/officeDocument/2006/relationships/image" Target="../media/image253.emf"/><Relationship Id="rId4" Type="http://schemas.openxmlformats.org/officeDocument/2006/relationships/image" Target="../media/image252.e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3" Type="http://schemas.openxmlformats.org/officeDocument/2006/relationships/image" Target="../media/image257.wmf"/><Relationship Id="rId7" Type="http://schemas.openxmlformats.org/officeDocument/2006/relationships/image" Target="../media/image261.wmf"/><Relationship Id="rId2" Type="http://schemas.openxmlformats.org/officeDocument/2006/relationships/image" Target="../media/image256.wmf"/><Relationship Id="rId1" Type="http://schemas.openxmlformats.org/officeDocument/2006/relationships/image" Target="../media/image255.wmf"/><Relationship Id="rId6" Type="http://schemas.openxmlformats.org/officeDocument/2006/relationships/image" Target="../media/image260.wmf"/><Relationship Id="rId5" Type="http://schemas.openxmlformats.org/officeDocument/2006/relationships/image" Target="../media/image259.wmf"/><Relationship Id="rId4" Type="http://schemas.openxmlformats.org/officeDocument/2006/relationships/image" Target="../media/image258.e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3" Type="http://schemas.openxmlformats.org/officeDocument/2006/relationships/image" Target="../media/image267.wmf"/><Relationship Id="rId7" Type="http://schemas.openxmlformats.org/officeDocument/2006/relationships/image" Target="../media/image271.wmf"/><Relationship Id="rId2" Type="http://schemas.openxmlformats.org/officeDocument/2006/relationships/image" Target="../media/image266.wmf"/><Relationship Id="rId1" Type="http://schemas.openxmlformats.org/officeDocument/2006/relationships/image" Target="../media/image265.emf"/><Relationship Id="rId6" Type="http://schemas.openxmlformats.org/officeDocument/2006/relationships/image" Target="../media/image270.wmf"/><Relationship Id="rId5" Type="http://schemas.openxmlformats.org/officeDocument/2006/relationships/image" Target="../media/image269.wmf"/><Relationship Id="rId4" Type="http://schemas.openxmlformats.org/officeDocument/2006/relationships/image" Target="../media/image268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emf"/><Relationship Id="rId2" Type="http://schemas.openxmlformats.org/officeDocument/2006/relationships/image" Target="../media/image275.wmf"/><Relationship Id="rId1" Type="http://schemas.openxmlformats.org/officeDocument/2006/relationships/image" Target="../media/image274.wmf"/><Relationship Id="rId4" Type="http://schemas.openxmlformats.org/officeDocument/2006/relationships/image" Target="../media/image277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wmf"/><Relationship Id="rId2" Type="http://schemas.openxmlformats.org/officeDocument/2006/relationships/image" Target="../media/image280.wmf"/><Relationship Id="rId1" Type="http://schemas.openxmlformats.org/officeDocument/2006/relationships/image" Target="../media/image279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wmf"/><Relationship Id="rId7" Type="http://schemas.openxmlformats.org/officeDocument/2006/relationships/image" Target="../media/image250.wmf"/><Relationship Id="rId2" Type="http://schemas.openxmlformats.org/officeDocument/2006/relationships/image" Target="../media/image283.wmf"/><Relationship Id="rId1" Type="http://schemas.openxmlformats.org/officeDocument/2006/relationships/image" Target="../media/image282.emf"/><Relationship Id="rId6" Type="http://schemas.openxmlformats.org/officeDocument/2006/relationships/image" Target="../media/image249.wmf"/><Relationship Id="rId5" Type="http://schemas.openxmlformats.org/officeDocument/2006/relationships/image" Target="../media/image286.wmf"/><Relationship Id="rId4" Type="http://schemas.openxmlformats.org/officeDocument/2006/relationships/image" Target="../media/image285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wmf"/><Relationship Id="rId2" Type="http://schemas.openxmlformats.org/officeDocument/2006/relationships/image" Target="../media/image288.wmf"/><Relationship Id="rId1" Type="http://schemas.openxmlformats.org/officeDocument/2006/relationships/image" Target="../media/image287.wmf"/><Relationship Id="rId6" Type="http://schemas.openxmlformats.org/officeDocument/2006/relationships/image" Target="../media/image292.wmf"/><Relationship Id="rId5" Type="http://schemas.openxmlformats.org/officeDocument/2006/relationships/image" Target="../media/image291.wmf"/><Relationship Id="rId4" Type="http://schemas.openxmlformats.org/officeDocument/2006/relationships/image" Target="../media/image290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wmf"/><Relationship Id="rId2" Type="http://schemas.openxmlformats.org/officeDocument/2006/relationships/image" Target="../media/image294.wmf"/><Relationship Id="rId1" Type="http://schemas.openxmlformats.org/officeDocument/2006/relationships/image" Target="../media/image293.wmf"/><Relationship Id="rId5" Type="http://schemas.openxmlformats.org/officeDocument/2006/relationships/image" Target="../media/image297.emf"/><Relationship Id="rId4" Type="http://schemas.openxmlformats.org/officeDocument/2006/relationships/image" Target="../media/image296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8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wmf"/><Relationship Id="rId13" Type="http://schemas.openxmlformats.org/officeDocument/2006/relationships/image" Target="../media/image313.wmf"/><Relationship Id="rId18" Type="http://schemas.openxmlformats.org/officeDocument/2006/relationships/image" Target="../media/image318.wmf"/><Relationship Id="rId3" Type="http://schemas.openxmlformats.org/officeDocument/2006/relationships/image" Target="../media/image303.wmf"/><Relationship Id="rId21" Type="http://schemas.openxmlformats.org/officeDocument/2006/relationships/image" Target="../media/image249.wmf"/><Relationship Id="rId7" Type="http://schemas.openxmlformats.org/officeDocument/2006/relationships/image" Target="../media/image307.wmf"/><Relationship Id="rId12" Type="http://schemas.openxmlformats.org/officeDocument/2006/relationships/image" Target="../media/image312.wmf"/><Relationship Id="rId17" Type="http://schemas.openxmlformats.org/officeDocument/2006/relationships/image" Target="../media/image317.wmf"/><Relationship Id="rId2" Type="http://schemas.openxmlformats.org/officeDocument/2006/relationships/image" Target="../media/image302.wmf"/><Relationship Id="rId16" Type="http://schemas.openxmlformats.org/officeDocument/2006/relationships/image" Target="../media/image316.wmf"/><Relationship Id="rId20" Type="http://schemas.openxmlformats.org/officeDocument/2006/relationships/image" Target="../media/image320.wmf"/><Relationship Id="rId1" Type="http://schemas.openxmlformats.org/officeDocument/2006/relationships/image" Target="../media/image301.emf"/><Relationship Id="rId6" Type="http://schemas.openxmlformats.org/officeDocument/2006/relationships/image" Target="../media/image306.wmf"/><Relationship Id="rId11" Type="http://schemas.openxmlformats.org/officeDocument/2006/relationships/image" Target="../media/image311.wmf"/><Relationship Id="rId5" Type="http://schemas.openxmlformats.org/officeDocument/2006/relationships/image" Target="../media/image305.wmf"/><Relationship Id="rId15" Type="http://schemas.openxmlformats.org/officeDocument/2006/relationships/image" Target="../media/image315.wmf"/><Relationship Id="rId10" Type="http://schemas.openxmlformats.org/officeDocument/2006/relationships/image" Target="../media/image310.wmf"/><Relationship Id="rId19" Type="http://schemas.openxmlformats.org/officeDocument/2006/relationships/image" Target="../media/image319.wmf"/><Relationship Id="rId4" Type="http://schemas.openxmlformats.org/officeDocument/2006/relationships/image" Target="../media/image304.wmf"/><Relationship Id="rId9" Type="http://schemas.openxmlformats.org/officeDocument/2006/relationships/image" Target="../media/image309.wmf"/><Relationship Id="rId14" Type="http://schemas.openxmlformats.org/officeDocument/2006/relationships/image" Target="../media/image314.wmf"/><Relationship Id="rId22" Type="http://schemas.openxmlformats.org/officeDocument/2006/relationships/image" Target="../media/image250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emf"/><Relationship Id="rId3" Type="http://schemas.openxmlformats.org/officeDocument/2006/relationships/image" Target="../media/image323.emf"/><Relationship Id="rId7" Type="http://schemas.openxmlformats.org/officeDocument/2006/relationships/image" Target="../media/image327.emf"/><Relationship Id="rId2" Type="http://schemas.openxmlformats.org/officeDocument/2006/relationships/image" Target="../media/image322.emf"/><Relationship Id="rId1" Type="http://schemas.openxmlformats.org/officeDocument/2006/relationships/image" Target="../media/image321.emf"/><Relationship Id="rId6" Type="http://schemas.openxmlformats.org/officeDocument/2006/relationships/image" Target="../media/image326.emf"/><Relationship Id="rId11" Type="http://schemas.openxmlformats.org/officeDocument/2006/relationships/image" Target="../media/image331.wmf"/><Relationship Id="rId5" Type="http://schemas.openxmlformats.org/officeDocument/2006/relationships/image" Target="../media/image325.emf"/><Relationship Id="rId10" Type="http://schemas.openxmlformats.org/officeDocument/2006/relationships/image" Target="../media/image330.emf"/><Relationship Id="rId4" Type="http://schemas.openxmlformats.org/officeDocument/2006/relationships/image" Target="../media/image324.emf"/><Relationship Id="rId9" Type="http://schemas.openxmlformats.org/officeDocument/2006/relationships/image" Target="../media/image32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0" sz="1200" b="0" i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0" sz="1200" b="0" i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0" sz="1200" b="0" i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i="0" noProof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5593EC5-A11C-4E2C-941F-D3A252FA309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0" sz="1200" b="0" i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0" sz="1200" b="0" i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70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170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0" sz="1200" b="0" i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70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i="0" noProof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180A6F3-0CE9-4F35-B71A-7F390472BD9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962400" y="1066800"/>
            <a:ext cx="4648200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9219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3962400" y="3657600"/>
            <a:ext cx="4572000" cy="1676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769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0DCA62-A0D5-4F2B-9A6A-4E95B8D5C14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8A469-54D6-4B82-A30D-088AEFFEDC4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94B3C-4276-41A6-8BD3-4195A19EAF3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230B5-0D94-4A7D-BD18-D333B3ED01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9972D8-ABC3-497D-9110-8CF362EE00E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DED6F8-394B-46F2-BB19-8FFEF9D90A8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74027-7675-427C-BC0F-D5A703FC046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55DE9-97FD-425F-9DB8-4F27F636715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5F6F2-822E-458C-93E0-ED6AF6D6AFB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643E2-07BC-4CE9-88DB-E4A8236DA36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685800"/>
            <a:ext cx="2135187" cy="5181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85800"/>
            <a:ext cx="6256338" cy="5181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5FBC3-0392-4AF2-BEFB-3DF8B9AC3EC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1625" y="685800"/>
            <a:ext cx="854075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04800" y="1981200"/>
            <a:ext cx="4194175" cy="18669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1375" y="1981200"/>
            <a:ext cx="4194175" cy="18669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04800" y="4000500"/>
            <a:ext cx="4194175" cy="18669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51375" y="4000500"/>
            <a:ext cx="4194175" cy="18669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F27F9-1D1F-463D-A671-536EA29E7DF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1905000" y="1219200"/>
            <a:ext cx="0" cy="2057400"/>
          </a:xfrm>
          <a:prstGeom prst="line">
            <a:avLst/>
          </a:prstGeom>
          <a:noFill/>
          <a:ln w="349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Oval 8"/>
          <p:cNvSpPr>
            <a:spLocks noChangeArrowheads="1"/>
          </p:cNvSpPr>
          <p:nvPr/>
        </p:nvSpPr>
        <p:spPr bwMode="auto">
          <a:xfrm>
            <a:off x="163513" y="2103438"/>
            <a:ext cx="347662" cy="34766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endParaRPr lang="zh-CN" altLang="zh-CN">
              <a:latin typeface="Times New Roman" panose="02020603050405020304" pitchFamily="18" charset="0"/>
            </a:endParaRPr>
          </a:p>
        </p:txBody>
      </p:sp>
      <p:sp>
        <p:nvSpPr>
          <p:cNvPr id="6" name="Oval 9"/>
          <p:cNvSpPr>
            <a:spLocks noChangeArrowheads="1"/>
          </p:cNvSpPr>
          <p:nvPr/>
        </p:nvSpPr>
        <p:spPr bwMode="auto">
          <a:xfrm>
            <a:off x="739775" y="2105025"/>
            <a:ext cx="349250" cy="34766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endParaRPr lang="zh-CN" altLang="zh-CN">
              <a:latin typeface="Times New Roman" panose="02020603050405020304" pitchFamily="18" charset="0"/>
            </a:endParaRPr>
          </a:p>
        </p:txBody>
      </p:sp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1317625" y="2105025"/>
            <a:ext cx="347663" cy="34766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endParaRPr lang="zh-CN" altLang="zh-CN">
              <a:latin typeface="Times New Roman" panose="02020603050405020304" pitchFamily="18" charset="0"/>
            </a:endParaRP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33600" y="1371600"/>
            <a:ext cx="6477000" cy="1752600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733800"/>
            <a:ext cx="6477000" cy="1981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086600" y="6248400"/>
            <a:ext cx="1524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810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2209800" y="6248400"/>
            <a:ext cx="121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5520E-BFEC-431B-AD24-18EC785D965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837A7-D84A-455A-A131-48E3916518D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ECF7B-7748-4CD7-8299-C941B39D1D8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524000" y="1905000"/>
            <a:ext cx="3429000" cy="4114800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105400" y="1905000"/>
            <a:ext cx="3429000" cy="4114800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CD4DD-5C97-4B87-B0BE-C706AAA9239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CDDD4-2A8F-490F-9068-9971D50CDD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15713-992D-4066-A613-151FFF1E8E9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15973-B5D8-46C3-9945-0C3BC0841A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3FA68D-4380-48E2-BC38-50ECDB1C9B1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8A245-CB26-481D-98E1-7365632FC94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FF8B6-25F7-4F13-9C6E-CF940FD6C16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AFA1B-3BB8-4216-B9C8-91FE3044C08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 idx="4294967295"/>
          </p:nvPr>
        </p:nvSpPr>
        <p:spPr bwMode="auto">
          <a:xfrm>
            <a:off x="301625" y="6858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9"/>
          </p:nvPr>
        </p:nvSpPr>
        <p:spPr bwMode="auto">
          <a:xfrm>
            <a:off x="304800" y="1981200"/>
            <a:ext cx="85407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0" sz="1400" b="0" i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980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kumimoji="0" sz="1400" b="0" i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400" b="0" i="0" noProof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603185D-527A-46A0-BD9C-6AADB1E8266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24000" y="190500"/>
            <a:ext cx="7010400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1524000" y="1905000"/>
            <a:ext cx="7010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buFontTx/>
              <a:buNone/>
              <a:defRPr sz="1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buFontTx/>
              <a:buNone/>
              <a:defRPr sz="1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24000" y="62484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50000"/>
              </a:spcBef>
              <a:buFontTx/>
              <a:buNone/>
              <a:defRPr sz="1400"/>
            </a:lvl1pPr>
          </a:lstStyle>
          <a:p>
            <a:pPr>
              <a:defRPr/>
            </a:pPr>
            <a:fld id="{6A85B122-443E-4D5E-90AF-C2FE2F47A67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 flipV="1">
            <a:off x="1371600" y="304800"/>
            <a:ext cx="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6" name="Oval 8"/>
          <p:cNvSpPr>
            <a:spLocks noChangeArrowheads="1"/>
          </p:cNvSpPr>
          <p:nvPr/>
        </p:nvSpPr>
        <p:spPr bwMode="auto">
          <a:xfrm>
            <a:off x="152400" y="8382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endParaRPr lang="zh-CN" altLang="zh-CN">
              <a:latin typeface="Times New Roman" panose="02020603050405020304" pitchFamily="18" charset="0"/>
            </a:endParaRPr>
          </a:p>
        </p:txBody>
      </p:sp>
      <p:sp>
        <p:nvSpPr>
          <p:cNvPr id="2057" name="Oval 9"/>
          <p:cNvSpPr>
            <a:spLocks noChangeArrowheads="1"/>
          </p:cNvSpPr>
          <p:nvPr/>
        </p:nvSpPr>
        <p:spPr bwMode="auto">
          <a:xfrm>
            <a:off x="539750" y="83820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endParaRPr lang="zh-CN" altLang="zh-CN">
              <a:latin typeface="Times New Roman" panose="02020603050405020304" pitchFamily="18" charset="0"/>
            </a:endParaRPr>
          </a:p>
        </p:txBody>
      </p:sp>
      <p:sp>
        <p:nvSpPr>
          <p:cNvPr id="2058" name="Oval 10"/>
          <p:cNvSpPr>
            <a:spLocks noChangeArrowheads="1"/>
          </p:cNvSpPr>
          <p:nvPr/>
        </p:nvSpPr>
        <p:spPr bwMode="auto">
          <a:xfrm>
            <a:off x="927100" y="8382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11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4.bin"/><Relationship Id="rId4" Type="http://schemas.openxmlformats.org/officeDocument/2006/relationships/image" Target="../media/image3.emf"/><Relationship Id="rId9" Type="http://schemas.openxmlformats.org/officeDocument/2006/relationships/image" Target="../media/image8.jpeg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6.emf"/><Relationship Id="rId3" Type="http://schemas.openxmlformats.org/officeDocument/2006/relationships/oleObject" Target="../embeddings/oleObject6.bin"/><Relationship Id="rId21" Type="http://schemas.openxmlformats.org/officeDocument/2006/relationships/hyperlink" Target="http://image.baidu.com/i?ct=503316480&amp;z=0&amp;tn=baiduimagedetail&amp;word=qq%CD%B7%CF%F1&amp;in=14711&amp;cl=2&amp;cm=1&amp;sc=0&amp;lm=-1&amp;pn=65&amp;rn=1&amp;di=1881458124&amp;ln=2000" TargetMode="External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5.wmf"/><Relationship Id="rId20" Type="http://schemas.openxmlformats.org/officeDocument/2006/relationships/image" Target="../media/image17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image" Target="../media/image18.png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4.wmf"/><Relationship Id="rId22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19.wmf"/><Relationship Id="rId4" Type="http://schemas.openxmlformats.org/officeDocument/2006/relationships/image" Target="../media/image23.wmf"/><Relationship Id="rId9" Type="http://schemas.openxmlformats.org/officeDocument/2006/relationships/image" Target="../media/image2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34.wmf"/><Relationship Id="rId26" Type="http://schemas.openxmlformats.org/officeDocument/2006/relationships/oleObject" Target="../embeddings/oleObject30.bin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26.bin"/><Relationship Id="rId25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29" Type="http://schemas.openxmlformats.org/officeDocument/2006/relationships/image" Target="../media/image39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37.emf"/><Relationship Id="rId32" Type="http://schemas.openxmlformats.org/officeDocument/2006/relationships/image" Target="../media/image40.w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28" Type="http://schemas.openxmlformats.org/officeDocument/2006/relationships/oleObject" Target="../embeddings/oleObject31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27.bin"/><Relationship Id="rId31" Type="http://schemas.openxmlformats.org/officeDocument/2006/relationships/oleObject" Target="../embeddings/oleObject33.bin"/><Relationship Id="rId4" Type="http://schemas.openxmlformats.org/officeDocument/2006/relationships/image" Target="../media/image27.e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32.wmf"/><Relationship Id="rId22" Type="http://schemas.openxmlformats.org/officeDocument/2006/relationships/image" Target="../media/image36.wmf"/><Relationship Id="rId27" Type="http://schemas.openxmlformats.org/officeDocument/2006/relationships/image" Target="../media/image38.wmf"/><Relationship Id="rId30" Type="http://schemas.openxmlformats.org/officeDocument/2006/relationships/oleObject" Target="../embeddings/oleObject32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9.bin"/><Relationship Id="rId18" Type="http://schemas.openxmlformats.org/officeDocument/2006/relationships/image" Target="../media/image49.wmf"/><Relationship Id="rId26" Type="http://schemas.openxmlformats.org/officeDocument/2006/relationships/oleObject" Target="../embeddings/oleObject46.bin"/><Relationship Id="rId39" Type="http://schemas.openxmlformats.org/officeDocument/2006/relationships/oleObject" Target="../embeddings/oleObject57.bin"/><Relationship Id="rId21" Type="http://schemas.openxmlformats.org/officeDocument/2006/relationships/oleObject" Target="../embeddings/oleObject43.bin"/><Relationship Id="rId34" Type="http://schemas.openxmlformats.org/officeDocument/2006/relationships/oleObject" Target="../embeddings/oleObject52.bin"/><Relationship Id="rId42" Type="http://schemas.openxmlformats.org/officeDocument/2006/relationships/image" Target="../media/image56.emf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29" Type="http://schemas.openxmlformats.org/officeDocument/2006/relationships/oleObject" Target="../embeddings/oleObject49.bin"/><Relationship Id="rId41" Type="http://schemas.openxmlformats.org/officeDocument/2006/relationships/oleObject" Target="../embeddings/oleObject58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38.bin"/><Relationship Id="rId24" Type="http://schemas.openxmlformats.org/officeDocument/2006/relationships/image" Target="../media/image52.wmf"/><Relationship Id="rId32" Type="http://schemas.openxmlformats.org/officeDocument/2006/relationships/oleObject" Target="../embeddings/oleObject51.bin"/><Relationship Id="rId37" Type="http://schemas.openxmlformats.org/officeDocument/2006/relationships/oleObject" Target="../embeddings/oleObject55.bin"/><Relationship Id="rId40" Type="http://schemas.openxmlformats.org/officeDocument/2006/relationships/image" Target="../media/image55.emf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23" Type="http://schemas.openxmlformats.org/officeDocument/2006/relationships/oleObject" Target="../embeddings/oleObject44.bin"/><Relationship Id="rId28" Type="http://schemas.openxmlformats.org/officeDocument/2006/relationships/oleObject" Target="../embeddings/oleObject48.bin"/><Relationship Id="rId36" Type="http://schemas.openxmlformats.org/officeDocument/2006/relationships/oleObject" Target="../embeddings/oleObject54.bin"/><Relationship Id="rId10" Type="http://schemas.openxmlformats.org/officeDocument/2006/relationships/image" Target="../media/image45.emf"/><Relationship Id="rId19" Type="http://schemas.openxmlformats.org/officeDocument/2006/relationships/oleObject" Target="../embeddings/oleObject42.bin"/><Relationship Id="rId31" Type="http://schemas.openxmlformats.org/officeDocument/2006/relationships/image" Target="../media/image53.emf"/><Relationship Id="rId4" Type="http://schemas.openxmlformats.org/officeDocument/2006/relationships/image" Target="../media/image42.e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7.wmf"/><Relationship Id="rId22" Type="http://schemas.openxmlformats.org/officeDocument/2006/relationships/image" Target="../media/image51.emf"/><Relationship Id="rId27" Type="http://schemas.openxmlformats.org/officeDocument/2006/relationships/oleObject" Target="../embeddings/oleObject47.bin"/><Relationship Id="rId30" Type="http://schemas.openxmlformats.org/officeDocument/2006/relationships/oleObject" Target="../embeddings/oleObject50.bin"/><Relationship Id="rId35" Type="http://schemas.openxmlformats.org/officeDocument/2006/relationships/oleObject" Target="../embeddings/oleObject53.bin"/><Relationship Id="rId43" Type="http://schemas.openxmlformats.org/officeDocument/2006/relationships/image" Target="../media/image57.wmf"/><Relationship Id="rId8" Type="http://schemas.openxmlformats.org/officeDocument/2006/relationships/image" Target="../media/image44.emf"/><Relationship Id="rId3" Type="http://schemas.openxmlformats.org/officeDocument/2006/relationships/oleObject" Target="../embeddings/oleObject34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1.bin"/><Relationship Id="rId25" Type="http://schemas.openxmlformats.org/officeDocument/2006/relationships/oleObject" Target="../embeddings/oleObject45.bin"/><Relationship Id="rId33" Type="http://schemas.openxmlformats.org/officeDocument/2006/relationships/image" Target="../media/image54.emf"/><Relationship Id="rId38" Type="http://schemas.openxmlformats.org/officeDocument/2006/relationships/oleObject" Target="../embeddings/oleObject5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49.wmf"/><Relationship Id="rId26" Type="http://schemas.openxmlformats.org/officeDocument/2006/relationships/oleObject" Target="../embeddings/oleObject70.bin"/><Relationship Id="rId3" Type="http://schemas.openxmlformats.org/officeDocument/2006/relationships/oleObject" Target="../embeddings/oleObject59.bin"/><Relationship Id="rId21" Type="http://schemas.openxmlformats.org/officeDocument/2006/relationships/oleObject" Target="../embeddings/oleObject68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66.bin"/><Relationship Id="rId25" Type="http://schemas.openxmlformats.org/officeDocument/2006/relationships/image" Target="../media/image67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29" Type="http://schemas.openxmlformats.org/officeDocument/2006/relationships/image" Target="../media/image65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3.bin"/><Relationship Id="rId24" Type="http://schemas.openxmlformats.org/officeDocument/2006/relationships/image" Target="../media/image63.emf"/><Relationship Id="rId32" Type="http://schemas.openxmlformats.org/officeDocument/2006/relationships/image" Target="../media/image68.wmf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23" Type="http://schemas.openxmlformats.org/officeDocument/2006/relationships/oleObject" Target="../embeddings/oleObject69.bin"/><Relationship Id="rId28" Type="http://schemas.openxmlformats.org/officeDocument/2006/relationships/oleObject" Target="../embeddings/oleObject71.bin"/><Relationship Id="rId10" Type="http://schemas.openxmlformats.org/officeDocument/2006/relationships/image" Target="../media/image61.emf"/><Relationship Id="rId19" Type="http://schemas.openxmlformats.org/officeDocument/2006/relationships/oleObject" Target="../embeddings/oleObject67.bin"/><Relationship Id="rId31" Type="http://schemas.openxmlformats.org/officeDocument/2006/relationships/image" Target="../media/image66.e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47.wmf"/><Relationship Id="rId22" Type="http://schemas.openxmlformats.org/officeDocument/2006/relationships/image" Target="../media/image62.emf"/><Relationship Id="rId27" Type="http://schemas.openxmlformats.org/officeDocument/2006/relationships/image" Target="../media/image64.wmf"/><Relationship Id="rId30" Type="http://schemas.openxmlformats.org/officeDocument/2006/relationships/oleObject" Target="../embeddings/oleObject7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78.bin"/><Relationship Id="rId18" Type="http://schemas.openxmlformats.org/officeDocument/2006/relationships/oleObject" Target="../embeddings/oleObject80.bin"/><Relationship Id="rId3" Type="http://schemas.openxmlformats.org/officeDocument/2006/relationships/oleObject" Target="../embeddings/oleObject73.bin"/><Relationship Id="rId21" Type="http://schemas.openxmlformats.org/officeDocument/2006/relationships/image" Target="../media/image77.emf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3.wmf"/><Relationship Id="rId17" Type="http://schemas.openxmlformats.org/officeDocument/2006/relationships/image" Target="../media/image7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9.bin"/><Relationship Id="rId20" Type="http://schemas.openxmlformats.org/officeDocument/2006/relationships/oleObject" Target="../embeddings/oleObject81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5" Type="http://schemas.openxmlformats.org/officeDocument/2006/relationships/image" Target="../media/image78.wmf"/><Relationship Id="rId10" Type="http://schemas.openxmlformats.org/officeDocument/2006/relationships/image" Target="../media/image72.wmf"/><Relationship Id="rId19" Type="http://schemas.openxmlformats.org/officeDocument/2006/relationships/image" Target="../media/image76.e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image" Target="../media/image81.GIF"/><Relationship Id="rId7" Type="http://schemas.openxmlformats.org/officeDocument/2006/relationships/image" Target="../media/image8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83.bin"/><Relationship Id="rId5" Type="http://schemas.openxmlformats.org/officeDocument/2006/relationships/image" Target="../media/image79.wmf"/><Relationship Id="rId4" Type="http://schemas.openxmlformats.org/officeDocument/2006/relationships/oleObject" Target="../embeddings/oleObject8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13" Type="http://schemas.openxmlformats.org/officeDocument/2006/relationships/oleObject" Target="../embeddings/oleObject89.bin"/><Relationship Id="rId18" Type="http://schemas.openxmlformats.org/officeDocument/2006/relationships/image" Target="../media/image91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87.emf"/><Relationship Id="rId17" Type="http://schemas.openxmlformats.org/officeDocument/2006/relationships/image" Target="../media/image90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10" Type="http://schemas.openxmlformats.org/officeDocument/2006/relationships/image" Target="../media/image86.wmf"/><Relationship Id="rId4" Type="http://schemas.openxmlformats.org/officeDocument/2006/relationships/image" Target="../media/image83.e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8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oleObject" Target="../embeddings/oleObject91.bin"/><Relationship Id="rId7" Type="http://schemas.openxmlformats.org/officeDocument/2006/relationships/image" Target="../media/image9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92.bin"/><Relationship Id="rId5" Type="http://schemas.openxmlformats.org/officeDocument/2006/relationships/image" Target="../media/image95.wmf"/><Relationship Id="rId4" Type="http://schemas.openxmlformats.org/officeDocument/2006/relationships/image" Target="../media/image92.emf"/><Relationship Id="rId9" Type="http://schemas.openxmlformats.org/officeDocument/2006/relationships/image" Target="../media/image94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99.bin"/><Relationship Id="rId18" Type="http://schemas.openxmlformats.org/officeDocument/2006/relationships/image" Target="../media/image103.wmf"/><Relationship Id="rId3" Type="http://schemas.openxmlformats.org/officeDocument/2006/relationships/oleObject" Target="../embeddings/oleObject94.bin"/><Relationship Id="rId21" Type="http://schemas.openxmlformats.org/officeDocument/2006/relationships/hyperlink" Target="http://image.baidu.com/i?ct=503316480&amp;z=0&amp;tn=baiduimagedetail&amp;word=%C0%CF%CA%F3+%BF%A8%CD%A8&amp;in=16849&amp;cl=2&amp;cm=1&amp;sc=0&amp;lm=-1&amp;pn=112&amp;rn=1&amp;di=234078780&amp;ln=2000" TargetMode="External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2.emf"/><Relationship Id="rId20" Type="http://schemas.openxmlformats.org/officeDocument/2006/relationships/image" Target="../media/image104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98.bin"/><Relationship Id="rId24" Type="http://schemas.openxmlformats.org/officeDocument/2006/relationships/image" Target="../media/image106.jpeg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23" Type="http://schemas.openxmlformats.org/officeDocument/2006/relationships/hyperlink" Target="http://image.baidu.com/i?ct=503316480&amp;z=0&amp;tn=baiduimagedetail&amp;word=%CE%AC%C4%E1%D0%DC&amp;in=27464&amp;cl=2&amp;cm=1&amp;sc=0&amp;lm=-1&amp;pn=172&amp;rn=1&amp;di=1347451568&amp;ln=2000" TargetMode="External"/><Relationship Id="rId10" Type="http://schemas.openxmlformats.org/officeDocument/2006/relationships/image" Target="../media/image99.wmf"/><Relationship Id="rId19" Type="http://schemas.openxmlformats.org/officeDocument/2006/relationships/oleObject" Target="../embeddings/oleObject102.bin"/><Relationship Id="rId4" Type="http://schemas.openxmlformats.org/officeDocument/2006/relationships/image" Target="../media/image96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101.emf"/><Relationship Id="rId22" Type="http://schemas.openxmlformats.org/officeDocument/2006/relationships/image" Target="../media/image105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113.wmf"/><Relationship Id="rId3" Type="http://schemas.openxmlformats.org/officeDocument/2006/relationships/oleObject" Target="../embeddings/oleObject103.bin"/><Relationship Id="rId7" Type="http://schemas.openxmlformats.org/officeDocument/2006/relationships/image" Target="../media/image108.wmf"/><Relationship Id="rId12" Type="http://schemas.openxmlformats.org/officeDocument/2006/relationships/image" Target="../media/image112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110.wmf"/><Relationship Id="rId5" Type="http://schemas.openxmlformats.org/officeDocument/2006/relationships/image" Target="../media/image111.jpeg"/><Relationship Id="rId10" Type="http://schemas.openxmlformats.org/officeDocument/2006/relationships/oleObject" Target="../embeddings/oleObject106.bin"/><Relationship Id="rId4" Type="http://schemas.openxmlformats.org/officeDocument/2006/relationships/image" Target="../media/image107.emf"/><Relationship Id="rId9" Type="http://schemas.openxmlformats.org/officeDocument/2006/relationships/image" Target="../media/image109.wmf"/><Relationship Id="rId14" Type="http://schemas.openxmlformats.org/officeDocument/2006/relationships/image" Target="../media/image11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119.wmf"/><Relationship Id="rId3" Type="http://schemas.openxmlformats.org/officeDocument/2006/relationships/oleObject" Target="../embeddings/oleObject107.bin"/><Relationship Id="rId7" Type="http://schemas.openxmlformats.org/officeDocument/2006/relationships/image" Target="../media/image116.wmf"/><Relationship Id="rId12" Type="http://schemas.openxmlformats.org/officeDocument/2006/relationships/oleObject" Target="../embeddings/oleObject1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18.wmf"/><Relationship Id="rId5" Type="http://schemas.openxmlformats.org/officeDocument/2006/relationships/image" Target="../media/image120.wmf"/><Relationship Id="rId10" Type="http://schemas.openxmlformats.org/officeDocument/2006/relationships/oleObject" Target="../embeddings/oleObject110.bin"/><Relationship Id="rId4" Type="http://schemas.openxmlformats.org/officeDocument/2006/relationships/image" Target="../media/image115.emf"/><Relationship Id="rId9" Type="http://schemas.openxmlformats.org/officeDocument/2006/relationships/image" Target="../media/image117.wmf"/><Relationship Id="rId14" Type="http://schemas.openxmlformats.org/officeDocument/2006/relationships/image" Target="../media/image121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2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2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12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20.bin"/><Relationship Id="rId10" Type="http://schemas.openxmlformats.org/officeDocument/2006/relationships/image" Target="../media/image132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2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3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3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43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42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3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39.bin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48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5.bin"/><Relationship Id="rId10" Type="http://schemas.openxmlformats.org/officeDocument/2006/relationships/image" Target="../media/image147.wmf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4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0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139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42.bin"/><Relationship Id="rId4" Type="http://schemas.openxmlformats.org/officeDocument/2006/relationships/image" Target="../media/image15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3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15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4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5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6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47.bin"/><Relationship Id="rId4" Type="http://schemas.openxmlformats.org/officeDocument/2006/relationships/image" Target="../media/image15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6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9.bin"/><Relationship Id="rId10" Type="http://schemas.openxmlformats.org/officeDocument/2006/relationships/image" Target="../media/image26.wmf"/><Relationship Id="rId4" Type="http://schemas.openxmlformats.org/officeDocument/2006/relationships/image" Target="../media/image157.wmf"/><Relationship Id="rId9" Type="http://schemas.openxmlformats.org/officeDocument/2006/relationships/image" Target="../media/image1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oleObject" Target="../embeddings/oleObject157.bin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6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0" Type="http://schemas.openxmlformats.org/officeDocument/2006/relationships/image" Target="../media/image164.wmf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6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oleObject" Target="../embeddings/oleObject163.bin"/><Relationship Id="rId18" Type="http://schemas.openxmlformats.org/officeDocument/2006/relationships/image" Target="../media/image173.wmf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70.wmf"/><Relationship Id="rId17" Type="http://schemas.openxmlformats.org/officeDocument/2006/relationships/oleObject" Target="../embeddings/oleObject1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2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68.emf"/><Relationship Id="rId11" Type="http://schemas.openxmlformats.org/officeDocument/2006/relationships/oleObject" Target="../embeddings/oleObject162.bin"/><Relationship Id="rId5" Type="http://schemas.openxmlformats.org/officeDocument/2006/relationships/oleObject" Target="../embeddings/oleObject159.bin"/><Relationship Id="rId15" Type="http://schemas.openxmlformats.org/officeDocument/2006/relationships/oleObject" Target="../embeddings/oleObject164.bin"/><Relationship Id="rId10" Type="http://schemas.openxmlformats.org/officeDocument/2006/relationships/image" Target="../media/image10.wmf"/><Relationship Id="rId19" Type="http://schemas.openxmlformats.org/officeDocument/2006/relationships/image" Target="../media/image174.wmf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171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13" Type="http://schemas.openxmlformats.org/officeDocument/2006/relationships/image" Target="../media/image179.emf"/><Relationship Id="rId3" Type="http://schemas.openxmlformats.org/officeDocument/2006/relationships/oleObject" Target="../embeddings/oleObject166.bin"/><Relationship Id="rId7" Type="http://schemas.openxmlformats.org/officeDocument/2006/relationships/image" Target="../media/image111.jpeg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8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1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76.wmf"/><Relationship Id="rId11" Type="http://schemas.openxmlformats.org/officeDocument/2006/relationships/image" Target="../media/image178.wmf"/><Relationship Id="rId5" Type="http://schemas.openxmlformats.org/officeDocument/2006/relationships/oleObject" Target="../embeddings/oleObject167.bin"/><Relationship Id="rId15" Type="http://schemas.openxmlformats.org/officeDocument/2006/relationships/image" Target="../media/image180.wmf"/><Relationship Id="rId10" Type="http://schemas.openxmlformats.org/officeDocument/2006/relationships/oleObject" Target="../embeddings/oleObject169.bin"/><Relationship Id="rId4" Type="http://schemas.openxmlformats.org/officeDocument/2006/relationships/image" Target="../media/image175.wmf"/><Relationship Id="rId9" Type="http://schemas.openxmlformats.org/officeDocument/2006/relationships/image" Target="../media/image177.emf"/><Relationship Id="rId14" Type="http://schemas.openxmlformats.org/officeDocument/2006/relationships/oleObject" Target="../embeddings/oleObject171.bin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183.bin"/><Relationship Id="rId21" Type="http://schemas.openxmlformats.org/officeDocument/2006/relationships/image" Target="../media/image191.wmf"/><Relationship Id="rId42" Type="http://schemas.openxmlformats.org/officeDocument/2006/relationships/image" Target="../media/image200.wmf"/><Relationship Id="rId47" Type="http://schemas.openxmlformats.org/officeDocument/2006/relationships/oleObject" Target="../embeddings/oleObject196.bin"/><Relationship Id="rId63" Type="http://schemas.openxmlformats.org/officeDocument/2006/relationships/oleObject" Target="../embeddings/oleObject206.bin"/><Relationship Id="rId68" Type="http://schemas.openxmlformats.org/officeDocument/2006/relationships/image" Target="../media/image210.wmf"/><Relationship Id="rId7" Type="http://schemas.openxmlformats.org/officeDocument/2006/relationships/image" Target="../media/image18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8.bin"/><Relationship Id="rId29" Type="http://schemas.openxmlformats.org/officeDocument/2006/relationships/image" Target="../media/image195.wmf"/><Relationship Id="rId11" Type="http://schemas.openxmlformats.org/officeDocument/2006/relationships/image" Target="../media/image186.wmf"/><Relationship Id="rId24" Type="http://schemas.openxmlformats.org/officeDocument/2006/relationships/oleObject" Target="../embeddings/oleObject182.bin"/><Relationship Id="rId32" Type="http://schemas.openxmlformats.org/officeDocument/2006/relationships/oleObject" Target="../embeddings/oleObject186.bin"/><Relationship Id="rId37" Type="http://schemas.openxmlformats.org/officeDocument/2006/relationships/oleObject" Target="../embeddings/oleObject189.bin"/><Relationship Id="rId40" Type="http://schemas.openxmlformats.org/officeDocument/2006/relationships/oleObject" Target="../embeddings/oleObject191.bin"/><Relationship Id="rId45" Type="http://schemas.openxmlformats.org/officeDocument/2006/relationships/image" Target="../media/image201.wmf"/><Relationship Id="rId53" Type="http://schemas.openxmlformats.org/officeDocument/2006/relationships/image" Target="../media/image204.wmf"/><Relationship Id="rId58" Type="http://schemas.openxmlformats.org/officeDocument/2006/relationships/oleObject" Target="../embeddings/oleObject203.bin"/><Relationship Id="rId66" Type="http://schemas.openxmlformats.org/officeDocument/2006/relationships/image" Target="../media/image209.wmf"/><Relationship Id="rId5" Type="http://schemas.openxmlformats.org/officeDocument/2006/relationships/image" Target="../media/image183.emf"/><Relationship Id="rId61" Type="http://schemas.openxmlformats.org/officeDocument/2006/relationships/image" Target="../media/image207.wmf"/><Relationship Id="rId19" Type="http://schemas.openxmlformats.org/officeDocument/2006/relationships/image" Target="../media/image190.wmf"/><Relationship Id="rId14" Type="http://schemas.openxmlformats.org/officeDocument/2006/relationships/oleObject" Target="../embeddings/oleObject177.bin"/><Relationship Id="rId22" Type="http://schemas.openxmlformats.org/officeDocument/2006/relationships/oleObject" Target="../embeddings/oleObject181.bin"/><Relationship Id="rId27" Type="http://schemas.openxmlformats.org/officeDocument/2006/relationships/image" Target="../media/image194.wmf"/><Relationship Id="rId30" Type="http://schemas.openxmlformats.org/officeDocument/2006/relationships/oleObject" Target="../embeddings/oleObject185.bin"/><Relationship Id="rId35" Type="http://schemas.openxmlformats.org/officeDocument/2006/relationships/oleObject" Target="../embeddings/oleObject188.bin"/><Relationship Id="rId43" Type="http://schemas.openxmlformats.org/officeDocument/2006/relationships/oleObject" Target="../embeddings/oleObject193.bin"/><Relationship Id="rId48" Type="http://schemas.openxmlformats.org/officeDocument/2006/relationships/image" Target="../media/image202.wmf"/><Relationship Id="rId56" Type="http://schemas.openxmlformats.org/officeDocument/2006/relationships/image" Target="../media/image205.wmf"/><Relationship Id="rId64" Type="http://schemas.openxmlformats.org/officeDocument/2006/relationships/image" Target="../media/image208.wmf"/><Relationship Id="rId69" Type="http://schemas.openxmlformats.org/officeDocument/2006/relationships/oleObject" Target="../embeddings/oleObject209.bin"/><Relationship Id="rId8" Type="http://schemas.openxmlformats.org/officeDocument/2006/relationships/oleObject" Target="../embeddings/oleObject174.bin"/><Relationship Id="rId51" Type="http://schemas.openxmlformats.org/officeDocument/2006/relationships/oleObject" Target="../embeddings/oleObject198.bin"/><Relationship Id="rId3" Type="http://schemas.openxmlformats.org/officeDocument/2006/relationships/image" Target="../media/image111.jpeg"/><Relationship Id="rId12" Type="http://schemas.openxmlformats.org/officeDocument/2006/relationships/oleObject" Target="../embeddings/oleObject176.bin"/><Relationship Id="rId17" Type="http://schemas.openxmlformats.org/officeDocument/2006/relationships/image" Target="../media/image189.wmf"/><Relationship Id="rId25" Type="http://schemas.openxmlformats.org/officeDocument/2006/relationships/image" Target="../media/image193.wmf"/><Relationship Id="rId33" Type="http://schemas.openxmlformats.org/officeDocument/2006/relationships/oleObject" Target="../embeddings/oleObject187.bin"/><Relationship Id="rId38" Type="http://schemas.openxmlformats.org/officeDocument/2006/relationships/oleObject" Target="../embeddings/oleObject190.bin"/><Relationship Id="rId46" Type="http://schemas.openxmlformats.org/officeDocument/2006/relationships/oleObject" Target="../embeddings/oleObject195.bin"/><Relationship Id="rId59" Type="http://schemas.openxmlformats.org/officeDocument/2006/relationships/image" Target="../media/image206.wmf"/><Relationship Id="rId67" Type="http://schemas.openxmlformats.org/officeDocument/2006/relationships/oleObject" Target="../embeddings/oleObject208.bin"/><Relationship Id="rId20" Type="http://schemas.openxmlformats.org/officeDocument/2006/relationships/oleObject" Target="../embeddings/oleObject180.bin"/><Relationship Id="rId41" Type="http://schemas.openxmlformats.org/officeDocument/2006/relationships/oleObject" Target="../embeddings/oleObject192.bin"/><Relationship Id="rId54" Type="http://schemas.openxmlformats.org/officeDocument/2006/relationships/oleObject" Target="../embeddings/oleObject200.bin"/><Relationship Id="rId62" Type="http://schemas.openxmlformats.org/officeDocument/2006/relationships/oleObject" Target="../embeddings/oleObject205.bin"/><Relationship Id="rId70" Type="http://schemas.openxmlformats.org/officeDocument/2006/relationships/image" Target="../media/image211.wmf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73.bin"/><Relationship Id="rId15" Type="http://schemas.openxmlformats.org/officeDocument/2006/relationships/image" Target="../media/image188.wmf"/><Relationship Id="rId23" Type="http://schemas.openxmlformats.org/officeDocument/2006/relationships/image" Target="../media/image192.wmf"/><Relationship Id="rId28" Type="http://schemas.openxmlformats.org/officeDocument/2006/relationships/oleObject" Target="../embeddings/oleObject184.bin"/><Relationship Id="rId36" Type="http://schemas.openxmlformats.org/officeDocument/2006/relationships/image" Target="../media/image198.wmf"/><Relationship Id="rId49" Type="http://schemas.openxmlformats.org/officeDocument/2006/relationships/oleObject" Target="../embeddings/oleObject197.bin"/><Relationship Id="rId57" Type="http://schemas.openxmlformats.org/officeDocument/2006/relationships/oleObject" Target="../embeddings/oleObject202.bin"/><Relationship Id="rId10" Type="http://schemas.openxmlformats.org/officeDocument/2006/relationships/oleObject" Target="../embeddings/oleObject175.bin"/><Relationship Id="rId31" Type="http://schemas.openxmlformats.org/officeDocument/2006/relationships/image" Target="../media/image196.wmf"/><Relationship Id="rId44" Type="http://schemas.openxmlformats.org/officeDocument/2006/relationships/oleObject" Target="../embeddings/oleObject194.bin"/><Relationship Id="rId52" Type="http://schemas.openxmlformats.org/officeDocument/2006/relationships/oleObject" Target="../embeddings/oleObject199.bin"/><Relationship Id="rId60" Type="http://schemas.openxmlformats.org/officeDocument/2006/relationships/oleObject" Target="../embeddings/oleObject204.bin"/><Relationship Id="rId65" Type="http://schemas.openxmlformats.org/officeDocument/2006/relationships/oleObject" Target="../embeddings/oleObject207.bin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85.wmf"/><Relationship Id="rId13" Type="http://schemas.openxmlformats.org/officeDocument/2006/relationships/image" Target="../media/image187.wmf"/><Relationship Id="rId18" Type="http://schemas.openxmlformats.org/officeDocument/2006/relationships/oleObject" Target="../embeddings/oleObject179.bin"/><Relationship Id="rId39" Type="http://schemas.openxmlformats.org/officeDocument/2006/relationships/image" Target="../media/image199.wmf"/><Relationship Id="rId34" Type="http://schemas.openxmlformats.org/officeDocument/2006/relationships/image" Target="../media/image197.wmf"/><Relationship Id="rId50" Type="http://schemas.openxmlformats.org/officeDocument/2006/relationships/image" Target="../media/image203.wmf"/><Relationship Id="rId55" Type="http://schemas.openxmlformats.org/officeDocument/2006/relationships/oleObject" Target="../embeddings/oleObject201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15.wmf"/><Relationship Id="rId7" Type="http://schemas.openxmlformats.org/officeDocument/2006/relationships/image" Target="../media/image2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211.bin"/><Relationship Id="rId11" Type="http://schemas.openxmlformats.org/officeDocument/2006/relationships/oleObject" Target="../embeddings/oleObject213.bin"/><Relationship Id="rId5" Type="http://schemas.openxmlformats.org/officeDocument/2006/relationships/image" Target="../media/image212.emf"/><Relationship Id="rId10" Type="http://schemas.openxmlformats.org/officeDocument/2006/relationships/image" Target="../media/image214.wmf"/><Relationship Id="rId4" Type="http://schemas.openxmlformats.org/officeDocument/2006/relationships/oleObject" Target="../embeddings/oleObject210.bin"/><Relationship Id="rId9" Type="http://schemas.openxmlformats.org/officeDocument/2006/relationships/oleObject" Target="../embeddings/oleObject21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6.bin"/><Relationship Id="rId13" Type="http://schemas.openxmlformats.org/officeDocument/2006/relationships/image" Target="../media/image219.wmf"/><Relationship Id="rId18" Type="http://schemas.openxmlformats.org/officeDocument/2006/relationships/oleObject" Target="../embeddings/oleObject222.bin"/><Relationship Id="rId3" Type="http://schemas.openxmlformats.org/officeDocument/2006/relationships/oleObject" Target="../embeddings/oleObject214.bin"/><Relationship Id="rId21" Type="http://schemas.openxmlformats.org/officeDocument/2006/relationships/oleObject" Target="../embeddings/oleObject224.bin"/><Relationship Id="rId7" Type="http://schemas.openxmlformats.org/officeDocument/2006/relationships/image" Target="../media/image225.GIF"/><Relationship Id="rId12" Type="http://schemas.openxmlformats.org/officeDocument/2006/relationships/oleObject" Target="../embeddings/oleObject219.bin"/><Relationship Id="rId17" Type="http://schemas.openxmlformats.org/officeDocument/2006/relationships/image" Target="../media/image22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1.bin"/><Relationship Id="rId20" Type="http://schemas.openxmlformats.org/officeDocument/2006/relationships/oleObject" Target="../embeddings/oleObject223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17.wmf"/><Relationship Id="rId11" Type="http://schemas.openxmlformats.org/officeDocument/2006/relationships/oleObject" Target="../embeddings/oleObject218.bin"/><Relationship Id="rId24" Type="http://schemas.openxmlformats.org/officeDocument/2006/relationships/image" Target="../media/image224.wmf"/><Relationship Id="rId5" Type="http://schemas.openxmlformats.org/officeDocument/2006/relationships/oleObject" Target="../embeddings/oleObject215.bin"/><Relationship Id="rId15" Type="http://schemas.openxmlformats.org/officeDocument/2006/relationships/image" Target="../media/image220.wmf"/><Relationship Id="rId23" Type="http://schemas.openxmlformats.org/officeDocument/2006/relationships/oleObject" Target="../embeddings/oleObject225.bin"/><Relationship Id="rId10" Type="http://schemas.openxmlformats.org/officeDocument/2006/relationships/image" Target="../media/image218.wmf"/><Relationship Id="rId19" Type="http://schemas.openxmlformats.org/officeDocument/2006/relationships/image" Target="../media/image222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17.bin"/><Relationship Id="rId14" Type="http://schemas.openxmlformats.org/officeDocument/2006/relationships/oleObject" Target="../embeddings/oleObject220.bin"/><Relationship Id="rId22" Type="http://schemas.openxmlformats.org/officeDocument/2006/relationships/image" Target="../media/image223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226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wmf"/><Relationship Id="rId3" Type="http://schemas.openxmlformats.org/officeDocument/2006/relationships/oleObject" Target="../embeddings/oleObject227.bin"/><Relationship Id="rId7" Type="http://schemas.openxmlformats.org/officeDocument/2006/relationships/oleObject" Target="../embeddings/oleObject229.bin"/><Relationship Id="rId12" Type="http://schemas.openxmlformats.org/officeDocument/2006/relationships/image" Target="../media/image23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28.wmf"/><Relationship Id="rId11" Type="http://schemas.openxmlformats.org/officeDocument/2006/relationships/oleObject" Target="../embeddings/oleObject231.bin"/><Relationship Id="rId5" Type="http://schemas.openxmlformats.org/officeDocument/2006/relationships/oleObject" Target="../embeddings/oleObject228.bin"/><Relationship Id="rId10" Type="http://schemas.openxmlformats.org/officeDocument/2006/relationships/image" Target="../media/image230.wmf"/><Relationship Id="rId4" Type="http://schemas.openxmlformats.org/officeDocument/2006/relationships/image" Target="../media/image227.wmf"/><Relationship Id="rId9" Type="http://schemas.openxmlformats.org/officeDocument/2006/relationships/oleObject" Target="../embeddings/oleObject230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wmf"/><Relationship Id="rId2" Type="http://schemas.openxmlformats.org/officeDocument/2006/relationships/image" Target="../media/image232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emf"/><Relationship Id="rId13" Type="http://schemas.openxmlformats.org/officeDocument/2006/relationships/oleObject" Target="../embeddings/oleObject237.bin"/><Relationship Id="rId3" Type="http://schemas.openxmlformats.org/officeDocument/2006/relationships/oleObject" Target="../embeddings/oleObject232.bin"/><Relationship Id="rId7" Type="http://schemas.openxmlformats.org/officeDocument/2006/relationships/oleObject" Target="../embeddings/oleObject234.bin"/><Relationship Id="rId12" Type="http://schemas.openxmlformats.org/officeDocument/2006/relationships/image" Target="../media/image238.emf"/><Relationship Id="rId17" Type="http://schemas.openxmlformats.org/officeDocument/2006/relationships/image" Target="../media/image24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8.bin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35.emf"/><Relationship Id="rId11" Type="http://schemas.openxmlformats.org/officeDocument/2006/relationships/oleObject" Target="../embeddings/oleObject236.bin"/><Relationship Id="rId5" Type="http://schemas.openxmlformats.org/officeDocument/2006/relationships/oleObject" Target="../embeddings/oleObject233.bin"/><Relationship Id="rId15" Type="http://schemas.openxmlformats.org/officeDocument/2006/relationships/image" Target="../media/image241.wmf"/><Relationship Id="rId10" Type="http://schemas.openxmlformats.org/officeDocument/2006/relationships/image" Target="../media/image237.emf"/><Relationship Id="rId4" Type="http://schemas.openxmlformats.org/officeDocument/2006/relationships/image" Target="../media/image234.emf"/><Relationship Id="rId9" Type="http://schemas.openxmlformats.org/officeDocument/2006/relationships/oleObject" Target="../embeddings/oleObject235.bin"/><Relationship Id="rId14" Type="http://schemas.openxmlformats.org/officeDocument/2006/relationships/image" Target="../media/image239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wmf"/><Relationship Id="rId2" Type="http://schemas.openxmlformats.org/officeDocument/2006/relationships/image" Target="../media/image242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emf"/><Relationship Id="rId3" Type="http://schemas.openxmlformats.org/officeDocument/2006/relationships/oleObject" Target="../embeddings/oleObject239.bin"/><Relationship Id="rId7" Type="http://schemas.openxmlformats.org/officeDocument/2006/relationships/oleObject" Target="../embeddings/oleObject2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45.emf"/><Relationship Id="rId11" Type="http://schemas.openxmlformats.org/officeDocument/2006/relationships/image" Target="../media/image248.png"/><Relationship Id="rId5" Type="http://schemas.openxmlformats.org/officeDocument/2006/relationships/oleObject" Target="../embeddings/oleObject240.bin"/><Relationship Id="rId10" Type="http://schemas.openxmlformats.org/officeDocument/2006/relationships/image" Target="../media/image247.emf"/><Relationship Id="rId4" Type="http://schemas.openxmlformats.org/officeDocument/2006/relationships/image" Target="../media/image244.emf"/><Relationship Id="rId9" Type="http://schemas.openxmlformats.org/officeDocument/2006/relationships/oleObject" Target="../embeddings/oleObject242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13" Type="http://schemas.openxmlformats.org/officeDocument/2006/relationships/image" Target="../media/image253.emf"/><Relationship Id="rId3" Type="http://schemas.openxmlformats.org/officeDocument/2006/relationships/audio" Target="../media/audio1.wav"/><Relationship Id="rId7" Type="http://schemas.openxmlformats.org/officeDocument/2006/relationships/image" Target="../media/image250.wmf"/><Relationship Id="rId12" Type="http://schemas.openxmlformats.org/officeDocument/2006/relationships/oleObject" Target="../embeddings/oleObject24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244.bin"/><Relationship Id="rId11" Type="http://schemas.openxmlformats.org/officeDocument/2006/relationships/image" Target="../media/image252.emf"/><Relationship Id="rId5" Type="http://schemas.openxmlformats.org/officeDocument/2006/relationships/image" Target="../media/image249.wmf"/><Relationship Id="rId15" Type="http://schemas.openxmlformats.org/officeDocument/2006/relationships/image" Target="../media/image254.emf"/><Relationship Id="rId10" Type="http://schemas.openxmlformats.org/officeDocument/2006/relationships/oleObject" Target="../embeddings/oleObject246.bin"/><Relationship Id="rId4" Type="http://schemas.openxmlformats.org/officeDocument/2006/relationships/oleObject" Target="../embeddings/oleObject243.bin"/><Relationship Id="rId9" Type="http://schemas.openxmlformats.org/officeDocument/2006/relationships/image" Target="../media/image251.emf"/><Relationship Id="rId14" Type="http://schemas.openxmlformats.org/officeDocument/2006/relationships/oleObject" Target="../embeddings/oleObject248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1.bin"/><Relationship Id="rId13" Type="http://schemas.openxmlformats.org/officeDocument/2006/relationships/image" Target="../media/image259.wmf"/><Relationship Id="rId18" Type="http://schemas.openxmlformats.org/officeDocument/2006/relationships/oleObject" Target="../embeddings/oleObject256.bin"/><Relationship Id="rId3" Type="http://schemas.openxmlformats.org/officeDocument/2006/relationships/image" Target="../media/image263.GIF"/><Relationship Id="rId7" Type="http://schemas.openxmlformats.org/officeDocument/2006/relationships/image" Target="../media/image256.wmf"/><Relationship Id="rId12" Type="http://schemas.openxmlformats.org/officeDocument/2006/relationships/oleObject" Target="../embeddings/oleObject253.bin"/><Relationship Id="rId17" Type="http://schemas.openxmlformats.org/officeDocument/2006/relationships/image" Target="../media/image26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5.bin"/><Relationship Id="rId20" Type="http://schemas.openxmlformats.org/officeDocument/2006/relationships/image" Target="../media/image264.wmf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250.bin"/><Relationship Id="rId11" Type="http://schemas.openxmlformats.org/officeDocument/2006/relationships/image" Target="../media/image258.emf"/><Relationship Id="rId5" Type="http://schemas.openxmlformats.org/officeDocument/2006/relationships/image" Target="../media/image255.wmf"/><Relationship Id="rId15" Type="http://schemas.openxmlformats.org/officeDocument/2006/relationships/image" Target="../media/image260.wmf"/><Relationship Id="rId10" Type="http://schemas.openxmlformats.org/officeDocument/2006/relationships/oleObject" Target="../embeddings/oleObject252.bin"/><Relationship Id="rId19" Type="http://schemas.openxmlformats.org/officeDocument/2006/relationships/image" Target="../media/image262.wmf"/><Relationship Id="rId4" Type="http://schemas.openxmlformats.org/officeDocument/2006/relationships/oleObject" Target="../embeddings/oleObject249.bin"/><Relationship Id="rId9" Type="http://schemas.openxmlformats.org/officeDocument/2006/relationships/image" Target="../media/image257.wmf"/><Relationship Id="rId14" Type="http://schemas.openxmlformats.org/officeDocument/2006/relationships/oleObject" Target="../embeddings/oleObject254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13" Type="http://schemas.openxmlformats.org/officeDocument/2006/relationships/oleObject" Target="../embeddings/oleObject262.bin"/><Relationship Id="rId18" Type="http://schemas.openxmlformats.org/officeDocument/2006/relationships/image" Target="../media/image271.wmf"/><Relationship Id="rId3" Type="http://schemas.openxmlformats.org/officeDocument/2006/relationships/oleObject" Target="../embeddings/oleObject257.bin"/><Relationship Id="rId7" Type="http://schemas.openxmlformats.org/officeDocument/2006/relationships/oleObject" Target="../embeddings/oleObject259.bin"/><Relationship Id="rId12" Type="http://schemas.openxmlformats.org/officeDocument/2006/relationships/image" Target="../media/image269.wmf"/><Relationship Id="rId17" Type="http://schemas.openxmlformats.org/officeDocument/2006/relationships/oleObject" Target="../embeddings/oleObject26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3.bin"/><Relationship Id="rId20" Type="http://schemas.openxmlformats.org/officeDocument/2006/relationships/image" Target="../media/image272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66.wmf"/><Relationship Id="rId11" Type="http://schemas.openxmlformats.org/officeDocument/2006/relationships/oleObject" Target="../embeddings/oleObject261.bin"/><Relationship Id="rId5" Type="http://schemas.openxmlformats.org/officeDocument/2006/relationships/oleObject" Target="../embeddings/oleObject258.bin"/><Relationship Id="rId15" Type="http://schemas.openxmlformats.org/officeDocument/2006/relationships/image" Target="../media/image273.wmf"/><Relationship Id="rId10" Type="http://schemas.openxmlformats.org/officeDocument/2006/relationships/image" Target="../media/image268.wmf"/><Relationship Id="rId19" Type="http://schemas.openxmlformats.org/officeDocument/2006/relationships/oleObject" Target="../embeddings/oleObject265.bin"/><Relationship Id="rId4" Type="http://schemas.openxmlformats.org/officeDocument/2006/relationships/image" Target="../media/image265.emf"/><Relationship Id="rId9" Type="http://schemas.openxmlformats.org/officeDocument/2006/relationships/oleObject" Target="../embeddings/oleObject260.bin"/><Relationship Id="rId14" Type="http://schemas.openxmlformats.org/officeDocument/2006/relationships/image" Target="../media/image270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emf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75.wmf"/><Relationship Id="rId5" Type="http://schemas.openxmlformats.org/officeDocument/2006/relationships/oleObject" Target="../embeddings/oleObject267.bin"/><Relationship Id="rId10" Type="http://schemas.openxmlformats.org/officeDocument/2006/relationships/image" Target="../media/image277.wmf"/><Relationship Id="rId4" Type="http://schemas.openxmlformats.org/officeDocument/2006/relationships/image" Target="../media/image274.wmf"/><Relationship Id="rId9" Type="http://schemas.openxmlformats.org/officeDocument/2006/relationships/oleObject" Target="../embeddings/oleObject269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wmf"/><Relationship Id="rId3" Type="http://schemas.openxmlformats.org/officeDocument/2006/relationships/oleObject" Target="../embeddings/oleObject270.bin"/><Relationship Id="rId7" Type="http://schemas.openxmlformats.org/officeDocument/2006/relationships/oleObject" Target="../embeddings/oleObject27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80.wmf"/><Relationship Id="rId5" Type="http://schemas.openxmlformats.org/officeDocument/2006/relationships/oleObject" Target="../embeddings/oleObject271.bin"/><Relationship Id="rId4" Type="http://schemas.openxmlformats.org/officeDocument/2006/relationships/image" Target="../media/image279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13" Type="http://schemas.openxmlformats.org/officeDocument/2006/relationships/oleObject" Target="../embeddings/oleObject278.bin"/><Relationship Id="rId3" Type="http://schemas.openxmlformats.org/officeDocument/2006/relationships/oleObject" Target="../embeddings/oleObject273.bin"/><Relationship Id="rId7" Type="http://schemas.openxmlformats.org/officeDocument/2006/relationships/oleObject" Target="../embeddings/oleObject275.bin"/><Relationship Id="rId12" Type="http://schemas.openxmlformats.org/officeDocument/2006/relationships/image" Target="../media/image286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50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83.wmf"/><Relationship Id="rId11" Type="http://schemas.openxmlformats.org/officeDocument/2006/relationships/oleObject" Target="../embeddings/oleObject277.bin"/><Relationship Id="rId5" Type="http://schemas.openxmlformats.org/officeDocument/2006/relationships/oleObject" Target="../embeddings/oleObject274.bin"/><Relationship Id="rId15" Type="http://schemas.openxmlformats.org/officeDocument/2006/relationships/oleObject" Target="../embeddings/oleObject279.bin"/><Relationship Id="rId10" Type="http://schemas.openxmlformats.org/officeDocument/2006/relationships/image" Target="../media/image285.wmf"/><Relationship Id="rId4" Type="http://schemas.openxmlformats.org/officeDocument/2006/relationships/image" Target="../media/image282.emf"/><Relationship Id="rId9" Type="http://schemas.openxmlformats.org/officeDocument/2006/relationships/oleObject" Target="../embeddings/oleObject276.bin"/><Relationship Id="rId14" Type="http://schemas.openxmlformats.org/officeDocument/2006/relationships/image" Target="../media/image249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wmf"/><Relationship Id="rId13" Type="http://schemas.openxmlformats.org/officeDocument/2006/relationships/oleObject" Target="../embeddings/oleObject285.bin"/><Relationship Id="rId3" Type="http://schemas.openxmlformats.org/officeDocument/2006/relationships/oleObject" Target="../embeddings/oleObject280.bin"/><Relationship Id="rId7" Type="http://schemas.openxmlformats.org/officeDocument/2006/relationships/oleObject" Target="../embeddings/oleObject282.bin"/><Relationship Id="rId12" Type="http://schemas.openxmlformats.org/officeDocument/2006/relationships/image" Target="../media/image29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88.wmf"/><Relationship Id="rId11" Type="http://schemas.openxmlformats.org/officeDocument/2006/relationships/oleObject" Target="../embeddings/oleObject284.bin"/><Relationship Id="rId5" Type="http://schemas.openxmlformats.org/officeDocument/2006/relationships/oleObject" Target="../embeddings/oleObject281.bin"/><Relationship Id="rId10" Type="http://schemas.openxmlformats.org/officeDocument/2006/relationships/image" Target="../media/image290.wmf"/><Relationship Id="rId4" Type="http://schemas.openxmlformats.org/officeDocument/2006/relationships/image" Target="../media/image287.wmf"/><Relationship Id="rId9" Type="http://schemas.openxmlformats.org/officeDocument/2006/relationships/oleObject" Target="../embeddings/oleObject283.bin"/><Relationship Id="rId14" Type="http://schemas.openxmlformats.org/officeDocument/2006/relationships/image" Target="../media/image292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wmf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88.bin"/><Relationship Id="rId12" Type="http://schemas.openxmlformats.org/officeDocument/2006/relationships/image" Target="../media/image29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94.wmf"/><Relationship Id="rId11" Type="http://schemas.openxmlformats.org/officeDocument/2006/relationships/oleObject" Target="../embeddings/oleObject290.bin"/><Relationship Id="rId5" Type="http://schemas.openxmlformats.org/officeDocument/2006/relationships/oleObject" Target="../embeddings/oleObject287.bin"/><Relationship Id="rId10" Type="http://schemas.openxmlformats.org/officeDocument/2006/relationships/image" Target="../media/image296.wmf"/><Relationship Id="rId4" Type="http://schemas.openxmlformats.org/officeDocument/2006/relationships/image" Target="../media/image293.wmf"/><Relationship Id="rId9" Type="http://schemas.openxmlformats.org/officeDocument/2006/relationships/oleObject" Target="../embeddings/oleObject289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98.wmf"/><Relationship Id="rId5" Type="http://schemas.openxmlformats.org/officeDocument/2006/relationships/oleObject" Target="../embeddings/oleObject291.bin"/><Relationship Id="rId4" Type="http://schemas.openxmlformats.org/officeDocument/2006/relationships/image" Target="../media/image300.wmf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7.bin"/><Relationship Id="rId18" Type="http://schemas.openxmlformats.org/officeDocument/2006/relationships/image" Target="../media/image308.wmf"/><Relationship Id="rId26" Type="http://schemas.openxmlformats.org/officeDocument/2006/relationships/image" Target="../media/image312.wmf"/><Relationship Id="rId39" Type="http://schemas.openxmlformats.org/officeDocument/2006/relationships/oleObject" Target="../embeddings/oleObject310.bin"/><Relationship Id="rId21" Type="http://schemas.openxmlformats.org/officeDocument/2006/relationships/oleObject" Target="../embeddings/oleObject301.bin"/><Relationship Id="rId34" Type="http://schemas.openxmlformats.org/officeDocument/2006/relationships/image" Target="../media/image316.wmf"/><Relationship Id="rId42" Type="http://schemas.openxmlformats.org/officeDocument/2006/relationships/image" Target="../media/image320.wmf"/><Relationship Id="rId7" Type="http://schemas.openxmlformats.org/officeDocument/2006/relationships/oleObject" Target="../embeddings/oleObject29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07.wmf"/><Relationship Id="rId29" Type="http://schemas.openxmlformats.org/officeDocument/2006/relationships/oleObject" Target="../embeddings/oleObject305.bin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02.wmf"/><Relationship Id="rId11" Type="http://schemas.openxmlformats.org/officeDocument/2006/relationships/oleObject" Target="../embeddings/oleObject296.bin"/><Relationship Id="rId24" Type="http://schemas.openxmlformats.org/officeDocument/2006/relationships/image" Target="../media/image311.wmf"/><Relationship Id="rId32" Type="http://schemas.openxmlformats.org/officeDocument/2006/relationships/image" Target="../media/image315.wmf"/><Relationship Id="rId37" Type="http://schemas.openxmlformats.org/officeDocument/2006/relationships/oleObject" Target="../embeddings/oleObject309.bin"/><Relationship Id="rId40" Type="http://schemas.openxmlformats.org/officeDocument/2006/relationships/image" Target="../media/image319.wmf"/><Relationship Id="rId45" Type="http://schemas.openxmlformats.org/officeDocument/2006/relationships/oleObject" Target="../embeddings/oleObject313.bin"/><Relationship Id="rId5" Type="http://schemas.openxmlformats.org/officeDocument/2006/relationships/oleObject" Target="../embeddings/oleObject293.bin"/><Relationship Id="rId15" Type="http://schemas.openxmlformats.org/officeDocument/2006/relationships/oleObject" Target="../embeddings/oleObject298.bin"/><Relationship Id="rId23" Type="http://schemas.openxmlformats.org/officeDocument/2006/relationships/oleObject" Target="../embeddings/oleObject302.bin"/><Relationship Id="rId28" Type="http://schemas.openxmlformats.org/officeDocument/2006/relationships/image" Target="../media/image313.wmf"/><Relationship Id="rId36" Type="http://schemas.openxmlformats.org/officeDocument/2006/relationships/image" Target="../media/image317.wmf"/><Relationship Id="rId10" Type="http://schemas.openxmlformats.org/officeDocument/2006/relationships/image" Target="../media/image304.wmf"/><Relationship Id="rId19" Type="http://schemas.openxmlformats.org/officeDocument/2006/relationships/oleObject" Target="../embeddings/oleObject300.bin"/><Relationship Id="rId31" Type="http://schemas.openxmlformats.org/officeDocument/2006/relationships/oleObject" Target="../embeddings/oleObject306.bin"/><Relationship Id="rId44" Type="http://schemas.openxmlformats.org/officeDocument/2006/relationships/image" Target="../media/image249.wmf"/><Relationship Id="rId4" Type="http://schemas.openxmlformats.org/officeDocument/2006/relationships/image" Target="../media/image301.emf"/><Relationship Id="rId9" Type="http://schemas.openxmlformats.org/officeDocument/2006/relationships/oleObject" Target="../embeddings/oleObject295.bin"/><Relationship Id="rId14" Type="http://schemas.openxmlformats.org/officeDocument/2006/relationships/image" Target="../media/image306.wmf"/><Relationship Id="rId22" Type="http://schemas.openxmlformats.org/officeDocument/2006/relationships/image" Target="../media/image310.wmf"/><Relationship Id="rId27" Type="http://schemas.openxmlformats.org/officeDocument/2006/relationships/oleObject" Target="../embeddings/oleObject304.bin"/><Relationship Id="rId30" Type="http://schemas.openxmlformats.org/officeDocument/2006/relationships/image" Target="../media/image314.wmf"/><Relationship Id="rId35" Type="http://schemas.openxmlformats.org/officeDocument/2006/relationships/oleObject" Target="../embeddings/oleObject308.bin"/><Relationship Id="rId43" Type="http://schemas.openxmlformats.org/officeDocument/2006/relationships/oleObject" Target="../embeddings/oleObject312.bin"/><Relationship Id="rId8" Type="http://schemas.openxmlformats.org/officeDocument/2006/relationships/image" Target="../media/image303.wmf"/><Relationship Id="rId3" Type="http://schemas.openxmlformats.org/officeDocument/2006/relationships/oleObject" Target="../embeddings/oleObject292.bin"/><Relationship Id="rId12" Type="http://schemas.openxmlformats.org/officeDocument/2006/relationships/image" Target="../media/image305.wmf"/><Relationship Id="rId17" Type="http://schemas.openxmlformats.org/officeDocument/2006/relationships/oleObject" Target="../embeddings/oleObject299.bin"/><Relationship Id="rId25" Type="http://schemas.openxmlformats.org/officeDocument/2006/relationships/oleObject" Target="../embeddings/oleObject303.bin"/><Relationship Id="rId33" Type="http://schemas.openxmlformats.org/officeDocument/2006/relationships/oleObject" Target="../embeddings/oleObject307.bin"/><Relationship Id="rId38" Type="http://schemas.openxmlformats.org/officeDocument/2006/relationships/image" Target="../media/image318.wmf"/><Relationship Id="rId46" Type="http://schemas.openxmlformats.org/officeDocument/2006/relationships/image" Target="../media/image250.wmf"/><Relationship Id="rId20" Type="http://schemas.openxmlformats.org/officeDocument/2006/relationships/image" Target="../media/image309.wmf"/><Relationship Id="rId41" Type="http://schemas.openxmlformats.org/officeDocument/2006/relationships/oleObject" Target="../embeddings/oleObject311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6.bin"/><Relationship Id="rId13" Type="http://schemas.openxmlformats.org/officeDocument/2006/relationships/image" Target="../media/image325.emf"/><Relationship Id="rId18" Type="http://schemas.openxmlformats.org/officeDocument/2006/relationships/oleObject" Target="../embeddings/oleObject321.bin"/><Relationship Id="rId3" Type="http://schemas.openxmlformats.org/officeDocument/2006/relationships/image" Target="../media/image332.wmf"/><Relationship Id="rId21" Type="http://schemas.openxmlformats.org/officeDocument/2006/relationships/image" Target="../media/image329.emf"/><Relationship Id="rId7" Type="http://schemas.openxmlformats.org/officeDocument/2006/relationships/image" Target="../media/image322.emf"/><Relationship Id="rId12" Type="http://schemas.openxmlformats.org/officeDocument/2006/relationships/oleObject" Target="../embeddings/oleObject318.bin"/><Relationship Id="rId17" Type="http://schemas.openxmlformats.org/officeDocument/2006/relationships/image" Target="../media/image327.emf"/><Relationship Id="rId25" Type="http://schemas.openxmlformats.org/officeDocument/2006/relationships/image" Target="../media/image33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0.bin"/><Relationship Id="rId20" Type="http://schemas.openxmlformats.org/officeDocument/2006/relationships/oleObject" Target="../embeddings/oleObject322.bin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315.bin"/><Relationship Id="rId11" Type="http://schemas.openxmlformats.org/officeDocument/2006/relationships/image" Target="../media/image324.emf"/><Relationship Id="rId24" Type="http://schemas.openxmlformats.org/officeDocument/2006/relationships/oleObject" Target="../embeddings/oleObject324.bin"/><Relationship Id="rId5" Type="http://schemas.openxmlformats.org/officeDocument/2006/relationships/image" Target="../media/image321.emf"/><Relationship Id="rId15" Type="http://schemas.openxmlformats.org/officeDocument/2006/relationships/image" Target="../media/image326.emf"/><Relationship Id="rId23" Type="http://schemas.openxmlformats.org/officeDocument/2006/relationships/image" Target="../media/image330.emf"/><Relationship Id="rId10" Type="http://schemas.openxmlformats.org/officeDocument/2006/relationships/oleObject" Target="../embeddings/oleObject317.bin"/><Relationship Id="rId19" Type="http://schemas.openxmlformats.org/officeDocument/2006/relationships/image" Target="../media/image328.emf"/><Relationship Id="rId4" Type="http://schemas.openxmlformats.org/officeDocument/2006/relationships/oleObject" Target="../embeddings/oleObject314.bin"/><Relationship Id="rId9" Type="http://schemas.openxmlformats.org/officeDocument/2006/relationships/image" Target="../media/image323.emf"/><Relationship Id="rId14" Type="http://schemas.openxmlformats.org/officeDocument/2006/relationships/oleObject" Target="../embeddings/oleObject319.bin"/><Relationship Id="rId22" Type="http://schemas.openxmlformats.org/officeDocument/2006/relationships/oleObject" Target="../embeddings/oleObject323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第二章 数值积分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杨娟</a:t>
            </a:r>
            <a:endParaRPr lang="en-US" altLang="zh-CN" dirty="0"/>
          </a:p>
          <a:p>
            <a:pPr eaLnBrk="1" hangingPunct="1"/>
            <a:r>
              <a:rPr lang="zh-CN" altLang="en-US"/>
              <a:t>合肥工业大学 </a:t>
            </a:r>
            <a:r>
              <a:rPr lang="zh-CN" altLang="en-US" smtClean="0"/>
              <a:t>计算机与信息学院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3" name="Group 17"/>
          <p:cNvGrpSpPr/>
          <p:nvPr/>
        </p:nvGrpSpPr>
        <p:grpSpPr bwMode="auto">
          <a:xfrm>
            <a:off x="609600" y="457200"/>
            <a:ext cx="5334000" cy="1341438"/>
            <a:chOff x="384" y="288"/>
            <a:chExt cx="3360" cy="845"/>
          </a:xfrm>
        </p:grpSpPr>
        <p:sp>
          <p:nvSpPr>
            <p:cNvPr id="8194" name="Rectangle 4"/>
            <p:cNvSpPr>
              <a:spLocks noChangeArrowheads="1"/>
            </p:cNvSpPr>
            <p:nvPr/>
          </p:nvSpPr>
          <p:spPr bwMode="auto">
            <a:xfrm>
              <a:off x="384" y="288"/>
              <a:ext cx="336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4400" i="0">
                  <a:solidFill>
                    <a:schemeClr val="hlink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rPr>
                <a:t>§1   </a:t>
              </a:r>
              <a:r>
                <a:rPr lang="zh-CN" altLang="en-US" sz="4400" i="0">
                  <a:solidFill>
                    <a:schemeClr val="hlink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rPr>
                <a:t>引  言</a:t>
              </a:r>
            </a:p>
          </p:txBody>
        </p:sp>
        <p:sp>
          <p:nvSpPr>
            <p:cNvPr id="8195" name="Rectangle 5"/>
            <p:cNvSpPr>
              <a:spLocks noChangeArrowheads="1"/>
            </p:cNvSpPr>
            <p:nvPr/>
          </p:nvSpPr>
          <p:spPr bwMode="auto">
            <a:xfrm>
              <a:off x="432" y="768"/>
              <a:ext cx="27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3200" i="0">
                  <a:solidFill>
                    <a:srgbClr val="000066"/>
                  </a:solidFill>
                  <a:latin typeface="Arial" panose="020B0604020202020204" pitchFamily="34" charset="0"/>
                </a:rPr>
                <a:t>【</a:t>
              </a:r>
              <a:r>
                <a:rPr lang="zh-CN" altLang="en-US" sz="3200" i="0">
                  <a:solidFill>
                    <a:srgbClr val="000066"/>
                  </a:solidFill>
                  <a:latin typeface="Arial" panose="020B0604020202020204" pitchFamily="34" charset="0"/>
                </a:rPr>
                <a:t>数值积分的必要性</a:t>
              </a:r>
              <a:r>
                <a:rPr lang="en-US" altLang="zh-CN" sz="3200" i="0">
                  <a:solidFill>
                    <a:srgbClr val="000066"/>
                  </a:solidFill>
                  <a:latin typeface="Arial" panose="020B0604020202020204" pitchFamily="34" charset="0"/>
                </a:rPr>
                <a:t>】</a:t>
              </a:r>
            </a:p>
          </p:txBody>
        </p:sp>
      </p:grpSp>
      <p:grpSp>
        <p:nvGrpSpPr>
          <p:cNvPr id="8196" name="Group 18"/>
          <p:cNvGrpSpPr/>
          <p:nvPr/>
        </p:nvGrpSpPr>
        <p:grpSpPr bwMode="auto">
          <a:xfrm>
            <a:off x="990600" y="1905000"/>
            <a:ext cx="5791200" cy="1538288"/>
            <a:chOff x="624" y="1200"/>
            <a:chExt cx="3648" cy="969"/>
          </a:xfrm>
        </p:grpSpPr>
        <p:sp>
          <p:nvSpPr>
            <p:cNvPr id="8197" name="Rectangle 6"/>
            <p:cNvSpPr>
              <a:spLocks noChangeArrowheads="1"/>
            </p:cNvSpPr>
            <p:nvPr/>
          </p:nvSpPr>
          <p:spPr bwMode="auto">
            <a:xfrm>
              <a:off x="624" y="1200"/>
              <a:ext cx="36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本章主要讨论如下形式的一元函数积分</a:t>
              </a:r>
            </a:p>
          </p:txBody>
        </p:sp>
        <p:graphicFrame>
          <p:nvGraphicFramePr>
            <p:cNvPr id="8198" name="Object 7"/>
            <p:cNvGraphicFramePr/>
            <p:nvPr/>
          </p:nvGraphicFramePr>
          <p:xfrm>
            <a:off x="1836" y="1544"/>
            <a:ext cx="1176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7" r:id="rId3" imgW="414655" imgH="235585" progId="Equation.DSMT4">
                    <p:embed/>
                  </p:oleObj>
                </mc:Choice>
                <mc:Fallback>
                  <p:oleObj r:id="rId3" imgW="414655" imgH="235585" progId="Equation.DSMT4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" y="1544"/>
                          <a:ext cx="1176" cy="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99" name="Group 19"/>
          <p:cNvGrpSpPr/>
          <p:nvPr/>
        </p:nvGrpSpPr>
        <p:grpSpPr bwMode="auto">
          <a:xfrm>
            <a:off x="990600" y="3352800"/>
            <a:ext cx="6416675" cy="1287463"/>
            <a:chOff x="624" y="2112"/>
            <a:chExt cx="4042" cy="811"/>
          </a:xfrm>
        </p:grpSpPr>
        <p:graphicFrame>
          <p:nvGraphicFramePr>
            <p:cNvPr id="8200" name="Object 8"/>
            <p:cNvGraphicFramePr/>
            <p:nvPr/>
          </p:nvGraphicFramePr>
          <p:xfrm>
            <a:off x="1423" y="2448"/>
            <a:ext cx="2557" cy="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8" r:id="rId5" imgW="911225" imgH="160655" progId="Equation.DSMT4">
                    <p:embed/>
                  </p:oleObj>
                </mc:Choice>
                <mc:Fallback>
                  <p:oleObj r:id="rId5" imgW="911225" imgH="160655" progId="Equation.DSMT4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3" y="2448"/>
                          <a:ext cx="2557" cy="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624" y="2112"/>
              <a:ext cx="40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在微积分里，按</a:t>
              </a:r>
              <a:r>
                <a:rPr lang="en-US" altLang="zh-CN" i="0">
                  <a:solidFill>
                    <a:srgbClr val="0000CC"/>
                  </a:solidFill>
                  <a:latin typeface="Arial" panose="020B0604020202020204" pitchFamily="34" charset="0"/>
                </a:rPr>
                <a:t>Newton-Leibniz</a:t>
              </a:r>
              <a:r>
                <a:rPr lang="zh-CN" altLang="en-US" i="0">
                  <a:solidFill>
                    <a:srgbClr val="0000CC"/>
                  </a:solidFill>
                  <a:latin typeface="Arial" panose="020B0604020202020204" pitchFamily="34" charset="0"/>
                </a:rPr>
                <a:t>公式</a:t>
              </a: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求定积分</a:t>
              </a:r>
            </a:p>
          </p:txBody>
        </p:sp>
      </p:grpSp>
      <p:graphicFrame>
        <p:nvGraphicFramePr>
          <p:cNvPr id="8202" name="Object 11"/>
          <p:cNvGraphicFramePr/>
          <p:nvPr/>
        </p:nvGraphicFramePr>
        <p:xfrm>
          <a:off x="3276600" y="18161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" r:id="rId7" imgW="127635" imgH="198755" progId="Equation.DSMT4">
                  <p:embed/>
                </p:oleObj>
              </mc:Choice>
              <mc:Fallback>
                <p:oleObj r:id="rId7" imgW="127635" imgH="198755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8161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3" name="Group 21"/>
          <p:cNvGrpSpPr/>
          <p:nvPr/>
        </p:nvGrpSpPr>
        <p:grpSpPr bwMode="auto">
          <a:xfrm>
            <a:off x="457200" y="4800600"/>
            <a:ext cx="7696200" cy="1752600"/>
            <a:chOff x="288" y="3024"/>
            <a:chExt cx="4848" cy="1104"/>
          </a:xfrm>
        </p:grpSpPr>
        <p:sp>
          <p:nvSpPr>
            <p:cNvPr id="8204" name="Rectangle 14" descr="水滴"/>
            <p:cNvSpPr>
              <a:spLocks noChangeArrowheads="1"/>
            </p:cNvSpPr>
            <p:nvPr/>
          </p:nvSpPr>
          <p:spPr bwMode="auto">
            <a:xfrm>
              <a:off x="288" y="3072"/>
              <a:ext cx="4848" cy="1056"/>
            </a:xfrm>
            <a:prstGeom prst="rect">
              <a:avLst/>
            </a:prstGeom>
            <a:blipFill dpi="0" rotWithShape="1">
              <a:blip r:embed="rId9"/>
              <a:srcRect/>
              <a:tile tx="0" ty="0" sx="100000" sy="100000" flip="none" algn="tl"/>
            </a:blipFill>
            <a:ln>
              <a:noFill/>
            </a:ln>
            <a:scene3d>
              <a:camera prst="legacyPerspectiveTop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FFFF"/>
              </a:extrusionClr>
              <a:contourClr>
                <a:srgbClr val="FFFFFF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  <a:flatTx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zh-CN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8205" name="Group 20"/>
            <p:cNvGrpSpPr/>
            <p:nvPr/>
          </p:nvGrpSpPr>
          <p:grpSpPr bwMode="auto">
            <a:xfrm>
              <a:off x="576" y="3024"/>
              <a:ext cx="3744" cy="1093"/>
              <a:chOff x="576" y="3024"/>
              <a:chExt cx="3744" cy="1093"/>
            </a:xfrm>
          </p:grpSpPr>
          <p:sp>
            <p:nvSpPr>
              <p:cNvPr id="2" name="Rectangle 10"/>
              <p:cNvSpPr>
                <a:spLocks noChangeArrowheads="1"/>
              </p:cNvSpPr>
              <p:nvPr/>
            </p:nvSpPr>
            <p:spPr bwMode="auto">
              <a:xfrm>
                <a:off x="576" y="3024"/>
                <a:ext cx="3744" cy="1093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i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要求函数          </a:t>
                </a:r>
                <a:r>
                  <a:rPr lang="zh-CN" altLang="en-US" i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的原函数</a:t>
                </a:r>
                <a:r>
                  <a:rPr lang="zh-CN" altLang="en-US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 </a:t>
                </a:r>
                <a:endParaRPr lang="zh-CN" altLang="en-US" i="0">
                  <a:solidFill>
                    <a:schemeClr val="tx1"/>
                  </a:solidFill>
                  <a:latin typeface="Arial" panose="020B0604020202020204" pitchFamily="34" charset="0"/>
                  <a:sym typeface="+mn-ea"/>
                </a:endParaRPr>
              </a:p>
              <a:p>
                <a:pPr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b="0" i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☞ </a:t>
                </a:r>
                <a:r>
                  <a:rPr lang="zh-CN" altLang="en-US" i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有解析表达式</a:t>
                </a:r>
                <a:r>
                  <a:rPr lang="zh-CN" altLang="en-US" b="0" i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；</a:t>
                </a:r>
              </a:p>
              <a:p>
                <a:pPr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b="0" i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☞ </a:t>
                </a:r>
                <a:r>
                  <a:rPr lang="zh-CN" altLang="en-US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 </a:t>
                </a:r>
                <a:r>
                  <a:rPr lang="zh-CN" altLang="en-US" i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为初等函数</a:t>
                </a:r>
                <a:r>
                  <a:rPr lang="zh-CN" altLang="en-US" b="0" i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．</a:t>
                </a:r>
              </a:p>
            </p:txBody>
          </p:sp>
          <p:graphicFrame>
            <p:nvGraphicFramePr>
              <p:cNvPr id="8207" name="Object 12"/>
              <p:cNvGraphicFramePr/>
              <p:nvPr/>
            </p:nvGraphicFramePr>
            <p:xfrm>
              <a:off x="1440" y="3120"/>
              <a:ext cx="480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50" r:id="rId10" imgW="367665" imgH="254000" progId="Equation.DSMT4">
                      <p:embed/>
                    </p:oleObj>
                  </mc:Choice>
                  <mc:Fallback>
                    <p:oleObj r:id="rId10" imgW="367665" imgH="254000" progId="Equation.DSMT4">
                      <p:embed/>
                      <p:pic>
                        <p:nvPicPr>
                          <p:cNvPr id="0" name="Object 1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3120"/>
                            <a:ext cx="480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08" name="Object 13"/>
              <p:cNvGraphicFramePr/>
              <p:nvPr/>
            </p:nvGraphicFramePr>
            <p:xfrm>
              <a:off x="2736" y="3120"/>
              <a:ext cx="528" cy="3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51" r:id="rId12" imgW="380365" imgH="254000" progId="Equation.DSMT4">
                      <p:embed/>
                    </p:oleObj>
                  </mc:Choice>
                  <mc:Fallback>
                    <p:oleObj r:id="rId12" imgW="380365" imgH="254000" progId="Equation.DSMT4">
                      <p:embed/>
                      <p:pic>
                        <p:nvPicPr>
                          <p:cNvPr id="0" name="Object 1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6" y="3120"/>
                            <a:ext cx="528" cy="3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8209" name="Picture 16" descr="MCj04374630000[1]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52400"/>
            <a:ext cx="22860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800"/>
              <a:t/>
            </a:r>
            <a:br>
              <a:rPr lang="en-US" altLang="zh-CN" sz="2800"/>
            </a:br>
            <a:r>
              <a:rPr lang="en-US" altLang="zh-CN" sz="400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zh-CN" sz="400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sz="2800" b="1">
                <a:solidFill>
                  <a:schemeClr val="tx1"/>
                </a:solidFill>
              </a:rPr>
              <a:t/>
            </a:r>
            <a:br>
              <a:rPr lang="en-US" altLang="zh-CN" sz="2800" b="1">
                <a:solidFill>
                  <a:schemeClr val="tx1"/>
                </a:solidFill>
              </a:rPr>
            </a:br>
            <a:r>
              <a:rPr lang="en-US" altLang="zh-CN" sz="3600" b="1">
                <a:solidFill>
                  <a:schemeClr val="tx1"/>
                </a:solidFill>
              </a:rPr>
              <a:t/>
            </a:r>
            <a:br>
              <a:rPr lang="en-US" altLang="zh-CN" sz="3600" b="1">
                <a:solidFill>
                  <a:schemeClr val="tx1"/>
                </a:solidFill>
              </a:rPr>
            </a:br>
            <a:endParaRPr lang="en-US" altLang="zh-CN" sz="3600" b="1">
              <a:solidFill>
                <a:schemeClr val="tx1"/>
              </a:solidFill>
            </a:endParaRPr>
          </a:p>
        </p:txBody>
      </p:sp>
      <p:graphicFrame>
        <p:nvGraphicFramePr>
          <p:cNvPr id="9218" name="Object 34"/>
          <p:cNvGraphicFramePr>
            <a:graphicFrameLocks noGrp="1"/>
          </p:cNvGraphicFramePr>
          <p:nvPr>
            <p:ph sz="quarter" idx="3"/>
          </p:nvPr>
        </p:nvGraphicFramePr>
        <p:xfrm>
          <a:off x="2344738" y="48260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0" r:id="rId3" imgW="114300" imgH="215265" progId="Equation.3">
                  <p:embed/>
                </p:oleObj>
              </mc:Choice>
              <mc:Fallback>
                <p:oleObj r:id="rId3" imgW="114300" imgH="215265" progId="Equation.3">
                  <p:embed/>
                  <p:pic>
                    <p:nvPicPr>
                      <p:cNvPr id="0" name="Object 34"/>
                      <p:cNvPicPr>
                        <a:picLocks noRo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738" y="4826000"/>
                        <a:ext cx="114300" cy="2159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19" name="Group 63"/>
          <p:cNvGrpSpPr/>
          <p:nvPr/>
        </p:nvGrpSpPr>
        <p:grpSpPr bwMode="auto">
          <a:xfrm>
            <a:off x="838200" y="1600200"/>
            <a:ext cx="7772400" cy="1041400"/>
            <a:chOff x="528" y="1008"/>
            <a:chExt cx="4896" cy="656"/>
          </a:xfrm>
        </p:grpSpPr>
        <p:sp>
          <p:nvSpPr>
            <p:cNvPr id="11302" name="Rectangle 38"/>
            <p:cNvSpPr>
              <a:spLocks noChangeArrowheads="1"/>
            </p:cNvSpPr>
            <p:nvPr/>
          </p:nvSpPr>
          <p:spPr bwMode="auto">
            <a:xfrm>
              <a:off x="528" y="1008"/>
              <a:ext cx="4896" cy="656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buFontTx/>
                <a:buNone/>
                <a:defRPr/>
              </a:pP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  <a:sym typeface="+mn-ea"/>
                </a:rPr>
                <a:t>例如求由函数                   </a:t>
              </a:r>
              <a:r>
                <a:rPr lang="zh-CN" altLang="en-US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+mn-ea"/>
                </a:rPr>
                <a:t>给定的曲线</a:t>
              </a:r>
              <a:r>
                <a:rPr lang="en-US" altLang="zh-CN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+mn-ea"/>
                </a:rPr>
                <a:t>, </a:t>
              </a:r>
              <a:r>
                <a:rPr lang="zh-CN" altLang="en-US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+mn-ea"/>
                </a:rPr>
                <a:t>从           到                间的弧长</a:t>
              </a:r>
              <a:r>
                <a:rPr lang="en-US" altLang="zh-CN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+mn-ea"/>
                </a:rPr>
                <a:t>L</a:t>
              </a:r>
              <a:r>
                <a:rPr lang="zh-CN" altLang="en-US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+mn-ea"/>
                </a:rPr>
                <a:t>。</a:t>
              </a:r>
            </a:p>
          </p:txBody>
        </p:sp>
        <p:grpSp>
          <p:nvGrpSpPr>
            <p:cNvPr id="9221" name="Group 62"/>
            <p:cNvGrpSpPr/>
            <p:nvPr/>
          </p:nvGrpSpPr>
          <p:grpSpPr bwMode="auto">
            <a:xfrm>
              <a:off x="1824" y="1079"/>
              <a:ext cx="3456" cy="252"/>
              <a:chOff x="1824" y="1079"/>
              <a:chExt cx="3456" cy="252"/>
            </a:xfrm>
          </p:grpSpPr>
          <p:graphicFrame>
            <p:nvGraphicFramePr>
              <p:cNvPr id="9222" name="Object 39"/>
              <p:cNvGraphicFramePr/>
              <p:nvPr/>
            </p:nvGraphicFramePr>
            <p:xfrm>
              <a:off x="1824" y="1104"/>
              <a:ext cx="864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01" r:id="rId5" imgW="774065" imgH="203200" progId="Equation.3">
                      <p:embed/>
                    </p:oleObj>
                  </mc:Choice>
                  <mc:Fallback>
                    <p:oleObj r:id="rId5" imgW="774065" imgH="203200" progId="Equation.3">
                      <p:embed/>
                      <p:pic>
                        <p:nvPicPr>
                          <p:cNvPr id="0" name="Object 3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24" y="1104"/>
                            <a:ext cx="864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3" name="Object 40"/>
              <p:cNvGraphicFramePr/>
              <p:nvPr/>
            </p:nvGraphicFramePr>
            <p:xfrm>
              <a:off x="4032" y="1080"/>
              <a:ext cx="43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02" r:id="rId7" imgW="354965" imgH="177800" progId="Equation.DSMT4">
                      <p:embed/>
                    </p:oleObj>
                  </mc:Choice>
                  <mc:Fallback>
                    <p:oleObj r:id="rId7" imgW="354965" imgH="177800" progId="Equation.DSMT4">
                      <p:embed/>
                      <p:pic>
                        <p:nvPicPr>
                          <p:cNvPr id="0" name="Object 4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32" y="1080"/>
                            <a:ext cx="432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4" name="Object 41"/>
              <p:cNvGraphicFramePr/>
              <p:nvPr/>
            </p:nvGraphicFramePr>
            <p:xfrm>
              <a:off x="4752" y="1079"/>
              <a:ext cx="528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03" r:id="rId9" imgW="431165" imgH="177800" progId="Equation.DSMT4">
                      <p:embed/>
                    </p:oleObj>
                  </mc:Choice>
                  <mc:Fallback>
                    <p:oleObj r:id="rId9" imgW="431165" imgH="177800" progId="Equation.DSMT4">
                      <p:embed/>
                      <p:pic>
                        <p:nvPicPr>
                          <p:cNvPr id="0" name="Object 4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1079"/>
                            <a:ext cx="528" cy="2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225" name="Group 61"/>
          <p:cNvGrpSpPr/>
          <p:nvPr/>
        </p:nvGrpSpPr>
        <p:grpSpPr bwMode="auto">
          <a:xfrm>
            <a:off x="685800" y="152400"/>
            <a:ext cx="8229600" cy="1447800"/>
            <a:chOff x="432" y="96"/>
            <a:chExt cx="5184" cy="912"/>
          </a:xfrm>
        </p:grpSpPr>
        <p:grpSp>
          <p:nvGrpSpPr>
            <p:cNvPr id="9226" name="Group 60"/>
            <p:cNvGrpSpPr/>
            <p:nvPr/>
          </p:nvGrpSpPr>
          <p:grpSpPr bwMode="auto">
            <a:xfrm>
              <a:off x="432" y="96"/>
              <a:ext cx="5184" cy="612"/>
              <a:chOff x="432" y="96"/>
              <a:chExt cx="5184" cy="612"/>
            </a:xfrm>
          </p:grpSpPr>
          <p:pic>
            <p:nvPicPr>
              <p:cNvPr id="9227" name="Picture 8" descr="BD10263_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2" y="336"/>
                <a:ext cx="285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28" name="Rectangle 9"/>
              <p:cNvSpPr>
                <a:spLocks noChangeArrowheads="1"/>
              </p:cNvSpPr>
              <p:nvPr/>
            </p:nvSpPr>
            <p:spPr bwMode="auto">
              <a:xfrm>
                <a:off x="768" y="336"/>
                <a:ext cx="139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sz="28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实际问题</a:t>
                </a:r>
              </a:p>
            </p:txBody>
          </p:sp>
          <p:pic>
            <p:nvPicPr>
              <p:cNvPr id="9229" name="Picture 27" descr="MCj04344110000[1]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92" y="96"/>
                <a:ext cx="624" cy="6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230" name="Group 59"/>
            <p:cNvGrpSpPr/>
            <p:nvPr/>
          </p:nvGrpSpPr>
          <p:grpSpPr bwMode="auto">
            <a:xfrm>
              <a:off x="576" y="720"/>
              <a:ext cx="4032" cy="288"/>
              <a:chOff x="960" y="144"/>
              <a:chExt cx="4032" cy="288"/>
            </a:xfrm>
          </p:grpSpPr>
          <p:sp>
            <p:nvSpPr>
              <p:cNvPr id="11275" name="Rectangle 11"/>
              <p:cNvSpPr>
                <a:spLocks noChangeArrowheads="1"/>
              </p:cNvSpPr>
              <p:nvPr/>
            </p:nvSpPr>
            <p:spPr bwMode="auto">
              <a:xfrm>
                <a:off x="960" y="144"/>
                <a:ext cx="4032" cy="288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buFontTx/>
                  <a:buNone/>
                  <a:defRPr/>
                </a:pPr>
                <a:r>
                  <a:rPr lang="en-US" altLang="zh-CN" i="0">
                    <a:solidFill>
                      <a:srgbClr val="FF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1. </a:t>
                </a:r>
                <a:r>
                  <a:rPr lang="en-US" altLang="zh-CN" i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  </a:t>
                </a:r>
                <a:r>
                  <a:rPr lang="en-US" altLang="zh-CN">
                    <a:solidFill>
                      <a:srgbClr val="6600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       </a:t>
                </a:r>
                <a:r>
                  <a:rPr lang="zh-CN" altLang="en-US" i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的原函数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       </a:t>
                </a:r>
                <a:r>
                  <a:rPr lang="zh-CN" altLang="en-US" i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不能用初等函数表示。</a:t>
                </a:r>
              </a:p>
            </p:txBody>
          </p:sp>
          <p:grpSp>
            <p:nvGrpSpPr>
              <p:cNvPr id="9232" name="Group 58"/>
              <p:cNvGrpSpPr/>
              <p:nvPr/>
            </p:nvGrpSpPr>
            <p:grpSpPr bwMode="auto">
              <a:xfrm>
                <a:off x="1344" y="192"/>
                <a:ext cx="1536" cy="228"/>
                <a:chOff x="1344" y="192"/>
                <a:chExt cx="1536" cy="228"/>
              </a:xfrm>
            </p:grpSpPr>
            <p:graphicFrame>
              <p:nvGraphicFramePr>
                <p:cNvPr id="9233" name="Object 43"/>
                <p:cNvGraphicFramePr/>
                <p:nvPr/>
              </p:nvGraphicFramePr>
              <p:xfrm>
                <a:off x="1344" y="192"/>
                <a:ext cx="384" cy="22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304" r:id="rId13" imgW="342900" imgH="203200" progId="Equation.DSMT4">
                        <p:embed/>
                      </p:oleObj>
                    </mc:Choice>
                    <mc:Fallback>
                      <p:oleObj r:id="rId13" imgW="342900" imgH="203200" progId="Equation.DSMT4">
                        <p:embed/>
                        <p:pic>
                          <p:nvPicPr>
                            <p:cNvPr id="0" name="Object 43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44" y="192"/>
                              <a:ext cx="384" cy="22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234" name="Object 45"/>
                <p:cNvGraphicFramePr/>
                <p:nvPr/>
              </p:nvGraphicFramePr>
              <p:xfrm>
                <a:off x="2496" y="192"/>
                <a:ext cx="384" cy="22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305" r:id="rId15" imgW="342900" imgH="203200" progId="Equation.DSMT4">
                        <p:embed/>
                      </p:oleObj>
                    </mc:Choice>
                    <mc:Fallback>
                      <p:oleObj r:id="rId15" imgW="342900" imgH="203200" progId="Equation.DSMT4">
                        <p:embed/>
                        <p:pic>
                          <p:nvPicPr>
                            <p:cNvPr id="0" name="Object 45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96" y="192"/>
                              <a:ext cx="384" cy="22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9235" name="Group 64"/>
          <p:cNvGrpSpPr/>
          <p:nvPr/>
        </p:nvGrpSpPr>
        <p:grpSpPr bwMode="auto">
          <a:xfrm>
            <a:off x="762000" y="2743200"/>
            <a:ext cx="6705600" cy="1350963"/>
            <a:chOff x="480" y="1728"/>
            <a:chExt cx="4224" cy="851"/>
          </a:xfrm>
        </p:grpSpPr>
        <p:graphicFrame>
          <p:nvGraphicFramePr>
            <p:cNvPr id="9236" name="Object 50"/>
            <p:cNvGraphicFramePr/>
            <p:nvPr/>
          </p:nvGraphicFramePr>
          <p:xfrm>
            <a:off x="1248" y="2160"/>
            <a:ext cx="3456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6" r:id="rId17" imgW="1397000" imgH="160655" progId="Equation.DSMT4">
                    <p:embed/>
                  </p:oleObj>
                </mc:Choice>
                <mc:Fallback>
                  <p:oleObj r:id="rId17" imgW="1397000" imgH="160655" progId="Equation.DSMT4">
                    <p:embed/>
                    <p:pic>
                      <p:nvPicPr>
                        <p:cNvPr id="0" name="Object 5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160"/>
                          <a:ext cx="3456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13" name="Rectangle 49"/>
            <p:cNvSpPr>
              <a:spLocks noChangeArrowheads="1"/>
            </p:cNvSpPr>
            <p:nvPr/>
          </p:nvSpPr>
          <p:spPr bwMode="auto">
            <a:xfrm>
              <a:off x="480" y="1728"/>
              <a:ext cx="3795" cy="28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lang="en-US" altLang="zh-CN" i="0">
                  <a:solidFill>
                    <a:schemeClr val="tx1"/>
                  </a:solidFill>
                  <a:latin typeface="Arial" panose="020B0604020202020204" pitchFamily="34" charset="0"/>
                  <a:sym typeface="+mn-ea"/>
                </a:rPr>
                <a:t> </a:t>
              </a:r>
              <a:r>
                <a:rPr lang="zh-CN" altLang="en-US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由微积分学我们知道</a:t>
              </a:r>
              <a:r>
                <a:rPr lang="en-US" altLang="zh-CN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, </a:t>
              </a:r>
              <a:r>
                <a:rPr lang="zh-CN" altLang="en-US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所求的弧长可表示为</a:t>
              </a:r>
              <a:r>
                <a:rPr lang="en-US" altLang="zh-CN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:</a:t>
              </a:r>
            </a:p>
          </p:txBody>
        </p:sp>
      </p:grpSp>
      <p:grpSp>
        <p:nvGrpSpPr>
          <p:cNvPr id="9238" name="Group 65"/>
          <p:cNvGrpSpPr/>
          <p:nvPr/>
        </p:nvGrpSpPr>
        <p:grpSpPr bwMode="auto">
          <a:xfrm>
            <a:off x="838200" y="4191000"/>
            <a:ext cx="8001000" cy="1989138"/>
            <a:chOff x="528" y="2640"/>
            <a:chExt cx="5040" cy="1253"/>
          </a:xfrm>
        </p:grpSpPr>
        <p:sp>
          <p:nvSpPr>
            <p:cNvPr id="11316" name="Rectangle 52"/>
            <p:cNvSpPr>
              <a:spLocks noChangeArrowheads="1"/>
            </p:cNvSpPr>
            <p:nvPr/>
          </p:nvSpPr>
          <p:spPr bwMode="auto">
            <a:xfrm>
              <a:off x="528" y="2640"/>
              <a:ext cx="5040" cy="656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buFontTx/>
                <a:buNone/>
                <a:defRPr/>
              </a:pPr>
              <a:r>
                <a:rPr lang="zh-CN" altLang="en-US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上述积分称为</a:t>
              </a:r>
              <a:r>
                <a:rPr lang="zh-CN" altLang="en-US" i="0">
                  <a:solidFill>
                    <a:srgbClr val="FF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第二类椭圆积分</a:t>
              </a:r>
              <a:r>
                <a:rPr lang="zh-CN" altLang="en-US" i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。</a:t>
              </a:r>
              <a:r>
                <a:rPr lang="zh-CN" altLang="en-US" i="0">
                  <a:solidFill>
                    <a:schemeClr val="tx1"/>
                  </a:solidFill>
                  <a:sym typeface="+mn-ea"/>
                </a:rPr>
                <a:t>类似的下列函数也不存在由初等函数表示的原函数</a:t>
              </a:r>
              <a:r>
                <a:rPr lang="en-US" altLang="zh-CN" i="0">
                  <a:solidFill>
                    <a:schemeClr val="tx1"/>
                  </a:solidFill>
                  <a:sym typeface="+mn-ea"/>
                </a:rPr>
                <a:t>:</a:t>
              </a:r>
              <a:endParaRPr lang="en-US" altLang="zh-CN" b="0" i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sym typeface="+mn-ea"/>
              </a:endParaRPr>
            </a:p>
          </p:txBody>
        </p:sp>
        <p:graphicFrame>
          <p:nvGraphicFramePr>
            <p:cNvPr id="9240" name="Object 54"/>
            <p:cNvGraphicFramePr/>
            <p:nvPr/>
          </p:nvGraphicFramePr>
          <p:xfrm>
            <a:off x="1248" y="3367"/>
            <a:ext cx="3744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7" r:id="rId19" imgW="1578610" imgH="215265" progId="Equation.DSMT4">
                    <p:embed/>
                  </p:oleObj>
                </mc:Choice>
                <mc:Fallback>
                  <p:oleObj r:id="rId19" imgW="1578610" imgH="215265" progId="Equation.DSMT4">
                    <p:embed/>
                    <p:pic>
                      <p:nvPicPr>
                        <p:cNvPr id="0" name="Object 5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367"/>
                          <a:ext cx="3744" cy="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241" name="Picture 66" descr="u=1321566600,1576792586&amp;fm=0&amp;gp=24">
            <a:hlinkClick r:id="rId21"/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410200"/>
            <a:ext cx="1295400" cy="114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1" name="Group 10"/>
          <p:cNvGrpSpPr/>
          <p:nvPr/>
        </p:nvGrpSpPr>
        <p:grpSpPr bwMode="auto">
          <a:xfrm>
            <a:off x="609600" y="609600"/>
            <a:ext cx="8061325" cy="4195763"/>
            <a:chOff x="384" y="384"/>
            <a:chExt cx="5078" cy="2643"/>
          </a:xfrm>
        </p:grpSpPr>
        <p:sp>
          <p:nvSpPr>
            <p:cNvPr id="24580" name="Rectangle 4"/>
            <p:cNvSpPr>
              <a:spLocks noChangeArrowheads="1"/>
            </p:cNvSpPr>
            <p:nvPr/>
          </p:nvSpPr>
          <p:spPr bwMode="auto">
            <a:xfrm>
              <a:off x="384" y="384"/>
              <a:ext cx="5040" cy="74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buFontTx/>
                <a:buNone/>
                <a:defRPr/>
              </a:pPr>
              <a:r>
                <a:rPr lang="en-US" altLang="zh-CN" i="0">
                  <a:solidFill>
                    <a:srgbClr val="FF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2</a:t>
              </a:r>
              <a:r>
                <a:rPr lang="en-US" altLang="zh-CN" b="0" i="0">
                  <a:solidFill>
                    <a:srgbClr val="FF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.</a:t>
              </a:r>
              <a:r>
                <a:rPr lang="en-US" altLang="zh-CN" b="0" i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 </a:t>
              </a:r>
              <a:r>
                <a:rPr lang="zh-CN" altLang="en-US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有些被积函数其原函数虽然可以用初等函数表示</a:t>
              </a:r>
              <a:r>
                <a:rPr lang="en-US" altLang="zh-CN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, </a:t>
              </a:r>
              <a:r>
                <a:rPr lang="zh-CN" altLang="en-US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但表达式相当复杂</a:t>
              </a:r>
              <a:r>
                <a:rPr lang="en-US" altLang="zh-CN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, </a:t>
              </a:r>
              <a:r>
                <a:rPr lang="zh-CN" altLang="en-US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计算极不方便</a:t>
              </a:r>
              <a:r>
                <a:rPr lang="en-US" altLang="zh-CN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.</a:t>
              </a:r>
            </a:p>
          </p:txBody>
        </p:sp>
        <p:sp>
          <p:nvSpPr>
            <p:cNvPr id="24581" name="Rectangle 5"/>
            <p:cNvSpPr>
              <a:spLocks noChangeArrowheads="1"/>
            </p:cNvSpPr>
            <p:nvPr/>
          </p:nvSpPr>
          <p:spPr bwMode="auto">
            <a:xfrm>
              <a:off x="384" y="1248"/>
              <a:ext cx="960" cy="28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Tx/>
                <a:buNone/>
                <a:defRPr/>
              </a:pPr>
              <a:r>
                <a:rPr lang="zh-CN" altLang="en-US" i="0">
                  <a:solidFill>
                    <a:srgbClr val="66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例如函数</a:t>
              </a:r>
              <a:r>
                <a:rPr lang="en-US" altLang="zh-CN" i="0">
                  <a:solidFill>
                    <a:srgbClr val="66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sym typeface="+mn-ea"/>
                </a:rPr>
                <a:t>:</a:t>
              </a:r>
            </a:p>
          </p:txBody>
        </p:sp>
        <p:graphicFrame>
          <p:nvGraphicFramePr>
            <p:cNvPr id="10244" name="Object 6"/>
            <p:cNvGraphicFramePr/>
            <p:nvPr/>
          </p:nvGraphicFramePr>
          <p:xfrm>
            <a:off x="2016" y="1488"/>
            <a:ext cx="120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3" r:id="rId3" imgW="386715" imgH="122555" progId="Equation.DSMT4">
                    <p:embed/>
                  </p:oleObj>
                </mc:Choice>
                <mc:Fallback>
                  <p:oleObj r:id="rId3" imgW="386715" imgH="122555" progId="Equation.DSMT4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488"/>
                          <a:ext cx="1200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3" name="Text Box 7"/>
            <p:cNvSpPr txBox="1">
              <a:spLocks noChangeArrowheads="1"/>
            </p:cNvSpPr>
            <p:nvPr/>
          </p:nvSpPr>
          <p:spPr bwMode="auto">
            <a:xfrm>
              <a:off x="384" y="1968"/>
              <a:ext cx="444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sym typeface="+mn-ea"/>
                </a:rPr>
                <a:t>并不复杂</a:t>
              </a:r>
              <a:r>
                <a:rPr lang="en-US" altLang="zh-CN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sym typeface="+mn-ea"/>
                </a:rPr>
                <a:t>, </a:t>
              </a:r>
              <a:r>
                <a:rPr lang="zh-CN" altLang="en-US" i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sym typeface="+mn-ea"/>
                </a:rPr>
                <a:t>但它的原函数却</a:t>
              </a:r>
              <a:r>
                <a:rPr lang="zh-CN" altLang="en-US" i="0">
                  <a:solidFill>
                    <a:srgbClr val="FF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sym typeface="+mn-ea"/>
                </a:rPr>
                <a:t>十分复杂</a:t>
              </a:r>
              <a:r>
                <a:rPr lang="en-US" altLang="zh-CN" i="0">
                  <a:solidFill>
                    <a:srgbClr val="FF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sym typeface="+mn-ea"/>
                </a:rPr>
                <a:t>:</a:t>
              </a:r>
            </a:p>
          </p:txBody>
        </p:sp>
        <p:graphicFrame>
          <p:nvGraphicFramePr>
            <p:cNvPr id="10246" name="Object 8"/>
            <p:cNvGraphicFramePr/>
            <p:nvPr/>
          </p:nvGraphicFramePr>
          <p:xfrm>
            <a:off x="384" y="2496"/>
            <a:ext cx="5078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4" r:id="rId5" imgW="1907540" imgH="208280" progId="Equation.DSMT4">
                    <p:embed/>
                  </p:oleObj>
                </mc:Choice>
                <mc:Fallback>
                  <p:oleObj r:id="rId5" imgW="1907540" imgH="208280" progId="Equation.DSMT4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496"/>
                          <a:ext cx="5078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5" name="Group 67"/>
          <p:cNvGrpSpPr/>
          <p:nvPr/>
        </p:nvGrpSpPr>
        <p:grpSpPr bwMode="auto">
          <a:xfrm>
            <a:off x="685800" y="685800"/>
            <a:ext cx="6019800" cy="1905000"/>
            <a:chOff x="432" y="432"/>
            <a:chExt cx="3792" cy="1200"/>
          </a:xfrm>
        </p:grpSpPr>
        <p:grpSp>
          <p:nvGrpSpPr>
            <p:cNvPr id="11266" name="Group 66"/>
            <p:cNvGrpSpPr/>
            <p:nvPr/>
          </p:nvGrpSpPr>
          <p:grpSpPr bwMode="auto">
            <a:xfrm>
              <a:off x="432" y="432"/>
              <a:ext cx="3466" cy="298"/>
              <a:chOff x="432" y="432"/>
              <a:chExt cx="3466" cy="298"/>
            </a:xfrm>
          </p:grpSpPr>
          <p:sp>
            <p:nvSpPr>
              <p:cNvPr id="14343" name="Rectangle 7"/>
              <p:cNvSpPr>
                <a:spLocks noChangeArrowheads="1"/>
              </p:cNvSpPr>
              <p:nvPr/>
            </p:nvSpPr>
            <p:spPr bwMode="auto">
              <a:xfrm>
                <a:off x="432" y="432"/>
                <a:ext cx="3466" cy="288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buFontTx/>
                  <a:buNone/>
                  <a:defRPr/>
                </a:pPr>
                <a:r>
                  <a:rPr lang="en-US" altLang="zh-CN" i="0">
                    <a:solidFill>
                      <a:srgbClr val="FF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3.       </a:t>
                </a: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 </a:t>
                </a:r>
                <a:r>
                  <a:rPr lang="zh-CN" altLang="en-US" i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没有解析表达式，只有数表形式</a:t>
                </a:r>
                <a:r>
                  <a:rPr lang="en-US" altLang="zh-CN" i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sym typeface="+mn-ea"/>
                  </a:rPr>
                  <a:t>:</a:t>
                </a:r>
              </a:p>
            </p:txBody>
          </p:sp>
          <p:graphicFrame>
            <p:nvGraphicFramePr>
              <p:cNvPr id="11268" name="Object 8"/>
              <p:cNvGraphicFramePr/>
              <p:nvPr/>
            </p:nvGraphicFramePr>
            <p:xfrm>
              <a:off x="672" y="432"/>
              <a:ext cx="432" cy="2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20" r:id="rId3" imgW="367665" imgH="254000" progId="Equation.DSMT4">
                      <p:embed/>
                    </p:oleObj>
                  </mc:Choice>
                  <mc:Fallback>
                    <p:oleObj r:id="rId3" imgW="367665" imgH="254000" progId="Equation.DSMT4">
                      <p:embed/>
                      <p:pic>
                        <p:nvPicPr>
                          <p:cNvPr id="0" name="Object 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" y="432"/>
                            <a:ext cx="432" cy="2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269" name="Group 59"/>
            <p:cNvGrpSpPr/>
            <p:nvPr/>
          </p:nvGrpSpPr>
          <p:grpSpPr bwMode="auto">
            <a:xfrm>
              <a:off x="1007" y="863"/>
              <a:ext cx="3217" cy="769"/>
              <a:chOff x="1007" y="863"/>
              <a:chExt cx="3217" cy="769"/>
            </a:xfrm>
          </p:grpSpPr>
          <p:sp>
            <p:nvSpPr>
              <p:cNvPr id="11270" name="Line 34"/>
              <p:cNvSpPr>
                <a:spLocks noChangeShapeType="1"/>
              </p:cNvSpPr>
              <p:nvPr/>
            </p:nvSpPr>
            <p:spPr bwMode="auto">
              <a:xfrm>
                <a:off x="1008" y="864"/>
                <a:ext cx="321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" name="Line 35"/>
              <p:cNvSpPr>
                <a:spLocks noChangeShapeType="1"/>
              </p:cNvSpPr>
              <p:nvPr/>
            </p:nvSpPr>
            <p:spPr bwMode="auto">
              <a:xfrm>
                <a:off x="1008" y="1248"/>
                <a:ext cx="321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2" name="Line 36"/>
              <p:cNvSpPr>
                <a:spLocks noChangeShapeType="1"/>
              </p:cNvSpPr>
              <p:nvPr/>
            </p:nvSpPr>
            <p:spPr bwMode="auto">
              <a:xfrm>
                <a:off x="1008" y="1632"/>
                <a:ext cx="321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" name="Line 37"/>
              <p:cNvSpPr>
                <a:spLocks noChangeShapeType="1"/>
              </p:cNvSpPr>
              <p:nvPr/>
            </p:nvSpPr>
            <p:spPr bwMode="auto">
              <a:xfrm>
                <a:off x="1007" y="863"/>
                <a:ext cx="0" cy="7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" name="Line 38"/>
              <p:cNvSpPr>
                <a:spLocks noChangeShapeType="1"/>
              </p:cNvSpPr>
              <p:nvPr/>
            </p:nvSpPr>
            <p:spPr bwMode="auto">
              <a:xfrm>
                <a:off x="1584" y="864"/>
                <a:ext cx="0" cy="7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" name="Line 39"/>
              <p:cNvSpPr>
                <a:spLocks noChangeShapeType="1"/>
              </p:cNvSpPr>
              <p:nvPr/>
            </p:nvSpPr>
            <p:spPr bwMode="auto">
              <a:xfrm>
                <a:off x="2112" y="864"/>
                <a:ext cx="0" cy="7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6" name="Line 40"/>
              <p:cNvSpPr>
                <a:spLocks noChangeShapeType="1"/>
              </p:cNvSpPr>
              <p:nvPr/>
            </p:nvSpPr>
            <p:spPr bwMode="auto">
              <a:xfrm>
                <a:off x="2640" y="864"/>
                <a:ext cx="0" cy="7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7" name="Line 41"/>
              <p:cNvSpPr>
                <a:spLocks noChangeShapeType="1"/>
              </p:cNvSpPr>
              <p:nvPr/>
            </p:nvSpPr>
            <p:spPr bwMode="auto">
              <a:xfrm>
                <a:off x="3168" y="864"/>
                <a:ext cx="0" cy="7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" name="Line 42"/>
              <p:cNvSpPr>
                <a:spLocks noChangeShapeType="1"/>
              </p:cNvSpPr>
              <p:nvPr/>
            </p:nvSpPr>
            <p:spPr bwMode="auto">
              <a:xfrm>
                <a:off x="3696" y="864"/>
                <a:ext cx="0" cy="7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" name="Line 43"/>
              <p:cNvSpPr>
                <a:spLocks noChangeShapeType="1"/>
              </p:cNvSpPr>
              <p:nvPr/>
            </p:nvSpPr>
            <p:spPr bwMode="auto">
              <a:xfrm>
                <a:off x="4224" y="864"/>
                <a:ext cx="0" cy="7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1280" name="Object 44"/>
              <p:cNvGraphicFramePr/>
              <p:nvPr/>
            </p:nvGraphicFramePr>
            <p:xfrm>
              <a:off x="1056" y="1296"/>
              <a:ext cx="432" cy="2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21" r:id="rId5" imgW="367665" imgH="254000" progId="Equation.DSMT4">
                      <p:embed/>
                    </p:oleObj>
                  </mc:Choice>
                  <mc:Fallback>
                    <p:oleObj r:id="rId5" imgW="367665" imgH="254000" progId="Equation.DSMT4">
                      <p:embed/>
                      <p:pic>
                        <p:nvPicPr>
                          <p:cNvPr id="0" name="Object 4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296"/>
                            <a:ext cx="432" cy="2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81" name="Object 45"/>
              <p:cNvGraphicFramePr/>
              <p:nvPr/>
            </p:nvGraphicFramePr>
            <p:xfrm>
              <a:off x="1200" y="1008"/>
              <a:ext cx="175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22" r:id="rId7" imgW="127000" imgH="139700" progId="Equation.DSMT4">
                      <p:embed/>
                    </p:oleObj>
                  </mc:Choice>
                  <mc:Fallback>
                    <p:oleObj r:id="rId7" imgW="127000" imgH="139700" progId="Equation.DSMT4">
                      <p:embed/>
                      <p:pic>
                        <p:nvPicPr>
                          <p:cNvPr id="0" name="Object 4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0" y="1008"/>
                            <a:ext cx="175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82" name="Rectangle 48"/>
              <p:cNvSpPr>
                <a:spLocks noChangeArrowheads="1"/>
              </p:cNvSpPr>
              <p:nvPr/>
            </p:nvSpPr>
            <p:spPr bwMode="auto">
              <a:xfrm>
                <a:off x="1728" y="96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b="0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283" name="Rectangle 49"/>
              <p:cNvSpPr>
                <a:spLocks noChangeArrowheads="1"/>
              </p:cNvSpPr>
              <p:nvPr/>
            </p:nvSpPr>
            <p:spPr bwMode="auto">
              <a:xfrm>
                <a:off x="1728" y="1344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b="0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1284" name="Rectangle 50"/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b="0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285" name="Rectangle 51"/>
              <p:cNvSpPr>
                <a:spLocks noChangeArrowheads="1"/>
              </p:cNvSpPr>
              <p:nvPr/>
            </p:nvSpPr>
            <p:spPr bwMode="auto">
              <a:xfrm>
                <a:off x="2784" y="960"/>
                <a:ext cx="1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b="0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1286" name="Rectangle 52"/>
              <p:cNvSpPr>
                <a:spLocks noChangeArrowheads="1"/>
              </p:cNvSpPr>
              <p:nvPr/>
            </p:nvSpPr>
            <p:spPr bwMode="auto">
              <a:xfrm>
                <a:off x="3312" y="96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b="0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1287" name="Rectangle 53"/>
              <p:cNvSpPr>
                <a:spLocks noChangeArrowheads="1"/>
              </p:cNvSpPr>
              <p:nvPr/>
            </p:nvSpPr>
            <p:spPr bwMode="auto">
              <a:xfrm>
                <a:off x="3840" y="96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b="0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1288" name="Rectangle 54"/>
              <p:cNvSpPr>
                <a:spLocks noChangeArrowheads="1"/>
              </p:cNvSpPr>
              <p:nvPr/>
            </p:nvSpPr>
            <p:spPr bwMode="auto">
              <a:xfrm>
                <a:off x="2160" y="1344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:r>
                  <a:rPr lang="en-US" altLang="zh-CN" b="0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4.5</a:t>
                </a:r>
              </a:p>
            </p:txBody>
          </p:sp>
          <p:sp>
            <p:nvSpPr>
              <p:cNvPr id="11289" name="Rectangle 55"/>
              <p:cNvSpPr>
                <a:spLocks noChangeArrowheads="1"/>
              </p:cNvSpPr>
              <p:nvPr/>
            </p:nvSpPr>
            <p:spPr bwMode="auto">
              <a:xfrm>
                <a:off x="2784" y="1344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b="0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1290" name="Rectangle 56"/>
              <p:cNvSpPr>
                <a:spLocks noChangeArrowheads="1"/>
              </p:cNvSpPr>
              <p:nvPr/>
            </p:nvSpPr>
            <p:spPr bwMode="auto">
              <a:xfrm>
                <a:off x="3312" y="1344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b="0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1291" name="Rectangle 57"/>
              <p:cNvSpPr>
                <a:spLocks noChangeArrowheads="1"/>
              </p:cNvSpPr>
              <p:nvPr/>
            </p:nvSpPr>
            <p:spPr bwMode="auto">
              <a:xfrm>
                <a:off x="3792" y="1344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b="0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8.5</a:t>
                </a:r>
              </a:p>
            </p:txBody>
          </p:sp>
        </p:grpSp>
      </p:grpSp>
      <p:grpSp>
        <p:nvGrpSpPr>
          <p:cNvPr id="5" name="Group 68"/>
          <p:cNvGrpSpPr/>
          <p:nvPr/>
        </p:nvGrpSpPr>
        <p:grpSpPr bwMode="auto">
          <a:xfrm>
            <a:off x="304800" y="2819400"/>
            <a:ext cx="8534400" cy="3657600"/>
            <a:chOff x="192" y="1776"/>
            <a:chExt cx="5376" cy="2304"/>
          </a:xfrm>
        </p:grpSpPr>
        <p:pic>
          <p:nvPicPr>
            <p:cNvPr id="11293" name="Picture 61" descr="MCj04375610000[1]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" y="2832"/>
              <a:ext cx="1680" cy="1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94" name="Picture 62" descr="MCj04344110000[1]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2688"/>
              <a:ext cx="1240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95" name="AutoShape 63"/>
            <p:cNvSpPr>
              <a:spLocks noChangeArrowheads="1"/>
            </p:cNvSpPr>
            <p:nvPr/>
          </p:nvSpPr>
          <p:spPr bwMode="auto">
            <a:xfrm>
              <a:off x="528" y="1776"/>
              <a:ext cx="2832" cy="1104"/>
            </a:xfrm>
            <a:prstGeom prst="cloudCallout">
              <a:avLst>
                <a:gd name="adj1" fmla="val -23657"/>
                <a:gd name="adj2" fmla="val 104167"/>
              </a:avLst>
            </a:prstGeom>
            <a:gradFill rotWithShape="0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2700000" scaled="1"/>
            </a:gradFill>
            <a:ln w="9525">
              <a:solidFill>
                <a:schemeClr val="accent2"/>
              </a:solidFill>
              <a:round/>
            </a:ln>
          </p:spPr>
          <p:txBody>
            <a:bodyPr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rgbClr val="000099"/>
                  </a:solidFill>
                  <a:latin typeface="Arial" panose="020B0604020202020204" pitchFamily="34" charset="0"/>
                </a:rPr>
                <a:t>原来通过原函数来计算积分有它的局限性。那</a:t>
              </a:r>
              <a:r>
                <a:rPr lang="en-US" altLang="zh-CN" i="0">
                  <a:solidFill>
                    <a:srgbClr val="000099"/>
                  </a:solidFill>
                  <a:latin typeface="Arial" panose="020B0604020202020204" pitchFamily="34" charset="0"/>
                </a:rPr>
                <a:t>……</a:t>
              </a:r>
            </a:p>
            <a:p>
              <a:pPr algn="ctr" eaLnBrk="1" hangingPunct="1"/>
              <a:r>
                <a:rPr lang="zh-CN" altLang="en-US" i="0">
                  <a:solidFill>
                    <a:srgbClr val="000099"/>
                  </a:solidFill>
                  <a:latin typeface="Arial" panose="020B0604020202020204" pitchFamily="34" charset="0"/>
                </a:rPr>
                <a:t>怎么办呢？</a:t>
              </a:r>
            </a:p>
          </p:txBody>
        </p:sp>
        <p:sp>
          <p:nvSpPr>
            <p:cNvPr id="11296" name="AutoShape 65"/>
            <p:cNvSpPr>
              <a:spLocks noChangeArrowheads="1"/>
            </p:cNvSpPr>
            <p:nvPr/>
          </p:nvSpPr>
          <p:spPr bwMode="auto">
            <a:xfrm>
              <a:off x="2784" y="1872"/>
              <a:ext cx="2784" cy="960"/>
            </a:xfrm>
            <a:prstGeom prst="cloudCallout">
              <a:avLst>
                <a:gd name="adj1" fmla="val -5713"/>
                <a:gd name="adj2" fmla="val 141981"/>
              </a:avLst>
            </a:prstGeom>
            <a:gradFill rotWithShape="0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2700000" scaled="1"/>
            </a:gradFill>
            <a:ln w="9525">
              <a:solidFill>
                <a:schemeClr val="accent2"/>
              </a:solidFill>
              <a:round/>
            </a:ln>
          </p:spPr>
          <p:txBody>
            <a:bodyPr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rgbClr val="000099"/>
                  </a:solidFill>
                  <a:latin typeface="Arial" panose="020B0604020202020204" pitchFamily="34" charset="0"/>
                </a:rPr>
                <a:t>呵呵</a:t>
              </a:r>
              <a:r>
                <a:rPr lang="en-US" altLang="zh-CN" i="0">
                  <a:solidFill>
                    <a:srgbClr val="000099"/>
                  </a:solidFill>
                  <a:latin typeface="Arial" panose="020B0604020202020204" pitchFamily="34" charset="0"/>
                </a:rPr>
                <a:t>…</a:t>
              </a:r>
              <a:r>
                <a:rPr lang="zh-CN" altLang="en-US" i="0">
                  <a:solidFill>
                    <a:srgbClr val="000099"/>
                  </a:solidFill>
                  <a:latin typeface="Arial" panose="020B0604020202020204" pitchFamily="34" charset="0"/>
                </a:rPr>
                <a:t>这就需要积分的数值方法来帮忙啦。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/>
          </a:p>
        </p:txBody>
      </p:sp>
      <p:sp>
        <p:nvSpPr>
          <p:cNvPr id="1229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/>
          </a:p>
        </p:txBody>
      </p:sp>
      <p:sp>
        <p:nvSpPr>
          <p:cNvPr id="12291" name="Line 36"/>
          <p:cNvSpPr>
            <a:spLocks noChangeShapeType="1"/>
          </p:cNvSpPr>
          <p:nvPr/>
        </p:nvSpPr>
        <p:spPr bwMode="auto">
          <a:xfrm>
            <a:off x="2590800" y="4191000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90"/>
          <p:cNvGrpSpPr/>
          <p:nvPr/>
        </p:nvGrpSpPr>
        <p:grpSpPr bwMode="auto">
          <a:xfrm>
            <a:off x="685800" y="1295400"/>
            <a:ext cx="7543800" cy="1905000"/>
            <a:chOff x="432" y="816"/>
            <a:chExt cx="4752" cy="1200"/>
          </a:xfrm>
        </p:grpSpPr>
        <p:sp>
          <p:nvSpPr>
            <p:cNvPr id="12293" name="Rectangle 31"/>
            <p:cNvSpPr>
              <a:spLocks noChangeArrowheads="1"/>
            </p:cNvSpPr>
            <p:nvPr/>
          </p:nvSpPr>
          <p:spPr bwMode="auto">
            <a:xfrm>
              <a:off x="432" y="816"/>
              <a:ext cx="25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800" i="0">
                  <a:solidFill>
                    <a:srgbClr val="FF3399"/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2800" i="0">
                  <a:solidFill>
                    <a:srgbClr val="FF3399"/>
                  </a:solidFill>
                  <a:latin typeface="Arial" panose="020B0604020202020204" pitchFamily="34" charset="0"/>
                </a:rPr>
                <a:t>、定积分的几何意义</a:t>
              </a:r>
            </a:p>
          </p:txBody>
        </p:sp>
        <p:graphicFrame>
          <p:nvGraphicFramePr>
            <p:cNvPr id="12294" name="Object 32"/>
            <p:cNvGraphicFramePr/>
            <p:nvPr/>
          </p:nvGraphicFramePr>
          <p:xfrm>
            <a:off x="1488" y="1200"/>
            <a:ext cx="1344" cy="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0" r:id="rId3" imgW="414655" imgH="235585" progId="Equation.DSMT4">
                    <p:embed/>
                  </p:oleObj>
                </mc:Choice>
                <mc:Fallback>
                  <p:oleObj r:id="rId3" imgW="414655" imgH="235585" progId="Equation.DSMT4">
                    <p:embed/>
                    <p:pic>
                      <p:nvPicPr>
                        <p:cNvPr id="0" name="Object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1200"/>
                          <a:ext cx="1344" cy="6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295" name="Group 62"/>
            <p:cNvGrpSpPr/>
            <p:nvPr/>
          </p:nvGrpSpPr>
          <p:grpSpPr bwMode="auto">
            <a:xfrm>
              <a:off x="3264" y="816"/>
              <a:ext cx="1920" cy="1200"/>
              <a:chOff x="768" y="1536"/>
              <a:chExt cx="2810" cy="2072"/>
            </a:xfrm>
          </p:grpSpPr>
          <p:grpSp>
            <p:nvGrpSpPr>
              <p:cNvPr id="12296" name="Group 39"/>
              <p:cNvGrpSpPr/>
              <p:nvPr/>
            </p:nvGrpSpPr>
            <p:grpSpPr bwMode="auto">
              <a:xfrm>
                <a:off x="1632" y="2064"/>
                <a:ext cx="1104" cy="1248"/>
                <a:chOff x="1776" y="2352"/>
                <a:chExt cx="1104" cy="1248"/>
              </a:xfrm>
            </p:grpSpPr>
            <p:grpSp>
              <p:nvGrpSpPr>
                <p:cNvPr id="12297" name="Group 40"/>
                <p:cNvGrpSpPr/>
                <p:nvPr/>
              </p:nvGrpSpPr>
              <p:grpSpPr bwMode="auto">
                <a:xfrm>
                  <a:off x="1776" y="2352"/>
                  <a:ext cx="1104" cy="1248"/>
                  <a:chOff x="1632" y="2064"/>
                  <a:chExt cx="1104" cy="1248"/>
                </a:xfrm>
              </p:grpSpPr>
              <p:sp>
                <p:nvSpPr>
                  <p:cNvPr id="12298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1632" y="3312"/>
                    <a:ext cx="1104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99" name="Arc 4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896" y="1800"/>
                    <a:ext cx="576" cy="1104"/>
                  </a:xfrm>
                  <a:custGeom>
                    <a:avLst/>
                    <a:gdLst>
                      <a:gd name="T0" fmla="*/ -1 w 21600"/>
                      <a:gd name="T1" fmla="*/ 0 h 21600"/>
                      <a:gd name="T2" fmla="*/ 21600 w 21600"/>
                      <a:gd name="T3" fmla="*/ 21600 h 21600"/>
                      <a:gd name="T4" fmla="*/ -1 w 21600"/>
                      <a:gd name="T5" fmla="*/ 0 h 21600"/>
                      <a:gd name="T6" fmla="*/ 21600 w 21600"/>
                      <a:gd name="T7" fmla="*/ 21600 h 21600"/>
                      <a:gd name="T8" fmla="*/ 0 w 21600"/>
                      <a:gd name="T9" fmla="*/ 21600 h 21600"/>
                      <a:gd name="T10" fmla="*/ -1 w 21600"/>
                      <a:gd name="T11" fmla="*/ 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1600" h="21600" fill="none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solidFill>
                    <a:srgbClr val="FFCC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2300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1632" y="2640"/>
                    <a:ext cx="0" cy="672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01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2736" y="2064"/>
                    <a:ext cx="0" cy="1248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2302" name="Rectangle 45"/>
                <p:cNvSpPr>
                  <a:spLocks noChangeArrowheads="1"/>
                </p:cNvSpPr>
                <p:nvPr/>
              </p:nvSpPr>
              <p:spPr bwMode="auto">
                <a:xfrm>
                  <a:off x="1776" y="2928"/>
                  <a:ext cx="1104" cy="672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12303" name="Group 61"/>
              <p:cNvGrpSpPr/>
              <p:nvPr/>
            </p:nvGrpSpPr>
            <p:grpSpPr bwMode="auto">
              <a:xfrm>
                <a:off x="768" y="1536"/>
                <a:ext cx="2810" cy="2072"/>
                <a:chOff x="768" y="1536"/>
                <a:chExt cx="2810" cy="2072"/>
              </a:xfrm>
            </p:grpSpPr>
            <p:sp>
              <p:nvSpPr>
                <p:cNvPr id="12304" name="AutoShape 52"/>
                <p:cNvSpPr/>
                <p:nvPr/>
              </p:nvSpPr>
              <p:spPr bwMode="auto">
                <a:xfrm>
                  <a:off x="2736" y="1800"/>
                  <a:ext cx="576" cy="384"/>
                </a:xfrm>
                <a:prstGeom prst="callout1">
                  <a:avLst>
                    <a:gd name="adj1" fmla="val 18750"/>
                    <a:gd name="adj2" fmla="val -8333"/>
                    <a:gd name="adj3" fmla="val 81250"/>
                    <a:gd name="adj4" fmla="val -66667"/>
                  </a:avLst>
                </a:prstGeom>
                <a:noFill/>
                <a:ln w="952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endParaRPr lang="zh-CN" altLang="zh-CN" i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2305" name="Group 60"/>
                <p:cNvGrpSpPr/>
                <p:nvPr/>
              </p:nvGrpSpPr>
              <p:grpSpPr bwMode="auto">
                <a:xfrm>
                  <a:off x="768" y="1536"/>
                  <a:ext cx="2810" cy="2072"/>
                  <a:chOff x="768" y="1536"/>
                  <a:chExt cx="2810" cy="2072"/>
                </a:xfrm>
              </p:grpSpPr>
              <p:sp>
                <p:nvSpPr>
                  <p:cNvPr id="12306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2736" y="2064"/>
                    <a:ext cx="0" cy="1248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prstDash val="lg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2307" name="Group 59"/>
                  <p:cNvGrpSpPr/>
                  <p:nvPr/>
                </p:nvGrpSpPr>
                <p:grpSpPr bwMode="auto">
                  <a:xfrm>
                    <a:off x="768" y="1536"/>
                    <a:ext cx="2810" cy="2072"/>
                    <a:chOff x="768" y="1536"/>
                    <a:chExt cx="2810" cy="2072"/>
                  </a:xfrm>
                </p:grpSpPr>
                <p:sp>
                  <p:nvSpPr>
                    <p:cNvPr id="12308" name="Line 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2640"/>
                      <a:ext cx="0" cy="672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prstDash val="lgDash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2309" name="Group 58"/>
                    <p:cNvGrpSpPr/>
                    <p:nvPr/>
                  </p:nvGrpSpPr>
                  <p:grpSpPr bwMode="auto">
                    <a:xfrm>
                      <a:off x="768" y="1536"/>
                      <a:ext cx="2810" cy="2072"/>
                      <a:chOff x="768" y="1536"/>
                      <a:chExt cx="2810" cy="2072"/>
                    </a:xfrm>
                  </p:grpSpPr>
                  <p:graphicFrame>
                    <p:nvGraphicFramePr>
                      <p:cNvPr id="12310" name="Object 48"/>
                      <p:cNvGraphicFramePr/>
                      <p:nvPr/>
                    </p:nvGraphicFramePr>
                    <p:xfrm>
                      <a:off x="1536" y="3408"/>
                      <a:ext cx="171" cy="188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12451" r:id="rId5" imgW="127000" imgH="139700" progId="Equation.DSMT4">
                              <p:embed/>
                            </p:oleObj>
                          </mc:Choice>
                          <mc:Fallback>
                            <p:oleObj r:id="rId5" imgW="127000" imgH="139700" progId="Equation.DSMT4">
                              <p:embed/>
                              <p:pic>
                                <p:nvPicPr>
                                  <p:cNvPr id="0" name="Object 48"/>
                                  <p:cNvPicPr>
                                    <a:picLocks noChangeArrowheads="1"/>
                                  </p:cNvPicPr>
                                  <p:nvPr/>
                                </p:nvPicPr>
                                <p:blipFill>
                                  <a:blip r:embed="rId6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1536" y="3408"/>
                                    <a:ext cx="171" cy="188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noFill/>
                                  </a:ln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  <a:ext uri="{91240B29-F687-4F45-9708-019B960494DF}">
                                      <a14:hiddenLine xmlns:a14="http://schemas.microsoft.com/office/drawing/2010/main" w="38100">
                                        <a:solidFill>
                                          <a:srgbClr val="000000"/>
                                        </a:solidFill>
                                        <a:miter lim="800000"/>
                                        <a:headEnd/>
                                        <a:tailEnd/>
                                      </a14:hiddenLine>
                                    </a:ext>
                                  </a:extLst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pSp>
                    <p:nvGrpSpPr>
                      <p:cNvPr id="12311" name="Group 57"/>
                      <p:cNvGrpSpPr/>
                      <p:nvPr/>
                    </p:nvGrpSpPr>
                    <p:grpSpPr bwMode="auto">
                      <a:xfrm>
                        <a:off x="768" y="1536"/>
                        <a:ext cx="2810" cy="2072"/>
                        <a:chOff x="768" y="1536"/>
                        <a:chExt cx="2810" cy="2072"/>
                      </a:xfrm>
                    </p:grpSpPr>
                    <p:graphicFrame>
                      <p:nvGraphicFramePr>
                        <p:cNvPr id="12312" name="Object 49"/>
                        <p:cNvGraphicFramePr/>
                        <p:nvPr/>
                      </p:nvGraphicFramePr>
                      <p:xfrm>
                        <a:off x="2640" y="3360"/>
                        <a:ext cx="240" cy="248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12452" r:id="rId7" imgW="127000" imgH="177165" progId="Equation.DSMT4">
                                <p:embed/>
                              </p:oleObj>
                            </mc:Choice>
                            <mc:Fallback>
                              <p:oleObj r:id="rId7" imgW="127000" imgH="177165" progId="Equation.DSMT4">
                                <p:embed/>
                                <p:pic>
                                  <p:nvPicPr>
                                    <p:cNvPr id="0" name="Object 49"/>
                                    <p:cNvPicPr>
                                      <a:picLocks noChangeArrowheads="1"/>
                                    </p:cNvPicPr>
                                    <p:nvPr/>
                                  </p:nvPicPr>
                                  <p:blipFill>
                                    <a:blip r:embed="rId8">
                                      <a:extLst>
                                        <a:ext uri="{28A0092B-C50C-407E-A947-70E740481C1C}">
                                          <a14:useLocalDpi xmlns:a14="http://schemas.microsoft.com/office/drawing/2010/main" val="0"/>
                                        </a:ext>
                                      </a:extLst>
                                    </a:blip>
                                    <a:srcRect/>
                                    <a:stretch>
                                      <a:fillRect/>
                                    </a:stretch>
                                  </p:blipFill>
                                  <p:spPr bwMode="auto">
                                    <a:xfrm>
                                      <a:off x="2640" y="3360"/>
                                      <a:ext cx="240" cy="248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  <a:ln>
                                      <a:noFill/>
                                    </a:ln>
                                    <a:extLst>
                                      <a:ext uri="{909E8E84-426E-40DD-AFC4-6F175D3DCCD1}">
                                        <a14:hiddenFill xmlns:a14="http://schemas.microsoft.com/office/drawing/2010/main">
                                          <a:solidFill>
                                            <a:srgbClr val="FFFFFF"/>
                                          </a:solidFill>
                                        </a14:hiddenFill>
                                      </a:ext>
                                      <a:ext uri="{91240B29-F687-4F45-9708-019B960494DF}">
                                        <a14:hiddenLine xmlns:a14="http://schemas.microsoft.com/office/drawing/2010/main" w="38100">
                                          <a:solidFill>
                                            <a:srgbClr val="000000"/>
                                          </a:solidFill>
                                          <a:miter lim="800000"/>
                                          <a:headEnd/>
                                          <a:tailEnd/>
                                        </a14:hiddenLine>
                                      </a:ext>
                                    </a:extLst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grpSp>
                      <p:nvGrpSpPr>
                        <p:cNvPr id="12313" name="Group 56"/>
                        <p:cNvGrpSpPr/>
                        <p:nvPr/>
                      </p:nvGrpSpPr>
                      <p:grpSpPr bwMode="auto">
                        <a:xfrm>
                          <a:off x="768" y="1536"/>
                          <a:ext cx="2810" cy="2064"/>
                          <a:chOff x="768" y="1536"/>
                          <a:chExt cx="2810" cy="2064"/>
                        </a:xfrm>
                      </p:grpSpPr>
                      <p:sp>
                        <p:nvSpPr>
                          <p:cNvPr id="12314" name="Arc 3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 rot="-5400000">
                            <a:off x="1896" y="1800"/>
                            <a:ext cx="576" cy="1104"/>
                          </a:xfrm>
                          <a:custGeom>
                            <a:avLst/>
                            <a:gdLst>
                              <a:gd name="T0" fmla="*/ -1 w 21600"/>
                              <a:gd name="T1" fmla="*/ 0 h 21600"/>
                              <a:gd name="T2" fmla="*/ 21600 w 21600"/>
                              <a:gd name="T3" fmla="*/ 21600 h 21600"/>
                              <a:gd name="T4" fmla="*/ -1 w 21600"/>
                              <a:gd name="T5" fmla="*/ 0 h 21600"/>
                              <a:gd name="T6" fmla="*/ 21600 w 21600"/>
                              <a:gd name="T7" fmla="*/ 21600 h 21600"/>
                              <a:gd name="T8" fmla="*/ 0 w 21600"/>
                              <a:gd name="T9" fmla="*/ 21600 h 21600"/>
                              <a:gd name="T10" fmla="*/ -1 w 21600"/>
                              <a:gd name="T11" fmla="*/ 0 h 21600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</a:cxnLst>
                            <a:rect l="0" t="0" r="r" b="b"/>
                            <a:pathLst>
                              <a:path w="21600" h="21600" fill="none">
                                <a:moveTo>
                                  <a:pt x="-1" y="0"/>
                                </a:moveTo>
                                <a:cubicBezTo>
                                  <a:pt x="11929" y="0"/>
                                  <a:pt x="21600" y="9670"/>
                                  <a:pt x="21600" y="21600"/>
                                </a:cubicBezTo>
                              </a:path>
                              <a:path w="21600" h="21600" stroke="0">
                                <a:moveTo>
                                  <a:pt x="-1" y="0"/>
                                </a:moveTo>
                                <a:cubicBezTo>
                                  <a:pt x="11929" y="0"/>
                                  <a:pt x="21600" y="9670"/>
                                  <a:pt x="21600" y="21600"/>
                                </a:cubicBezTo>
                                <a:lnTo>
                                  <a:pt x="0" y="21600"/>
                                </a:lnTo>
                                <a:lnTo>
                                  <a:pt x="-1" y="0"/>
                                </a:lnTo>
                                <a:close/>
                              </a:path>
                            </a:pathLst>
                          </a:cu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>
                            <a:lvl1pPr eaLnBrk="0" hangingPunct="0">
                              <a:defRPr sz="2400" b="1" i="1">
                                <a:solidFill>
                                  <a:schemeClr val="accent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defRPr>
                            </a:lvl1pPr>
                            <a:lvl2pPr eaLnBrk="0" hangingPunct="0">
                              <a:defRPr sz="2400" b="1" i="1">
                                <a:solidFill>
                                  <a:schemeClr val="accent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defRPr>
                            </a:lvl2pPr>
                            <a:lvl3pPr eaLnBrk="0" hangingPunct="0">
                              <a:defRPr sz="2400" b="1" i="1">
                                <a:solidFill>
                                  <a:schemeClr val="accent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defRPr>
                            </a:lvl3pPr>
                            <a:lvl4pPr eaLnBrk="0" hangingPunct="0">
                              <a:defRPr sz="2400" b="1" i="1">
                                <a:solidFill>
                                  <a:schemeClr val="accent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defRPr>
                            </a:lvl4pPr>
                            <a:lvl5pPr eaLnBrk="0" hangingPunct="0">
                              <a:defRPr sz="2400" b="1" i="1">
                                <a:solidFill>
                                  <a:schemeClr val="accent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Font typeface="Arial" panose="020B0604020202020204" pitchFamily="34" charset="0"/>
                              <a:defRPr sz="2400" b="1" i="1">
                                <a:solidFill>
                                  <a:schemeClr val="accent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Font typeface="Arial" panose="020B0604020202020204" pitchFamily="34" charset="0"/>
                              <a:defRPr sz="2400" b="1" i="1">
                                <a:solidFill>
                                  <a:schemeClr val="accent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Font typeface="Arial" panose="020B0604020202020204" pitchFamily="34" charset="0"/>
                              <a:defRPr sz="2400" b="1" i="1">
                                <a:solidFill>
                                  <a:schemeClr val="accent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Font typeface="Arial" panose="020B0604020202020204" pitchFamily="34" charset="0"/>
                              <a:defRPr sz="2400" b="1" i="1">
                                <a:solidFill>
                                  <a:schemeClr val="accent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defRPr>
                            </a:lvl9pPr>
                          </a:lstStyle>
                          <a:p>
                            <a:endParaRPr lang="zh-CN" altLang="en-US"/>
                          </a:p>
                        </p:txBody>
                      </p:sp>
                      <p:grpSp>
                        <p:nvGrpSpPr>
                          <p:cNvPr id="12315" name="Group 55"/>
                          <p:cNvGrpSpPr/>
                          <p:nvPr/>
                        </p:nvGrpSpPr>
                        <p:grpSpPr bwMode="auto">
                          <a:xfrm>
                            <a:off x="768" y="1536"/>
                            <a:ext cx="2810" cy="2064"/>
                            <a:chOff x="768" y="1536"/>
                            <a:chExt cx="2810" cy="2064"/>
                          </a:xfrm>
                        </p:grpSpPr>
                        <p:grpSp>
                          <p:nvGrpSpPr>
                            <p:cNvPr id="12316" name="Group 54"/>
                            <p:cNvGrpSpPr/>
                            <p:nvPr/>
                          </p:nvGrpSpPr>
                          <p:grpSpPr bwMode="auto">
                            <a:xfrm>
                              <a:off x="768" y="1536"/>
                              <a:ext cx="2810" cy="2064"/>
                              <a:chOff x="768" y="1536"/>
                              <a:chExt cx="2810" cy="2064"/>
                            </a:xfrm>
                          </p:grpSpPr>
                          <p:sp>
                            <p:nvSpPr>
                              <p:cNvPr id="12317" name="Line 33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1152" y="3312"/>
                                <a:ext cx="2304" cy="0"/>
                              </a:xfrm>
                              <a:prstGeom prst="line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2318" name="Line 34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V="1">
                                <a:off x="1152" y="1632"/>
                                <a:ext cx="0" cy="1680"/>
                              </a:xfrm>
                              <a:prstGeom prst="line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graphicFrame>
                            <p:nvGraphicFramePr>
                              <p:cNvPr id="12319" name="Object 46"/>
                              <p:cNvGraphicFramePr/>
                              <p:nvPr/>
                            </p:nvGraphicFramePr>
                            <p:xfrm>
                              <a:off x="3360" y="3360"/>
                              <a:ext cx="218" cy="240"/>
                            </p:xfrm>
                            <a:graphic>
                              <a:graphicData uri="http://schemas.openxmlformats.org/presentationml/2006/ole">
                                <mc:AlternateContent xmlns:mc="http://schemas.openxmlformats.org/markup-compatibility/2006">
                                  <mc:Choice xmlns:v="urn:schemas-microsoft-com:vml" Requires="v">
                                    <p:oleObj spid="_x0000_s12453" r:id="rId9" imgW="127000" imgH="139700" progId="Equation.DSMT4">
                                      <p:embed/>
                                    </p:oleObj>
                                  </mc:Choice>
                                  <mc:Fallback>
                                    <p:oleObj r:id="rId9" imgW="127000" imgH="139700" progId="Equation.DSMT4">
                                      <p:embed/>
                                      <p:pic>
                                        <p:nvPicPr>
                                          <p:cNvPr id="0" name="Object 46"/>
                                          <p:cNvPicPr>
                                            <a:picLocks noChangeArrowheads="1"/>
                                          </p:cNvPicPr>
                                          <p:nvPr/>
                                        </p:nvPicPr>
                                        <p:blipFill>
                                          <a:blip r:embed="rId10">
                                            <a:extLst>
                                              <a:ext uri="{28A0092B-C50C-407E-A947-70E740481C1C}">
                                                <a14:useLocalDpi xmlns:a14="http://schemas.microsoft.com/office/drawing/2010/main" val="0"/>
                                              </a:ext>
                                            </a:extLst>
                                          </a:blip>
                                          <a:srcRect/>
                                          <a:stretch>
                                            <a:fillRect/>
                                          </a:stretch>
                                        </p:blipFill>
                                        <p:spPr bwMode="auto">
                                          <a:xfrm>
                                            <a:off x="3360" y="3360"/>
                                            <a:ext cx="218" cy="240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  <a:ln>
                                            <a:noFill/>
                                          </a:ln>
                                          <a:extLst>
                                            <a:ext uri="{909E8E84-426E-40DD-AFC4-6F175D3DCCD1}">
                                              <a14:hiddenFill xmlns:a14="http://schemas.microsoft.com/office/drawing/2010/main">
                                                <a:solidFill>
                                                  <a:srgbClr val="FFFFFF"/>
                                                </a:solidFill>
                                              </a14:hiddenFill>
                                            </a:ext>
                                            <a:ext uri="{91240B29-F687-4F45-9708-019B960494DF}">
                                              <a14:hiddenLine xmlns:a14="http://schemas.microsoft.com/office/drawing/2010/main" w="38100">
                                                <a:solidFill>
                                                  <a:srgbClr val="000000"/>
                                                </a:solidFill>
                                                <a:miter lim="800000"/>
                                                <a:headEnd/>
                                                <a:tailEnd/>
                                              </a14:hiddenLine>
                                            </a:ext>
                                          </a:extLst>
                                        </p:spPr>
                                      </p:pic>
                                    </p:oleObj>
                                  </mc:Fallback>
                                </mc:AlternateContent>
                              </a:graphicData>
                            </a:graphic>
                          </p:graphicFrame>
                          <p:graphicFrame>
                            <p:nvGraphicFramePr>
                              <p:cNvPr id="12320" name="Object 47"/>
                              <p:cNvGraphicFramePr/>
                              <p:nvPr/>
                            </p:nvGraphicFramePr>
                            <p:xfrm>
                              <a:off x="768" y="1536"/>
                              <a:ext cx="203" cy="240"/>
                            </p:xfrm>
                            <a:graphic>
                              <a:graphicData uri="http://schemas.openxmlformats.org/presentationml/2006/ole">
                                <mc:AlternateContent xmlns:mc="http://schemas.openxmlformats.org/markup-compatibility/2006">
                                  <mc:Choice xmlns:v="urn:schemas-microsoft-com:vml" Requires="v">
                                    <p:oleObj spid="_x0000_s12454" r:id="rId11" imgW="139700" imgH="165100" progId="Equation.DSMT4">
                                      <p:embed/>
                                    </p:oleObj>
                                  </mc:Choice>
                                  <mc:Fallback>
                                    <p:oleObj r:id="rId11" imgW="139700" imgH="165100" progId="Equation.DSMT4">
                                      <p:embed/>
                                      <p:pic>
                                        <p:nvPicPr>
                                          <p:cNvPr id="0" name="Object 47"/>
                                          <p:cNvPicPr>
                                            <a:picLocks noChangeArrowheads="1"/>
                                          </p:cNvPicPr>
                                          <p:nvPr/>
                                        </p:nvPicPr>
                                        <p:blipFill>
                                          <a:blip r:embed="rId12">
                                            <a:extLst>
                                              <a:ext uri="{28A0092B-C50C-407E-A947-70E740481C1C}">
                                                <a14:useLocalDpi xmlns:a14="http://schemas.microsoft.com/office/drawing/2010/main" val="0"/>
                                              </a:ext>
                                            </a:extLst>
                                          </a:blip>
                                          <a:srcRect/>
                                          <a:stretch>
                                            <a:fillRect/>
                                          </a:stretch>
                                        </p:blipFill>
                                        <p:spPr bwMode="auto">
                                          <a:xfrm>
                                            <a:off x="768" y="1536"/>
                                            <a:ext cx="203" cy="240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  <a:ln>
                                            <a:noFill/>
                                          </a:ln>
                                          <a:extLst>
                                            <a:ext uri="{909E8E84-426E-40DD-AFC4-6F175D3DCCD1}">
                                              <a14:hiddenFill xmlns:a14="http://schemas.microsoft.com/office/drawing/2010/main">
                                                <a:solidFill>
                                                  <a:srgbClr val="FFFFFF"/>
                                                </a:solidFill>
                                              </a14:hiddenFill>
                                            </a:ext>
                                            <a:ext uri="{91240B29-F687-4F45-9708-019B960494DF}">
                                              <a14:hiddenLine xmlns:a14="http://schemas.microsoft.com/office/drawing/2010/main" w="38100">
                                                <a:solidFill>
                                                  <a:srgbClr val="000000"/>
                                                </a:solidFill>
                                                <a:miter lim="800000"/>
                                                <a:headEnd/>
                                                <a:tailEnd/>
                                              </a14:hiddenLine>
                                            </a:ext>
                                          </a:extLst>
                                        </p:spPr>
                                      </p:pic>
                                    </p:oleObj>
                                  </mc:Fallback>
                                </mc:AlternateContent>
                              </a:graphicData>
                            </a:graphic>
                          </p:graphicFrame>
                          <p:graphicFrame>
                            <p:nvGraphicFramePr>
                              <p:cNvPr id="12321" name="Object 50"/>
                              <p:cNvGraphicFramePr/>
                              <p:nvPr/>
                            </p:nvGraphicFramePr>
                            <p:xfrm>
                              <a:off x="864" y="3312"/>
                              <a:ext cx="219" cy="240"/>
                            </p:xfrm>
                            <a:graphic>
                              <a:graphicData uri="http://schemas.openxmlformats.org/presentationml/2006/ole">
                                <mc:AlternateContent xmlns:mc="http://schemas.openxmlformats.org/markup-compatibility/2006">
                                  <mc:Choice xmlns:v="urn:schemas-microsoft-com:vml" Requires="v">
                                    <p:oleObj spid="_x0000_s12455" r:id="rId13" imgW="127000" imgH="139700" progId="Equation.DSMT4">
                                      <p:embed/>
                                    </p:oleObj>
                                  </mc:Choice>
                                  <mc:Fallback>
                                    <p:oleObj r:id="rId13" imgW="127000" imgH="139700" progId="Equation.DSMT4">
                                      <p:embed/>
                                      <p:pic>
                                        <p:nvPicPr>
                                          <p:cNvPr id="0" name="Object 50"/>
                                          <p:cNvPicPr>
                                            <a:picLocks noChangeArrowheads="1"/>
                                          </p:cNvPicPr>
                                          <p:nvPr/>
                                        </p:nvPicPr>
                                        <p:blipFill>
                                          <a:blip r:embed="rId14">
                                            <a:extLst>
                                              <a:ext uri="{28A0092B-C50C-407E-A947-70E740481C1C}">
                                                <a14:useLocalDpi xmlns:a14="http://schemas.microsoft.com/office/drawing/2010/main" val="0"/>
                                              </a:ext>
                                            </a:extLst>
                                          </a:blip>
                                          <a:srcRect/>
                                          <a:stretch>
                                            <a:fillRect/>
                                          </a:stretch>
                                        </p:blipFill>
                                        <p:spPr bwMode="auto">
                                          <a:xfrm>
                                            <a:off x="864" y="3312"/>
                                            <a:ext cx="219" cy="240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  <a:ln>
                                            <a:noFill/>
                                          </a:ln>
                                          <a:extLst>
                                            <a:ext uri="{909E8E84-426E-40DD-AFC4-6F175D3DCCD1}">
                                              <a14:hiddenFill xmlns:a14="http://schemas.microsoft.com/office/drawing/2010/main">
                                                <a:solidFill>
                                                  <a:srgbClr val="FFFFFF"/>
                                                </a:solidFill>
                                              </a14:hiddenFill>
                                            </a:ext>
                                            <a:ext uri="{91240B29-F687-4F45-9708-019B960494DF}">
                                              <a14:hiddenLine xmlns:a14="http://schemas.microsoft.com/office/drawing/2010/main" w="38100">
                                                <a:solidFill>
                                                  <a:srgbClr val="000000"/>
                                                </a:solidFill>
                                                <a:miter lim="800000"/>
                                                <a:headEnd/>
                                                <a:tailEnd/>
                                              </a14:hiddenLine>
                                            </a:ext>
                                          </a:extLst>
                                        </p:spPr>
                                      </p:pic>
                                    </p:oleObj>
                                  </mc:Fallback>
                                </mc:AlternateContent>
                              </a:graphicData>
                            </a:graphic>
                          </p:graphicFrame>
                        </p:grpSp>
                        <p:graphicFrame>
                          <p:nvGraphicFramePr>
                            <p:cNvPr id="12322" name="Object 53"/>
                            <p:cNvGraphicFramePr/>
                            <p:nvPr/>
                          </p:nvGraphicFramePr>
                          <p:xfrm>
                            <a:off x="2688" y="1632"/>
                            <a:ext cx="500" cy="345"/>
                          </p:xfrm>
                          <a:graphic>
                            <a:graphicData uri="http://schemas.openxmlformats.org/presentationml/2006/ole">
                              <mc:AlternateContent xmlns:mc="http://schemas.openxmlformats.org/markup-compatibility/2006">
                                <mc:Choice xmlns:v="urn:schemas-microsoft-com:vml" Requires="v">
                                  <p:oleObj spid="_x0000_s12456" r:id="rId15" imgW="367665" imgH="254000" progId="Equation.DSMT4">
                                    <p:embed/>
                                  </p:oleObj>
                                </mc:Choice>
                                <mc:Fallback>
                                  <p:oleObj r:id="rId15" imgW="367665" imgH="254000" progId="Equation.DSMT4">
                                    <p:embed/>
                                    <p:pic>
                                      <p:nvPicPr>
                                        <p:cNvPr id="0" name="Object 53"/>
                                        <p:cNvPicPr>
                                          <a:picLocks noChangeArrowheads="1"/>
                                        </p:cNvPicPr>
                                        <p:nvPr/>
                                      </p:nvPicPr>
                                      <p:blipFill>
                                        <a:blip r:embed="rId16">
                                          <a:extLst>
                                            <a:ext uri="{28A0092B-C50C-407E-A947-70E740481C1C}">
                                              <a14:useLocalDpi xmlns:a14="http://schemas.microsoft.com/office/drawing/2010/main" val="0"/>
                                            </a:ext>
                                          </a:extLst>
                                        </a:blip>
                                        <a:srcRect/>
                                        <a:stretch>
                                          <a:fillRect/>
                                        </a:stretch>
                                      </p:blipFill>
                                      <p:spPr bwMode="auto">
                                        <a:xfrm>
                                          <a:off x="2688" y="1632"/>
                                          <a:ext cx="500" cy="345"/>
                                        </a:xfrm>
                                        <a:prstGeom prst="rect">
                                          <a:avLst/>
                                        </a:prstGeom>
                                        <a:noFill/>
                                        <a:ln>
                                          <a:noFill/>
                                        </a:ln>
                                        <a:extLst>
                                          <a:ext uri="{909E8E84-426E-40DD-AFC4-6F175D3DCCD1}">
                                            <a14:hiddenFill xmlns:a14="http://schemas.microsoft.com/office/drawing/2010/main">
                                              <a:solidFill>
                                                <a:srgbClr val="FFFFFF"/>
                                              </a:solidFill>
                                            </a14:hiddenFill>
                                          </a:ext>
                                          <a:ext uri="{91240B29-F687-4F45-9708-019B960494DF}">
                                            <a14:hiddenLine xmlns:a14="http://schemas.microsoft.com/office/drawing/2010/main" w="38100">
                                              <a:solidFill>
                                                <a:srgbClr val="000000"/>
                                              </a:solidFill>
                                              <a:miter lim="800000"/>
                                              <a:headEnd/>
                                              <a:tailEnd/>
                                            </a14:hiddenLine>
                                          </a:ext>
                                        </a:extLst>
                                      </p:spPr>
                                    </p:pic>
                                  </p:oleObj>
                                </mc:Fallback>
                              </mc:AlternateContent>
                            </a:graphicData>
                          </a:graphic>
                        </p:graphicFrame>
                      </p:grpSp>
                    </p:grpSp>
                  </p:grpSp>
                </p:grpSp>
              </p:grpSp>
            </p:grpSp>
          </p:grpSp>
        </p:grpSp>
      </p:grpSp>
      <p:grpSp>
        <p:nvGrpSpPr>
          <p:cNvPr id="14" name="Group 91"/>
          <p:cNvGrpSpPr/>
          <p:nvPr/>
        </p:nvGrpSpPr>
        <p:grpSpPr bwMode="auto">
          <a:xfrm>
            <a:off x="685800" y="3124200"/>
            <a:ext cx="8077200" cy="3276600"/>
            <a:chOff x="432" y="1968"/>
            <a:chExt cx="5088" cy="2064"/>
          </a:xfrm>
        </p:grpSpPr>
        <p:grpSp>
          <p:nvGrpSpPr>
            <p:cNvPr id="12324" name="Group 89"/>
            <p:cNvGrpSpPr/>
            <p:nvPr/>
          </p:nvGrpSpPr>
          <p:grpSpPr bwMode="auto">
            <a:xfrm>
              <a:off x="480" y="2400"/>
              <a:ext cx="5040" cy="1632"/>
              <a:chOff x="480" y="2400"/>
              <a:chExt cx="5040" cy="1632"/>
            </a:xfrm>
          </p:grpSpPr>
          <p:grpSp>
            <p:nvGrpSpPr>
              <p:cNvPr id="12325" name="Group 88"/>
              <p:cNvGrpSpPr/>
              <p:nvPr/>
            </p:nvGrpSpPr>
            <p:grpSpPr bwMode="auto">
              <a:xfrm>
                <a:off x="528" y="2400"/>
                <a:ext cx="3504" cy="621"/>
                <a:chOff x="528" y="2400"/>
                <a:chExt cx="3504" cy="621"/>
              </a:xfrm>
            </p:grpSpPr>
            <p:sp>
              <p:nvSpPr>
                <p:cNvPr id="12326" name="Rectangle 63"/>
                <p:cNvSpPr>
                  <a:spLocks noChangeArrowheads="1"/>
                </p:cNvSpPr>
                <p:nvPr/>
              </p:nvSpPr>
              <p:spPr bwMode="auto">
                <a:xfrm>
                  <a:off x="528" y="2400"/>
                  <a:ext cx="3504" cy="6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lnSpc>
                      <a:spcPct val="120000"/>
                    </a:lnSpc>
                  </a:pPr>
                  <a:r>
                    <a:rPr lang="zh-CN" altLang="en-US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依据</a:t>
                  </a:r>
                  <a:r>
                    <a:rPr lang="zh-CN" altLang="en-US" i="0">
                      <a:solidFill>
                        <a:srgbClr val="CC3399"/>
                      </a:solidFill>
                      <a:latin typeface="Arial" panose="020B0604020202020204" pitchFamily="34" charset="0"/>
                    </a:rPr>
                    <a:t>积分中值定理</a:t>
                  </a:r>
                  <a:r>
                    <a:rPr lang="en-US" altLang="zh-CN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, </a:t>
                  </a:r>
                  <a:r>
                    <a:rPr lang="zh-CN" altLang="en-US" i="0">
                      <a:solidFill>
                        <a:schemeClr val="tx1"/>
                      </a:solidFill>
                    </a:rPr>
                    <a:t>对于连续函数         </a:t>
                  </a:r>
                  <a:r>
                    <a:rPr lang="en-US" altLang="zh-CN" i="0">
                      <a:solidFill>
                        <a:schemeClr val="tx1"/>
                      </a:solidFill>
                    </a:rPr>
                    <a:t>, </a:t>
                  </a:r>
                </a:p>
                <a:p>
                  <a:pPr eaLnBrk="1" hangingPunct="1">
                    <a:lnSpc>
                      <a:spcPct val="120000"/>
                    </a:lnSpc>
                  </a:pPr>
                  <a:r>
                    <a:rPr lang="zh-CN" altLang="en-US" i="0">
                      <a:solidFill>
                        <a:schemeClr val="tx1"/>
                      </a:solidFill>
                    </a:rPr>
                    <a:t>在       内存在一点     </a:t>
                  </a:r>
                  <a:r>
                    <a:rPr lang="en-US" altLang="zh-CN" i="0">
                      <a:solidFill>
                        <a:schemeClr val="tx1"/>
                      </a:solidFill>
                    </a:rPr>
                    <a:t>, </a:t>
                  </a:r>
                  <a:r>
                    <a:rPr lang="zh-CN" altLang="en-US" i="0">
                      <a:solidFill>
                        <a:schemeClr val="tx1"/>
                      </a:solidFill>
                    </a:rPr>
                    <a:t>使得</a:t>
                  </a:r>
                </a:p>
              </p:txBody>
            </p:sp>
            <p:grpSp>
              <p:nvGrpSpPr>
                <p:cNvPr id="12327" name="Group 87"/>
                <p:cNvGrpSpPr/>
                <p:nvPr/>
              </p:nvGrpSpPr>
              <p:grpSpPr bwMode="auto">
                <a:xfrm>
                  <a:off x="768" y="2448"/>
                  <a:ext cx="2976" cy="573"/>
                  <a:chOff x="624" y="2448"/>
                  <a:chExt cx="2976" cy="573"/>
                </a:xfrm>
              </p:grpSpPr>
              <p:graphicFrame>
                <p:nvGraphicFramePr>
                  <p:cNvPr id="12328" name="Object 64"/>
                  <p:cNvGraphicFramePr/>
                  <p:nvPr/>
                </p:nvGraphicFramePr>
                <p:xfrm>
                  <a:off x="3216" y="2448"/>
                  <a:ext cx="384" cy="2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457" r:id="rId17" imgW="367665" imgH="254000" progId="Equation.DSMT4">
                          <p:embed/>
                        </p:oleObj>
                      </mc:Choice>
                      <mc:Fallback>
                        <p:oleObj r:id="rId17" imgW="367665" imgH="254000" progId="Equation.DSMT4">
                          <p:embed/>
                          <p:pic>
                            <p:nvPicPr>
                              <p:cNvPr id="0" name="Object 64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1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216" y="2448"/>
                                <a:ext cx="384" cy="2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2329" name="Object 65"/>
                  <p:cNvGraphicFramePr/>
                  <p:nvPr/>
                </p:nvGraphicFramePr>
                <p:xfrm>
                  <a:off x="624" y="2736"/>
                  <a:ext cx="281" cy="28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458" r:id="rId19" imgW="355600" imgH="254000" progId="Equation.DSMT4">
                          <p:embed/>
                        </p:oleObj>
                      </mc:Choice>
                      <mc:Fallback>
                        <p:oleObj r:id="rId19" imgW="355600" imgH="254000" progId="Equation.DSMT4">
                          <p:embed/>
                          <p:pic>
                            <p:nvPicPr>
                              <p:cNvPr id="0" name="Object 65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2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24" y="2736"/>
                                <a:ext cx="281" cy="28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2330" name="Object 66"/>
                  <p:cNvGraphicFramePr/>
                  <p:nvPr/>
                </p:nvGraphicFramePr>
                <p:xfrm>
                  <a:off x="1968" y="2736"/>
                  <a:ext cx="105" cy="2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459" r:id="rId21" imgW="127000" imgH="202565" progId="Equation.DSMT4">
                          <p:embed/>
                        </p:oleObj>
                      </mc:Choice>
                      <mc:Fallback>
                        <p:oleObj r:id="rId21" imgW="127000" imgH="202565" progId="Equation.DSMT4">
                          <p:embed/>
                          <p:pic>
                            <p:nvPicPr>
                              <p:cNvPr id="0" name="Object 66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2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68" y="2736"/>
                                <a:ext cx="105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graphicFrame>
            <p:nvGraphicFramePr>
              <p:cNvPr id="12331" name="Object 69"/>
              <p:cNvGraphicFramePr/>
              <p:nvPr/>
            </p:nvGraphicFramePr>
            <p:xfrm>
              <a:off x="1632" y="3120"/>
              <a:ext cx="2562" cy="6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60" r:id="rId23" imgW="859790" imgH="235585" progId="Equation.DSMT4">
                      <p:embed/>
                    </p:oleObj>
                  </mc:Choice>
                  <mc:Fallback>
                    <p:oleObj r:id="rId23" imgW="859790" imgH="235585" progId="Equation.DSMT4">
                      <p:embed/>
                      <p:pic>
                        <p:nvPicPr>
                          <p:cNvPr id="0" name="Object 6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32" y="3120"/>
                            <a:ext cx="2562" cy="6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2332" name="Group 70"/>
              <p:cNvGrpSpPr/>
              <p:nvPr/>
            </p:nvGrpSpPr>
            <p:grpSpPr bwMode="auto">
              <a:xfrm>
                <a:off x="4080" y="2496"/>
                <a:ext cx="1440" cy="1152"/>
                <a:chOff x="3910" y="795"/>
                <a:chExt cx="1584" cy="1371"/>
              </a:xfrm>
            </p:grpSpPr>
            <p:pic>
              <p:nvPicPr>
                <p:cNvPr id="12333" name="Picture 71" descr="MCj04346670000[1]"/>
                <p:cNvPicPr>
                  <a:picLocks noChangeAspect="1" noChangeArrowheads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2249739">
                  <a:off x="3910" y="795"/>
                  <a:ext cx="1584" cy="1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aphicFrame>
              <p:nvGraphicFramePr>
                <p:cNvPr id="12334" name="Object 72"/>
                <p:cNvGraphicFramePr/>
                <p:nvPr/>
              </p:nvGraphicFramePr>
              <p:xfrm>
                <a:off x="4272" y="1008"/>
                <a:ext cx="883" cy="42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461" r:id="rId26" imgW="583565" imgH="254000" progId="Equation.DSMT4">
                        <p:embed/>
                      </p:oleObj>
                    </mc:Choice>
                    <mc:Fallback>
                      <p:oleObj r:id="rId26" imgW="583565" imgH="254000" progId="Equation.DSMT4">
                        <p:embed/>
                        <p:pic>
                          <p:nvPicPr>
                            <p:cNvPr id="0" name="Object 72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72" y="1008"/>
                              <a:ext cx="883" cy="42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2335" name="Group 77"/>
              <p:cNvGrpSpPr/>
              <p:nvPr/>
            </p:nvGrpSpPr>
            <p:grpSpPr bwMode="auto">
              <a:xfrm>
                <a:off x="480" y="3744"/>
                <a:ext cx="3639" cy="288"/>
                <a:chOff x="432" y="2400"/>
                <a:chExt cx="3639" cy="288"/>
              </a:xfrm>
            </p:grpSpPr>
            <p:sp>
              <p:nvSpPr>
                <p:cNvPr id="12336" name="Rectangle 78"/>
                <p:cNvSpPr>
                  <a:spLocks noChangeArrowheads="1"/>
                </p:cNvSpPr>
                <p:nvPr/>
              </p:nvSpPr>
              <p:spPr bwMode="auto">
                <a:xfrm>
                  <a:off x="432" y="2400"/>
                  <a:ext cx="3639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称</a:t>
                  </a:r>
                  <a:r>
                    <a:rPr lang="zh-CN" altLang="en-US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       </a:t>
                  </a:r>
                  <a:r>
                    <a:rPr lang="zh-CN" altLang="en-US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为        在区间        上的平均高度。</a:t>
                  </a:r>
                </a:p>
              </p:txBody>
            </p:sp>
            <p:grpSp>
              <p:nvGrpSpPr>
                <p:cNvPr id="12337" name="Group 79"/>
                <p:cNvGrpSpPr/>
                <p:nvPr/>
              </p:nvGrpSpPr>
              <p:grpSpPr bwMode="auto">
                <a:xfrm>
                  <a:off x="672" y="2400"/>
                  <a:ext cx="2032" cy="288"/>
                  <a:chOff x="672" y="2400"/>
                  <a:chExt cx="2032" cy="288"/>
                </a:xfrm>
              </p:grpSpPr>
              <p:graphicFrame>
                <p:nvGraphicFramePr>
                  <p:cNvPr id="12338" name="Object 80"/>
                  <p:cNvGraphicFramePr/>
                  <p:nvPr/>
                </p:nvGraphicFramePr>
                <p:xfrm>
                  <a:off x="672" y="2400"/>
                  <a:ext cx="432" cy="2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462" r:id="rId28" imgW="380365" imgH="254000" progId="Equation.DSMT4">
                          <p:embed/>
                        </p:oleObj>
                      </mc:Choice>
                      <mc:Fallback>
                        <p:oleObj r:id="rId28" imgW="380365" imgH="254000" progId="Equation.DSMT4">
                          <p:embed/>
                          <p:pic>
                            <p:nvPicPr>
                              <p:cNvPr id="0" name="Object 80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2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72" y="2400"/>
                                <a:ext cx="432" cy="2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2339" name="Object 81"/>
                  <p:cNvGraphicFramePr/>
                  <p:nvPr/>
                </p:nvGraphicFramePr>
                <p:xfrm>
                  <a:off x="2304" y="2400"/>
                  <a:ext cx="400" cy="28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463" r:id="rId30" imgW="355600" imgH="254000" progId="Equation.DSMT4">
                          <p:embed/>
                        </p:oleObj>
                      </mc:Choice>
                      <mc:Fallback>
                        <p:oleObj r:id="rId30" imgW="355600" imgH="254000" progId="Equation.DSMT4">
                          <p:embed/>
                          <p:pic>
                            <p:nvPicPr>
                              <p:cNvPr id="0" name="Object 81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2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304" y="2400"/>
                                <a:ext cx="400" cy="28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2340" name="Object 82"/>
                  <p:cNvGraphicFramePr/>
                  <p:nvPr/>
                </p:nvGraphicFramePr>
                <p:xfrm>
                  <a:off x="1248" y="2400"/>
                  <a:ext cx="418" cy="2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464" r:id="rId31" imgW="367665" imgH="254000" progId="Equation.DSMT4">
                          <p:embed/>
                        </p:oleObj>
                      </mc:Choice>
                      <mc:Fallback>
                        <p:oleObj r:id="rId31" imgW="367665" imgH="254000" progId="Equation.DSMT4">
                          <p:embed/>
                          <p:pic>
                            <p:nvPicPr>
                              <p:cNvPr id="0" name="Object 82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3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48" y="2400"/>
                                <a:ext cx="418" cy="2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</p:grpSp>
        <p:sp>
          <p:nvSpPr>
            <p:cNvPr id="12341" name="Rectangle 83"/>
            <p:cNvSpPr>
              <a:spLocks noChangeArrowheads="1"/>
            </p:cNvSpPr>
            <p:nvPr/>
          </p:nvSpPr>
          <p:spPr bwMode="auto">
            <a:xfrm>
              <a:off x="432" y="1968"/>
              <a:ext cx="25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800" i="0">
                  <a:solidFill>
                    <a:srgbClr val="FF3399"/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sz="2800" i="0">
                  <a:solidFill>
                    <a:srgbClr val="FF3399"/>
                  </a:solidFill>
                  <a:latin typeface="Arial" panose="020B0604020202020204" pitchFamily="34" charset="0"/>
                </a:rPr>
                <a:t>、数值积分的理论依据</a:t>
              </a:r>
            </a:p>
          </p:txBody>
        </p:sp>
      </p:grpSp>
      <p:sp>
        <p:nvSpPr>
          <p:cNvPr id="12342" name="Rectangle 30"/>
          <p:cNvSpPr>
            <a:spLocks noChangeArrowheads="1"/>
          </p:cNvSpPr>
          <p:nvPr/>
        </p:nvSpPr>
        <p:spPr bwMode="auto">
          <a:xfrm>
            <a:off x="685800" y="609600"/>
            <a:ext cx="4972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i="0">
                <a:solidFill>
                  <a:srgbClr val="000066"/>
                </a:solidFill>
                <a:latin typeface="Arial" panose="020B0604020202020204" pitchFamily="34" charset="0"/>
              </a:rPr>
              <a:t>一、数值积分的基本思想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3" name="Group 142"/>
          <p:cNvGrpSpPr/>
          <p:nvPr/>
        </p:nvGrpSpPr>
        <p:grpSpPr bwMode="auto">
          <a:xfrm>
            <a:off x="533400" y="609600"/>
            <a:ext cx="8077200" cy="1501775"/>
            <a:chOff x="336" y="384"/>
            <a:chExt cx="5088" cy="946"/>
          </a:xfrm>
        </p:grpSpPr>
        <p:sp>
          <p:nvSpPr>
            <p:cNvPr id="13314" name="Rectangle 4"/>
            <p:cNvSpPr>
              <a:spLocks noChangeArrowheads="1"/>
            </p:cNvSpPr>
            <p:nvPr/>
          </p:nvSpPr>
          <p:spPr bwMode="auto">
            <a:xfrm>
              <a:off x="432" y="384"/>
              <a:ext cx="25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800" i="0">
                  <a:solidFill>
                    <a:srgbClr val="FF3399"/>
                  </a:solidFill>
                  <a:latin typeface="Arial" panose="020B0604020202020204" pitchFamily="34" charset="0"/>
                </a:rPr>
                <a:t>3</a:t>
              </a:r>
              <a:r>
                <a:rPr lang="zh-CN" altLang="en-US" sz="2800" i="0">
                  <a:solidFill>
                    <a:srgbClr val="FF3399"/>
                  </a:solidFill>
                  <a:latin typeface="Arial" panose="020B0604020202020204" pitchFamily="34" charset="0"/>
                </a:rPr>
                <a:t>、求积公式的构造</a:t>
              </a:r>
            </a:p>
          </p:txBody>
        </p:sp>
        <p:sp>
          <p:nvSpPr>
            <p:cNvPr id="13315" name="Rectangle 5"/>
            <p:cNvSpPr>
              <a:spLocks noChangeArrowheads="1"/>
            </p:cNvSpPr>
            <p:nvPr/>
          </p:nvSpPr>
          <p:spPr bwMode="auto">
            <a:xfrm>
              <a:off x="336" y="720"/>
              <a:ext cx="5088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i="0">
                  <a:latin typeface="Arial" panose="020B0604020202020204" pitchFamily="34" charset="0"/>
                  <a:sym typeface="Wingdings" panose="05000000000000000000" pitchFamily="2" charset="2"/>
                </a:rPr>
                <a:t> </a:t>
              </a: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若简单选取区间端点或中点的函数值作为平均高度，则可得一点求积公式如下：</a:t>
              </a:r>
            </a:p>
          </p:txBody>
        </p:sp>
      </p:grpSp>
      <p:grpSp>
        <p:nvGrpSpPr>
          <p:cNvPr id="13316" name="Group 145"/>
          <p:cNvGrpSpPr/>
          <p:nvPr/>
        </p:nvGrpSpPr>
        <p:grpSpPr bwMode="auto">
          <a:xfrm>
            <a:off x="533400" y="1752600"/>
            <a:ext cx="7924800" cy="4648200"/>
            <a:chOff x="336" y="1104"/>
            <a:chExt cx="4992" cy="2928"/>
          </a:xfrm>
        </p:grpSpPr>
        <p:sp>
          <p:nvSpPr>
            <p:cNvPr id="13317" name="Text Box 6"/>
            <p:cNvSpPr txBox="1">
              <a:spLocks noChangeArrowheads="1"/>
            </p:cNvSpPr>
            <p:nvPr/>
          </p:nvSpPr>
          <p:spPr bwMode="auto">
            <a:xfrm>
              <a:off x="336" y="1536"/>
              <a:ext cx="13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i="0">
                  <a:solidFill>
                    <a:srgbClr val="000066"/>
                  </a:solidFill>
                  <a:latin typeface="Arial" panose="020B0604020202020204" pitchFamily="34" charset="0"/>
                </a:rPr>
                <a:t>左矩形公式：</a:t>
              </a:r>
            </a:p>
          </p:txBody>
        </p:sp>
        <p:sp>
          <p:nvSpPr>
            <p:cNvPr id="13318" name="Text Box 7"/>
            <p:cNvSpPr txBox="1">
              <a:spLocks noChangeArrowheads="1"/>
            </p:cNvSpPr>
            <p:nvPr/>
          </p:nvSpPr>
          <p:spPr bwMode="auto">
            <a:xfrm>
              <a:off x="336" y="2352"/>
              <a:ext cx="13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i="0">
                  <a:solidFill>
                    <a:srgbClr val="000066"/>
                  </a:solidFill>
                  <a:latin typeface="Arial" panose="020B0604020202020204" pitchFamily="34" charset="0"/>
                </a:rPr>
                <a:t>中矩形公式：</a:t>
              </a:r>
            </a:p>
          </p:txBody>
        </p:sp>
        <p:sp>
          <p:nvSpPr>
            <p:cNvPr id="13319" name="Text Box 8"/>
            <p:cNvSpPr txBox="1">
              <a:spLocks noChangeArrowheads="1"/>
            </p:cNvSpPr>
            <p:nvPr/>
          </p:nvSpPr>
          <p:spPr bwMode="auto">
            <a:xfrm>
              <a:off x="384" y="3360"/>
              <a:ext cx="13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i="0">
                  <a:solidFill>
                    <a:srgbClr val="000066"/>
                  </a:solidFill>
                  <a:latin typeface="Arial" panose="020B0604020202020204" pitchFamily="34" charset="0"/>
                </a:rPr>
                <a:t>右矩形公式：</a:t>
              </a:r>
            </a:p>
          </p:txBody>
        </p:sp>
        <p:graphicFrame>
          <p:nvGraphicFramePr>
            <p:cNvPr id="13320" name="Object 9">
              <a:hlinkClick r:id="" action="ppaction://hlinkshowjump?jump=nextslide"/>
            </p:cNvPr>
            <p:cNvGraphicFramePr/>
            <p:nvPr/>
          </p:nvGraphicFramePr>
          <p:xfrm>
            <a:off x="1488" y="1583"/>
            <a:ext cx="2329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61" r:id="rId3" imgW="1047750" imgH="122555" progId="Equation.DSMT4">
                    <p:embed/>
                  </p:oleObj>
                </mc:Choice>
                <mc:Fallback>
                  <p:oleObj r:id="rId3" imgW="1047750" imgH="122555" progId="Equation.DSMT4">
                    <p:embed/>
                    <p:pic>
                      <p:nvPicPr>
                        <p:cNvPr id="0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1583"/>
                          <a:ext cx="2329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1" name="Object 10"/>
            <p:cNvGraphicFramePr/>
            <p:nvPr/>
          </p:nvGraphicFramePr>
          <p:xfrm>
            <a:off x="1872" y="2256"/>
            <a:ext cx="1429" cy="9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62" r:id="rId5" imgW="674370" imgH="422910" progId="Equation.DSMT4">
                    <p:embed/>
                  </p:oleObj>
                </mc:Choice>
                <mc:Fallback>
                  <p:oleObj r:id="rId5" imgW="674370" imgH="422910" progId="Equation.DSMT4">
                    <p:embed/>
                    <p:pic>
                      <p:nvPicPr>
                        <p:cNvPr id="0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256"/>
                          <a:ext cx="1429" cy="9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Object 11"/>
            <p:cNvGraphicFramePr/>
            <p:nvPr/>
          </p:nvGraphicFramePr>
          <p:xfrm>
            <a:off x="1536" y="3408"/>
            <a:ext cx="243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63" r:id="rId7" imgW="1041400" imgH="122555" progId="Equation.DSMT4">
                    <p:embed/>
                  </p:oleObj>
                </mc:Choice>
                <mc:Fallback>
                  <p:oleObj r:id="rId7" imgW="1041400" imgH="122555" progId="Equation.DSMT4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408"/>
                          <a:ext cx="2434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23" name="Group 64"/>
            <p:cNvGrpSpPr/>
            <p:nvPr/>
          </p:nvGrpSpPr>
          <p:grpSpPr bwMode="auto">
            <a:xfrm>
              <a:off x="3936" y="2064"/>
              <a:ext cx="1248" cy="1008"/>
              <a:chOff x="864" y="1152"/>
              <a:chExt cx="3291" cy="2544"/>
            </a:xfrm>
          </p:grpSpPr>
          <p:sp>
            <p:nvSpPr>
              <p:cNvPr id="13324" name="Rectangle 65">
                <a:hlinkClick r:id="" action="ppaction://hlinkshowjump?jump=lastslideviewed"/>
              </p:cNvPr>
              <p:cNvSpPr>
                <a:spLocks noChangeArrowheads="1"/>
              </p:cNvSpPr>
              <p:nvPr/>
            </p:nvSpPr>
            <p:spPr bwMode="auto">
              <a:xfrm>
                <a:off x="2160" y="2064"/>
                <a:ext cx="1584" cy="110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/>
              </a:p>
            </p:txBody>
          </p:sp>
          <p:grpSp>
            <p:nvGrpSpPr>
              <p:cNvPr id="13325" name="Group 66"/>
              <p:cNvGrpSpPr/>
              <p:nvPr/>
            </p:nvGrpSpPr>
            <p:grpSpPr bwMode="auto">
              <a:xfrm>
                <a:off x="864" y="1152"/>
                <a:ext cx="3291" cy="2544"/>
                <a:chOff x="864" y="1152"/>
                <a:chExt cx="3291" cy="2544"/>
              </a:xfrm>
            </p:grpSpPr>
            <p:sp>
              <p:nvSpPr>
                <p:cNvPr id="13326" name="Freeform 67"/>
                <p:cNvSpPr>
                  <a:spLocks noChangeArrowheads="1"/>
                </p:cNvSpPr>
                <p:nvPr/>
              </p:nvSpPr>
              <p:spPr bwMode="auto">
                <a:xfrm>
                  <a:off x="2160" y="1536"/>
                  <a:ext cx="1584" cy="912"/>
                </a:xfrm>
                <a:custGeom>
                  <a:avLst/>
                  <a:gdLst>
                    <a:gd name="T0" fmla="*/ 0 w 1584"/>
                    <a:gd name="T1" fmla="*/ 912 h 912"/>
                    <a:gd name="T2" fmla="*/ 96 w 1584"/>
                    <a:gd name="T3" fmla="*/ 720 h 912"/>
                    <a:gd name="T4" fmla="*/ 336 w 1584"/>
                    <a:gd name="T5" fmla="*/ 576 h 912"/>
                    <a:gd name="T6" fmla="*/ 624 w 1584"/>
                    <a:gd name="T7" fmla="*/ 528 h 912"/>
                    <a:gd name="T8" fmla="*/ 816 w 1584"/>
                    <a:gd name="T9" fmla="*/ 528 h 912"/>
                    <a:gd name="T10" fmla="*/ 1056 w 1584"/>
                    <a:gd name="T11" fmla="*/ 336 h 912"/>
                    <a:gd name="T12" fmla="*/ 1200 w 1584"/>
                    <a:gd name="T13" fmla="*/ 96 h 912"/>
                    <a:gd name="T14" fmla="*/ 1584 w 1584"/>
                    <a:gd name="T15" fmla="*/ 0 h 9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84" h="912">
                      <a:moveTo>
                        <a:pt x="0" y="912"/>
                      </a:moveTo>
                      <a:cubicBezTo>
                        <a:pt x="20" y="844"/>
                        <a:pt x="40" y="776"/>
                        <a:pt x="96" y="720"/>
                      </a:cubicBezTo>
                      <a:cubicBezTo>
                        <a:pt x="152" y="664"/>
                        <a:pt x="248" y="608"/>
                        <a:pt x="336" y="576"/>
                      </a:cubicBezTo>
                      <a:cubicBezTo>
                        <a:pt x="424" y="544"/>
                        <a:pt x="544" y="536"/>
                        <a:pt x="624" y="528"/>
                      </a:cubicBezTo>
                      <a:cubicBezTo>
                        <a:pt x="704" y="520"/>
                        <a:pt x="744" y="560"/>
                        <a:pt x="816" y="528"/>
                      </a:cubicBezTo>
                      <a:cubicBezTo>
                        <a:pt x="888" y="496"/>
                        <a:pt x="992" y="408"/>
                        <a:pt x="1056" y="336"/>
                      </a:cubicBezTo>
                      <a:cubicBezTo>
                        <a:pt x="1120" y="264"/>
                        <a:pt x="1112" y="152"/>
                        <a:pt x="1200" y="96"/>
                      </a:cubicBezTo>
                      <a:cubicBezTo>
                        <a:pt x="1288" y="40"/>
                        <a:pt x="1512" y="16"/>
                        <a:pt x="1584" y="0"/>
                      </a:cubicBezTo>
                    </a:path>
                  </a:pathLst>
                </a:custGeom>
                <a:noFill/>
                <a:ln w="9525">
                  <a:solidFill>
                    <a:srgbClr val="8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13327" name="Group 68"/>
                <p:cNvGrpSpPr/>
                <p:nvPr/>
              </p:nvGrpSpPr>
              <p:grpSpPr bwMode="auto">
                <a:xfrm>
                  <a:off x="864" y="1152"/>
                  <a:ext cx="3291" cy="2544"/>
                  <a:chOff x="864" y="1152"/>
                  <a:chExt cx="3291" cy="2544"/>
                </a:xfrm>
              </p:grpSpPr>
              <p:sp>
                <p:nvSpPr>
                  <p:cNvPr id="13328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2160" y="2064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lg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29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3744" y="1536"/>
                    <a:ext cx="0" cy="163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lg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30" name="Line 7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76" y="2064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prstDash val="lg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31" name="Line 7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36" y="2064"/>
                    <a:ext cx="220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prstDash val="lg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3332" name="Group 73"/>
                  <p:cNvGrpSpPr/>
                  <p:nvPr/>
                </p:nvGrpSpPr>
                <p:grpSpPr bwMode="auto">
                  <a:xfrm>
                    <a:off x="864" y="1152"/>
                    <a:ext cx="3291" cy="2544"/>
                    <a:chOff x="864" y="1152"/>
                    <a:chExt cx="3291" cy="2544"/>
                  </a:xfrm>
                </p:grpSpPr>
                <p:sp>
                  <p:nvSpPr>
                    <p:cNvPr id="13333" name="Line 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3168"/>
                      <a:ext cx="25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3334" name="Group 75"/>
                    <p:cNvGrpSpPr/>
                    <p:nvPr/>
                  </p:nvGrpSpPr>
                  <p:grpSpPr bwMode="auto">
                    <a:xfrm>
                      <a:off x="864" y="1152"/>
                      <a:ext cx="3291" cy="2544"/>
                      <a:chOff x="864" y="1152"/>
                      <a:chExt cx="3291" cy="2544"/>
                    </a:xfrm>
                  </p:grpSpPr>
                  <p:graphicFrame>
                    <p:nvGraphicFramePr>
                      <p:cNvPr id="13335" name="Object 76"/>
                      <p:cNvGraphicFramePr/>
                      <p:nvPr/>
                    </p:nvGraphicFramePr>
                    <p:xfrm>
                      <a:off x="3504" y="1152"/>
                      <a:ext cx="528" cy="364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13564" r:id="rId9" imgW="181610" imgH="122555" progId="Equation.DSMT4">
                              <p:embed/>
                            </p:oleObj>
                          </mc:Choice>
                          <mc:Fallback>
                            <p:oleObj r:id="rId9" imgW="181610" imgH="122555" progId="Equation.DSMT4">
                              <p:embed/>
                              <p:pic>
                                <p:nvPicPr>
                                  <p:cNvPr id="0" name="Object 76"/>
                                  <p:cNvPicPr>
                                    <a:picLocks noChangeArrowheads="1"/>
                                  </p:cNvPicPr>
                                  <p:nvPr/>
                                </p:nvPicPr>
                                <p:blipFill>
                                  <a:blip r:embed="rId10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3504" y="1152"/>
                                    <a:ext cx="528" cy="364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noFill/>
                                  </a:ln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  <a:ext uri="{91240B29-F687-4F45-9708-019B960494DF}">
                                      <a14:hiddenLine xmlns:a14="http://schemas.microsoft.com/office/drawing/2010/main" w="38100">
                                        <a:solidFill>
                                          <a:srgbClr val="000000"/>
                                        </a:solidFill>
                                        <a:miter lim="800000"/>
                                        <a:headEnd/>
                                        <a:tailEnd/>
                                      </a14:hiddenLine>
                                    </a:ext>
                                  </a:extLst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pSp>
                    <p:nvGrpSpPr>
                      <p:cNvPr id="13336" name="Group 77"/>
                      <p:cNvGrpSpPr/>
                      <p:nvPr/>
                    </p:nvGrpSpPr>
                    <p:grpSpPr bwMode="auto">
                      <a:xfrm>
                        <a:off x="864" y="1296"/>
                        <a:ext cx="3291" cy="2400"/>
                        <a:chOff x="864" y="1296"/>
                        <a:chExt cx="3291" cy="2400"/>
                      </a:xfrm>
                    </p:grpSpPr>
                    <p:sp>
                      <p:nvSpPr>
                        <p:cNvPr id="13337" name="Line 7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536" y="1392"/>
                          <a:ext cx="0" cy="177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tailEnd type="triangle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grpSp>
                      <p:nvGrpSpPr>
                        <p:cNvPr id="13338" name="Group 79"/>
                        <p:cNvGrpSpPr/>
                        <p:nvPr/>
                      </p:nvGrpSpPr>
                      <p:grpSpPr bwMode="auto">
                        <a:xfrm>
                          <a:off x="864" y="1296"/>
                          <a:ext cx="3291" cy="2400"/>
                          <a:chOff x="864" y="1296"/>
                          <a:chExt cx="3291" cy="2400"/>
                        </a:xfrm>
                      </p:grpSpPr>
                      <p:graphicFrame>
                        <p:nvGraphicFramePr>
                          <p:cNvPr id="13339" name="Object 80"/>
                          <p:cNvGraphicFramePr/>
                          <p:nvPr/>
                        </p:nvGraphicFramePr>
                        <p:xfrm>
                          <a:off x="3936" y="3264"/>
                          <a:ext cx="219" cy="240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3565" r:id="rId11" imgW="127000" imgH="139700" progId="Equation.DSMT4">
                                  <p:embed/>
                                </p:oleObj>
                              </mc:Choice>
                              <mc:Fallback>
                                <p:oleObj r:id="rId11" imgW="127000" imgH="139700" progId="Equation.DSMT4">
                                  <p:embed/>
                                  <p:pic>
                                    <p:nvPicPr>
                                      <p:cNvPr id="0" name="Object 80"/>
                                      <p:cNvPicPr>
                                        <a:picLocks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12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3936" y="3264"/>
                                        <a:ext cx="219" cy="240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ln>
                                        <a:noFill/>
                                      </a:ln>
                                      <a:extLst>
                                        <a:ext uri="{909E8E84-426E-40DD-AFC4-6F175D3DCCD1}">
                                          <a14:hiddenFill xmlns:a14="http://schemas.microsoft.com/office/drawing/2010/main">
                                            <a:solidFill>
                                              <a:srgbClr val="FFFFFF"/>
                                            </a:solidFill>
                                          </a14:hiddenFill>
                                        </a:ext>
                                        <a:ext uri="{91240B29-F687-4F45-9708-019B960494DF}">
                                          <a14:hiddenLine xmlns:a14="http://schemas.microsoft.com/office/drawing/2010/main" w="38100">
                                            <a:solidFill>
                                              <a:srgbClr val="000000"/>
                                            </a:solidFill>
                                            <a:miter lim="800000"/>
                                            <a:headEnd/>
                                            <a:tailEnd/>
                                          </a14:hiddenLine>
                                        </a:ext>
                                      </a:extLst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graphicFrame>
                        <p:nvGraphicFramePr>
                          <p:cNvPr id="13340" name="Object 81"/>
                          <p:cNvGraphicFramePr/>
                          <p:nvPr/>
                        </p:nvGraphicFramePr>
                        <p:xfrm>
                          <a:off x="1152" y="1296"/>
                          <a:ext cx="243" cy="288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3566" r:id="rId13" imgW="139700" imgH="165100" progId="Equation.DSMT4">
                                  <p:embed/>
                                </p:oleObj>
                              </mc:Choice>
                              <mc:Fallback>
                                <p:oleObj r:id="rId13" imgW="139700" imgH="165100" progId="Equation.DSMT4">
                                  <p:embed/>
                                  <p:pic>
                                    <p:nvPicPr>
                                      <p:cNvPr id="0" name="Object 81"/>
                                      <p:cNvPicPr>
                                        <a:picLocks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14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1152" y="1296"/>
                                        <a:ext cx="243" cy="288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ln>
                                        <a:noFill/>
                                      </a:ln>
                                      <a:extLst>
                                        <a:ext uri="{909E8E84-426E-40DD-AFC4-6F175D3DCCD1}">
                                          <a14:hiddenFill xmlns:a14="http://schemas.microsoft.com/office/drawing/2010/main">
                                            <a:solidFill>
                                              <a:srgbClr val="FFFFFF"/>
                                            </a:solidFill>
                                          </a14:hiddenFill>
                                        </a:ext>
                                        <a:ext uri="{91240B29-F687-4F45-9708-019B960494DF}">
                                          <a14:hiddenLine xmlns:a14="http://schemas.microsoft.com/office/drawing/2010/main" w="38100">
                                            <a:solidFill>
                                              <a:srgbClr val="000000"/>
                                            </a:solidFill>
                                            <a:miter lim="800000"/>
                                            <a:headEnd/>
                                            <a:tailEnd/>
                                          </a14:hiddenLine>
                                        </a:ext>
                                      </a:extLst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graphicFrame>
                        <p:nvGraphicFramePr>
                          <p:cNvPr id="13341" name="Object 82"/>
                          <p:cNvGraphicFramePr/>
                          <p:nvPr/>
                        </p:nvGraphicFramePr>
                        <p:xfrm>
                          <a:off x="1104" y="3072"/>
                          <a:ext cx="205" cy="240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3567" r:id="rId15" imgW="152400" imgH="177800" progId="Equation.DSMT4">
                                  <p:embed/>
                                </p:oleObj>
                              </mc:Choice>
                              <mc:Fallback>
                                <p:oleObj r:id="rId15" imgW="152400" imgH="177800" progId="Equation.DSMT4">
                                  <p:embed/>
                                  <p:pic>
                                    <p:nvPicPr>
                                      <p:cNvPr id="0" name="Object 82"/>
                                      <p:cNvPicPr>
                                        <a:picLocks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16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1104" y="3072"/>
                                        <a:ext cx="205" cy="240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ln>
                                        <a:noFill/>
                                      </a:ln>
                                      <a:extLst>
                                        <a:ext uri="{909E8E84-426E-40DD-AFC4-6F175D3DCCD1}">
                                          <a14:hiddenFill xmlns:a14="http://schemas.microsoft.com/office/drawing/2010/main">
                                            <a:solidFill>
                                              <a:srgbClr val="FFFFFF"/>
                                            </a:solidFill>
                                          </a14:hiddenFill>
                                        </a:ext>
                                        <a:ext uri="{91240B29-F687-4F45-9708-019B960494DF}">
                                          <a14:hiddenLine xmlns:a14="http://schemas.microsoft.com/office/drawing/2010/main" w="38100">
                                            <a:solidFill>
                                              <a:srgbClr val="000000"/>
                                            </a:solidFill>
                                            <a:miter lim="800000"/>
                                            <a:headEnd/>
                                            <a:tailEnd/>
                                          </a14:hiddenLine>
                                        </a:ext>
                                      </a:extLst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graphicFrame>
                        <p:nvGraphicFramePr>
                          <p:cNvPr id="13342" name="Object 83"/>
                          <p:cNvGraphicFramePr/>
                          <p:nvPr/>
                        </p:nvGraphicFramePr>
                        <p:xfrm>
                          <a:off x="2016" y="3216"/>
                          <a:ext cx="218" cy="240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3568" r:id="rId17" imgW="127000" imgH="139700" progId="Equation.DSMT4">
                                  <p:embed/>
                                </p:oleObj>
                              </mc:Choice>
                              <mc:Fallback>
                                <p:oleObj r:id="rId17" imgW="127000" imgH="139700" progId="Equation.DSMT4">
                                  <p:embed/>
                                  <p:pic>
                                    <p:nvPicPr>
                                      <p:cNvPr id="0" name="Object 83"/>
                                      <p:cNvPicPr>
                                        <a:picLocks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18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2016" y="3216"/>
                                        <a:ext cx="218" cy="240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ln>
                                        <a:noFill/>
                                      </a:ln>
                                      <a:extLst>
                                        <a:ext uri="{909E8E84-426E-40DD-AFC4-6F175D3DCCD1}">
                                          <a14:hiddenFill xmlns:a14="http://schemas.microsoft.com/office/drawing/2010/main">
                                            <a:solidFill>
                                              <a:srgbClr val="FFFFFF"/>
                                            </a:solidFill>
                                          </a14:hiddenFill>
                                        </a:ext>
                                        <a:ext uri="{91240B29-F687-4F45-9708-019B960494DF}">
                                          <a14:hiddenLine xmlns:a14="http://schemas.microsoft.com/office/drawing/2010/main" w="38100">
                                            <a:solidFill>
                                              <a:srgbClr val="000000"/>
                                            </a:solidFill>
                                            <a:miter lim="800000"/>
                                            <a:headEnd/>
                                            <a:tailEnd/>
                                          </a14:hiddenLine>
                                        </a:ext>
                                      </a:extLst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graphicFrame>
                        <p:nvGraphicFramePr>
                          <p:cNvPr id="13343" name="Object 84"/>
                          <p:cNvGraphicFramePr/>
                          <p:nvPr/>
                        </p:nvGraphicFramePr>
                        <p:xfrm>
                          <a:off x="3600" y="3216"/>
                          <a:ext cx="206" cy="288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3569" r:id="rId19" imgW="127000" imgH="177165" progId="Equation.DSMT4">
                                  <p:embed/>
                                </p:oleObj>
                              </mc:Choice>
                              <mc:Fallback>
                                <p:oleObj r:id="rId19" imgW="127000" imgH="177165" progId="Equation.DSMT4">
                                  <p:embed/>
                                  <p:pic>
                                    <p:nvPicPr>
                                      <p:cNvPr id="0" name="Object 84"/>
                                      <p:cNvPicPr>
                                        <a:picLocks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20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3600" y="3216"/>
                                        <a:ext cx="206" cy="288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ln>
                                        <a:noFill/>
                                      </a:ln>
                                      <a:extLst>
                                        <a:ext uri="{909E8E84-426E-40DD-AFC4-6F175D3DCCD1}">
                                          <a14:hiddenFill xmlns:a14="http://schemas.microsoft.com/office/drawing/2010/main">
                                            <a:solidFill>
                                              <a:srgbClr val="FFFFFF"/>
                                            </a:solidFill>
                                          </a14:hiddenFill>
                                        </a:ext>
                                        <a:ext uri="{91240B29-F687-4F45-9708-019B960494DF}">
                                          <a14:hiddenLine xmlns:a14="http://schemas.microsoft.com/office/drawing/2010/main" w="38100">
                                            <a:solidFill>
                                              <a:srgbClr val="000000"/>
                                            </a:solidFill>
                                            <a:miter lim="800000"/>
                                            <a:headEnd/>
                                            <a:tailEnd/>
                                          </a14:hiddenLine>
                                        </a:ext>
                                      </a:extLst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graphicFrame>
                        <p:nvGraphicFramePr>
                          <p:cNvPr id="13344" name="Object 85"/>
                          <p:cNvGraphicFramePr/>
                          <p:nvPr/>
                        </p:nvGraphicFramePr>
                        <p:xfrm>
                          <a:off x="864" y="1872"/>
                          <a:ext cx="624" cy="425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3570" r:id="rId21" imgW="318770" imgH="215265" progId="Equation.DSMT4">
                                  <p:embed/>
                                </p:oleObj>
                              </mc:Choice>
                              <mc:Fallback>
                                <p:oleObj r:id="rId21" imgW="318770" imgH="215265" progId="Equation.DSMT4">
                                  <p:embed/>
                                  <p:pic>
                                    <p:nvPicPr>
                                      <p:cNvPr id="0" name="Object 85"/>
                                      <p:cNvPicPr>
                                        <a:picLocks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22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864" y="1872"/>
                                        <a:ext cx="624" cy="425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ln>
                                        <a:noFill/>
                                      </a:ln>
                                      <a:extLst>
                                        <a:ext uri="{909E8E84-426E-40DD-AFC4-6F175D3DCCD1}">
                                          <a14:hiddenFill xmlns:a14="http://schemas.microsoft.com/office/drawing/2010/main">
                                            <a:solidFill>
                                              <a:srgbClr val="FFFFFF"/>
                                            </a:solidFill>
                                          </a14:hiddenFill>
                                        </a:ext>
                                        <a:ext uri="{91240B29-F687-4F45-9708-019B960494DF}">
                                          <a14:hiddenLine xmlns:a14="http://schemas.microsoft.com/office/drawing/2010/main" w="38100">
                                            <a:solidFill>
                                              <a:srgbClr val="000000"/>
                                            </a:solidFill>
                                            <a:miter lim="800000"/>
                                            <a:headEnd/>
                                            <a:tailEnd/>
                                          </a14:hiddenLine>
                                        </a:ext>
                                      </a:extLst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graphicFrame>
                        <p:nvGraphicFramePr>
                          <p:cNvPr id="13345" name="Object 86"/>
                          <p:cNvGraphicFramePr/>
                          <p:nvPr/>
                        </p:nvGraphicFramePr>
                        <p:xfrm>
                          <a:off x="2736" y="3216"/>
                          <a:ext cx="433" cy="480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3571" r:id="rId23" imgW="355600" imgH="393065" progId="Equation.DSMT4">
                                  <p:embed/>
                                </p:oleObj>
                              </mc:Choice>
                              <mc:Fallback>
                                <p:oleObj r:id="rId23" imgW="355600" imgH="393065" progId="Equation.DSMT4">
                                  <p:embed/>
                                  <p:pic>
                                    <p:nvPicPr>
                                      <p:cNvPr id="0" name="Object 86"/>
                                      <p:cNvPicPr>
                                        <a:picLocks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24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2736" y="3216"/>
                                        <a:ext cx="433" cy="480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ln>
                                        <a:noFill/>
                                      </a:ln>
                                      <a:extLst>
                                        <a:ext uri="{909E8E84-426E-40DD-AFC4-6F175D3DCCD1}">
                                          <a14:hiddenFill xmlns:a14="http://schemas.microsoft.com/office/drawing/2010/main">
                                            <a:solidFill>
                                              <a:srgbClr val="FFFFFF"/>
                                            </a:solidFill>
                                          </a14:hiddenFill>
                                        </a:ext>
                                        <a:ext uri="{91240B29-F687-4F45-9708-019B960494DF}">
                                          <a14:hiddenLine xmlns:a14="http://schemas.microsoft.com/office/drawing/2010/main" w="38100">
                                            <a:solidFill>
                                              <a:srgbClr val="000000"/>
                                            </a:solidFill>
                                            <a:miter lim="800000"/>
                                            <a:headEnd/>
                                            <a:tailEnd/>
                                          </a14:hiddenLine>
                                        </a:ext>
                                      </a:extLst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</p:grpSp>
                  </p:grpSp>
                </p:grpSp>
              </p:grpSp>
            </p:grpSp>
          </p:grpSp>
        </p:grpSp>
        <p:grpSp>
          <p:nvGrpSpPr>
            <p:cNvPr id="13346" name="Group 105"/>
            <p:cNvGrpSpPr/>
            <p:nvPr/>
          </p:nvGrpSpPr>
          <p:grpSpPr bwMode="auto">
            <a:xfrm>
              <a:off x="3888" y="1104"/>
              <a:ext cx="1392" cy="912"/>
              <a:chOff x="1920" y="1152"/>
              <a:chExt cx="3408" cy="2592"/>
            </a:xfrm>
          </p:grpSpPr>
          <p:graphicFrame>
            <p:nvGraphicFramePr>
              <p:cNvPr id="13347" name="Object 106"/>
              <p:cNvGraphicFramePr/>
              <p:nvPr/>
            </p:nvGraphicFramePr>
            <p:xfrm>
              <a:off x="2326" y="1258"/>
              <a:ext cx="260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72" r:id="rId25" imgW="139700" imgH="165100" progId="Equation.DSMT4">
                      <p:embed/>
                    </p:oleObj>
                  </mc:Choice>
                  <mc:Fallback>
                    <p:oleObj r:id="rId25" imgW="139700" imgH="165100" progId="Equation.DSMT4">
                      <p:embed/>
                      <p:pic>
                        <p:nvPicPr>
                          <p:cNvPr id="0" name="Object 10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26" y="1258"/>
                            <a:ext cx="260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3348" name="Group 107"/>
              <p:cNvGrpSpPr/>
              <p:nvPr/>
            </p:nvGrpSpPr>
            <p:grpSpPr bwMode="auto">
              <a:xfrm>
                <a:off x="1920" y="1152"/>
                <a:ext cx="3408" cy="2592"/>
                <a:chOff x="1920" y="1152"/>
                <a:chExt cx="3408" cy="2592"/>
              </a:xfrm>
            </p:grpSpPr>
            <p:sp>
              <p:nvSpPr>
                <p:cNvPr id="13349" name="Line 108"/>
                <p:cNvSpPr>
                  <a:spLocks noChangeShapeType="1"/>
                </p:cNvSpPr>
                <p:nvPr/>
              </p:nvSpPr>
              <p:spPr bwMode="auto">
                <a:xfrm>
                  <a:off x="4736" y="1575"/>
                  <a:ext cx="0" cy="17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3350" name="Group 109"/>
                <p:cNvGrpSpPr/>
                <p:nvPr/>
              </p:nvGrpSpPr>
              <p:grpSpPr bwMode="auto">
                <a:xfrm>
                  <a:off x="1920" y="1152"/>
                  <a:ext cx="3408" cy="2592"/>
                  <a:chOff x="1104" y="1248"/>
                  <a:chExt cx="3195" cy="2352"/>
                </a:xfrm>
              </p:grpSpPr>
              <p:sp>
                <p:nvSpPr>
                  <p:cNvPr id="13351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1680" y="3264"/>
                    <a:ext cx="259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3352" name="Object 111"/>
                  <p:cNvGraphicFramePr/>
                  <p:nvPr/>
                </p:nvGraphicFramePr>
                <p:xfrm>
                  <a:off x="4080" y="3360"/>
                  <a:ext cx="219" cy="2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73" r:id="rId26" imgW="127000" imgH="139700" progId="Equation.DSMT4">
                          <p:embed/>
                        </p:oleObj>
                      </mc:Choice>
                      <mc:Fallback>
                        <p:oleObj r:id="rId26" imgW="127000" imgH="139700" progId="Equation.DSMT4">
                          <p:embed/>
                          <p:pic>
                            <p:nvPicPr>
                              <p:cNvPr id="0" name="Object 111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0" y="3360"/>
                                <a:ext cx="219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3353" name="Object 112"/>
                  <p:cNvGraphicFramePr/>
                  <p:nvPr/>
                </p:nvGraphicFramePr>
                <p:xfrm>
                  <a:off x="1392" y="3216"/>
                  <a:ext cx="205" cy="2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74" r:id="rId27" imgW="152400" imgH="177800" progId="Equation.DSMT4">
                          <p:embed/>
                        </p:oleObj>
                      </mc:Choice>
                      <mc:Fallback>
                        <p:oleObj r:id="rId27" imgW="152400" imgH="177800" progId="Equation.DSMT4">
                          <p:embed/>
                          <p:pic>
                            <p:nvPicPr>
                              <p:cNvPr id="0" name="Object 112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392" y="3216"/>
                                <a:ext cx="205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3354" name="Object 113"/>
                  <p:cNvGraphicFramePr/>
                  <p:nvPr/>
                </p:nvGraphicFramePr>
                <p:xfrm>
                  <a:off x="2016" y="3312"/>
                  <a:ext cx="218" cy="2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75" r:id="rId28" imgW="127000" imgH="139700" progId="Equation.DSMT4">
                          <p:embed/>
                        </p:oleObj>
                      </mc:Choice>
                      <mc:Fallback>
                        <p:oleObj r:id="rId28" imgW="127000" imgH="139700" progId="Equation.DSMT4">
                          <p:embed/>
                          <p:pic>
                            <p:nvPicPr>
                              <p:cNvPr id="0" name="Object 113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1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016" y="3312"/>
                                <a:ext cx="218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3355" name="Object 114"/>
                  <p:cNvGraphicFramePr/>
                  <p:nvPr/>
                </p:nvGraphicFramePr>
                <p:xfrm>
                  <a:off x="3600" y="3312"/>
                  <a:ext cx="206" cy="2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76" r:id="rId29" imgW="127000" imgH="177165" progId="Equation.DSMT4">
                          <p:embed/>
                        </p:oleObj>
                      </mc:Choice>
                      <mc:Fallback>
                        <p:oleObj r:id="rId29" imgW="127000" imgH="177165" progId="Equation.DSMT4">
                          <p:embed/>
                          <p:pic>
                            <p:nvPicPr>
                              <p:cNvPr id="0" name="Object 114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2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00" y="3312"/>
                                <a:ext cx="206" cy="2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3356" name="Object 115"/>
                  <p:cNvGraphicFramePr/>
                  <p:nvPr/>
                </p:nvGraphicFramePr>
                <p:xfrm>
                  <a:off x="3504" y="1248"/>
                  <a:ext cx="528" cy="36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77" r:id="rId30" imgW="181610" imgH="122555" progId="Equation.DSMT4">
                          <p:embed/>
                        </p:oleObj>
                      </mc:Choice>
                      <mc:Fallback>
                        <p:oleObj r:id="rId30" imgW="181610" imgH="122555" progId="Equation.DSMT4">
                          <p:embed/>
                          <p:pic>
                            <p:nvPicPr>
                              <p:cNvPr id="0" name="Object 115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3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504" y="1248"/>
                                <a:ext cx="528" cy="36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3357" name="Object 116"/>
                  <p:cNvGraphicFramePr/>
                  <p:nvPr/>
                </p:nvGraphicFramePr>
                <p:xfrm>
                  <a:off x="1104" y="2415"/>
                  <a:ext cx="480" cy="3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78" r:id="rId32" imgW="181610" imgH="122555" progId="Equation.DSMT4">
                          <p:embed/>
                        </p:oleObj>
                      </mc:Choice>
                      <mc:Fallback>
                        <p:oleObj r:id="rId32" imgW="181610" imgH="122555" progId="Equation.DSMT4">
                          <p:embed/>
                          <p:pic>
                            <p:nvPicPr>
                              <p:cNvPr id="0" name="Object 116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3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104" y="2415"/>
                                <a:ext cx="480" cy="3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13358" name="Group 117"/>
                <p:cNvGrpSpPr/>
                <p:nvPr/>
              </p:nvGrpSpPr>
              <p:grpSpPr bwMode="auto">
                <a:xfrm>
                  <a:off x="2534" y="1416"/>
                  <a:ext cx="2212" cy="1958"/>
                  <a:chOff x="2534" y="1416"/>
                  <a:chExt cx="2212" cy="1958"/>
                </a:xfrm>
              </p:grpSpPr>
              <p:grpSp>
                <p:nvGrpSpPr>
                  <p:cNvPr id="13359" name="Group 118"/>
                  <p:cNvGrpSpPr/>
                  <p:nvPr/>
                </p:nvGrpSpPr>
                <p:grpSpPr bwMode="auto">
                  <a:xfrm>
                    <a:off x="2534" y="1416"/>
                    <a:ext cx="2212" cy="1958"/>
                    <a:chOff x="2534" y="1416"/>
                    <a:chExt cx="2212" cy="1958"/>
                  </a:xfrm>
                </p:grpSpPr>
                <p:sp>
                  <p:nvSpPr>
                    <p:cNvPr id="13360" name="Freeform 1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24" y="1575"/>
                      <a:ext cx="1712" cy="1017"/>
                    </a:xfrm>
                    <a:custGeom>
                      <a:avLst/>
                      <a:gdLst>
                        <a:gd name="T0" fmla="*/ 0 w 1584"/>
                        <a:gd name="T1" fmla="*/ 912 h 912"/>
                        <a:gd name="T2" fmla="*/ 96 w 1584"/>
                        <a:gd name="T3" fmla="*/ 720 h 912"/>
                        <a:gd name="T4" fmla="*/ 336 w 1584"/>
                        <a:gd name="T5" fmla="*/ 576 h 912"/>
                        <a:gd name="T6" fmla="*/ 624 w 1584"/>
                        <a:gd name="T7" fmla="*/ 528 h 912"/>
                        <a:gd name="T8" fmla="*/ 816 w 1584"/>
                        <a:gd name="T9" fmla="*/ 528 h 912"/>
                        <a:gd name="T10" fmla="*/ 1056 w 1584"/>
                        <a:gd name="T11" fmla="*/ 336 h 912"/>
                        <a:gd name="T12" fmla="*/ 1200 w 1584"/>
                        <a:gd name="T13" fmla="*/ 96 h 912"/>
                        <a:gd name="T14" fmla="*/ 1584 w 1584"/>
                        <a:gd name="T15" fmla="*/ 0 h 91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1584" h="912">
                          <a:moveTo>
                            <a:pt x="0" y="912"/>
                          </a:moveTo>
                          <a:cubicBezTo>
                            <a:pt x="20" y="844"/>
                            <a:pt x="40" y="776"/>
                            <a:pt x="96" y="720"/>
                          </a:cubicBezTo>
                          <a:cubicBezTo>
                            <a:pt x="152" y="664"/>
                            <a:pt x="248" y="608"/>
                            <a:pt x="336" y="576"/>
                          </a:cubicBezTo>
                          <a:cubicBezTo>
                            <a:pt x="424" y="544"/>
                            <a:pt x="544" y="536"/>
                            <a:pt x="624" y="528"/>
                          </a:cubicBezTo>
                          <a:cubicBezTo>
                            <a:pt x="704" y="520"/>
                            <a:pt x="744" y="560"/>
                            <a:pt x="816" y="528"/>
                          </a:cubicBezTo>
                          <a:cubicBezTo>
                            <a:pt x="888" y="496"/>
                            <a:pt x="992" y="408"/>
                            <a:pt x="1056" y="336"/>
                          </a:cubicBezTo>
                          <a:cubicBezTo>
                            <a:pt x="1120" y="264"/>
                            <a:pt x="1112" y="152"/>
                            <a:pt x="1200" y="96"/>
                          </a:cubicBezTo>
                          <a:cubicBezTo>
                            <a:pt x="1288" y="40"/>
                            <a:pt x="1512" y="16"/>
                            <a:pt x="1584" y="0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rgbClr val="8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  <p:sp>
                  <p:nvSpPr>
                    <p:cNvPr id="13361" name="Line 1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44" y="2592"/>
                      <a:ext cx="220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prstDash val="lgDash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362" name="Line 12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34" y="1416"/>
                      <a:ext cx="0" cy="195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3363" name="Rectangle 122">
                    <a:hlinkClick r:id="" action="ppaction://hlinkshowjump?jump=lastslideviewed"/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2640"/>
                    <a:ext cx="1680" cy="72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</p:grpSp>
            <p:sp>
              <p:nvSpPr>
                <p:cNvPr id="13364" name="Line 123"/>
                <p:cNvSpPr>
                  <a:spLocks noChangeShapeType="1"/>
                </p:cNvSpPr>
                <p:nvPr/>
              </p:nvSpPr>
              <p:spPr bwMode="auto">
                <a:xfrm>
                  <a:off x="3024" y="2592"/>
                  <a:ext cx="0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65" name="Group 124"/>
            <p:cNvGrpSpPr/>
            <p:nvPr/>
          </p:nvGrpSpPr>
          <p:grpSpPr bwMode="auto">
            <a:xfrm>
              <a:off x="3984" y="3072"/>
              <a:ext cx="1344" cy="960"/>
              <a:chOff x="1056" y="1248"/>
              <a:chExt cx="3099" cy="2400"/>
            </a:xfrm>
          </p:grpSpPr>
          <p:sp>
            <p:nvSpPr>
              <p:cNvPr id="13366" name="Rectangle 125"/>
              <p:cNvSpPr>
                <a:spLocks noChangeArrowheads="1"/>
              </p:cNvSpPr>
              <p:nvPr/>
            </p:nvSpPr>
            <p:spPr bwMode="auto">
              <a:xfrm>
                <a:off x="2160" y="1680"/>
                <a:ext cx="1584" cy="163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/>
              </a:p>
            </p:txBody>
          </p:sp>
          <p:sp>
            <p:nvSpPr>
              <p:cNvPr id="13367" name="Line 126"/>
              <p:cNvSpPr>
                <a:spLocks noChangeShapeType="1"/>
              </p:cNvSpPr>
              <p:nvPr/>
            </p:nvSpPr>
            <p:spPr bwMode="auto">
              <a:xfrm flipV="1">
                <a:off x="1536" y="1536"/>
                <a:ext cx="0" cy="177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368" name="Group 127"/>
              <p:cNvGrpSpPr/>
              <p:nvPr/>
            </p:nvGrpSpPr>
            <p:grpSpPr bwMode="auto">
              <a:xfrm>
                <a:off x="1056" y="1248"/>
                <a:ext cx="3099" cy="2400"/>
                <a:chOff x="1056" y="1248"/>
                <a:chExt cx="3099" cy="2400"/>
              </a:xfrm>
            </p:grpSpPr>
            <p:grpSp>
              <p:nvGrpSpPr>
                <p:cNvPr id="13369" name="Group 128"/>
                <p:cNvGrpSpPr/>
                <p:nvPr/>
              </p:nvGrpSpPr>
              <p:grpSpPr bwMode="auto">
                <a:xfrm>
                  <a:off x="1536" y="1680"/>
                  <a:ext cx="2592" cy="1632"/>
                  <a:chOff x="1536" y="1680"/>
                  <a:chExt cx="2592" cy="1632"/>
                </a:xfrm>
              </p:grpSpPr>
              <p:sp>
                <p:nvSpPr>
                  <p:cNvPr id="13370" name="Line 129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3312"/>
                    <a:ext cx="259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71" name="Line 130"/>
                  <p:cNvSpPr>
                    <a:spLocks noChangeShapeType="1"/>
                  </p:cNvSpPr>
                  <p:nvPr/>
                </p:nvSpPr>
                <p:spPr bwMode="auto">
                  <a:xfrm>
                    <a:off x="2160" y="1680"/>
                    <a:ext cx="0" cy="163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lg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72" name="Line 131"/>
                  <p:cNvSpPr>
                    <a:spLocks noChangeShapeType="1"/>
                  </p:cNvSpPr>
                  <p:nvPr/>
                </p:nvSpPr>
                <p:spPr bwMode="auto">
                  <a:xfrm>
                    <a:off x="3744" y="1680"/>
                    <a:ext cx="0" cy="163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lg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73" name="Line 1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36" y="1680"/>
                    <a:ext cx="220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prstDash val="lg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374" name="Group 133"/>
                <p:cNvGrpSpPr/>
                <p:nvPr/>
              </p:nvGrpSpPr>
              <p:grpSpPr bwMode="auto">
                <a:xfrm>
                  <a:off x="1056" y="1248"/>
                  <a:ext cx="3099" cy="2400"/>
                  <a:chOff x="1056" y="1248"/>
                  <a:chExt cx="3099" cy="2400"/>
                </a:xfrm>
              </p:grpSpPr>
              <p:graphicFrame>
                <p:nvGraphicFramePr>
                  <p:cNvPr id="13375" name="Object 134"/>
                  <p:cNvGraphicFramePr/>
                  <p:nvPr/>
                </p:nvGraphicFramePr>
                <p:xfrm>
                  <a:off x="3936" y="3408"/>
                  <a:ext cx="219" cy="2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79" r:id="rId34" imgW="127000" imgH="139700" progId="Equation.DSMT4">
                          <p:embed/>
                        </p:oleObj>
                      </mc:Choice>
                      <mc:Fallback>
                        <p:oleObj r:id="rId34" imgW="127000" imgH="139700" progId="Equation.DSMT4">
                          <p:embed/>
                          <p:pic>
                            <p:nvPicPr>
                              <p:cNvPr id="0" name="Object 134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936" y="3408"/>
                                <a:ext cx="219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3376" name="Object 135"/>
                  <p:cNvGraphicFramePr/>
                  <p:nvPr/>
                </p:nvGraphicFramePr>
                <p:xfrm>
                  <a:off x="1152" y="1248"/>
                  <a:ext cx="243" cy="2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80" r:id="rId35" imgW="139700" imgH="165100" progId="Equation.DSMT4">
                          <p:embed/>
                        </p:oleObj>
                      </mc:Choice>
                      <mc:Fallback>
                        <p:oleObj r:id="rId35" imgW="139700" imgH="165100" progId="Equation.DSMT4">
                          <p:embed/>
                          <p:pic>
                            <p:nvPicPr>
                              <p:cNvPr id="0" name="Object 135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152" y="1248"/>
                                <a:ext cx="243" cy="2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3377" name="Object 136"/>
                  <p:cNvGraphicFramePr/>
                  <p:nvPr/>
                </p:nvGraphicFramePr>
                <p:xfrm>
                  <a:off x="1104" y="3216"/>
                  <a:ext cx="205" cy="2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81" r:id="rId36" imgW="152400" imgH="177800" progId="Equation.DSMT4">
                          <p:embed/>
                        </p:oleObj>
                      </mc:Choice>
                      <mc:Fallback>
                        <p:oleObj r:id="rId36" imgW="152400" imgH="177800" progId="Equation.DSMT4">
                          <p:embed/>
                          <p:pic>
                            <p:nvPicPr>
                              <p:cNvPr id="0" name="Object 136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104" y="3216"/>
                                <a:ext cx="205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3378" name="Object 137"/>
                  <p:cNvGraphicFramePr/>
                  <p:nvPr/>
                </p:nvGraphicFramePr>
                <p:xfrm>
                  <a:off x="2016" y="3360"/>
                  <a:ext cx="218" cy="2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82" r:id="rId37" imgW="127000" imgH="139700" progId="Equation.DSMT4">
                          <p:embed/>
                        </p:oleObj>
                      </mc:Choice>
                      <mc:Fallback>
                        <p:oleObj r:id="rId37" imgW="127000" imgH="139700" progId="Equation.DSMT4">
                          <p:embed/>
                          <p:pic>
                            <p:nvPicPr>
                              <p:cNvPr id="0" name="Object 137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1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016" y="3360"/>
                                <a:ext cx="218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3379" name="Object 138"/>
                  <p:cNvGraphicFramePr/>
                  <p:nvPr/>
                </p:nvGraphicFramePr>
                <p:xfrm>
                  <a:off x="3600" y="3360"/>
                  <a:ext cx="206" cy="2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83" r:id="rId38" imgW="127000" imgH="177165" progId="Equation.DSMT4">
                          <p:embed/>
                        </p:oleObj>
                      </mc:Choice>
                      <mc:Fallback>
                        <p:oleObj r:id="rId38" imgW="127000" imgH="177165" progId="Equation.DSMT4">
                          <p:embed/>
                          <p:pic>
                            <p:nvPicPr>
                              <p:cNvPr id="0" name="Object 138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2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00" y="3360"/>
                                <a:ext cx="206" cy="2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3380" name="Freeform 139"/>
                  <p:cNvSpPr>
                    <a:spLocks noChangeArrowheads="1"/>
                  </p:cNvSpPr>
                  <p:nvPr/>
                </p:nvSpPr>
                <p:spPr bwMode="auto">
                  <a:xfrm>
                    <a:off x="2160" y="1680"/>
                    <a:ext cx="1584" cy="912"/>
                  </a:xfrm>
                  <a:custGeom>
                    <a:avLst/>
                    <a:gdLst>
                      <a:gd name="T0" fmla="*/ 0 w 1584"/>
                      <a:gd name="T1" fmla="*/ 912 h 912"/>
                      <a:gd name="T2" fmla="*/ 96 w 1584"/>
                      <a:gd name="T3" fmla="*/ 720 h 912"/>
                      <a:gd name="T4" fmla="*/ 336 w 1584"/>
                      <a:gd name="T5" fmla="*/ 576 h 912"/>
                      <a:gd name="T6" fmla="*/ 624 w 1584"/>
                      <a:gd name="T7" fmla="*/ 528 h 912"/>
                      <a:gd name="T8" fmla="*/ 816 w 1584"/>
                      <a:gd name="T9" fmla="*/ 528 h 912"/>
                      <a:gd name="T10" fmla="*/ 1056 w 1584"/>
                      <a:gd name="T11" fmla="*/ 336 h 912"/>
                      <a:gd name="T12" fmla="*/ 1200 w 1584"/>
                      <a:gd name="T13" fmla="*/ 96 h 912"/>
                      <a:gd name="T14" fmla="*/ 1584 w 1584"/>
                      <a:gd name="T15" fmla="*/ 0 h 9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584" h="912">
                        <a:moveTo>
                          <a:pt x="0" y="912"/>
                        </a:moveTo>
                        <a:cubicBezTo>
                          <a:pt x="20" y="844"/>
                          <a:pt x="40" y="776"/>
                          <a:pt x="96" y="720"/>
                        </a:cubicBezTo>
                        <a:cubicBezTo>
                          <a:pt x="152" y="664"/>
                          <a:pt x="248" y="608"/>
                          <a:pt x="336" y="576"/>
                        </a:cubicBezTo>
                        <a:cubicBezTo>
                          <a:pt x="424" y="544"/>
                          <a:pt x="544" y="536"/>
                          <a:pt x="624" y="528"/>
                        </a:cubicBezTo>
                        <a:cubicBezTo>
                          <a:pt x="704" y="520"/>
                          <a:pt x="744" y="560"/>
                          <a:pt x="816" y="528"/>
                        </a:cubicBezTo>
                        <a:cubicBezTo>
                          <a:pt x="888" y="496"/>
                          <a:pt x="992" y="408"/>
                          <a:pt x="1056" y="336"/>
                        </a:cubicBezTo>
                        <a:cubicBezTo>
                          <a:pt x="1120" y="264"/>
                          <a:pt x="1112" y="152"/>
                          <a:pt x="1200" y="96"/>
                        </a:cubicBezTo>
                        <a:cubicBezTo>
                          <a:pt x="1288" y="40"/>
                          <a:pt x="1512" y="16"/>
                          <a:pt x="1584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8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graphicFrame>
                <p:nvGraphicFramePr>
                  <p:cNvPr id="13381" name="Object 140"/>
                  <p:cNvGraphicFramePr/>
                  <p:nvPr/>
                </p:nvGraphicFramePr>
                <p:xfrm>
                  <a:off x="3504" y="1296"/>
                  <a:ext cx="528" cy="36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84" r:id="rId39" imgW="181610" imgH="122555" progId="Equation.DSMT4">
                          <p:embed/>
                        </p:oleObj>
                      </mc:Choice>
                      <mc:Fallback>
                        <p:oleObj r:id="rId39" imgW="181610" imgH="122555" progId="Equation.DSMT4">
                          <p:embed/>
                          <p:pic>
                            <p:nvPicPr>
                              <p:cNvPr id="0" name="Object 140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4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504" y="1296"/>
                                <a:ext cx="528" cy="36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3382" name="Object 141"/>
                  <p:cNvGraphicFramePr/>
                  <p:nvPr/>
                </p:nvGraphicFramePr>
                <p:xfrm>
                  <a:off x="1056" y="1632"/>
                  <a:ext cx="432" cy="29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585" r:id="rId41" imgW="181610" imgH="122555" progId="Equation.DSMT4">
                          <p:embed/>
                        </p:oleObj>
                      </mc:Choice>
                      <mc:Fallback>
                        <p:oleObj r:id="rId41" imgW="181610" imgH="122555" progId="Equation.DSMT4">
                          <p:embed/>
                          <p:pic>
                            <p:nvPicPr>
                              <p:cNvPr id="0" name="Object 141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4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056" y="1632"/>
                                <a:ext cx="432" cy="29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</p:grpSp>
      </p:grpSp>
      <p:pic>
        <p:nvPicPr>
          <p:cNvPr id="13383" name="Picture 144" descr="j0435755"/>
          <p:cNvPicPr>
            <a:picLocks noChangeAspect="1" noChangeArrowheads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52400"/>
            <a:ext cx="7778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7" name="Group 52"/>
          <p:cNvGrpSpPr/>
          <p:nvPr/>
        </p:nvGrpSpPr>
        <p:grpSpPr bwMode="auto">
          <a:xfrm>
            <a:off x="609600" y="457200"/>
            <a:ext cx="8077200" cy="3352800"/>
            <a:chOff x="384" y="288"/>
            <a:chExt cx="5088" cy="2112"/>
          </a:xfrm>
        </p:grpSpPr>
        <p:grpSp>
          <p:nvGrpSpPr>
            <p:cNvPr id="14338" name="Group 51"/>
            <p:cNvGrpSpPr/>
            <p:nvPr/>
          </p:nvGrpSpPr>
          <p:grpSpPr bwMode="auto">
            <a:xfrm>
              <a:off x="384" y="288"/>
              <a:ext cx="5088" cy="704"/>
              <a:chOff x="384" y="288"/>
              <a:chExt cx="5088" cy="704"/>
            </a:xfrm>
          </p:grpSpPr>
          <p:sp>
            <p:nvSpPr>
              <p:cNvPr id="14339" name="Rectangle 15"/>
              <p:cNvSpPr>
                <a:spLocks noChangeArrowheads="1"/>
              </p:cNvSpPr>
              <p:nvPr/>
            </p:nvSpPr>
            <p:spPr bwMode="auto">
              <a:xfrm>
                <a:off x="384" y="382"/>
                <a:ext cx="5088" cy="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en-US" altLang="zh-CN" i="0">
                    <a:latin typeface="Arial" panose="020B0604020202020204" pitchFamily="34" charset="0"/>
                    <a:sym typeface="Wingdings" panose="05000000000000000000" pitchFamily="2" charset="2"/>
                  </a:rPr>
                  <a:t> </a:t>
                </a:r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若取        两点，并令                               ，则可得梯形公式（两点求积公式）</a:t>
                </a:r>
              </a:p>
            </p:txBody>
          </p:sp>
          <p:grpSp>
            <p:nvGrpSpPr>
              <p:cNvPr id="14340" name="Group 21"/>
              <p:cNvGrpSpPr/>
              <p:nvPr/>
            </p:nvGrpSpPr>
            <p:grpSpPr bwMode="auto">
              <a:xfrm>
                <a:off x="1056" y="288"/>
                <a:ext cx="3012" cy="506"/>
                <a:chOff x="1056" y="288"/>
                <a:chExt cx="3012" cy="506"/>
              </a:xfrm>
            </p:grpSpPr>
            <p:graphicFrame>
              <p:nvGraphicFramePr>
                <p:cNvPr id="14341" name="Object 16"/>
                <p:cNvGraphicFramePr/>
                <p:nvPr/>
              </p:nvGraphicFramePr>
              <p:xfrm>
                <a:off x="1056" y="432"/>
                <a:ext cx="368" cy="28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4475" r:id="rId3" imgW="254000" imgH="203200" progId="Equation.DSMT4">
                        <p:embed/>
                      </p:oleObj>
                    </mc:Choice>
                    <mc:Fallback>
                      <p:oleObj r:id="rId3" imgW="254000" imgH="203200" progId="Equation.DSMT4">
                        <p:embed/>
                        <p:pic>
                          <p:nvPicPr>
                            <p:cNvPr id="0" name="Object 16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56" y="432"/>
                              <a:ext cx="368" cy="28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342" name="Object 17"/>
                <p:cNvGraphicFramePr/>
                <p:nvPr/>
              </p:nvGraphicFramePr>
              <p:xfrm>
                <a:off x="2400" y="288"/>
                <a:ext cx="1668" cy="5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4476" r:id="rId5" imgW="1333500" imgH="419100" progId="Equation.DSMT4">
                        <p:embed/>
                      </p:oleObj>
                    </mc:Choice>
                    <mc:Fallback>
                      <p:oleObj r:id="rId5" imgW="1333500" imgH="419100" progId="Equation.DSMT4">
                        <p:embed/>
                        <p:pic>
                          <p:nvPicPr>
                            <p:cNvPr id="0" name="Object 17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00" y="288"/>
                              <a:ext cx="1668" cy="50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14343" name="Object 18"/>
            <p:cNvGraphicFramePr/>
            <p:nvPr/>
          </p:nvGraphicFramePr>
          <p:xfrm>
            <a:off x="672" y="1440"/>
            <a:ext cx="1953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77" r:id="rId7" imgW="838835" imgH="221615" progId="Equation.DSMT4">
                    <p:embed/>
                  </p:oleObj>
                </mc:Choice>
                <mc:Fallback>
                  <p:oleObj r:id="rId7" imgW="838835" imgH="221615" progId="Equation.DSMT4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440"/>
                          <a:ext cx="1953" cy="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44" name="Group 22"/>
            <p:cNvGrpSpPr/>
            <p:nvPr/>
          </p:nvGrpSpPr>
          <p:grpSpPr bwMode="auto">
            <a:xfrm>
              <a:off x="2976" y="816"/>
              <a:ext cx="2352" cy="1584"/>
              <a:chOff x="1104" y="912"/>
              <a:chExt cx="3195" cy="2352"/>
            </a:xfrm>
          </p:grpSpPr>
          <p:graphicFrame>
            <p:nvGraphicFramePr>
              <p:cNvPr id="14345" name="Object 23"/>
              <p:cNvGraphicFramePr/>
              <p:nvPr/>
            </p:nvGraphicFramePr>
            <p:xfrm>
              <a:off x="3504" y="912"/>
              <a:ext cx="528" cy="3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78" r:id="rId9" imgW="181610" imgH="122555" progId="Equation.DSMT4">
                      <p:embed/>
                    </p:oleObj>
                  </mc:Choice>
                  <mc:Fallback>
                    <p:oleObj r:id="rId9" imgW="181610" imgH="122555" progId="Equation.DSMT4">
                      <p:embed/>
                      <p:pic>
                        <p:nvPicPr>
                          <p:cNvPr id="0" name="Object 2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912"/>
                            <a:ext cx="528" cy="3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4346" name="Group 24"/>
              <p:cNvGrpSpPr/>
              <p:nvPr/>
            </p:nvGrpSpPr>
            <p:grpSpPr bwMode="auto">
              <a:xfrm>
                <a:off x="1104" y="1008"/>
                <a:ext cx="3195" cy="2256"/>
                <a:chOff x="1104" y="1008"/>
                <a:chExt cx="3195" cy="2256"/>
              </a:xfrm>
            </p:grpSpPr>
            <p:sp>
              <p:nvSpPr>
                <p:cNvPr id="14347" name="Line 25"/>
                <p:cNvSpPr>
                  <a:spLocks noChangeShapeType="1"/>
                </p:cNvSpPr>
                <p:nvPr/>
              </p:nvSpPr>
              <p:spPr bwMode="auto">
                <a:xfrm>
                  <a:off x="3744" y="1296"/>
                  <a:ext cx="0" cy="16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48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1680" y="1296"/>
                  <a:ext cx="206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4349" name="Group 27"/>
                <p:cNvGrpSpPr/>
                <p:nvPr/>
              </p:nvGrpSpPr>
              <p:grpSpPr bwMode="auto">
                <a:xfrm>
                  <a:off x="1104" y="1008"/>
                  <a:ext cx="3195" cy="2256"/>
                  <a:chOff x="1104" y="1008"/>
                  <a:chExt cx="3195" cy="2256"/>
                </a:xfrm>
              </p:grpSpPr>
              <p:grpSp>
                <p:nvGrpSpPr>
                  <p:cNvPr id="14350" name="Group 28"/>
                  <p:cNvGrpSpPr/>
                  <p:nvPr/>
                </p:nvGrpSpPr>
                <p:grpSpPr bwMode="auto">
                  <a:xfrm>
                    <a:off x="1104" y="1008"/>
                    <a:ext cx="3195" cy="2256"/>
                    <a:chOff x="1104" y="1008"/>
                    <a:chExt cx="3195" cy="2256"/>
                  </a:xfrm>
                </p:grpSpPr>
                <p:graphicFrame>
                  <p:nvGraphicFramePr>
                    <p:cNvPr id="14351" name="Object 29"/>
                    <p:cNvGraphicFramePr/>
                    <p:nvPr/>
                  </p:nvGraphicFramePr>
                  <p:xfrm>
                    <a:off x="4080" y="3024"/>
                    <a:ext cx="219" cy="24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4479" r:id="rId11" imgW="127000" imgH="139700" progId="Equation.DSMT4">
                            <p:embed/>
                          </p:oleObj>
                        </mc:Choice>
                        <mc:Fallback>
                          <p:oleObj r:id="rId11" imgW="127000" imgH="139700" progId="Equation.DSMT4">
                            <p:embed/>
                            <p:pic>
                              <p:nvPicPr>
                                <p:cNvPr id="0" name="Object 29"/>
                                <p:cNvPicPr>
                                  <a:picLocks noChangeArrowheads="1"/>
                                </p:cNvPicPr>
                                <p:nvPr/>
                              </p:nvPicPr>
                              <p:blipFill>
                                <a:blip r:embed="rId12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080" y="3024"/>
                                  <a:ext cx="219" cy="24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38100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4352" name="Object 30"/>
                    <p:cNvGraphicFramePr/>
                    <p:nvPr/>
                  </p:nvGraphicFramePr>
                  <p:xfrm>
                    <a:off x="1389" y="1008"/>
                    <a:ext cx="243" cy="28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4480" r:id="rId13" imgW="139700" imgH="165100" progId="Equation.DSMT4">
                            <p:embed/>
                          </p:oleObj>
                        </mc:Choice>
                        <mc:Fallback>
                          <p:oleObj r:id="rId13" imgW="139700" imgH="165100" progId="Equation.DSMT4">
                            <p:embed/>
                            <p:pic>
                              <p:nvPicPr>
                                <p:cNvPr id="0" name="Object 30"/>
                                <p:cNvPicPr>
                                  <a:picLocks noChangeArrowheads="1"/>
                                </p:cNvPicPr>
                                <p:nvPr/>
                              </p:nvPicPr>
                              <p:blipFill>
                                <a:blip r:embed="rId1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389" y="1008"/>
                                  <a:ext cx="243" cy="28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38100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4353" name="Object 31"/>
                    <p:cNvGraphicFramePr/>
                    <p:nvPr/>
                  </p:nvGraphicFramePr>
                  <p:xfrm>
                    <a:off x="1392" y="2880"/>
                    <a:ext cx="205" cy="24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4481" r:id="rId15" imgW="152400" imgH="177800" progId="Equation.DSMT4">
                            <p:embed/>
                          </p:oleObj>
                        </mc:Choice>
                        <mc:Fallback>
                          <p:oleObj r:id="rId15" imgW="152400" imgH="177800" progId="Equation.DSMT4">
                            <p:embed/>
                            <p:pic>
                              <p:nvPicPr>
                                <p:cNvPr id="0" name="Object 31"/>
                                <p:cNvPicPr>
                                  <a:picLocks noChangeArrowheads="1"/>
                                </p:cNvPicPr>
                                <p:nvPr/>
                              </p:nvPicPr>
                              <p:blipFill>
                                <a:blip r:embed="rId16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392" y="2880"/>
                                  <a:ext cx="205" cy="24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38100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4354" name="Object 32"/>
                    <p:cNvGraphicFramePr/>
                    <p:nvPr/>
                  </p:nvGraphicFramePr>
                  <p:xfrm>
                    <a:off x="2016" y="2976"/>
                    <a:ext cx="218" cy="24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4482" r:id="rId17" imgW="127000" imgH="139700" progId="Equation.DSMT4">
                            <p:embed/>
                          </p:oleObj>
                        </mc:Choice>
                        <mc:Fallback>
                          <p:oleObj r:id="rId17" imgW="127000" imgH="139700" progId="Equation.DSMT4">
                            <p:embed/>
                            <p:pic>
                              <p:nvPicPr>
                                <p:cNvPr id="0" name="Object 32"/>
                                <p:cNvPicPr>
                                  <a:picLocks noChangeArrowheads="1"/>
                                </p:cNvPicPr>
                                <p:nvPr/>
                              </p:nvPicPr>
                              <p:blipFill>
                                <a:blip r:embed="rId18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016" y="2976"/>
                                  <a:ext cx="218" cy="24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38100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4355" name="Object 33"/>
                    <p:cNvGraphicFramePr/>
                    <p:nvPr/>
                  </p:nvGraphicFramePr>
                  <p:xfrm>
                    <a:off x="3600" y="2976"/>
                    <a:ext cx="206" cy="28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4483" r:id="rId19" imgW="127000" imgH="177165" progId="Equation.DSMT4">
                            <p:embed/>
                          </p:oleObj>
                        </mc:Choice>
                        <mc:Fallback>
                          <p:oleObj r:id="rId19" imgW="127000" imgH="177165" progId="Equation.DSMT4">
                            <p:embed/>
                            <p:pic>
                              <p:nvPicPr>
                                <p:cNvPr id="0" name="Object 33"/>
                                <p:cNvPicPr>
                                  <a:picLocks noChangeArrowheads="1"/>
                                </p:cNvPicPr>
                                <p:nvPr/>
                              </p:nvPicPr>
                              <p:blipFill>
                                <a:blip r:embed="rId20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600" y="2976"/>
                                  <a:ext cx="206" cy="28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38100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4356" name="Object 34"/>
                    <p:cNvGraphicFramePr/>
                    <p:nvPr/>
                  </p:nvGraphicFramePr>
                  <p:xfrm>
                    <a:off x="1104" y="2079"/>
                    <a:ext cx="480" cy="33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4484" r:id="rId21" imgW="181610" imgH="122555" progId="Equation.DSMT4">
                            <p:embed/>
                          </p:oleObj>
                        </mc:Choice>
                        <mc:Fallback>
                          <p:oleObj r:id="rId21" imgW="181610" imgH="122555" progId="Equation.DSMT4">
                            <p:embed/>
                            <p:pic>
                              <p:nvPicPr>
                                <p:cNvPr id="0" name="Object 34"/>
                                <p:cNvPicPr>
                                  <a:picLocks noChangeArrowheads="1"/>
                                </p:cNvPicPr>
                                <p:nvPr/>
                              </p:nvPicPr>
                              <p:blipFill>
                                <a:blip r:embed="rId22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104" y="2079"/>
                                  <a:ext cx="480" cy="331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38100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4357" name="Object 35"/>
                    <p:cNvGraphicFramePr/>
                    <p:nvPr/>
                  </p:nvGraphicFramePr>
                  <p:xfrm>
                    <a:off x="1152" y="1296"/>
                    <a:ext cx="432" cy="29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4485" r:id="rId23" imgW="181610" imgH="122555" progId="Equation.DSMT4">
                            <p:embed/>
                          </p:oleObj>
                        </mc:Choice>
                        <mc:Fallback>
                          <p:oleObj r:id="rId23" imgW="181610" imgH="122555" progId="Equation.DSMT4">
                            <p:embed/>
                            <p:pic>
                              <p:nvPicPr>
                                <p:cNvPr id="0" name="Object 35"/>
                                <p:cNvPicPr>
                                  <a:picLocks noChangeArrowheads="1"/>
                                </p:cNvPicPr>
                                <p:nvPr/>
                              </p:nvPicPr>
                              <p:blipFill>
                                <a:blip r:embed="rId2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152" y="1296"/>
                                  <a:ext cx="432" cy="29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38100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14358" name="Group 36"/>
                  <p:cNvGrpSpPr/>
                  <p:nvPr/>
                </p:nvGrpSpPr>
                <p:grpSpPr bwMode="auto">
                  <a:xfrm>
                    <a:off x="1680" y="1152"/>
                    <a:ext cx="2592" cy="1776"/>
                    <a:chOff x="1680" y="1152"/>
                    <a:chExt cx="2592" cy="1776"/>
                  </a:xfrm>
                </p:grpSpPr>
                <p:sp>
                  <p:nvSpPr>
                    <p:cNvPr id="14359" name="Line 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80" y="2928"/>
                      <a:ext cx="25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360" name="Line 3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680" y="1152"/>
                      <a:ext cx="0" cy="177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361" name="Line 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80" y="2208"/>
                      <a:ext cx="4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prstDash val="lgDash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362" name="Line 4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60" y="1296"/>
                      <a:ext cx="1584" cy="91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prstDash val="lgDash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14363" name="Freeform 41"/>
                <p:cNvSpPr>
                  <a:spLocks noChangeArrowheads="1"/>
                </p:cNvSpPr>
                <p:nvPr/>
              </p:nvSpPr>
              <p:spPr bwMode="auto">
                <a:xfrm>
                  <a:off x="2160" y="1184"/>
                  <a:ext cx="1584" cy="1024"/>
                </a:xfrm>
                <a:custGeom>
                  <a:avLst/>
                  <a:gdLst>
                    <a:gd name="T0" fmla="*/ 0 w 1584"/>
                    <a:gd name="T1" fmla="*/ 1024 h 1024"/>
                    <a:gd name="T2" fmla="*/ 96 w 1584"/>
                    <a:gd name="T3" fmla="*/ 736 h 1024"/>
                    <a:gd name="T4" fmla="*/ 240 w 1584"/>
                    <a:gd name="T5" fmla="*/ 592 h 1024"/>
                    <a:gd name="T6" fmla="*/ 528 w 1584"/>
                    <a:gd name="T7" fmla="*/ 592 h 1024"/>
                    <a:gd name="T8" fmla="*/ 672 w 1584"/>
                    <a:gd name="T9" fmla="*/ 544 h 1024"/>
                    <a:gd name="T10" fmla="*/ 768 w 1584"/>
                    <a:gd name="T11" fmla="*/ 400 h 1024"/>
                    <a:gd name="T12" fmla="*/ 864 w 1584"/>
                    <a:gd name="T13" fmla="*/ 64 h 1024"/>
                    <a:gd name="T14" fmla="*/ 1200 w 1584"/>
                    <a:gd name="T15" fmla="*/ 16 h 1024"/>
                    <a:gd name="T16" fmla="*/ 1488 w 1584"/>
                    <a:gd name="T17" fmla="*/ 64 h 1024"/>
                    <a:gd name="T18" fmla="*/ 1584 w 1584"/>
                    <a:gd name="T19" fmla="*/ 112 h 10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84" h="1024">
                      <a:moveTo>
                        <a:pt x="0" y="1024"/>
                      </a:moveTo>
                      <a:cubicBezTo>
                        <a:pt x="28" y="916"/>
                        <a:pt x="56" y="808"/>
                        <a:pt x="96" y="736"/>
                      </a:cubicBezTo>
                      <a:cubicBezTo>
                        <a:pt x="136" y="664"/>
                        <a:pt x="168" y="616"/>
                        <a:pt x="240" y="592"/>
                      </a:cubicBezTo>
                      <a:cubicBezTo>
                        <a:pt x="312" y="568"/>
                        <a:pt x="456" y="600"/>
                        <a:pt x="528" y="592"/>
                      </a:cubicBezTo>
                      <a:cubicBezTo>
                        <a:pt x="600" y="584"/>
                        <a:pt x="632" y="576"/>
                        <a:pt x="672" y="544"/>
                      </a:cubicBezTo>
                      <a:cubicBezTo>
                        <a:pt x="712" y="512"/>
                        <a:pt x="736" y="480"/>
                        <a:pt x="768" y="400"/>
                      </a:cubicBezTo>
                      <a:cubicBezTo>
                        <a:pt x="800" y="320"/>
                        <a:pt x="792" y="128"/>
                        <a:pt x="864" y="64"/>
                      </a:cubicBezTo>
                      <a:cubicBezTo>
                        <a:pt x="936" y="0"/>
                        <a:pt x="1096" y="16"/>
                        <a:pt x="1200" y="16"/>
                      </a:cubicBezTo>
                      <a:cubicBezTo>
                        <a:pt x="1304" y="16"/>
                        <a:pt x="1424" y="48"/>
                        <a:pt x="1488" y="64"/>
                      </a:cubicBezTo>
                      <a:cubicBezTo>
                        <a:pt x="1552" y="80"/>
                        <a:pt x="1568" y="104"/>
                        <a:pt x="1584" y="112"/>
                      </a:cubicBezTo>
                    </a:path>
                  </a:pathLst>
                </a:custGeom>
                <a:noFill/>
                <a:ln w="9525">
                  <a:solidFill>
                    <a:srgbClr val="8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4364" name="Group 42"/>
              <p:cNvGrpSpPr/>
              <p:nvPr/>
            </p:nvGrpSpPr>
            <p:grpSpPr bwMode="auto">
              <a:xfrm>
                <a:off x="2160" y="1296"/>
                <a:ext cx="1584" cy="1632"/>
                <a:chOff x="2160" y="1296"/>
                <a:chExt cx="1584" cy="1632"/>
              </a:xfrm>
            </p:grpSpPr>
            <p:sp>
              <p:nvSpPr>
                <p:cNvPr id="14365" name="Rectangle 43" descr="宽上对角线"/>
                <p:cNvSpPr>
                  <a:spLocks noChangeArrowheads="1"/>
                </p:cNvSpPr>
                <p:nvPr/>
              </p:nvSpPr>
              <p:spPr bwMode="auto">
                <a:xfrm>
                  <a:off x="2160" y="2208"/>
                  <a:ext cx="1584" cy="720"/>
                </a:xfrm>
                <a:prstGeom prst="rect">
                  <a:avLst/>
                </a:prstGeom>
                <a:blipFill dpi="0" rotWithShape="0">
                  <a:blip r:embed="rId25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  <p:sp>
              <p:nvSpPr>
                <p:cNvPr id="14366" name="AutoShape 44" descr="宽上对角线"/>
                <p:cNvSpPr>
                  <a:spLocks noChangeArrowheads="1"/>
                </p:cNvSpPr>
                <p:nvPr/>
              </p:nvSpPr>
              <p:spPr bwMode="auto">
                <a:xfrm rot="-5400000">
                  <a:off x="2496" y="960"/>
                  <a:ext cx="912" cy="1584"/>
                </a:xfrm>
                <a:prstGeom prst="rtTriangle">
                  <a:avLst/>
                </a:prstGeom>
                <a:blipFill dpi="0" rotWithShape="0">
                  <a:blip r:embed="rId25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</p:grpSp>
      </p:grpSp>
      <p:grpSp>
        <p:nvGrpSpPr>
          <p:cNvPr id="14367" name="Group 54"/>
          <p:cNvGrpSpPr/>
          <p:nvPr/>
        </p:nvGrpSpPr>
        <p:grpSpPr bwMode="auto">
          <a:xfrm>
            <a:off x="457200" y="3962400"/>
            <a:ext cx="8305800" cy="2376488"/>
            <a:chOff x="288" y="2496"/>
            <a:chExt cx="5232" cy="1497"/>
          </a:xfrm>
        </p:grpSpPr>
        <p:grpSp>
          <p:nvGrpSpPr>
            <p:cNvPr id="14368" name="Group 45"/>
            <p:cNvGrpSpPr/>
            <p:nvPr/>
          </p:nvGrpSpPr>
          <p:grpSpPr bwMode="auto">
            <a:xfrm>
              <a:off x="288" y="2496"/>
              <a:ext cx="5232" cy="512"/>
              <a:chOff x="336" y="480"/>
              <a:chExt cx="5232" cy="512"/>
            </a:xfrm>
          </p:grpSpPr>
          <p:graphicFrame>
            <p:nvGraphicFramePr>
              <p:cNvPr id="14369" name="Object 46"/>
              <p:cNvGraphicFramePr/>
              <p:nvPr/>
            </p:nvGraphicFramePr>
            <p:xfrm>
              <a:off x="1488" y="480"/>
              <a:ext cx="1104" cy="5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86" r:id="rId26" imgW="850265" imgH="393700" progId="Equation.DSMT4">
                      <p:embed/>
                    </p:oleObj>
                  </mc:Choice>
                  <mc:Fallback>
                    <p:oleObj r:id="rId26" imgW="850265" imgH="393700" progId="Equation.DSMT4">
                      <p:embed/>
                      <p:pic>
                        <p:nvPicPr>
                          <p:cNvPr id="0" name="Object 4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8" y="480"/>
                            <a:ext cx="1104" cy="5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0" name="Object 47"/>
              <p:cNvGraphicFramePr/>
              <p:nvPr/>
            </p:nvGraphicFramePr>
            <p:xfrm>
              <a:off x="2976" y="480"/>
              <a:ext cx="2592" cy="4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87" r:id="rId28" imgW="2132965" imgH="393700" progId="Equation.DSMT4">
                      <p:embed/>
                    </p:oleObj>
                  </mc:Choice>
                  <mc:Fallback>
                    <p:oleObj r:id="rId28" imgW="2132965" imgH="393700" progId="Equation.DSMT4">
                      <p:embed/>
                      <p:pic>
                        <p:nvPicPr>
                          <p:cNvPr id="0" name="Object 4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6" y="480"/>
                            <a:ext cx="2592" cy="4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71" name="Rectangle 48"/>
              <p:cNvSpPr>
                <a:spLocks noChangeArrowheads="1"/>
              </p:cNvSpPr>
              <p:nvPr/>
            </p:nvSpPr>
            <p:spPr bwMode="auto">
              <a:xfrm>
                <a:off x="336" y="528"/>
                <a:ext cx="5088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en-US" altLang="zh-CN" i="0">
                    <a:latin typeface="Arial" panose="020B0604020202020204" pitchFamily="34" charset="0"/>
                    <a:sym typeface="Wingdings" panose="05000000000000000000" pitchFamily="2" charset="2"/>
                  </a:rPr>
                  <a:t> </a:t>
                </a:r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若取三点，                    并令                               </a:t>
                </a:r>
              </a:p>
            </p:txBody>
          </p:sp>
        </p:grpSp>
        <p:sp>
          <p:nvSpPr>
            <p:cNvPr id="14372" name="Rectangle 49"/>
            <p:cNvSpPr>
              <a:spLocks noChangeArrowheads="1"/>
            </p:cNvSpPr>
            <p:nvPr/>
          </p:nvSpPr>
          <p:spPr bwMode="auto">
            <a:xfrm>
              <a:off x="475" y="2928"/>
              <a:ext cx="3177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则可得</a:t>
              </a:r>
              <a:r>
                <a:rPr lang="en-US" altLang="zh-CN" i="0">
                  <a:solidFill>
                    <a:schemeClr val="tx1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Simpson</a:t>
              </a: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公式</a:t>
              </a:r>
              <a:r>
                <a:rPr lang="en-US" altLang="zh-CN" i="0">
                  <a:solidFill>
                    <a:schemeClr val="tx1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(</a:t>
              </a: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三点求积公式</a:t>
              </a:r>
              <a:r>
                <a:rPr lang="en-US" altLang="zh-CN" i="0">
                  <a:solidFill>
                    <a:schemeClr val="tx1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)</a:t>
              </a:r>
            </a:p>
          </p:txBody>
        </p:sp>
        <p:graphicFrame>
          <p:nvGraphicFramePr>
            <p:cNvPr id="14373" name="Object 50"/>
            <p:cNvGraphicFramePr/>
            <p:nvPr/>
          </p:nvGraphicFramePr>
          <p:xfrm>
            <a:off x="1104" y="3408"/>
            <a:ext cx="2976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88" r:id="rId30" imgW="1157605" imgH="221615" progId="Equation.DSMT4">
                    <p:embed/>
                  </p:oleObj>
                </mc:Choice>
                <mc:Fallback>
                  <p:oleObj r:id="rId30" imgW="1157605" imgH="221615" progId="Equation.DSMT4">
                    <p:embed/>
                    <p:pic>
                      <p:nvPicPr>
                        <p:cNvPr id="0" name="Object 5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408"/>
                          <a:ext cx="2976" cy="5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4374" name="Picture 55" descr="j0417874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5410200"/>
            <a:ext cx="16002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31"/>
          <p:cNvGrpSpPr/>
          <p:nvPr/>
        </p:nvGrpSpPr>
        <p:grpSpPr bwMode="auto">
          <a:xfrm>
            <a:off x="533400" y="533400"/>
            <a:ext cx="8001000" cy="2643188"/>
            <a:chOff x="336" y="336"/>
            <a:chExt cx="5040" cy="1665"/>
          </a:xfrm>
        </p:grpSpPr>
        <p:grpSp>
          <p:nvGrpSpPr>
            <p:cNvPr id="15362" name="Group 27"/>
            <p:cNvGrpSpPr/>
            <p:nvPr/>
          </p:nvGrpSpPr>
          <p:grpSpPr bwMode="auto">
            <a:xfrm>
              <a:off x="336" y="336"/>
              <a:ext cx="5040" cy="1093"/>
              <a:chOff x="384" y="384"/>
              <a:chExt cx="5040" cy="1093"/>
            </a:xfrm>
          </p:grpSpPr>
          <p:sp>
            <p:nvSpPr>
              <p:cNvPr id="15363" name="Rectangle 4"/>
              <p:cNvSpPr>
                <a:spLocks noChangeArrowheads="1"/>
              </p:cNvSpPr>
              <p:nvPr/>
            </p:nvSpPr>
            <p:spPr bwMode="auto">
              <a:xfrm>
                <a:off x="384" y="384"/>
                <a:ext cx="5040" cy="10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en-US" altLang="zh-CN" i="0">
                    <a:latin typeface="Arial" panose="020B0604020202020204" pitchFamily="34" charset="0"/>
                    <a:sym typeface="Wingdings" panose="05000000000000000000" pitchFamily="2" charset="2"/>
                  </a:rPr>
                  <a:t> </a:t>
                </a:r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一般地 ，取区间         内        个点                           </a:t>
                </a:r>
                <a:r>
                  <a:rPr lang="zh-CN" altLang="en-US" i="0">
                    <a:solidFill>
                      <a:schemeClr val="tx1"/>
                    </a:solidFill>
                  </a:rPr>
                  <a:t>处的高度                                      ，通过</a:t>
                </a:r>
                <a:r>
                  <a:rPr lang="zh-CN" altLang="en-US" i="0">
                    <a:solidFill>
                      <a:srgbClr val="0000CC"/>
                    </a:solidFill>
                  </a:rPr>
                  <a:t>加权平均</a:t>
                </a:r>
                <a:r>
                  <a:rPr lang="zh-CN" altLang="en-US" i="0">
                    <a:solidFill>
                      <a:schemeClr val="tx1"/>
                    </a:solidFill>
                  </a:rPr>
                  <a:t>的方法近似地得出平均高度            ，这类求积方法称为</a:t>
                </a:r>
                <a:r>
                  <a:rPr lang="zh-CN" altLang="en-US" i="0">
                    <a:solidFill>
                      <a:srgbClr val="990099"/>
                    </a:solidFill>
                  </a:rPr>
                  <a:t>机械求积</a:t>
                </a:r>
                <a:r>
                  <a:rPr lang="en-US" altLang="zh-CN" i="0">
                    <a:solidFill>
                      <a:srgbClr val="990099"/>
                    </a:solidFill>
                  </a:rPr>
                  <a:t>:</a:t>
                </a:r>
              </a:p>
            </p:txBody>
          </p:sp>
          <p:grpSp>
            <p:nvGrpSpPr>
              <p:cNvPr id="15364" name="Group 17"/>
              <p:cNvGrpSpPr/>
              <p:nvPr/>
            </p:nvGrpSpPr>
            <p:grpSpPr bwMode="auto">
              <a:xfrm>
                <a:off x="864" y="480"/>
                <a:ext cx="4080" cy="992"/>
                <a:chOff x="816" y="1824"/>
                <a:chExt cx="4080" cy="992"/>
              </a:xfrm>
            </p:grpSpPr>
            <p:grpSp>
              <p:nvGrpSpPr>
                <p:cNvPr id="15365" name="Group 16"/>
                <p:cNvGrpSpPr/>
                <p:nvPr/>
              </p:nvGrpSpPr>
              <p:grpSpPr bwMode="auto">
                <a:xfrm>
                  <a:off x="816" y="1824"/>
                  <a:ext cx="4080" cy="657"/>
                  <a:chOff x="816" y="1824"/>
                  <a:chExt cx="4080" cy="657"/>
                </a:xfrm>
              </p:grpSpPr>
              <p:graphicFrame>
                <p:nvGraphicFramePr>
                  <p:cNvPr id="15366" name="Object 5"/>
                  <p:cNvGraphicFramePr/>
                  <p:nvPr/>
                </p:nvGraphicFramePr>
                <p:xfrm>
                  <a:off x="2016" y="1824"/>
                  <a:ext cx="432" cy="30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5450" r:id="rId3" imgW="355600" imgH="254000" progId="Equation.DSMT4">
                          <p:embed/>
                        </p:oleObj>
                      </mc:Choice>
                      <mc:Fallback>
                        <p:oleObj r:id="rId3" imgW="355600" imgH="254000" progId="Equation.DSMT4">
                          <p:embed/>
                          <p:pic>
                            <p:nvPicPr>
                              <p:cNvPr id="0" name="Object 5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016" y="1824"/>
                                <a:ext cx="432" cy="30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pSp>
                <p:nvGrpSpPr>
                  <p:cNvPr id="15367" name="Group 15"/>
                  <p:cNvGrpSpPr/>
                  <p:nvPr/>
                </p:nvGrpSpPr>
                <p:grpSpPr bwMode="auto">
                  <a:xfrm>
                    <a:off x="2688" y="1824"/>
                    <a:ext cx="2208" cy="336"/>
                    <a:chOff x="2832" y="576"/>
                    <a:chExt cx="2342" cy="330"/>
                  </a:xfrm>
                </p:grpSpPr>
                <p:graphicFrame>
                  <p:nvGraphicFramePr>
                    <p:cNvPr id="15368" name="Object 6"/>
                    <p:cNvGraphicFramePr/>
                    <p:nvPr/>
                  </p:nvGraphicFramePr>
                  <p:xfrm>
                    <a:off x="2832" y="576"/>
                    <a:ext cx="384" cy="224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5451" r:id="rId5" imgW="304165" imgH="177800" progId="Equation.DSMT4">
                            <p:embed/>
                          </p:oleObj>
                        </mc:Choice>
                        <mc:Fallback>
                          <p:oleObj r:id="rId5" imgW="304165" imgH="177800" progId="Equation.DSMT4">
                            <p:embed/>
                            <p:pic>
                              <p:nvPicPr>
                                <p:cNvPr id="0" name="Object 6"/>
                                <p:cNvPicPr>
                                  <a:picLocks noChangeArrowheads="1"/>
                                </p:cNvPicPr>
                                <p:nvPr/>
                              </p:nvPicPr>
                              <p:blipFill>
                                <a:blip r:embed="rId6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32" y="576"/>
                                  <a:ext cx="384" cy="224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38100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5369" name="Object 7"/>
                    <p:cNvGraphicFramePr/>
                    <p:nvPr/>
                  </p:nvGraphicFramePr>
                  <p:xfrm>
                    <a:off x="3675" y="576"/>
                    <a:ext cx="1499" cy="33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5452" r:id="rId7" imgW="1154430" imgH="254000" progId="Equation.DSMT4">
                            <p:embed/>
                          </p:oleObj>
                        </mc:Choice>
                        <mc:Fallback>
                          <p:oleObj r:id="rId7" imgW="1154430" imgH="254000" progId="Equation.DSMT4">
                            <p:embed/>
                            <p:pic>
                              <p:nvPicPr>
                                <p:cNvPr id="0" name="Object 7"/>
                                <p:cNvPicPr>
                                  <a:picLocks noChangeArrowheads="1"/>
                                </p:cNvPicPr>
                                <p:nvPr/>
                              </p:nvPicPr>
                              <p:blipFill>
                                <a:blip r:embed="rId8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675" y="576"/>
                                  <a:ext cx="1499" cy="33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38100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aphicFrame>
                <p:nvGraphicFramePr>
                  <p:cNvPr id="15370" name="Object 8"/>
                  <p:cNvGraphicFramePr/>
                  <p:nvPr/>
                </p:nvGraphicFramePr>
                <p:xfrm>
                  <a:off x="816" y="2160"/>
                  <a:ext cx="1728" cy="32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5453" r:id="rId9" imgW="1370330" imgH="254000" progId="Equation.DSMT4">
                          <p:embed/>
                        </p:oleObj>
                      </mc:Choice>
                      <mc:Fallback>
                        <p:oleObj r:id="rId9" imgW="1370330" imgH="254000" progId="Equation.DSMT4">
                          <p:embed/>
                          <p:pic>
                            <p:nvPicPr>
                              <p:cNvPr id="0" name="Object 8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16" y="2160"/>
                                <a:ext cx="1728" cy="32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15371" name="Object 9"/>
                <p:cNvGraphicFramePr/>
                <p:nvPr/>
              </p:nvGraphicFramePr>
              <p:xfrm>
                <a:off x="1392" y="2496"/>
                <a:ext cx="480" cy="3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454" r:id="rId11" imgW="380365" imgH="254000" progId="Equation.DSMT4">
                        <p:embed/>
                      </p:oleObj>
                    </mc:Choice>
                    <mc:Fallback>
                      <p:oleObj r:id="rId11" imgW="380365" imgH="254000" progId="Equation.DSMT4">
                        <p:embed/>
                        <p:pic>
                          <p:nvPicPr>
                            <p:cNvPr id="0" name="Object 9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92" y="2496"/>
                              <a:ext cx="480" cy="32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15372" name="Object 13"/>
            <p:cNvGraphicFramePr/>
            <p:nvPr/>
          </p:nvGraphicFramePr>
          <p:xfrm>
            <a:off x="1728" y="1440"/>
            <a:ext cx="2496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55" r:id="rId13" imgW="975995" imgH="215265" progId="Equation.DSMT4">
                    <p:embed/>
                  </p:oleObj>
                </mc:Choice>
                <mc:Fallback>
                  <p:oleObj r:id="rId13" imgW="975995" imgH="215265" progId="Equation.DSMT4">
                    <p:embed/>
                    <p:pic>
                      <p:nvPicPr>
                        <p:cNvPr id="0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440"/>
                          <a:ext cx="2496" cy="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5373" name="Picture 19" descr="MCj02153170000[1]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5181600"/>
            <a:ext cx="110966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374" name="Group 32"/>
          <p:cNvGrpSpPr/>
          <p:nvPr/>
        </p:nvGrpSpPr>
        <p:grpSpPr bwMode="auto">
          <a:xfrm>
            <a:off x="304800" y="2895600"/>
            <a:ext cx="8534400" cy="1752600"/>
            <a:chOff x="192" y="1824"/>
            <a:chExt cx="5376" cy="1104"/>
          </a:xfrm>
        </p:grpSpPr>
        <p:sp>
          <p:nvSpPr>
            <p:cNvPr id="15375" name="Rectangle 20"/>
            <p:cNvSpPr>
              <a:spLocks noRot="1" noChangeArrowheads="1"/>
            </p:cNvSpPr>
            <p:nvPr/>
          </p:nvSpPr>
          <p:spPr bwMode="auto">
            <a:xfrm>
              <a:off x="384" y="1872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zh-CN" altLang="en-US" i="0">
                  <a:solidFill>
                    <a:srgbClr val="660066"/>
                  </a:solidFill>
                  <a:latin typeface="楷体_GB2312" pitchFamily="49" charset="-122"/>
                </a:rPr>
                <a:t>或写成</a:t>
              </a:r>
              <a:r>
                <a:rPr lang="en-US" altLang="zh-CN" i="0">
                  <a:solidFill>
                    <a:srgbClr val="660066"/>
                  </a:solidFill>
                  <a:latin typeface="楷体_GB2312" pitchFamily="49" charset="-122"/>
                </a:rPr>
                <a:t>:</a:t>
              </a:r>
              <a:endParaRPr lang="en-US" altLang="zh-CN" i="0">
                <a:solidFill>
                  <a:srgbClr val="660066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6" name="AutoShape 23"/>
            <p:cNvSpPr>
              <a:spLocks noChangeArrowheads="1"/>
            </p:cNvSpPr>
            <p:nvPr/>
          </p:nvSpPr>
          <p:spPr bwMode="auto">
            <a:xfrm>
              <a:off x="192" y="2400"/>
              <a:ext cx="1488" cy="432"/>
            </a:xfrm>
            <a:prstGeom prst="wedgeEllipseCallout">
              <a:avLst>
                <a:gd name="adj1" fmla="val 64315"/>
                <a:gd name="adj2" fmla="val -83565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chemeClr val="tx2"/>
                  </a:solidFill>
                </a:rPr>
                <a:t>机械求积</a:t>
              </a:r>
              <a:r>
                <a:rPr lang="zh-CN" altLang="en-US" i="0">
                  <a:solidFill>
                    <a:schemeClr val="tx2"/>
                  </a:solidFill>
                  <a:sym typeface="Symbol" panose="05050102010706020507" pitchFamily="18" charset="2"/>
                </a:rPr>
                <a:t>公式</a:t>
              </a:r>
            </a:p>
          </p:txBody>
        </p:sp>
        <p:sp>
          <p:nvSpPr>
            <p:cNvPr id="15377" name="AutoShape 24"/>
            <p:cNvSpPr>
              <a:spLocks noChangeArrowheads="1"/>
            </p:cNvSpPr>
            <p:nvPr/>
          </p:nvSpPr>
          <p:spPr bwMode="auto">
            <a:xfrm>
              <a:off x="3840" y="2496"/>
              <a:ext cx="1488" cy="432"/>
            </a:xfrm>
            <a:prstGeom prst="wedgeEllipseCallout">
              <a:avLst>
                <a:gd name="adj1" fmla="val -86356"/>
                <a:gd name="adj2" fmla="val -79167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/>
              <a:r>
                <a:rPr lang="zh-CN" altLang="en-US" i="0">
                  <a:solidFill>
                    <a:srgbClr val="0000CC"/>
                  </a:solidFill>
                </a:rPr>
                <a:t>求积系数</a:t>
              </a:r>
              <a:r>
                <a:rPr lang="zh-CN" altLang="en-US" sz="2800" i="0">
                  <a:solidFill>
                    <a:srgbClr val="0000CC"/>
                  </a:solidFill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15378" name="AutoShape 25"/>
            <p:cNvSpPr>
              <a:spLocks noChangeArrowheads="1"/>
            </p:cNvSpPr>
            <p:nvPr/>
          </p:nvSpPr>
          <p:spPr bwMode="auto">
            <a:xfrm>
              <a:off x="4272" y="1824"/>
              <a:ext cx="1296" cy="432"/>
            </a:xfrm>
            <a:prstGeom prst="wedgeEllipseCallout">
              <a:avLst>
                <a:gd name="adj1" fmla="val -88579"/>
                <a:gd name="adj2" fmla="val 46759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/>
              <a:r>
                <a:rPr lang="zh-CN" altLang="en-US" i="0">
                  <a:solidFill>
                    <a:srgbClr val="0000CC"/>
                  </a:solidFill>
                  <a:latin typeface="楷体_GB2312" pitchFamily="49" charset="-122"/>
                </a:rPr>
                <a:t>求积节点</a:t>
              </a:r>
              <a:r>
                <a:rPr lang="zh-CN" altLang="en-US" sz="2800" i="0">
                  <a:solidFill>
                    <a:srgbClr val="0000CC"/>
                  </a:solidFill>
                  <a:latin typeface="楷体_GB2312" pitchFamily="49" charset="-122"/>
                </a:rPr>
                <a:t> </a:t>
              </a:r>
            </a:p>
          </p:txBody>
        </p:sp>
        <p:graphicFrame>
          <p:nvGraphicFramePr>
            <p:cNvPr id="15379" name="Object 26"/>
            <p:cNvGraphicFramePr/>
            <p:nvPr/>
          </p:nvGraphicFramePr>
          <p:xfrm>
            <a:off x="1872" y="1968"/>
            <a:ext cx="2112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56" r:id="rId16" imgW="774065" imgH="215265" progId="Equation.DSMT4">
                    <p:embed/>
                  </p:oleObj>
                </mc:Choice>
                <mc:Fallback>
                  <p:oleObj r:id="rId16" imgW="774065" imgH="215265" progId="Equation.DSMT4">
                    <p:embed/>
                    <p:pic>
                      <p:nvPicPr>
                        <p:cNvPr id="0" name="Object 2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968"/>
                          <a:ext cx="2112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80" name="Group 37"/>
          <p:cNvGrpSpPr/>
          <p:nvPr/>
        </p:nvGrpSpPr>
        <p:grpSpPr bwMode="auto">
          <a:xfrm>
            <a:off x="609600" y="4495800"/>
            <a:ext cx="6934200" cy="1841500"/>
            <a:chOff x="384" y="2832"/>
            <a:chExt cx="4368" cy="1160"/>
          </a:xfrm>
        </p:grpSpPr>
        <p:sp>
          <p:nvSpPr>
            <p:cNvPr id="15381" name="Rectangle 33"/>
            <p:cNvSpPr>
              <a:spLocks noChangeArrowheads="1"/>
            </p:cNvSpPr>
            <p:nvPr/>
          </p:nvSpPr>
          <p:spPr bwMode="auto">
            <a:xfrm>
              <a:off x="384" y="2976"/>
              <a:ext cx="1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rgbClr val="000066"/>
                  </a:solidFill>
                  <a:latin typeface="Arial" panose="020B0604020202020204" pitchFamily="34" charset="0"/>
                </a:rPr>
                <a:t>记求积公式为</a:t>
              </a:r>
            </a:p>
          </p:txBody>
        </p:sp>
        <p:graphicFrame>
          <p:nvGraphicFramePr>
            <p:cNvPr id="15382" name="Object 34"/>
            <p:cNvGraphicFramePr/>
            <p:nvPr/>
          </p:nvGraphicFramePr>
          <p:xfrm>
            <a:off x="2112" y="2832"/>
            <a:ext cx="1392" cy="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57" r:id="rId18" imgW="523875" imgH="215265" progId="Equation.DSMT4">
                    <p:embed/>
                  </p:oleObj>
                </mc:Choice>
                <mc:Fallback>
                  <p:oleObj r:id="rId18" imgW="523875" imgH="215265" progId="Equation.DSMT4">
                    <p:embed/>
                    <p:pic>
                      <p:nvPicPr>
                        <p:cNvPr id="0" name="Object 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832"/>
                          <a:ext cx="1392" cy="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3" name="Object 35"/>
            <p:cNvGraphicFramePr/>
            <p:nvPr/>
          </p:nvGraphicFramePr>
          <p:xfrm>
            <a:off x="1344" y="3456"/>
            <a:ext cx="3408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58" r:id="rId20" imgW="1410970" imgH="215265" progId="Equation.DSMT4">
                    <p:embed/>
                  </p:oleObj>
                </mc:Choice>
                <mc:Fallback>
                  <p:oleObj r:id="rId20" imgW="1410970" imgH="215265" progId="Equation.DSMT4">
                    <p:embed/>
                    <p:pic>
                      <p:nvPicPr>
                        <p:cNvPr id="0" name="Object 3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456"/>
                          <a:ext cx="3408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4" name="Rectangle 36"/>
            <p:cNvSpPr>
              <a:spLocks noChangeArrowheads="1"/>
            </p:cNvSpPr>
            <p:nvPr/>
          </p:nvSpPr>
          <p:spPr bwMode="auto">
            <a:xfrm>
              <a:off x="384" y="3552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i="0">
                  <a:solidFill>
                    <a:srgbClr val="000066"/>
                  </a:solidFill>
                  <a:latin typeface="Arial" panose="020B0604020202020204" pitchFamily="34" charset="0"/>
                </a:rPr>
                <a:t>余项为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6"/>
          <p:cNvSpPr>
            <a:spLocks noChangeArrowheads="1"/>
          </p:cNvSpPr>
          <p:nvPr/>
        </p:nvSpPr>
        <p:spPr bwMode="auto">
          <a:xfrm>
            <a:off x="1219200" y="1066800"/>
            <a:ext cx="641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i="0">
                <a:solidFill>
                  <a:schemeClr val="tx1"/>
                </a:solidFill>
                <a:latin typeface="Arial" panose="020B0604020202020204" pitchFamily="34" charset="0"/>
              </a:rPr>
              <a:t>构造或确定一个求积公式，要解决的问题包括</a:t>
            </a:r>
            <a:r>
              <a:rPr lang="en-US" altLang="zh-CN" i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16386" name="Picture 13" descr="MMj0323765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52400"/>
            <a:ext cx="11969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88" name="Group 8"/>
          <p:cNvGrpSpPr/>
          <p:nvPr/>
        </p:nvGrpSpPr>
        <p:grpSpPr bwMode="auto">
          <a:xfrm>
            <a:off x="1524000" y="1981200"/>
            <a:ext cx="4851400" cy="609600"/>
            <a:chOff x="576" y="1104"/>
            <a:chExt cx="3056" cy="384"/>
          </a:xfrm>
        </p:grpSpPr>
        <p:sp>
          <p:nvSpPr>
            <p:cNvPr id="16389" name="Rectangle 9"/>
            <p:cNvSpPr>
              <a:spLocks noChangeArrowheads="1"/>
            </p:cNvSpPr>
            <p:nvPr/>
          </p:nvSpPr>
          <p:spPr bwMode="auto">
            <a:xfrm>
              <a:off x="576" y="1152"/>
              <a:ext cx="30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i="0">
                  <a:solidFill>
                    <a:srgbClr val="660066"/>
                  </a:solidFill>
                  <a:latin typeface="Arial" panose="020B0604020202020204" pitchFamily="34" charset="0"/>
                </a:rPr>
                <a:t>(i)</a:t>
              </a:r>
              <a:r>
                <a:rPr lang="en-US" altLang="zh-CN" i="0">
                  <a:solidFill>
                    <a:schemeClr val="tx1"/>
                  </a:solidFill>
                  <a:latin typeface="Arial" panose="020B0604020202020204" pitchFamily="34" charset="0"/>
                </a:rPr>
                <a:t>   </a:t>
              </a:r>
              <a:r>
                <a:rPr lang="zh-CN" altLang="en-US" i="0">
                  <a:solidFill>
                    <a:srgbClr val="000066"/>
                  </a:solidFill>
                  <a:latin typeface="Arial" panose="020B0604020202020204" pitchFamily="34" charset="0"/>
                </a:rPr>
                <a:t>确定求积系数</a:t>
              </a:r>
              <a:r>
                <a:rPr lang="zh-CN" altLang="en-US">
                  <a:solidFill>
                    <a:srgbClr val="000066"/>
                  </a:solidFill>
                  <a:latin typeface="Arial" panose="020B0604020202020204" pitchFamily="34" charset="0"/>
                </a:rPr>
                <a:t>     </a:t>
              </a:r>
              <a:r>
                <a:rPr lang="zh-CN" altLang="en-US" i="0">
                  <a:solidFill>
                    <a:srgbClr val="000066"/>
                  </a:solidFill>
                  <a:latin typeface="Arial" panose="020B0604020202020204" pitchFamily="34" charset="0"/>
                </a:rPr>
                <a:t>和求积节点</a:t>
              </a:r>
              <a:r>
                <a:rPr lang="zh-CN" altLang="en-US" i="0">
                  <a:solidFill>
                    <a:srgbClr val="000099"/>
                  </a:solidFill>
                  <a:latin typeface="Arial" panose="020B0604020202020204" pitchFamily="34" charset="0"/>
                </a:rPr>
                <a:t>    </a:t>
              </a:r>
            </a:p>
          </p:txBody>
        </p:sp>
        <p:graphicFrame>
          <p:nvGraphicFramePr>
            <p:cNvPr id="16390" name="Object 10"/>
            <p:cNvGraphicFramePr/>
            <p:nvPr/>
          </p:nvGraphicFramePr>
          <p:xfrm>
            <a:off x="2154" y="1152"/>
            <a:ext cx="2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1" r:id="rId4" imgW="190500" imgH="228600" progId="Equation.DSMT4">
                    <p:embed/>
                  </p:oleObj>
                </mc:Choice>
                <mc:Fallback>
                  <p:oleObj r:id="rId4" imgW="190500" imgH="228600" progId="Equation.DSMT4">
                    <p:embed/>
                    <p:pic>
                      <p:nvPicPr>
                        <p:cNvPr id="0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4" y="1152"/>
                          <a:ext cx="24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1" name="Object 11"/>
            <p:cNvGraphicFramePr/>
            <p:nvPr/>
          </p:nvGraphicFramePr>
          <p:xfrm>
            <a:off x="3326" y="1104"/>
            <a:ext cx="29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2" r:id="rId6" imgW="203200" imgH="228600" progId="Equation.DSMT4">
                    <p:embed/>
                  </p:oleObj>
                </mc:Choice>
                <mc:Fallback>
                  <p:oleObj r:id="rId6" imgW="203200" imgH="228600" progId="Equation.DSMT4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6" y="1104"/>
                          <a:ext cx="298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92" name="Rectangle 12"/>
          <p:cNvSpPr>
            <a:spLocks noChangeArrowheads="1"/>
          </p:cNvSpPr>
          <p:nvPr/>
        </p:nvSpPr>
        <p:spPr bwMode="auto">
          <a:xfrm>
            <a:off x="1524000" y="3657600"/>
            <a:ext cx="571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i="0" dirty="0">
                <a:solidFill>
                  <a:srgbClr val="660066"/>
                </a:solidFill>
                <a:latin typeface="Arial" panose="020B0604020202020204" pitchFamily="34" charset="0"/>
              </a:rPr>
              <a:t>(iii)</a:t>
            </a:r>
            <a:r>
              <a:rPr lang="en-US" altLang="zh-CN" i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zh-CN" altLang="en-US" i="0" dirty="0">
                <a:solidFill>
                  <a:srgbClr val="000066"/>
                </a:solidFill>
                <a:latin typeface="Arial" panose="020B0604020202020204" pitchFamily="34" charset="0"/>
              </a:rPr>
              <a:t>求积公式的误差估计和收敛性分析。</a:t>
            </a:r>
          </a:p>
        </p:txBody>
      </p:sp>
      <p:sp>
        <p:nvSpPr>
          <p:cNvPr id="16393" name="Rectangle 16"/>
          <p:cNvSpPr>
            <a:spLocks noChangeArrowheads="1"/>
          </p:cNvSpPr>
          <p:nvPr/>
        </p:nvSpPr>
        <p:spPr bwMode="auto">
          <a:xfrm>
            <a:off x="1524000" y="2819400"/>
            <a:ext cx="525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0" dirty="0">
                <a:solidFill>
                  <a:srgbClr val="660066"/>
                </a:solidFill>
                <a:latin typeface="Arial" panose="020B0604020202020204" pitchFamily="34" charset="0"/>
              </a:rPr>
              <a:t>(ii)  </a:t>
            </a:r>
            <a:r>
              <a:rPr lang="zh-CN" altLang="en-US" i="0" dirty="0">
                <a:solidFill>
                  <a:srgbClr val="000099"/>
                </a:solidFill>
                <a:latin typeface="Arial" panose="020B0604020202020204" pitchFamily="34" charset="0"/>
              </a:rPr>
              <a:t>确定衡量求积公式好坏的标准；</a:t>
            </a:r>
          </a:p>
        </p:txBody>
      </p:sp>
      <p:pic>
        <p:nvPicPr>
          <p:cNvPr id="16394" name="Picture 17" descr="j041795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800600"/>
            <a:ext cx="7848600" cy="160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/>
      <p:bldP spid="1639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9" name="Group 93"/>
          <p:cNvGrpSpPr/>
          <p:nvPr/>
        </p:nvGrpSpPr>
        <p:grpSpPr bwMode="auto">
          <a:xfrm>
            <a:off x="533400" y="1219200"/>
            <a:ext cx="8229600" cy="2260600"/>
            <a:chOff x="336" y="768"/>
            <a:chExt cx="5184" cy="1424"/>
          </a:xfrm>
        </p:grpSpPr>
        <p:sp>
          <p:nvSpPr>
            <p:cNvPr id="17410" name="Rectangle 3"/>
            <p:cNvSpPr>
              <a:spLocks noChangeArrowheads="1"/>
            </p:cNvSpPr>
            <p:nvPr/>
          </p:nvSpPr>
          <p:spPr bwMode="auto">
            <a:xfrm>
              <a:off x="384" y="768"/>
              <a:ext cx="5136" cy="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 i="0">
                  <a:solidFill>
                    <a:srgbClr val="FF33CC"/>
                  </a:solidFill>
                </a:rPr>
                <a:t>定义</a:t>
              </a:r>
              <a:r>
                <a:rPr lang="en-US" altLang="zh-CN" i="0">
                  <a:solidFill>
                    <a:srgbClr val="FF33CC"/>
                  </a:solidFill>
                </a:rPr>
                <a:t>1       </a:t>
              </a: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称求积公式                         具有</a:t>
              </a:r>
              <a:r>
                <a:rPr lang="en-US" altLang="zh-CN" i="0">
                  <a:solidFill>
                    <a:schemeClr val="tx1"/>
                  </a:solidFill>
                  <a:latin typeface="Arial" panose="020B0604020202020204" pitchFamily="34" charset="0"/>
                </a:rPr>
                <a:t>m</a:t>
              </a: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次代数精度</a:t>
              </a:r>
              <a:r>
                <a:rPr lang="en-US" altLang="zh-CN" i="0">
                  <a:solidFill>
                    <a:schemeClr val="tx1"/>
                  </a:solidFill>
                  <a:latin typeface="Arial" panose="020B0604020202020204" pitchFamily="34" charset="0"/>
                </a:rPr>
                <a:t>,  </a:t>
              </a: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如果它满足如下两个条件</a:t>
              </a:r>
              <a:r>
                <a:rPr lang="en-US" altLang="zh-CN" i="0">
                  <a:solidFill>
                    <a:schemeClr val="tx1"/>
                  </a:solidFill>
                  <a:latin typeface="Arial" panose="020B0604020202020204" pitchFamily="34" charset="0"/>
                </a:rPr>
                <a:t>:</a:t>
              </a:r>
            </a:p>
          </p:txBody>
        </p:sp>
        <p:graphicFrame>
          <p:nvGraphicFramePr>
            <p:cNvPr id="17411" name="Object 6"/>
            <p:cNvGraphicFramePr/>
            <p:nvPr/>
          </p:nvGraphicFramePr>
          <p:xfrm>
            <a:off x="2304" y="768"/>
            <a:ext cx="1200" cy="5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80" r:id="rId3" imgW="523875" imgH="215265" progId="Equation.DSMT4">
                    <p:embed/>
                  </p:oleObj>
                </mc:Choice>
                <mc:Fallback>
                  <p:oleObj r:id="rId3" imgW="523875" imgH="215265" progId="Equation.DSMT4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768"/>
                          <a:ext cx="1200" cy="5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2" name="Rectangle 7"/>
            <p:cNvSpPr>
              <a:spLocks noChangeArrowheads="1"/>
            </p:cNvSpPr>
            <p:nvPr/>
          </p:nvSpPr>
          <p:spPr bwMode="auto">
            <a:xfrm>
              <a:off x="384" y="1488"/>
              <a:ext cx="36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i="0">
                  <a:solidFill>
                    <a:srgbClr val="FF0066"/>
                  </a:solidFill>
                  <a:latin typeface="Arial" panose="020B0604020202020204" pitchFamily="34" charset="0"/>
                </a:rPr>
                <a:t>(</a:t>
              </a:r>
              <a:r>
                <a:rPr lang="en-US" altLang="zh-CN">
                  <a:solidFill>
                    <a:srgbClr val="FF0066"/>
                  </a:solidFill>
                  <a:latin typeface="Arial" panose="020B0604020202020204" pitchFamily="34" charset="0"/>
                </a:rPr>
                <a:t>i</a:t>
              </a:r>
              <a:r>
                <a:rPr lang="en-US" altLang="zh-CN" i="0">
                  <a:solidFill>
                    <a:srgbClr val="FF0066"/>
                  </a:solidFill>
                  <a:latin typeface="Arial" panose="020B0604020202020204" pitchFamily="34" charset="0"/>
                </a:rPr>
                <a:t>)  </a:t>
              </a:r>
              <a:r>
                <a:rPr lang="zh-CN" altLang="en-US" i="0">
                  <a:solidFill>
                    <a:srgbClr val="000099"/>
                  </a:solidFill>
                  <a:latin typeface="Arial" panose="020B0604020202020204" pitchFamily="34" charset="0"/>
                </a:rPr>
                <a:t>对所有次数≤</a:t>
              </a:r>
              <a:r>
                <a:rPr lang="en-US" altLang="zh-CN" i="0">
                  <a:solidFill>
                    <a:srgbClr val="000099"/>
                  </a:solidFill>
                  <a:latin typeface="Arial" panose="020B0604020202020204" pitchFamily="34" charset="0"/>
                </a:rPr>
                <a:t>m</a:t>
              </a:r>
              <a:r>
                <a:rPr lang="zh-CN" altLang="en-US" i="0">
                  <a:solidFill>
                    <a:srgbClr val="000099"/>
                  </a:solidFill>
                  <a:latin typeface="Arial" panose="020B0604020202020204" pitchFamily="34" charset="0"/>
                </a:rPr>
                <a:t>次的多项式          </a:t>
              </a:r>
              <a:r>
                <a:rPr lang="en-US" altLang="zh-CN" i="0">
                  <a:solidFill>
                    <a:srgbClr val="000099"/>
                  </a:solidFill>
                  <a:latin typeface="Arial" panose="020B0604020202020204" pitchFamily="34" charset="0"/>
                </a:rPr>
                <a:t>, </a:t>
              </a:r>
              <a:r>
                <a:rPr lang="zh-CN" altLang="en-US" i="0">
                  <a:solidFill>
                    <a:srgbClr val="000099"/>
                  </a:solidFill>
                  <a:latin typeface="Arial" panose="020B0604020202020204" pitchFamily="34" charset="0"/>
                </a:rPr>
                <a:t>有</a:t>
              </a:r>
            </a:p>
          </p:txBody>
        </p:sp>
        <p:grpSp>
          <p:nvGrpSpPr>
            <p:cNvPr id="17413" name="Group 16"/>
            <p:cNvGrpSpPr/>
            <p:nvPr/>
          </p:nvGrpSpPr>
          <p:grpSpPr bwMode="auto">
            <a:xfrm>
              <a:off x="2976" y="1488"/>
              <a:ext cx="1645" cy="299"/>
              <a:chOff x="3024" y="1824"/>
              <a:chExt cx="1645" cy="299"/>
            </a:xfrm>
          </p:grpSpPr>
          <p:graphicFrame>
            <p:nvGraphicFramePr>
              <p:cNvPr id="17414" name="Object 8"/>
              <p:cNvGraphicFramePr/>
              <p:nvPr/>
            </p:nvGraphicFramePr>
            <p:xfrm>
              <a:off x="3024" y="1824"/>
              <a:ext cx="528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81" r:id="rId5" imgW="406400" imgH="228600" progId="Equation.DSMT4">
                      <p:embed/>
                    </p:oleObj>
                  </mc:Choice>
                  <mc:Fallback>
                    <p:oleObj r:id="rId5" imgW="406400" imgH="228600" progId="Equation.DSMT4">
                      <p:embed/>
                      <p:pic>
                        <p:nvPicPr>
                          <p:cNvPr id="0" name="Object 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4" y="1824"/>
                            <a:ext cx="528" cy="2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15" name="Object 9"/>
              <p:cNvGraphicFramePr/>
              <p:nvPr/>
            </p:nvGraphicFramePr>
            <p:xfrm>
              <a:off x="3840" y="1824"/>
              <a:ext cx="829" cy="2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82" r:id="rId7" imgW="318770" imgH="109220" progId="Equation.DSMT4">
                      <p:embed/>
                    </p:oleObj>
                  </mc:Choice>
                  <mc:Fallback>
                    <p:oleObj r:id="rId7" imgW="318770" imgH="109220" progId="Equation.DSMT4">
                      <p:embed/>
                      <p:pic>
                        <p:nvPicPr>
                          <p:cNvPr id="0" name="Object 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1824"/>
                            <a:ext cx="829" cy="2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7416" name="Rectangle 10"/>
            <p:cNvSpPr>
              <a:spLocks noChangeArrowheads="1"/>
            </p:cNvSpPr>
            <p:nvPr/>
          </p:nvSpPr>
          <p:spPr bwMode="auto">
            <a:xfrm>
              <a:off x="336" y="1824"/>
              <a:ext cx="321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5000"/>
                </a:lnSpc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 i="0">
                  <a:solidFill>
                    <a:srgbClr val="FF0066"/>
                  </a:solidFill>
                  <a:latin typeface="Arial" panose="020B0604020202020204" pitchFamily="34" charset="0"/>
                </a:rPr>
                <a:t>(</a:t>
              </a:r>
              <a:r>
                <a:rPr lang="en-US" altLang="zh-CN">
                  <a:solidFill>
                    <a:srgbClr val="FF0066"/>
                  </a:solidFill>
                  <a:latin typeface="Arial" panose="020B0604020202020204" pitchFamily="34" charset="0"/>
                </a:rPr>
                <a:t>ii</a:t>
              </a:r>
              <a:r>
                <a:rPr lang="en-US" altLang="zh-CN" i="0">
                  <a:solidFill>
                    <a:srgbClr val="FF0066"/>
                  </a:solidFill>
                  <a:latin typeface="Arial" panose="020B0604020202020204" pitchFamily="34" charset="0"/>
                </a:rPr>
                <a:t>)  </a:t>
              </a:r>
              <a:r>
                <a:rPr lang="zh-CN" altLang="en-US" i="0">
                  <a:solidFill>
                    <a:srgbClr val="000099"/>
                  </a:solidFill>
                  <a:latin typeface="Arial" panose="020B0604020202020204" pitchFamily="34" charset="0"/>
                </a:rPr>
                <a:t>存在</a:t>
              </a:r>
              <a:r>
                <a:rPr lang="en-US" altLang="zh-CN" i="0">
                  <a:solidFill>
                    <a:srgbClr val="000099"/>
                  </a:solidFill>
                  <a:latin typeface="Arial" panose="020B0604020202020204" pitchFamily="34" charset="0"/>
                </a:rPr>
                <a:t>m+1</a:t>
              </a:r>
              <a:r>
                <a:rPr lang="zh-CN" altLang="en-US" i="0">
                  <a:solidFill>
                    <a:srgbClr val="000099"/>
                  </a:solidFill>
                  <a:latin typeface="Arial" panose="020B0604020202020204" pitchFamily="34" charset="0"/>
                </a:rPr>
                <a:t>次多项式             </a:t>
              </a:r>
              <a:r>
                <a:rPr lang="en-US" altLang="zh-CN" i="0">
                  <a:solidFill>
                    <a:srgbClr val="000099"/>
                  </a:solidFill>
                  <a:latin typeface="Arial" panose="020B0604020202020204" pitchFamily="34" charset="0"/>
                </a:rPr>
                <a:t>, </a:t>
              </a:r>
              <a:r>
                <a:rPr lang="zh-CN" altLang="en-US" i="0">
                  <a:solidFill>
                    <a:srgbClr val="000099"/>
                  </a:solidFill>
                  <a:latin typeface="Arial" panose="020B0604020202020204" pitchFamily="34" charset="0"/>
                </a:rPr>
                <a:t>使得</a:t>
              </a:r>
            </a:p>
          </p:txBody>
        </p:sp>
        <p:grpSp>
          <p:nvGrpSpPr>
            <p:cNvPr id="17417" name="Group 17"/>
            <p:cNvGrpSpPr/>
            <p:nvPr/>
          </p:nvGrpSpPr>
          <p:grpSpPr bwMode="auto">
            <a:xfrm>
              <a:off x="2256" y="1872"/>
              <a:ext cx="2119" cy="320"/>
              <a:chOff x="2352" y="2928"/>
              <a:chExt cx="2119" cy="320"/>
            </a:xfrm>
          </p:grpSpPr>
          <p:graphicFrame>
            <p:nvGraphicFramePr>
              <p:cNvPr id="17418" name="Object 11"/>
              <p:cNvGraphicFramePr/>
              <p:nvPr/>
            </p:nvGraphicFramePr>
            <p:xfrm>
              <a:off x="2352" y="2928"/>
              <a:ext cx="680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83" r:id="rId9" imgW="482600" imgH="228600" progId="Equation.DSMT4">
                      <p:embed/>
                    </p:oleObj>
                  </mc:Choice>
                  <mc:Fallback>
                    <p:oleObj r:id="rId9" imgW="482600" imgH="228600" progId="Equation.DSMT4">
                      <p:embed/>
                      <p:pic>
                        <p:nvPicPr>
                          <p:cNvPr id="0" name="Object 1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52" y="2928"/>
                            <a:ext cx="680" cy="3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19" name="Object 12"/>
              <p:cNvGraphicFramePr/>
              <p:nvPr/>
            </p:nvGraphicFramePr>
            <p:xfrm>
              <a:off x="3552" y="2928"/>
              <a:ext cx="919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84" r:id="rId11" imgW="366395" imgH="109220" progId="Equation.DSMT4">
                      <p:embed/>
                    </p:oleObj>
                  </mc:Choice>
                  <mc:Fallback>
                    <p:oleObj r:id="rId11" imgW="366395" imgH="109220" progId="Equation.DSMT4">
                      <p:embed/>
                      <p:pic>
                        <p:nvPicPr>
                          <p:cNvPr id="0" name="Object 1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2928"/>
                            <a:ext cx="919" cy="2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7420" name="Rectangle 15"/>
          <p:cNvSpPr>
            <a:spLocks noChangeArrowheads="1"/>
          </p:cNvSpPr>
          <p:nvPr/>
        </p:nvSpPr>
        <p:spPr bwMode="auto">
          <a:xfrm>
            <a:off x="762000" y="609600"/>
            <a:ext cx="510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i="0">
                <a:solidFill>
                  <a:srgbClr val="000066"/>
                </a:solidFill>
                <a:latin typeface="Arial" panose="020B0604020202020204" pitchFamily="34" charset="0"/>
              </a:rPr>
              <a:t>二、求积公式的代数精度</a:t>
            </a:r>
          </a:p>
        </p:txBody>
      </p:sp>
      <p:grpSp>
        <p:nvGrpSpPr>
          <p:cNvPr id="17421" name="Group 94"/>
          <p:cNvGrpSpPr/>
          <p:nvPr/>
        </p:nvGrpSpPr>
        <p:grpSpPr bwMode="auto">
          <a:xfrm>
            <a:off x="685800" y="3733800"/>
            <a:ext cx="4572000" cy="1709738"/>
            <a:chOff x="432" y="2352"/>
            <a:chExt cx="2880" cy="1077"/>
          </a:xfrm>
        </p:grpSpPr>
        <p:sp>
          <p:nvSpPr>
            <p:cNvPr id="17422" name="Rectangle 18"/>
            <p:cNvSpPr>
              <a:spLocks noChangeArrowheads="1"/>
            </p:cNvSpPr>
            <p:nvPr/>
          </p:nvSpPr>
          <p:spPr bwMode="auto">
            <a:xfrm>
              <a:off x="432" y="2352"/>
              <a:ext cx="28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chemeClr val="tx2"/>
                  </a:solidFill>
                  <a:latin typeface="Arial" panose="020B0604020202020204" pitchFamily="34" charset="0"/>
                </a:rPr>
                <a:t>上述定义中的条件</a:t>
              </a:r>
              <a:r>
                <a:rPr lang="en-US" altLang="zh-CN" i="0">
                  <a:solidFill>
                    <a:schemeClr val="tx2"/>
                  </a:solidFill>
                  <a:latin typeface="Arial" panose="020B0604020202020204" pitchFamily="34" charset="0"/>
                </a:rPr>
                <a:t>(i), (ii)</a:t>
              </a:r>
              <a:r>
                <a:rPr lang="zh-CN" altLang="en-US" i="0">
                  <a:solidFill>
                    <a:schemeClr val="tx2"/>
                  </a:solidFill>
                  <a:latin typeface="Arial" panose="020B0604020202020204" pitchFamily="34" charset="0"/>
                </a:rPr>
                <a:t>等价于：</a:t>
              </a:r>
              <a:endParaRPr lang="zh-CN" altLang="en-US" b="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423" name="Group 19"/>
            <p:cNvGrpSpPr/>
            <p:nvPr/>
          </p:nvGrpSpPr>
          <p:grpSpPr bwMode="auto">
            <a:xfrm>
              <a:off x="864" y="2736"/>
              <a:ext cx="2400" cy="693"/>
              <a:chOff x="720" y="1152"/>
              <a:chExt cx="2400" cy="693"/>
            </a:xfrm>
          </p:grpSpPr>
          <p:graphicFrame>
            <p:nvGraphicFramePr>
              <p:cNvPr id="17424" name="Object 20"/>
              <p:cNvGraphicFramePr/>
              <p:nvPr/>
            </p:nvGraphicFramePr>
            <p:xfrm>
              <a:off x="720" y="1536"/>
              <a:ext cx="1440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85" r:id="rId13" imgW="544830" imgH="109220" progId="Equation.DSMT4">
                      <p:embed/>
                    </p:oleObj>
                  </mc:Choice>
                  <mc:Fallback>
                    <p:oleObj r:id="rId13" imgW="544830" imgH="109220" progId="Equation.DSMT4">
                      <p:embed/>
                      <p:pic>
                        <p:nvPicPr>
                          <p:cNvPr id="0" name="Object 2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1536"/>
                            <a:ext cx="1440" cy="3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5" name="Object 21"/>
              <p:cNvGraphicFramePr/>
              <p:nvPr/>
            </p:nvGraphicFramePr>
            <p:xfrm>
              <a:off x="768" y="1152"/>
              <a:ext cx="2352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86" r:id="rId15" imgW="917575" imgH="109220" progId="Equation.DSMT4">
                      <p:embed/>
                    </p:oleObj>
                  </mc:Choice>
                  <mc:Fallback>
                    <p:oleObj r:id="rId15" imgW="917575" imgH="109220" progId="Equation.DSMT4">
                      <p:embed/>
                      <p:pic>
                        <p:nvPicPr>
                          <p:cNvPr id="0" name="Object 2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8" y="1152"/>
                            <a:ext cx="2352" cy="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7426" name="Text Box 22"/>
          <p:cNvSpPr txBox="1">
            <a:spLocks noChangeArrowheads="1"/>
          </p:cNvSpPr>
          <p:nvPr/>
        </p:nvSpPr>
        <p:spPr bwMode="auto">
          <a:xfrm>
            <a:off x="457200" y="57912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i="0">
                <a:solidFill>
                  <a:srgbClr val="FF0000"/>
                </a:solidFill>
                <a:latin typeface="Arial" panose="020B0604020202020204" pitchFamily="34" charset="0"/>
              </a:rPr>
              <a:t>注：梯形公式与中矩形公式都只具有</a:t>
            </a:r>
            <a:r>
              <a:rPr lang="en-US" altLang="zh-CN" i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zh-CN" altLang="en-US" i="0">
                <a:solidFill>
                  <a:srgbClr val="FF0000"/>
                </a:solidFill>
                <a:latin typeface="Arial" panose="020B0604020202020204" pitchFamily="34" charset="0"/>
              </a:rPr>
              <a:t>次代数精度。</a:t>
            </a:r>
            <a:endParaRPr lang="zh-CN" altLang="en-US" i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7427" name="Picture 95" descr="j0436871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524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8" name="Picture 96" descr="j0428895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5486400"/>
            <a:ext cx="10668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3" name="Object 6"/>
          <p:cNvGraphicFramePr/>
          <p:nvPr/>
        </p:nvGraphicFramePr>
        <p:xfrm>
          <a:off x="2438400" y="2743200"/>
          <a:ext cx="3983038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2" r:id="rId3" imgW="975995" imgH="802005" progId="Equation.DSMT4">
                  <p:embed/>
                </p:oleObj>
              </mc:Choice>
              <mc:Fallback>
                <p:oleObj r:id="rId3" imgW="975995" imgH="802005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743200"/>
                        <a:ext cx="3983038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4" name="Picture 7" descr="MCj04293990000[1]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181600"/>
            <a:ext cx="13716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35" name="Group 16"/>
          <p:cNvGrpSpPr/>
          <p:nvPr/>
        </p:nvGrpSpPr>
        <p:grpSpPr bwMode="auto">
          <a:xfrm>
            <a:off x="609600" y="457200"/>
            <a:ext cx="8153401" cy="2306638"/>
            <a:chOff x="384" y="288"/>
            <a:chExt cx="5136" cy="1453"/>
          </a:xfrm>
        </p:grpSpPr>
        <p:sp>
          <p:nvSpPr>
            <p:cNvPr id="18436" name="Text Box 2"/>
            <p:cNvSpPr txBox="1">
              <a:spLocks noChangeArrowheads="1"/>
            </p:cNvSpPr>
            <p:nvPr/>
          </p:nvSpPr>
          <p:spPr bwMode="auto">
            <a:xfrm>
              <a:off x="384" y="288"/>
              <a:ext cx="5136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200000"/>
                </a:lnSpc>
              </a:pPr>
              <a:r>
                <a:rPr lang="zh-CN" altLang="en-US" i="0" dirty="0">
                  <a:solidFill>
                    <a:schemeClr val="tx1"/>
                  </a:solidFill>
                </a:rPr>
                <a:t>一般</a:t>
              </a:r>
              <a:r>
                <a:rPr lang="zh-CN" altLang="en-US" i="0" dirty="0">
                  <a:solidFill>
                    <a:schemeClr val="tx1"/>
                  </a:solidFill>
                  <a:latin typeface="楷体_GB2312" pitchFamily="49" charset="-122"/>
                </a:rPr>
                <a:t>若要使</a:t>
              </a:r>
              <a:r>
                <a:rPr lang="zh-CN" altLang="en-US" i="0" dirty="0">
                  <a:solidFill>
                    <a:srgbClr val="990099"/>
                  </a:solidFill>
                  <a:latin typeface="Arial" panose="020B0604020202020204" pitchFamily="34" charset="0"/>
                </a:rPr>
                <a:t>机械求积</a:t>
              </a:r>
              <a:r>
                <a:rPr lang="zh-CN" altLang="en-US" i="0" dirty="0">
                  <a:solidFill>
                    <a:schemeClr val="tx1"/>
                  </a:solidFill>
                  <a:latin typeface="楷体_GB2312" pitchFamily="49" charset="-122"/>
                </a:rPr>
                <a:t>公式                   具有</a:t>
              </a:r>
              <a:r>
                <a:rPr lang="en-US" altLang="zh-CN" i="0" dirty="0">
                  <a:solidFill>
                    <a:schemeClr val="tx1"/>
                  </a:solidFill>
                  <a:latin typeface="楷体_GB2312" pitchFamily="49" charset="-122"/>
                </a:rPr>
                <a:t>m</a:t>
              </a:r>
              <a:r>
                <a:rPr lang="zh-CN" altLang="en-US" i="0" dirty="0">
                  <a:solidFill>
                    <a:schemeClr val="tx1"/>
                  </a:solidFill>
                  <a:latin typeface="楷体_GB2312" pitchFamily="49" charset="-122"/>
                </a:rPr>
                <a:t>次代数</a:t>
              </a:r>
            </a:p>
            <a:p>
              <a:pPr eaLnBrk="1" hangingPunct="1">
                <a:lnSpc>
                  <a:spcPct val="200000"/>
                </a:lnSpc>
              </a:pPr>
              <a:r>
                <a:rPr lang="zh-CN" altLang="en-US" i="0" dirty="0">
                  <a:solidFill>
                    <a:schemeClr val="tx1"/>
                  </a:solidFill>
                  <a:latin typeface="楷体_GB2312" pitchFamily="49" charset="-122"/>
                </a:rPr>
                <a:t>精度，则只要</a:t>
              </a:r>
              <a:r>
                <a:rPr lang="zh-CN" altLang="en-US" i="0" dirty="0">
                  <a:solidFill>
                    <a:schemeClr val="tx1"/>
                  </a:solidFill>
                </a:rPr>
                <a:t>使求积公式对                                  </a:t>
              </a:r>
              <a:r>
                <a:rPr lang="zh-CN" altLang="en-US" b="0" dirty="0">
                  <a:solidFill>
                    <a:srgbClr val="000000"/>
                  </a:solidFill>
                </a:rPr>
                <a:t> </a:t>
              </a:r>
              <a:r>
                <a:rPr lang="zh-CN" altLang="en-US" i="0" dirty="0">
                  <a:solidFill>
                    <a:schemeClr val="tx1"/>
                  </a:solidFill>
                </a:rPr>
                <a:t>都准确成</a:t>
              </a:r>
            </a:p>
            <a:p>
              <a:pPr eaLnBrk="1" hangingPunct="1">
                <a:lnSpc>
                  <a:spcPct val="200000"/>
                </a:lnSpc>
              </a:pPr>
              <a:r>
                <a:rPr lang="zh-CN" altLang="en-US" i="0" dirty="0">
                  <a:solidFill>
                    <a:schemeClr val="tx1"/>
                  </a:solidFill>
                </a:rPr>
                <a:t>立，即</a:t>
              </a:r>
            </a:p>
          </p:txBody>
        </p:sp>
        <p:graphicFrame>
          <p:nvGraphicFramePr>
            <p:cNvPr id="18437" name="Object 14"/>
            <p:cNvGraphicFramePr/>
            <p:nvPr/>
          </p:nvGraphicFramePr>
          <p:xfrm>
            <a:off x="2640" y="384"/>
            <a:ext cx="1536" cy="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63" r:id="rId6" imgW="774065" imgH="215265" progId="Equation.DSMT4">
                    <p:embed/>
                  </p:oleObj>
                </mc:Choice>
                <mc:Fallback>
                  <p:oleObj r:id="rId6" imgW="774065" imgH="215265" progId="Equation.DSMT4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384"/>
                          <a:ext cx="1536" cy="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8" name="Object 15"/>
            <p:cNvGraphicFramePr/>
            <p:nvPr/>
          </p:nvGraphicFramePr>
          <p:xfrm>
            <a:off x="2784" y="912"/>
            <a:ext cx="1663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64" r:id="rId8" imgW="606425" imgH="99060" progId="Equation.DSMT4">
                    <p:embed/>
                  </p:oleObj>
                </mc:Choice>
                <mc:Fallback>
                  <p:oleObj r:id="rId8" imgW="606425" imgH="99060" progId="Equation.DSMT4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912"/>
                          <a:ext cx="1663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ChangeArrowheads="1"/>
          </p:cNvSpPr>
          <p:nvPr/>
        </p:nvSpPr>
        <p:spPr bwMode="auto">
          <a:xfrm>
            <a:off x="609600" y="457200"/>
            <a:ext cx="441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i="0">
                <a:solidFill>
                  <a:srgbClr val="000066"/>
                </a:solidFill>
                <a:latin typeface="Arial" panose="020B0604020202020204" pitchFamily="34" charset="0"/>
              </a:rPr>
              <a:t>三、插值型的求积公式</a:t>
            </a:r>
            <a:endParaRPr lang="zh-CN" altLang="en-US" sz="3200" i="0">
              <a:solidFill>
                <a:schemeClr val="hlink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grpSp>
        <p:nvGrpSpPr>
          <p:cNvPr id="19458" name="Group 24"/>
          <p:cNvGrpSpPr/>
          <p:nvPr/>
        </p:nvGrpSpPr>
        <p:grpSpPr bwMode="auto">
          <a:xfrm>
            <a:off x="533400" y="1112838"/>
            <a:ext cx="8001000" cy="5426075"/>
            <a:chOff x="336" y="701"/>
            <a:chExt cx="5040" cy="3418"/>
          </a:xfrm>
        </p:grpSpPr>
        <p:grpSp>
          <p:nvGrpSpPr>
            <p:cNvPr id="19459" name="Group 22"/>
            <p:cNvGrpSpPr/>
            <p:nvPr/>
          </p:nvGrpSpPr>
          <p:grpSpPr bwMode="auto">
            <a:xfrm>
              <a:off x="336" y="701"/>
              <a:ext cx="5040" cy="1070"/>
              <a:chOff x="336" y="701"/>
              <a:chExt cx="5040" cy="1070"/>
            </a:xfrm>
          </p:grpSpPr>
          <p:sp>
            <p:nvSpPr>
              <p:cNvPr id="19460" name="Rectangle 3"/>
              <p:cNvSpPr>
                <a:spLocks noChangeArrowheads="1"/>
              </p:cNvSpPr>
              <p:nvPr/>
            </p:nvSpPr>
            <p:spPr bwMode="auto">
              <a:xfrm>
                <a:off x="528" y="701"/>
                <a:ext cx="100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2800" i="0">
                    <a:solidFill>
                      <a:srgbClr val="FF3399"/>
                    </a:solidFill>
                    <a:latin typeface="Arial" panose="020B0604020202020204" pitchFamily="34" charset="0"/>
                  </a:rPr>
                  <a:t>1</a:t>
                </a:r>
                <a:r>
                  <a:rPr lang="zh-CN" altLang="en-US" sz="2800" i="0">
                    <a:solidFill>
                      <a:srgbClr val="FF3399"/>
                    </a:solidFill>
                    <a:latin typeface="Arial" panose="020B0604020202020204" pitchFamily="34" charset="0"/>
                  </a:rPr>
                  <a:t>、定义</a:t>
                </a:r>
                <a:endParaRPr lang="zh-CN" altLang="en-US" sz="2800" i="0">
                  <a:solidFill>
                    <a:srgbClr val="000066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19461" name="Group 21"/>
              <p:cNvGrpSpPr/>
              <p:nvPr/>
            </p:nvGrpSpPr>
            <p:grpSpPr bwMode="auto">
              <a:xfrm>
                <a:off x="336" y="1104"/>
                <a:ext cx="5040" cy="667"/>
                <a:chOff x="336" y="1104"/>
                <a:chExt cx="5040" cy="667"/>
              </a:xfrm>
            </p:grpSpPr>
            <p:sp>
              <p:nvSpPr>
                <p:cNvPr id="19462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768" y="1104"/>
                  <a:ext cx="196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zh-CN" altLang="en-US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在积分区间         上，  </a:t>
                  </a:r>
                </a:p>
              </p:txBody>
            </p:sp>
            <p:sp>
              <p:nvSpPr>
                <p:cNvPr id="19463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544" y="1104"/>
                  <a:ext cx="158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zh-CN" altLang="en-US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取        个节点</a:t>
                  </a:r>
                </a:p>
              </p:txBody>
            </p:sp>
            <p:sp>
              <p:nvSpPr>
                <p:cNvPr id="19464" name="Rectangle 9"/>
                <p:cNvSpPr>
                  <a:spLocks noChangeArrowheads="1"/>
                </p:cNvSpPr>
                <p:nvPr/>
              </p:nvSpPr>
              <p:spPr bwMode="auto">
                <a:xfrm>
                  <a:off x="336" y="1440"/>
                  <a:ext cx="504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作</a:t>
                  </a:r>
                  <a:r>
                    <a:rPr lang="zh-CN" altLang="en-US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        </a:t>
                  </a:r>
                  <a:r>
                    <a:rPr lang="zh-CN" altLang="en-US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的    次代数插值多项式</a:t>
                  </a:r>
                  <a:r>
                    <a:rPr lang="zh-CN" altLang="en-US" i="0">
                      <a:solidFill>
                        <a:srgbClr val="FF33CC"/>
                      </a:solidFill>
                      <a:latin typeface="Arial" panose="020B0604020202020204" pitchFamily="34" charset="0"/>
                    </a:rPr>
                    <a:t>（拉格朗日插值公式）</a:t>
                  </a:r>
                  <a:r>
                    <a:rPr lang="en-US" altLang="zh-CN" b="0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:</a:t>
                  </a:r>
                </a:p>
              </p:txBody>
            </p:sp>
            <p:grpSp>
              <p:nvGrpSpPr>
                <p:cNvPr id="19465" name="Group 20"/>
                <p:cNvGrpSpPr/>
                <p:nvPr/>
              </p:nvGrpSpPr>
              <p:grpSpPr bwMode="auto">
                <a:xfrm>
                  <a:off x="528" y="1104"/>
                  <a:ext cx="4780" cy="667"/>
                  <a:chOff x="528" y="1104"/>
                  <a:chExt cx="4780" cy="667"/>
                </a:xfrm>
              </p:grpSpPr>
              <p:graphicFrame>
                <p:nvGraphicFramePr>
                  <p:cNvPr id="19466" name="Object 5"/>
                  <p:cNvGraphicFramePr/>
                  <p:nvPr/>
                </p:nvGraphicFramePr>
                <p:xfrm>
                  <a:off x="1824" y="1104"/>
                  <a:ext cx="448" cy="2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9546" r:id="rId3" imgW="355600" imgH="254000" progId="Equation.DSMT4">
                          <p:embed/>
                        </p:oleObj>
                      </mc:Choice>
                      <mc:Fallback>
                        <p:oleObj r:id="rId3" imgW="355600" imgH="254000" progId="Equation.DSMT4">
                          <p:embed/>
                          <p:pic>
                            <p:nvPicPr>
                              <p:cNvPr id="0" name="Object 5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824" y="1104"/>
                                <a:ext cx="448" cy="2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9467" name="Object 7"/>
                  <p:cNvGraphicFramePr/>
                  <p:nvPr/>
                </p:nvGraphicFramePr>
                <p:xfrm>
                  <a:off x="2832" y="1152"/>
                  <a:ext cx="384" cy="22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9547" r:id="rId5" imgW="304165" imgH="177800" progId="Equation.DSMT4">
                          <p:embed/>
                        </p:oleObj>
                      </mc:Choice>
                      <mc:Fallback>
                        <p:oleObj r:id="rId5" imgW="304165" imgH="177800" progId="Equation.DSMT4">
                          <p:embed/>
                          <p:pic>
                            <p:nvPicPr>
                              <p:cNvPr id="0" name="Object 7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32" y="1152"/>
                                <a:ext cx="384" cy="22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9468" name="Object 8"/>
                  <p:cNvGraphicFramePr/>
                  <p:nvPr/>
                </p:nvGraphicFramePr>
                <p:xfrm>
                  <a:off x="3764" y="1104"/>
                  <a:ext cx="1544" cy="33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9548" r:id="rId7" imgW="1054100" imgH="228600" progId="Equation.DSMT4">
                          <p:embed/>
                        </p:oleObj>
                      </mc:Choice>
                      <mc:Fallback>
                        <p:oleObj r:id="rId7" imgW="1054100" imgH="228600" progId="Equation.DSMT4">
                          <p:embed/>
                          <p:pic>
                            <p:nvPicPr>
                              <p:cNvPr id="0" name="Object 8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64" y="1104"/>
                                <a:ext cx="1544" cy="33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9469" name="Object 10"/>
                  <p:cNvGraphicFramePr/>
                  <p:nvPr/>
                </p:nvGraphicFramePr>
                <p:xfrm>
                  <a:off x="528" y="1440"/>
                  <a:ext cx="480" cy="3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9549" r:id="rId9" imgW="367665" imgH="254000" progId="Equation.DSMT4">
                          <p:embed/>
                        </p:oleObj>
                      </mc:Choice>
                      <mc:Fallback>
                        <p:oleObj r:id="rId9" imgW="367665" imgH="254000" progId="Equation.DSMT4">
                          <p:embed/>
                          <p:pic>
                            <p:nvPicPr>
                              <p:cNvPr id="0" name="Object 10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28" y="1440"/>
                                <a:ext cx="480" cy="3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9470" name="Object 11"/>
                  <p:cNvGraphicFramePr/>
                  <p:nvPr/>
                </p:nvGraphicFramePr>
                <p:xfrm>
                  <a:off x="1200" y="1488"/>
                  <a:ext cx="218" cy="2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9550" r:id="rId11" imgW="127000" imgH="139700" progId="Equation.DSMT4">
                          <p:embed/>
                        </p:oleObj>
                      </mc:Choice>
                      <mc:Fallback>
                        <p:oleObj r:id="rId11" imgW="127000" imgH="139700" progId="Equation.DSMT4">
                          <p:embed/>
                          <p:pic>
                            <p:nvPicPr>
                              <p:cNvPr id="0" name="Object 11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00" y="1488"/>
                                <a:ext cx="218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</p:grpSp>
        <p:grpSp>
          <p:nvGrpSpPr>
            <p:cNvPr id="19471" name="Group 23"/>
            <p:cNvGrpSpPr/>
            <p:nvPr/>
          </p:nvGrpSpPr>
          <p:grpSpPr bwMode="auto">
            <a:xfrm>
              <a:off x="384" y="1785"/>
              <a:ext cx="4368" cy="2334"/>
              <a:chOff x="384" y="1785"/>
              <a:chExt cx="4368" cy="2334"/>
            </a:xfrm>
          </p:grpSpPr>
          <p:graphicFrame>
            <p:nvGraphicFramePr>
              <p:cNvPr id="19472" name="Object 12"/>
              <p:cNvGraphicFramePr/>
              <p:nvPr/>
            </p:nvGraphicFramePr>
            <p:xfrm>
              <a:off x="1545" y="1785"/>
              <a:ext cx="2022" cy="6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551" r:id="rId13" imgW="708660" imgH="215265" progId="Equation.DSMT4">
                      <p:embed/>
                    </p:oleObj>
                  </mc:Choice>
                  <mc:Fallback>
                    <p:oleObj r:id="rId13" imgW="708660" imgH="215265" progId="Equation.DSMT4">
                      <p:embed/>
                      <p:pic>
                        <p:nvPicPr>
                          <p:cNvPr id="0" name="Object 1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45" y="1785"/>
                            <a:ext cx="2022" cy="6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73" name="Rectangle 13"/>
              <p:cNvSpPr>
                <a:spLocks noChangeArrowheads="1"/>
              </p:cNvSpPr>
              <p:nvPr/>
            </p:nvSpPr>
            <p:spPr bwMode="auto">
              <a:xfrm>
                <a:off x="432" y="2496"/>
                <a:ext cx="50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则有</a:t>
                </a:r>
              </a:p>
            </p:txBody>
          </p:sp>
          <p:graphicFrame>
            <p:nvGraphicFramePr>
              <p:cNvPr id="19474" name="Object 14"/>
              <p:cNvGraphicFramePr/>
              <p:nvPr/>
            </p:nvGraphicFramePr>
            <p:xfrm>
              <a:off x="1488" y="2496"/>
              <a:ext cx="2131" cy="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552" r:id="rId15" imgW="688340" imgH="109220" progId="Equation.DSMT4">
                      <p:embed/>
                    </p:oleObj>
                  </mc:Choice>
                  <mc:Fallback>
                    <p:oleObj r:id="rId15" imgW="688340" imgH="109220" progId="Equation.DSMT4">
                      <p:embed/>
                      <p:pic>
                        <p:nvPicPr>
                          <p:cNvPr id="0" name="Object 1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8" y="2496"/>
                            <a:ext cx="2131" cy="3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75" name="Rectangle 15"/>
              <p:cNvSpPr>
                <a:spLocks noChangeArrowheads="1"/>
              </p:cNvSpPr>
              <p:nvPr/>
            </p:nvSpPr>
            <p:spPr bwMode="auto">
              <a:xfrm>
                <a:off x="384" y="3024"/>
                <a:ext cx="7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其中，</a:t>
                </a:r>
              </a:p>
            </p:txBody>
          </p:sp>
          <p:graphicFrame>
            <p:nvGraphicFramePr>
              <p:cNvPr id="19476" name="Object 16"/>
              <p:cNvGraphicFramePr/>
              <p:nvPr/>
            </p:nvGraphicFramePr>
            <p:xfrm>
              <a:off x="1488" y="2928"/>
              <a:ext cx="1936" cy="5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553" r:id="rId17" imgW="1548765" imgH="444500" progId="Equation.DSMT4">
                      <p:embed/>
                    </p:oleObj>
                  </mc:Choice>
                  <mc:Fallback>
                    <p:oleObj r:id="rId17" imgW="1548765" imgH="444500" progId="Equation.DSMT4">
                      <p:embed/>
                      <p:pic>
                        <p:nvPicPr>
                          <p:cNvPr id="0" name="Object 1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8" y="2928"/>
                            <a:ext cx="1936" cy="5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77" name="Rectangle 17"/>
              <p:cNvSpPr>
                <a:spLocks noChangeArrowheads="1"/>
              </p:cNvSpPr>
              <p:nvPr/>
            </p:nvSpPr>
            <p:spPr bwMode="auto">
              <a:xfrm>
                <a:off x="3408" y="3072"/>
                <a:ext cx="13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为插值余项</a:t>
                </a:r>
              </a:p>
            </p:txBody>
          </p:sp>
          <p:graphicFrame>
            <p:nvGraphicFramePr>
              <p:cNvPr id="19478" name="Object 19"/>
              <p:cNvGraphicFramePr/>
              <p:nvPr/>
            </p:nvGraphicFramePr>
            <p:xfrm>
              <a:off x="1460" y="3475"/>
              <a:ext cx="1970" cy="6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554" r:id="rId19" imgW="1320165" imgH="431800" progId="Equation.DSMT4">
                      <p:embed/>
                    </p:oleObj>
                  </mc:Choice>
                  <mc:Fallback>
                    <p:oleObj r:id="rId19" imgW="1320165" imgH="431800" progId="Equation.DSMT4">
                      <p:embed/>
                      <p:pic>
                        <p:nvPicPr>
                          <p:cNvPr id="0" name="Object 1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60" y="3475"/>
                            <a:ext cx="1970" cy="6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19479" name="Picture 25" descr="u=3396563890,2811939943&amp;fm=0&amp;gp=30">
            <a:hlinkClick r:id="rId21"/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28600"/>
            <a:ext cx="11747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80" name="Picture 26" descr="u=3693657347,3477163086&amp;fm=0&amp;gp=18">
            <a:hlinkClick r:id="rId23"/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105400"/>
            <a:ext cx="1143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Group 30"/>
          <p:cNvGrpSpPr/>
          <p:nvPr/>
        </p:nvGrpSpPr>
        <p:grpSpPr bwMode="auto">
          <a:xfrm>
            <a:off x="688975" y="685800"/>
            <a:ext cx="7185025" cy="1401763"/>
            <a:chOff x="434" y="432"/>
            <a:chExt cx="4526" cy="883"/>
          </a:xfrm>
        </p:grpSpPr>
        <p:sp>
          <p:nvSpPr>
            <p:cNvPr id="20482" name="Rectangle 4"/>
            <p:cNvSpPr>
              <a:spLocks noChangeArrowheads="1"/>
            </p:cNvSpPr>
            <p:nvPr/>
          </p:nvSpPr>
          <p:spPr bwMode="auto">
            <a:xfrm>
              <a:off x="434" y="432"/>
              <a:ext cx="8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于是有：</a:t>
              </a:r>
            </a:p>
          </p:txBody>
        </p:sp>
        <p:graphicFrame>
          <p:nvGraphicFramePr>
            <p:cNvPr id="20483" name="Object 5"/>
            <p:cNvGraphicFramePr/>
            <p:nvPr/>
          </p:nvGraphicFramePr>
          <p:xfrm>
            <a:off x="1152" y="432"/>
            <a:ext cx="3808" cy="8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6" r:id="rId3" imgW="1691640" imgH="385445" progId="Equation.DSMT4">
                    <p:embed/>
                  </p:oleObj>
                </mc:Choice>
                <mc:Fallback>
                  <p:oleObj r:id="rId3" imgW="1691640" imgH="385445" progId="Equation.DSMT4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432"/>
                          <a:ext cx="3808" cy="8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84" name="Group 34"/>
          <p:cNvGrpSpPr/>
          <p:nvPr/>
        </p:nvGrpSpPr>
        <p:grpSpPr bwMode="auto">
          <a:xfrm>
            <a:off x="762000" y="1981200"/>
            <a:ext cx="7950200" cy="2667000"/>
            <a:chOff x="480" y="1248"/>
            <a:chExt cx="5008" cy="1680"/>
          </a:xfrm>
        </p:grpSpPr>
        <p:sp>
          <p:nvSpPr>
            <p:cNvPr id="20485" name="Rectangle 6"/>
            <p:cNvSpPr>
              <a:spLocks noChangeArrowheads="1"/>
            </p:cNvSpPr>
            <p:nvPr/>
          </p:nvSpPr>
          <p:spPr bwMode="auto">
            <a:xfrm>
              <a:off x="480" y="1248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令</a:t>
              </a:r>
            </a:p>
          </p:txBody>
        </p:sp>
        <p:grpSp>
          <p:nvGrpSpPr>
            <p:cNvPr id="20486" name="Group 33"/>
            <p:cNvGrpSpPr/>
            <p:nvPr/>
          </p:nvGrpSpPr>
          <p:grpSpPr bwMode="auto">
            <a:xfrm>
              <a:off x="1344" y="1440"/>
              <a:ext cx="2160" cy="576"/>
              <a:chOff x="1056" y="1403"/>
              <a:chExt cx="2160" cy="576"/>
            </a:xfrm>
          </p:grpSpPr>
          <p:sp>
            <p:nvSpPr>
              <p:cNvPr id="20487" name="AutoShape 8" descr="再生纸"/>
              <p:cNvSpPr>
                <a:spLocks noChangeArrowheads="1"/>
              </p:cNvSpPr>
              <p:nvPr/>
            </p:nvSpPr>
            <p:spPr bwMode="auto">
              <a:xfrm>
                <a:off x="1056" y="1403"/>
                <a:ext cx="2160" cy="576"/>
              </a:xfrm>
              <a:prstGeom prst="bevel">
                <a:avLst>
                  <a:gd name="adj" fmla="val 5287"/>
                </a:avLst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/>
              </a:p>
            </p:txBody>
          </p:sp>
          <p:graphicFrame>
            <p:nvGraphicFramePr>
              <p:cNvPr id="20488" name="Object 9"/>
              <p:cNvGraphicFramePr/>
              <p:nvPr/>
            </p:nvGraphicFramePr>
            <p:xfrm>
              <a:off x="1392" y="1440"/>
              <a:ext cx="1592" cy="5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27" r:id="rId6" imgW="1028065" imgH="431800" progId="Equation.DSMT4">
                      <p:embed/>
                    </p:oleObj>
                  </mc:Choice>
                  <mc:Fallback>
                    <p:oleObj r:id="rId6" imgW="1028065" imgH="431800" progId="Equation.DSMT4">
                      <p:embed/>
                      <p:pic>
                        <p:nvPicPr>
                          <p:cNvPr id="0" name="Object 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1440"/>
                            <a:ext cx="1592" cy="5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489" name="Object 16"/>
            <p:cNvGraphicFramePr/>
            <p:nvPr/>
          </p:nvGraphicFramePr>
          <p:xfrm>
            <a:off x="576" y="2256"/>
            <a:ext cx="3379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8" r:id="rId8" imgW="2132965" imgH="546100" progId="Equation.DSMT4">
                    <p:embed/>
                  </p:oleObj>
                </mc:Choice>
                <mc:Fallback>
                  <p:oleObj r:id="rId8" imgW="2132965" imgH="546100" progId="Equation.DSMT4">
                    <p:embed/>
                    <p:pic>
                      <p:nvPicPr>
                        <p:cNvPr id="0" name="Object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256"/>
                          <a:ext cx="3379" cy="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0" name="Text Box 17"/>
            <p:cNvSpPr txBox="1">
              <a:spLocks noChangeArrowheads="1"/>
            </p:cNvSpPr>
            <p:nvPr/>
          </p:nvSpPr>
          <p:spPr bwMode="auto">
            <a:xfrm>
              <a:off x="3984" y="2304"/>
              <a:ext cx="150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i="0">
                  <a:solidFill>
                    <a:schemeClr val="tx1"/>
                  </a:solidFill>
                </a:rPr>
                <a:t>由 </a:t>
              </a:r>
              <a:r>
                <a:rPr lang="zh-CN" altLang="en-US" i="0">
                  <a:solidFill>
                    <a:srgbClr val="FF33CC"/>
                  </a:solidFill>
                </a:rPr>
                <a:t>节点</a:t>
              </a:r>
              <a:r>
                <a:rPr lang="zh-CN" altLang="en-US" i="0">
                  <a:solidFill>
                    <a:schemeClr val="tx1"/>
                  </a:solidFill>
                </a:rPr>
                <a:t>  决定，</a:t>
              </a:r>
            </a:p>
            <a:p>
              <a:pPr eaLnBrk="1" hangingPunct="1"/>
              <a:r>
                <a:rPr lang="zh-CN" altLang="en-US" i="0">
                  <a:solidFill>
                    <a:schemeClr val="tx1"/>
                  </a:solidFill>
                </a:rPr>
                <a:t>与 </a:t>
              </a:r>
              <a:r>
                <a:rPr lang="zh-CN" altLang="en-US">
                  <a:solidFill>
                    <a:srgbClr val="FF33CC"/>
                  </a:solidFill>
                </a:rPr>
                <a:t>     </a:t>
              </a:r>
              <a:r>
                <a:rPr lang="zh-CN" altLang="en-US" i="0">
                  <a:solidFill>
                    <a:schemeClr val="tx1"/>
                  </a:solidFill>
                </a:rPr>
                <a:t>   无关。</a:t>
              </a:r>
            </a:p>
          </p:txBody>
        </p:sp>
        <p:graphicFrame>
          <p:nvGraphicFramePr>
            <p:cNvPr id="20491" name="Object 18"/>
            <p:cNvGraphicFramePr/>
            <p:nvPr/>
          </p:nvGraphicFramePr>
          <p:xfrm>
            <a:off x="4224" y="2534"/>
            <a:ext cx="432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9" r:id="rId10" imgW="367665" imgH="254000" progId="Equation.DSMT4">
                    <p:embed/>
                  </p:oleObj>
                </mc:Choice>
                <mc:Fallback>
                  <p:oleObj r:id="rId10" imgW="367665" imgH="254000" progId="Equation.DSMT4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534"/>
                          <a:ext cx="432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2" name="Rectangle 23"/>
            <p:cNvSpPr>
              <a:spLocks noChangeArrowheads="1"/>
            </p:cNvSpPr>
            <p:nvPr/>
          </p:nvSpPr>
          <p:spPr bwMode="auto">
            <a:xfrm>
              <a:off x="3648" y="1488"/>
              <a:ext cx="1460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i="0">
                  <a:solidFill>
                    <a:schemeClr val="tx2"/>
                  </a:solidFill>
                  <a:latin typeface="Arial" panose="020B0604020202020204" pitchFamily="34" charset="0"/>
                </a:rPr>
                <a:t>——</a:t>
              </a:r>
              <a:r>
                <a:rPr lang="zh-CN" altLang="en-US" i="0">
                  <a:solidFill>
                    <a:schemeClr val="tx2"/>
                  </a:solidFill>
                  <a:latin typeface="Arial" panose="020B0604020202020204" pitchFamily="34" charset="0"/>
                </a:rPr>
                <a:t>称为</a:t>
              </a:r>
              <a:r>
                <a:rPr lang="zh-CN" altLang="en-US" i="0">
                  <a:solidFill>
                    <a:schemeClr val="tx2"/>
                  </a:solidFill>
                </a:rPr>
                <a:t>插值型</a:t>
              </a:r>
            </a:p>
            <a:p>
              <a:pPr algn="ctr" eaLnBrk="1" hangingPunct="1"/>
              <a:r>
                <a:rPr lang="zh-CN" altLang="en-US" i="0">
                  <a:solidFill>
                    <a:schemeClr val="tx2"/>
                  </a:solidFill>
                </a:rPr>
                <a:t>         求积公式</a:t>
              </a:r>
              <a:endParaRPr lang="zh-CN" altLang="en-US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pic>
        <p:nvPicPr>
          <p:cNvPr id="20493" name="Picture 25" descr="4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572000"/>
            <a:ext cx="60960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4" name="Picture 28" descr="j041791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"/>
            <a:ext cx="1447800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5" name="Picture 29" descr="j0435570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791200"/>
            <a:ext cx="1371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5" name="Group 23"/>
          <p:cNvGrpSpPr/>
          <p:nvPr/>
        </p:nvGrpSpPr>
        <p:grpSpPr bwMode="auto">
          <a:xfrm>
            <a:off x="762000" y="609600"/>
            <a:ext cx="7102475" cy="2155825"/>
            <a:chOff x="480" y="384"/>
            <a:chExt cx="4474" cy="1358"/>
          </a:xfrm>
        </p:grpSpPr>
        <p:sp>
          <p:nvSpPr>
            <p:cNvPr id="21506" name="Rectangle 3"/>
            <p:cNvSpPr>
              <a:spLocks noChangeArrowheads="1"/>
            </p:cNvSpPr>
            <p:nvPr/>
          </p:nvSpPr>
          <p:spPr bwMode="auto">
            <a:xfrm>
              <a:off x="480" y="384"/>
              <a:ext cx="22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tabLst>
                  <a:tab pos="228600" algn="l"/>
                </a:tabLst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800" i="0">
                  <a:solidFill>
                    <a:srgbClr val="FF3399"/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sz="2800" i="0">
                  <a:solidFill>
                    <a:srgbClr val="FF3399"/>
                  </a:solidFill>
                  <a:latin typeface="Arial" panose="020B0604020202020204" pitchFamily="34" charset="0"/>
                </a:rPr>
                <a:t>、截断误差（余项）</a:t>
              </a:r>
            </a:p>
          </p:txBody>
        </p:sp>
        <p:graphicFrame>
          <p:nvGraphicFramePr>
            <p:cNvPr id="21507" name="Object 5"/>
            <p:cNvGraphicFramePr/>
            <p:nvPr/>
          </p:nvGraphicFramePr>
          <p:xfrm>
            <a:off x="576" y="720"/>
            <a:ext cx="4378" cy="10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6" r:id="rId3" imgW="1691640" imgH="450215" progId="Equation.DSMT4">
                    <p:embed/>
                  </p:oleObj>
                </mc:Choice>
                <mc:Fallback>
                  <p:oleObj r:id="rId3" imgW="1691640" imgH="450215" progId="Equation.DSMT4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720"/>
                          <a:ext cx="4378" cy="10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1508" name="Picture 9" descr="MCj04179380000[1]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52400"/>
            <a:ext cx="11430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10"/>
          <p:cNvSpPr>
            <a:spLocks noChangeArrowheads="1"/>
          </p:cNvSpPr>
          <p:nvPr/>
        </p:nvSpPr>
        <p:spPr bwMode="auto">
          <a:xfrm>
            <a:off x="762000" y="297180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228600" algn="l"/>
              </a:tabLst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tabLst>
                <a:tab pos="228600" algn="l"/>
              </a:tabLst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tabLst>
                <a:tab pos="228600" algn="l"/>
              </a:tabLst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tabLst>
                <a:tab pos="228600" algn="l"/>
              </a:tabLst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tabLst>
                <a:tab pos="228600" algn="l"/>
              </a:tabLst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28600" algn="l"/>
              </a:tabLst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28600" algn="l"/>
              </a:tabLst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28600" algn="l"/>
              </a:tabLst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228600" algn="l"/>
              </a:tabLst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 i="0">
                <a:solidFill>
                  <a:srgbClr val="FF3399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800" i="0">
                <a:solidFill>
                  <a:srgbClr val="FF3399"/>
                </a:solidFill>
                <a:latin typeface="Arial" panose="020B0604020202020204" pitchFamily="34" charset="0"/>
              </a:rPr>
              <a:t>、代数精度</a:t>
            </a:r>
          </a:p>
        </p:txBody>
      </p:sp>
      <p:grpSp>
        <p:nvGrpSpPr>
          <p:cNvPr id="21510" name="Group 28"/>
          <p:cNvGrpSpPr/>
          <p:nvPr/>
        </p:nvGrpSpPr>
        <p:grpSpPr bwMode="auto">
          <a:xfrm>
            <a:off x="838200" y="3581400"/>
            <a:ext cx="7772400" cy="1393825"/>
            <a:chOff x="576" y="2256"/>
            <a:chExt cx="4896" cy="878"/>
          </a:xfrm>
        </p:grpSpPr>
        <p:sp>
          <p:nvSpPr>
            <p:cNvPr id="21511" name="Rectangle 11"/>
            <p:cNvSpPr>
              <a:spLocks noChangeArrowheads="1"/>
            </p:cNvSpPr>
            <p:nvPr/>
          </p:nvSpPr>
          <p:spPr bwMode="auto">
            <a:xfrm>
              <a:off x="576" y="2256"/>
              <a:ext cx="4896" cy="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 eaLnBrk="1" hangingPunct="1">
                <a:lnSpc>
                  <a:spcPct val="150000"/>
                </a:lnSpc>
              </a:pPr>
              <a:r>
                <a:rPr lang="zh-CN" altLang="en-US" i="0">
                  <a:solidFill>
                    <a:srgbClr val="FF0000"/>
                  </a:solidFill>
                  <a:latin typeface="Arial" panose="020B0604020202020204" pitchFamily="34" charset="0"/>
                </a:rPr>
                <a:t>定理 </a:t>
              </a:r>
              <a:r>
                <a:rPr lang="en-US" altLang="zh-CN" i="0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r>
                <a:rPr lang="en-US" altLang="zh-CN" sz="2800" i="0">
                  <a:solidFill>
                    <a:srgbClr val="FF0000"/>
                  </a:solidFill>
                  <a:latin typeface="Arial" panose="020B0604020202020204" pitchFamily="34" charset="0"/>
                </a:rPr>
                <a:t>    </a:t>
              </a:r>
              <a:r>
                <a:rPr lang="zh-CN" altLang="en-US" i="0">
                  <a:solidFill>
                    <a:schemeClr val="tx1"/>
                  </a:solidFill>
                </a:rPr>
                <a:t>形如                       的求积公式至少有 </a:t>
              </a:r>
              <a:r>
                <a:rPr lang="en-US" altLang="zh-CN">
                  <a:solidFill>
                    <a:schemeClr val="tx1"/>
                  </a:solidFill>
                </a:rPr>
                <a:t>n</a:t>
              </a:r>
              <a:r>
                <a:rPr lang="en-US" altLang="zh-CN" i="0">
                  <a:solidFill>
                    <a:schemeClr val="tx1"/>
                  </a:solidFill>
                </a:rPr>
                <a:t> </a:t>
              </a:r>
              <a:r>
                <a:rPr lang="zh-CN" altLang="zh-CN" i="0">
                  <a:solidFill>
                    <a:schemeClr val="tx1"/>
                  </a:solidFill>
                </a:rPr>
                <a:t>次代数</a:t>
              </a:r>
              <a:r>
                <a:rPr lang="zh-CN" altLang="en-US" i="0">
                  <a:solidFill>
                    <a:schemeClr val="tx1"/>
                  </a:solidFill>
                </a:rPr>
                <a:t> </a:t>
              </a:r>
              <a:r>
                <a:rPr lang="zh-CN" altLang="zh-CN" i="0">
                  <a:solidFill>
                    <a:schemeClr val="tx1"/>
                  </a:solidFill>
                </a:rPr>
                <a:t>精度</a:t>
              </a:r>
              <a:r>
                <a:rPr lang="zh-CN" altLang="en-US" i="0">
                  <a:solidFill>
                    <a:schemeClr val="tx1"/>
                  </a:solidFill>
                </a:rPr>
                <a:t>  </a:t>
              </a:r>
              <a:r>
                <a:rPr lang="zh-CN" altLang="en-US" i="0">
                  <a:solidFill>
                    <a:srgbClr val="FF0000"/>
                  </a:solidFill>
                  <a:sym typeface="Symbol" panose="05050102010706020507" pitchFamily="18" charset="2"/>
                </a:rPr>
                <a:t></a:t>
              </a:r>
              <a:r>
                <a:rPr lang="zh-CN" altLang="en-US" i="0">
                  <a:solidFill>
                    <a:schemeClr val="tx1"/>
                  </a:solidFill>
                  <a:sym typeface="Symbol" panose="05050102010706020507" pitchFamily="18" charset="2"/>
                </a:rPr>
                <a:t> 该</a:t>
              </a:r>
              <a:r>
                <a:rPr lang="zh-CN" altLang="zh-CN" i="0">
                  <a:solidFill>
                    <a:schemeClr val="tx1"/>
                  </a:solidFill>
                </a:rPr>
                <a:t>公式为插值型（即：                    ）</a:t>
              </a:r>
              <a:endParaRPr lang="zh-CN" altLang="en-US" i="0">
                <a:solidFill>
                  <a:schemeClr val="tx1"/>
                </a:solidFill>
              </a:endParaRPr>
            </a:p>
          </p:txBody>
        </p:sp>
        <p:graphicFrame>
          <p:nvGraphicFramePr>
            <p:cNvPr id="21512" name="Object 12"/>
            <p:cNvGraphicFramePr/>
            <p:nvPr/>
          </p:nvGraphicFramePr>
          <p:xfrm>
            <a:off x="2016" y="2304"/>
            <a:ext cx="1008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7" r:id="rId6" imgW="876300" imgH="368300" progId="Equation.DSMT4">
                    <p:embed/>
                  </p:oleObj>
                </mc:Choice>
                <mc:Fallback>
                  <p:oleObj r:id="rId6" imgW="876300" imgH="368300" progId="Equation.DSMT4">
                    <p:embed/>
                    <p:pic>
                      <p:nvPicPr>
                        <p:cNvPr id="0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304"/>
                          <a:ext cx="1008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3" name="Object 13"/>
            <p:cNvGraphicFramePr/>
            <p:nvPr/>
          </p:nvGraphicFramePr>
          <p:xfrm>
            <a:off x="4224" y="2688"/>
            <a:ext cx="960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8" r:id="rId8" imgW="951865" imgH="355600" progId="Equation.DSMT4">
                    <p:embed/>
                  </p:oleObj>
                </mc:Choice>
                <mc:Fallback>
                  <p:oleObj r:id="rId8" imgW="951865" imgH="355600" progId="Equation.DSMT4">
                    <p:embed/>
                    <p:pic>
                      <p:nvPicPr>
                        <p:cNvPr id="0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688"/>
                          <a:ext cx="960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514" name="Group 26"/>
          <p:cNvGrpSpPr/>
          <p:nvPr/>
        </p:nvGrpSpPr>
        <p:grpSpPr bwMode="auto">
          <a:xfrm>
            <a:off x="1219200" y="5334000"/>
            <a:ext cx="5257800" cy="846138"/>
            <a:chOff x="768" y="3024"/>
            <a:chExt cx="3312" cy="533"/>
          </a:xfrm>
        </p:grpSpPr>
        <p:sp>
          <p:nvSpPr>
            <p:cNvPr id="21515" name="Rectangle 17"/>
            <p:cNvSpPr>
              <a:spLocks noChangeArrowheads="1"/>
            </p:cNvSpPr>
            <p:nvPr/>
          </p:nvSpPr>
          <p:spPr bwMode="auto">
            <a:xfrm>
              <a:off x="768" y="3168"/>
              <a:ext cx="21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i="0" dirty="0">
                  <a:solidFill>
                    <a:srgbClr val="A50021"/>
                  </a:solidFill>
                  <a:latin typeface="Arial" panose="020B0604020202020204" pitchFamily="34" charset="0"/>
                </a:rPr>
                <a:t>推论    </a:t>
              </a:r>
              <a:r>
                <a:rPr lang="zh-CN" altLang="en-US" i="0" dirty="0">
                  <a:solidFill>
                    <a:srgbClr val="0000CC"/>
                  </a:solidFill>
                  <a:latin typeface="Arial" panose="020B0604020202020204" pitchFamily="34" charset="0"/>
                </a:rPr>
                <a:t>求积系数     满足</a:t>
              </a:r>
              <a:r>
                <a:rPr lang="en-US" altLang="zh-CN" i="0" dirty="0">
                  <a:solidFill>
                    <a:srgbClr val="0000CC"/>
                  </a:solidFill>
                  <a:latin typeface="Arial" panose="020B0604020202020204" pitchFamily="34" charset="0"/>
                </a:rPr>
                <a:t>:</a:t>
              </a:r>
            </a:p>
          </p:txBody>
        </p:sp>
        <p:graphicFrame>
          <p:nvGraphicFramePr>
            <p:cNvPr id="21516" name="Object 19"/>
            <p:cNvGraphicFramePr/>
            <p:nvPr/>
          </p:nvGraphicFramePr>
          <p:xfrm>
            <a:off x="3072" y="3024"/>
            <a:ext cx="1008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9" r:id="rId10" imgW="824865" imgH="431800" progId="Equation.DSMT4">
                    <p:embed/>
                  </p:oleObj>
                </mc:Choice>
                <mc:Fallback>
                  <p:oleObj r:id="rId10" imgW="824865" imgH="431800" progId="Equation.DSMT4">
                    <p:embed/>
                    <p:pic>
                      <p:nvPicPr>
                        <p:cNvPr id="0" name="Object 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024"/>
                          <a:ext cx="1008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7" name="Object 20"/>
            <p:cNvGraphicFramePr/>
            <p:nvPr/>
          </p:nvGraphicFramePr>
          <p:xfrm>
            <a:off x="2208" y="3168"/>
            <a:ext cx="2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60" r:id="rId12" imgW="190500" imgH="228600" progId="Equation.DSMT4">
                    <p:embed/>
                  </p:oleObj>
                </mc:Choice>
                <mc:Fallback>
                  <p:oleObj r:id="rId12" imgW="190500" imgH="228600" progId="Equation.DSMT4">
                    <p:embed/>
                    <p:pic>
                      <p:nvPicPr>
                        <p:cNvPr id="0" name="Object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3168"/>
                          <a:ext cx="24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1518" name="Picture 24" descr="j041788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5486400"/>
            <a:ext cx="990600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93445" y="635000"/>
            <a:ext cx="2306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想一想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64565" y="1443990"/>
            <a:ext cx="3683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插值型求积公式怎么来的？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963160" y="1443990"/>
            <a:ext cx="3683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0">
                <a:solidFill>
                  <a:srgbClr val="FF0000"/>
                </a:solidFill>
              </a:rPr>
              <a:t>拉格朗日插值函数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39165" y="2344420"/>
            <a:ext cx="36836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拉格朗日插值函数对</a:t>
            </a:r>
            <a:r>
              <a:rPr lang="en-US" altLang="zh-CN">
                <a:solidFill>
                  <a:schemeClr val="accent4">
                    <a:lumMod val="50000"/>
                  </a:schemeClr>
                </a:solidFill>
              </a:rPr>
              <a:t>n</a:t>
            </a:r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次多项式精确成立吗？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74060" y="695960"/>
            <a:ext cx="2715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给定</a:t>
            </a:r>
            <a:r>
              <a:rPr lang="en-US" altLang="zh-CN"/>
              <a:t>n+1</a:t>
            </a:r>
            <a:r>
              <a:rPr lang="zh-CN" altLang="en-US"/>
              <a:t>个点对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055235" y="2415540"/>
            <a:ext cx="3683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i="0">
                <a:solidFill>
                  <a:srgbClr val="FF0000"/>
                </a:solidFill>
              </a:rPr>
              <a:t>是的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9470" y="3378200"/>
            <a:ext cx="36836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>
                <a:solidFill>
                  <a:schemeClr val="accent4">
                    <a:lumMod val="50000"/>
                  </a:schemeClr>
                </a:solidFill>
              </a:rPr>
              <a:t>插值型求积公式对</a:t>
            </a:r>
            <a:r>
              <a:rPr lang="en-US" altLang="zh-CN">
                <a:solidFill>
                  <a:schemeClr val="accent4">
                    <a:lumMod val="50000"/>
                  </a:schemeClr>
                </a:solidFill>
              </a:rPr>
              <a:t>n</a:t>
            </a:r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次多项式精确成立吗？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38725" y="3548380"/>
            <a:ext cx="3683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i="0">
                <a:solidFill>
                  <a:srgbClr val="FF0000"/>
                </a:solidFill>
              </a:rPr>
              <a:t>是的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93445" y="4608830"/>
            <a:ext cx="36836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>
                <a:solidFill>
                  <a:schemeClr val="accent4">
                    <a:lumMod val="50000"/>
                  </a:schemeClr>
                </a:solidFill>
              </a:rPr>
              <a:t>插值型求积公式具有</a:t>
            </a:r>
            <a:r>
              <a:rPr lang="en-US" altLang="zh-CN">
                <a:solidFill>
                  <a:schemeClr val="accent4">
                    <a:lumMod val="50000"/>
                  </a:schemeClr>
                </a:solidFill>
              </a:rPr>
              <a:t>n</a:t>
            </a:r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次代数精度？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055235" y="4559300"/>
            <a:ext cx="3683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>
                <a:solidFill>
                  <a:schemeClr val="accent4">
                    <a:lumMod val="50000"/>
                  </a:schemeClr>
                </a:solidFill>
              </a:rPr>
              <a:t>不对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39470" y="5635625"/>
            <a:ext cx="36836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>
                <a:solidFill>
                  <a:schemeClr val="accent4">
                    <a:lumMod val="50000"/>
                  </a:schemeClr>
                </a:solidFill>
              </a:rPr>
              <a:t>插值型求积公式至少具有</a:t>
            </a:r>
            <a:r>
              <a:rPr lang="en-US" altLang="zh-CN">
                <a:solidFill>
                  <a:schemeClr val="accent4">
                    <a:lumMod val="50000"/>
                  </a:schemeClr>
                </a:solidFill>
              </a:rPr>
              <a:t>n</a:t>
            </a:r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次代数精度？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038725" y="5635625"/>
            <a:ext cx="3683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i="0">
                <a:solidFill>
                  <a:srgbClr val="FF0000"/>
                </a:solidFill>
              </a:rPr>
              <a:t>是的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93445" y="635000"/>
            <a:ext cx="2306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想一想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64565" y="1443990"/>
            <a:ext cx="36836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一个求积公式具有</a:t>
            </a:r>
            <a:r>
              <a:rPr lang="en-US" altLang="zh-CN">
                <a:solidFill>
                  <a:schemeClr val="accent4">
                    <a:lumMod val="50000"/>
                  </a:schemeClr>
                </a:solidFill>
              </a:rPr>
              <a:t>n</a:t>
            </a:r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次代数精度，那么这个求积公式对拉格朗日基函数精确成立吗啊？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74060" y="695960"/>
            <a:ext cx="2715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给定</a:t>
            </a:r>
            <a:r>
              <a:rPr lang="en-US" altLang="zh-CN"/>
              <a:t>n+1</a:t>
            </a:r>
            <a:r>
              <a:rPr lang="zh-CN" altLang="en-US"/>
              <a:t>个点对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055235" y="1886585"/>
            <a:ext cx="3683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i="0">
                <a:solidFill>
                  <a:srgbClr val="FF0000"/>
                </a:solidFill>
              </a:rPr>
              <a:t>是的</a:t>
            </a:r>
          </a:p>
        </p:txBody>
      </p:sp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54860" y="3239135"/>
          <a:ext cx="3000375" cy="804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r:id="rId3" imgW="1459865" imgH="444500" progId="Equation.KSEE3">
                  <p:embed/>
                </p:oleObj>
              </mc:Choice>
              <mc:Fallback>
                <p:oleObj r:id="rId3" imgW="1459865" imgH="444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4860" y="3239135"/>
                        <a:ext cx="3000375" cy="804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/>
          <p:nvPr/>
        </p:nvGraphicFramePr>
        <p:xfrm>
          <a:off x="5678170" y="3239135"/>
          <a:ext cx="1987550" cy="770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5" imgW="393700" imgH="241300" progId="Equation.KSEE3">
                  <p:embed/>
                </p:oleObj>
              </mc:Choice>
              <mc:Fallback>
                <p:oleObj r:id="rId5" imgW="393700" imgH="241300" progId="Equation.KSEE3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78170" y="3239135"/>
                        <a:ext cx="1987550" cy="770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897245" y="4545013"/>
          <a:ext cx="1905635" cy="598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r:id="rId7" imgW="927100" imgH="330200" progId="Equation.KSEE3">
                  <p:embed/>
                </p:oleObj>
              </mc:Choice>
              <mc:Fallback>
                <p:oleObj r:id="rId7" imgW="927100" imgH="330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97245" y="4545013"/>
                        <a:ext cx="1905635" cy="598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Text Box 2"/>
          <p:cNvSpPr txBox="1"/>
          <p:nvPr/>
        </p:nvSpPr>
        <p:spPr>
          <a:xfrm>
            <a:off x="304800" y="228600"/>
            <a:ext cx="7391400" cy="1820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例</a:t>
            </a:r>
            <a:r>
              <a:rPr lang="en-US" altLang="zh-CN" sz="2800" i="0" dirty="0">
                <a:solidFill>
                  <a:srgbClr val="000000"/>
                </a:solidFill>
                <a:ea typeface="黑体" panose="02010609060101010101" pitchFamily="49" charset="-122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.1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设积分区间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[a, b]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[0, 2]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，取时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                                   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,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分别用梯形和辛卜生公式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p:sp>
        <p:nvSpPr>
          <p:cNvPr id="15366" name="Rectangle 4"/>
          <p:cNvSpPr/>
          <p:nvPr/>
        </p:nvSpPr>
        <p:spPr>
          <a:xfrm>
            <a:off x="382905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362" name="Object 3"/>
          <p:cNvGraphicFramePr/>
          <p:nvPr/>
        </p:nvGraphicFramePr>
        <p:xfrm>
          <a:off x="1447800" y="838200"/>
          <a:ext cx="44196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1" r:id="rId3" imgW="1485900" imgH="228600" progId="Equation.3">
                  <p:embed/>
                </p:oleObj>
              </mc:Choice>
              <mc:Fallback>
                <p:oleObj r:id="rId3" imgW="1485900" imgH="2286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838200"/>
                        <a:ext cx="4419600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6"/>
          <p:cNvSpPr/>
          <p:nvPr/>
        </p:nvSpPr>
        <p:spPr>
          <a:xfrm>
            <a:off x="3814763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363" name="Object 5"/>
          <p:cNvGraphicFramePr/>
          <p:nvPr/>
        </p:nvGraphicFramePr>
        <p:xfrm>
          <a:off x="2133600" y="2133600"/>
          <a:ext cx="3581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2" r:id="rId5" imgW="1511300" imgH="330200" progId="Equation.3">
                  <p:embed/>
                </p:oleObj>
              </mc:Choice>
              <mc:Fallback>
                <p:oleObj r:id="rId5" imgW="1511300" imgH="330200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3600" y="2133600"/>
                        <a:ext cx="358140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Rectangle 8"/>
          <p:cNvSpPr/>
          <p:nvPr/>
        </p:nvSpPr>
        <p:spPr>
          <a:xfrm>
            <a:off x="3481388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364" name="Object 7"/>
          <p:cNvGraphicFramePr/>
          <p:nvPr/>
        </p:nvGraphicFramePr>
        <p:xfrm>
          <a:off x="1981200" y="2895600"/>
          <a:ext cx="46482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3" r:id="rId7" imgW="2184400" imgH="393700" progId="Equation.3">
                  <p:embed/>
                </p:oleObj>
              </mc:Choice>
              <mc:Fallback>
                <p:oleObj r:id="rId7" imgW="2184400" imgH="393700" progId="Equation.3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81200" y="2895600"/>
                        <a:ext cx="4648200" cy="833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Text Box 9"/>
          <p:cNvSpPr txBox="1"/>
          <p:nvPr/>
        </p:nvSpPr>
        <p:spPr>
          <a:xfrm>
            <a:off x="457200" y="3962400"/>
            <a:ext cx="7696200" cy="2397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计算其积分结果并与准确值进行比较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解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: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梯形公式和辛卜生的计算结果与准确值比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   较如下表所示 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2"/>
          <p:cNvSpPr txBox="1"/>
          <p:nvPr/>
        </p:nvSpPr>
        <p:spPr>
          <a:xfrm>
            <a:off x="0" y="609600"/>
            <a:ext cx="8915400" cy="2443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(x)                       1      x       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     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4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准确值            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2      2       2.67     4      6.40   6.389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梯形公式计算值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2      2      4           8      16      8.389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辛卜生公式计算值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2     2       2.67      4      6.67   6.421</a:t>
            </a:r>
          </a:p>
        </p:txBody>
      </p:sp>
      <p:sp>
        <p:nvSpPr>
          <p:cNvPr id="16388" name="Line 3"/>
          <p:cNvSpPr/>
          <p:nvPr/>
        </p:nvSpPr>
        <p:spPr>
          <a:xfrm>
            <a:off x="304800" y="1295400"/>
            <a:ext cx="82296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89" name="Line 4"/>
          <p:cNvSpPr/>
          <p:nvPr/>
        </p:nvSpPr>
        <p:spPr>
          <a:xfrm>
            <a:off x="304800" y="1828800"/>
            <a:ext cx="82296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0" name="Line 5"/>
          <p:cNvSpPr/>
          <p:nvPr/>
        </p:nvSpPr>
        <p:spPr>
          <a:xfrm>
            <a:off x="304800" y="2438400"/>
            <a:ext cx="82296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1" name="Line 6"/>
          <p:cNvSpPr/>
          <p:nvPr/>
        </p:nvSpPr>
        <p:spPr>
          <a:xfrm flipV="1">
            <a:off x="381000" y="3124200"/>
            <a:ext cx="81534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2" name="Line 7"/>
          <p:cNvSpPr/>
          <p:nvPr/>
        </p:nvSpPr>
        <p:spPr>
          <a:xfrm>
            <a:off x="228600" y="533400"/>
            <a:ext cx="82296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3" name="Line 8"/>
          <p:cNvSpPr/>
          <p:nvPr/>
        </p:nvSpPr>
        <p:spPr>
          <a:xfrm>
            <a:off x="3124200" y="533400"/>
            <a:ext cx="0" cy="2590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4" name="Line 9"/>
          <p:cNvSpPr/>
          <p:nvPr/>
        </p:nvSpPr>
        <p:spPr>
          <a:xfrm>
            <a:off x="3733800" y="533400"/>
            <a:ext cx="0" cy="2590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5" name="Line 10"/>
          <p:cNvSpPr/>
          <p:nvPr/>
        </p:nvSpPr>
        <p:spPr>
          <a:xfrm>
            <a:off x="4572000" y="533400"/>
            <a:ext cx="0" cy="2590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6" name="Line 11"/>
          <p:cNvSpPr/>
          <p:nvPr/>
        </p:nvSpPr>
        <p:spPr>
          <a:xfrm>
            <a:off x="5715000" y="533400"/>
            <a:ext cx="0" cy="2590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7" name="Line 12"/>
          <p:cNvSpPr/>
          <p:nvPr/>
        </p:nvSpPr>
        <p:spPr>
          <a:xfrm>
            <a:off x="6553200" y="533400"/>
            <a:ext cx="0" cy="2590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8" name="Line 13"/>
          <p:cNvSpPr/>
          <p:nvPr/>
        </p:nvSpPr>
        <p:spPr>
          <a:xfrm>
            <a:off x="7391400" y="533400"/>
            <a:ext cx="0" cy="2514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9" name="Text Box 14"/>
          <p:cNvSpPr txBox="1"/>
          <p:nvPr/>
        </p:nvSpPr>
        <p:spPr>
          <a:xfrm>
            <a:off x="381000" y="3429000"/>
            <a:ext cx="8382000" cy="1073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从表中可以看出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当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f(x)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是             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辛卜生公式比梯形公式更精确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p:sp>
        <p:nvSpPr>
          <p:cNvPr id="16400" name="Rectangle 16"/>
          <p:cNvSpPr/>
          <p:nvPr/>
        </p:nvSpPr>
        <p:spPr>
          <a:xfrm>
            <a:off x="4271963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6386" name="Object 15"/>
          <p:cNvGraphicFramePr/>
          <p:nvPr/>
        </p:nvGraphicFramePr>
        <p:xfrm>
          <a:off x="5334000" y="3473450"/>
          <a:ext cx="17526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1" r:id="rId3" imgW="596900" imgH="228600" progId="Equation.3">
                  <p:embed/>
                </p:oleObj>
              </mc:Choice>
              <mc:Fallback>
                <p:oleObj r:id="rId3" imgW="596900" imgH="228600" progId="Equation.3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0" y="3473450"/>
                        <a:ext cx="1752600" cy="515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1" name="Text Box 17"/>
          <p:cNvSpPr txBox="1"/>
          <p:nvPr/>
        </p:nvSpPr>
        <p:spPr>
          <a:xfrm>
            <a:off x="304800" y="4572000"/>
            <a:ext cx="8305800" cy="192052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一般说来，代数精度越高，求积公式越精确。梯形公式和中矩形公式具有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次代数精度，辛卜生公式有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次代数精度。 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Text Box 2"/>
          <p:cNvSpPr txBox="1"/>
          <p:nvPr/>
        </p:nvSpPr>
        <p:spPr>
          <a:xfrm>
            <a:off x="381000" y="381000"/>
            <a:ext cx="7772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例</a:t>
            </a:r>
            <a:r>
              <a:rPr lang="en-US" altLang="zh-CN" sz="2800" i="0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试确定一个至少具有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次代数精度的公式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p:sp>
        <p:nvSpPr>
          <p:cNvPr id="18439" name="Rectangle 4"/>
          <p:cNvSpPr/>
          <p:nvPr/>
        </p:nvSpPr>
        <p:spPr>
          <a:xfrm>
            <a:off x="3529013" y="318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8434" name="Object 3"/>
          <p:cNvGraphicFramePr/>
          <p:nvPr/>
        </p:nvGraphicFramePr>
        <p:xfrm>
          <a:off x="1447800" y="914400"/>
          <a:ext cx="5562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0" r:id="rId3" imgW="2082800" imgH="482600" progId="Equation.3">
                  <p:embed/>
                </p:oleObj>
              </mc:Choice>
              <mc:Fallback>
                <p:oleObj r:id="rId3" imgW="2082800" imgH="4826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914400"/>
                        <a:ext cx="55626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Text Box 5"/>
          <p:cNvSpPr txBox="1"/>
          <p:nvPr/>
        </p:nvSpPr>
        <p:spPr>
          <a:xfrm>
            <a:off x="457200" y="1752600"/>
            <a:ext cx="8153400" cy="120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解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: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要使公式具有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次代数精度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则对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f(x)=1,x,x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2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求积公式准确成立，即得如下方程组。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18441" name="Rectangle 7"/>
          <p:cNvSpPr/>
          <p:nvPr/>
        </p:nvSpPr>
        <p:spPr>
          <a:xfrm>
            <a:off x="4019550" y="2957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8435" name="Object 6"/>
          <p:cNvGraphicFramePr/>
          <p:nvPr/>
        </p:nvGraphicFramePr>
        <p:xfrm>
          <a:off x="1371600" y="2840038"/>
          <a:ext cx="48768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1" r:id="rId5" imgW="1104900" imgH="939800" progId="Equation.3">
                  <p:embed/>
                </p:oleObj>
              </mc:Choice>
              <mc:Fallback>
                <p:oleObj r:id="rId5" imgW="1104900" imgH="939800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1600" y="2840038"/>
                        <a:ext cx="4876800" cy="2049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Rectangle 9"/>
          <p:cNvSpPr/>
          <p:nvPr/>
        </p:nvSpPr>
        <p:spPr>
          <a:xfrm>
            <a:off x="367665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8436" name="Object 8"/>
          <p:cNvGraphicFramePr/>
          <p:nvPr/>
        </p:nvGraphicFramePr>
        <p:xfrm>
          <a:off x="2514600" y="4953000"/>
          <a:ext cx="47244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2" r:id="rId7" imgW="1790700" imgH="393700" progId="Equation.3">
                  <p:embed/>
                </p:oleObj>
              </mc:Choice>
              <mc:Fallback>
                <p:oleObj r:id="rId7" imgW="1790700" imgH="393700" progId="Equation.3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14600" y="4953000"/>
                        <a:ext cx="4724400" cy="754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Text Box 10"/>
          <p:cNvSpPr txBox="1"/>
          <p:nvPr/>
        </p:nvSpPr>
        <p:spPr>
          <a:xfrm>
            <a:off x="914400" y="4953000"/>
            <a:ext cx="1600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解之得，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 </a:t>
            </a:r>
          </a:p>
        </p:txBody>
      </p:sp>
      <p:sp>
        <p:nvSpPr>
          <p:cNvPr id="18444" name="Rectangle 12"/>
          <p:cNvSpPr/>
          <p:nvPr/>
        </p:nvSpPr>
        <p:spPr>
          <a:xfrm>
            <a:off x="3348038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8437" name="Object 11"/>
          <p:cNvGraphicFramePr/>
          <p:nvPr/>
        </p:nvGraphicFramePr>
        <p:xfrm>
          <a:off x="3048000" y="5715000"/>
          <a:ext cx="48768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3" r:id="rId9" imgW="2451100" imgH="393700" progId="Equation.3">
                  <p:embed/>
                </p:oleObj>
              </mc:Choice>
              <mc:Fallback>
                <p:oleObj r:id="rId9" imgW="2451100" imgH="393700" progId="Equation.3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48000" y="5715000"/>
                        <a:ext cx="4876800" cy="823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Text Box 13"/>
          <p:cNvSpPr txBox="1"/>
          <p:nvPr/>
        </p:nvSpPr>
        <p:spPr>
          <a:xfrm>
            <a:off x="914400" y="5867400"/>
            <a:ext cx="236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所求公式为： 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ext Box 2"/>
          <p:cNvSpPr txBox="1"/>
          <p:nvPr/>
        </p:nvSpPr>
        <p:spPr>
          <a:xfrm>
            <a:off x="457200" y="228600"/>
            <a:ext cx="8305800" cy="2870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试确定求积系数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A,B,C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使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anose="020105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     具有最高的代数精度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解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: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分别取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f(x)=1,x,x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使求积公式准确成立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即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   得如下方程组。</a:t>
            </a:r>
          </a:p>
        </p:txBody>
      </p:sp>
      <p:sp>
        <p:nvSpPr>
          <p:cNvPr id="19462" name="Rectangle 3"/>
          <p:cNvSpPr/>
          <p:nvPr/>
        </p:nvSpPr>
        <p:spPr>
          <a:xfrm>
            <a:off x="3810000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3" name="Rectangle 4"/>
          <p:cNvSpPr/>
          <p:nvPr/>
        </p:nvSpPr>
        <p:spPr>
          <a:xfrm>
            <a:off x="4138613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4" name="Rectangle 5"/>
          <p:cNvSpPr/>
          <p:nvPr/>
        </p:nvSpPr>
        <p:spPr>
          <a:xfrm>
            <a:off x="394335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5" name="Rectangle 6"/>
          <p:cNvSpPr/>
          <p:nvPr/>
        </p:nvSpPr>
        <p:spPr>
          <a:xfrm>
            <a:off x="4224338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6" name="Rectangle 8"/>
          <p:cNvSpPr/>
          <p:nvPr/>
        </p:nvSpPr>
        <p:spPr>
          <a:xfrm>
            <a:off x="2938463" y="2919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7" name="Text Box 9"/>
          <p:cNvSpPr txBox="1"/>
          <p:nvPr/>
        </p:nvSpPr>
        <p:spPr>
          <a:xfrm>
            <a:off x="381000" y="4800600"/>
            <a:ext cx="3352800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所得求积公式为：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anose="02010509060101010101" pitchFamily="49" charset="-122"/>
              <a:ea typeface="黑体" panose="02010609060101010101" pitchFamily="49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9468" name="Rectangle 10"/>
          <p:cNvSpPr/>
          <p:nvPr/>
        </p:nvSpPr>
        <p:spPr>
          <a:xfrm>
            <a:off x="3614738" y="29860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9" name="Rectangle 16"/>
          <p:cNvSpPr/>
          <p:nvPr/>
        </p:nvSpPr>
        <p:spPr>
          <a:xfrm>
            <a:off x="3462338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9458" name="Object 15"/>
          <p:cNvGraphicFramePr/>
          <p:nvPr/>
        </p:nvGraphicFramePr>
        <p:xfrm>
          <a:off x="2057400" y="762000"/>
          <a:ext cx="52578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7" r:id="rId3" imgW="2222500" imgH="330200" progId="Equation.3">
                  <p:embed/>
                </p:oleObj>
              </mc:Choice>
              <mc:Fallback>
                <p:oleObj r:id="rId3" imgW="2222500" imgH="330200" progId="Equation.3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7400" y="762000"/>
                        <a:ext cx="5257800" cy="750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0" name="Rectangle 18"/>
          <p:cNvSpPr/>
          <p:nvPr/>
        </p:nvSpPr>
        <p:spPr>
          <a:xfrm>
            <a:off x="4057650" y="2957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9459" name="Object 17"/>
          <p:cNvGraphicFramePr/>
          <p:nvPr/>
        </p:nvGraphicFramePr>
        <p:xfrm>
          <a:off x="3810000" y="2743200"/>
          <a:ext cx="41148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8" r:id="rId5" imgW="1028700" imgH="939800" progId="Equation.3">
                  <p:embed/>
                </p:oleObj>
              </mc:Choice>
              <mc:Fallback>
                <p:oleObj r:id="rId5" imgW="1028700" imgH="939800" progId="Equation.3">
                  <p:embed/>
                  <p:pic>
                    <p:nvPicPr>
                      <p:cNvPr id="0" name="Object 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0" y="2743200"/>
                        <a:ext cx="4114800" cy="1981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1" name="Text Box 19"/>
          <p:cNvSpPr txBox="1"/>
          <p:nvPr/>
        </p:nvSpPr>
        <p:spPr>
          <a:xfrm>
            <a:off x="304800" y="5410200"/>
            <a:ext cx="8229600" cy="124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对于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f(x)=1,x,x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,x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都准确成立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对于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f(x)=x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就不准确了，所以此求积公式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黑体" panose="02010609060101010101" pitchFamily="49" charset="-122"/>
                <a:cs typeface="+mn-cs"/>
              </a:rPr>
              <a:t>次代数精度。</a:t>
            </a:r>
          </a:p>
        </p:txBody>
      </p:sp>
      <p:sp>
        <p:nvSpPr>
          <p:cNvPr id="19472" name="Rectangle 21"/>
          <p:cNvSpPr/>
          <p:nvPr/>
        </p:nvSpPr>
        <p:spPr>
          <a:xfrm>
            <a:off x="340995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9460" name="Object 20"/>
          <p:cNvGraphicFramePr/>
          <p:nvPr/>
        </p:nvGraphicFramePr>
        <p:xfrm>
          <a:off x="3352800" y="4724400"/>
          <a:ext cx="48768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9" r:id="rId7" imgW="2324100" imgH="393700" progId="Equation.3">
                  <p:embed/>
                </p:oleObj>
              </mc:Choice>
              <mc:Fallback>
                <p:oleObj r:id="rId7" imgW="2324100" imgH="393700" progId="Equation.3">
                  <p:embed/>
                  <p:pic>
                    <p:nvPicPr>
                      <p:cNvPr id="0" name="Object 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2800" y="4724400"/>
                        <a:ext cx="4876800" cy="755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/>
          <p:nvPr/>
        </p:nvSpPr>
        <p:spPr>
          <a:xfrm>
            <a:off x="0" y="0"/>
            <a:ext cx="9144000" cy="5334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0" name="Rectangle 5"/>
          <p:cNvSpPr/>
          <p:nvPr/>
        </p:nvSpPr>
        <p:spPr>
          <a:xfrm>
            <a:off x="3810000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1" name="Rectangle 6"/>
          <p:cNvSpPr/>
          <p:nvPr/>
        </p:nvSpPr>
        <p:spPr>
          <a:xfrm>
            <a:off x="4138613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2" name="Rectangle 7"/>
          <p:cNvSpPr/>
          <p:nvPr/>
        </p:nvSpPr>
        <p:spPr>
          <a:xfrm>
            <a:off x="394335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3" name="Rectangle 8"/>
          <p:cNvSpPr/>
          <p:nvPr/>
        </p:nvSpPr>
        <p:spPr>
          <a:xfrm>
            <a:off x="4224338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4" name="Rectangle 9"/>
          <p:cNvSpPr/>
          <p:nvPr/>
        </p:nvSpPr>
        <p:spPr>
          <a:xfrm>
            <a:off x="2938463" y="2919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5" name="Rectangle 11"/>
          <p:cNvSpPr/>
          <p:nvPr/>
        </p:nvSpPr>
        <p:spPr>
          <a:xfrm>
            <a:off x="3614738" y="29860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6" name="Rectangle 12"/>
          <p:cNvSpPr/>
          <p:nvPr/>
        </p:nvSpPr>
        <p:spPr>
          <a:xfrm>
            <a:off x="3967163" y="2843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7" name="Rectangle 13"/>
          <p:cNvSpPr/>
          <p:nvPr/>
        </p:nvSpPr>
        <p:spPr>
          <a:xfrm>
            <a:off x="3448050" y="2814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8" name="Text Box 16"/>
          <p:cNvSpPr txBox="1"/>
          <p:nvPr/>
        </p:nvSpPr>
        <p:spPr>
          <a:xfrm>
            <a:off x="457200" y="1981200"/>
            <a:ext cx="8229600" cy="1778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的代数精度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可以验证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对于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f(x)=1, x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时公式两端相等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再将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f(x)=x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代入公式    左端</a:t>
            </a:r>
          </a:p>
        </p:txBody>
      </p:sp>
      <p:sp>
        <p:nvSpPr>
          <p:cNvPr id="21519" name="Rectangle 18"/>
          <p:cNvSpPr/>
          <p:nvPr/>
        </p:nvSpPr>
        <p:spPr>
          <a:xfrm>
            <a:off x="3443288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506" name="Object 19"/>
          <p:cNvGraphicFramePr/>
          <p:nvPr/>
        </p:nvGraphicFramePr>
        <p:xfrm>
          <a:off x="1676400" y="1066800"/>
          <a:ext cx="5486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5" r:id="rId3" imgW="2259330" imgH="393700" progId="Equation.3">
                  <p:embed/>
                </p:oleObj>
              </mc:Choice>
              <mc:Fallback>
                <p:oleObj r:id="rId3" imgW="2259330" imgH="393700" progId="Equation.3">
                  <p:embed/>
                  <p:pic>
                    <p:nvPicPr>
                      <p:cNvPr id="0" name="Object 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6400" y="1066800"/>
                        <a:ext cx="54864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0" name="Text Box 20"/>
          <p:cNvSpPr txBox="1"/>
          <p:nvPr/>
        </p:nvSpPr>
        <p:spPr>
          <a:xfrm>
            <a:off x="304800" y="381000"/>
            <a:ext cx="472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例</a:t>
            </a:r>
            <a:r>
              <a:rPr lang="en-US" altLang="zh-CN" sz="2800" i="0" dirty="0">
                <a:solidFill>
                  <a:srgbClr val="000000"/>
                </a:solidFill>
                <a:ea typeface="黑体" panose="02010609060101010101" pitchFamily="49" charset="-122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.4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考察求积公式</a:t>
            </a:r>
          </a:p>
        </p:txBody>
      </p:sp>
      <p:sp>
        <p:nvSpPr>
          <p:cNvPr id="21521" name="Text Box 21"/>
          <p:cNvSpPr txBox="1"/>
          <p:nvPr/>
        </p:nvSpPr>
        <p:spPr>
          <a:xfrm>
            <a:off x="533400" y="4800600"/>
            <a:ext cx="8077200" cy="186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两端不相等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所以该求积公式具有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次代数精度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三个节点不一定具有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次代数精度，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因为不是插值型的</a:t>
            </a:r>
          </a:p>
        </p:txBody>
      </p:sp>
      <p:sp>
        <p:nvSpPr>
          <p:cNvPr id="21522" name="Rectangle 25"/>
          <p:cNvSpPr/>
          <p:nvPr/>
        </p:nvSpPr>
        <p:spPr>
          <a:xfrm>
            <a:off x="3890963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507" name="Object 24"/>
          <p:cNvGraphicFramePr/>
          <p:nvPr/>
        </p:nvGraphicFramePr>
        <p:xfrm>
          <a:off x="3429000" y="3200400"/>
          <a:ext cx="3657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6" r:id="rId5" imgW="1358265" imgH="393700" progId="Equation.3">
                  <p:embed/>
                </p:oleObj>
              </mc:Choice>
              <mc:Fallback>
                <p:oleObj r:id="rId5" imgW="1358265" imgH="393700" progId="Equation.3">
                  <p:embed/>
                  <p:pic>
                    <p:nvPicPr>
                      <p:cNvPr id="0" name="Object 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29000" y="3200400"/>
                        <a:ext cx="36576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3" name="Rectangle 27"/>
          <p:cNvSpPr/>
          <p:nvPr/>
        </p:nvSpPr>
        <p:spPr>
          <a:xfrm>
            <a:off x="340995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508" name="Object 26"/>
          <p:cNvGraphicFramePr/>
          <p:nvPr/>
        </p:nvGraphicFramePr>
        <p:xfrm>
          <a:off x="3429000" y="4114800"/>
          <a:ext cx="4572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7" r:id="rId7" imgW="2324100" imgH="393700" progId="Equation.3">
                  <p:embed/>
                </p:oleObj>
              </mc:Choice>
              <mc:Fallback>
                <p:oleObj r:id="rId7" imgW="2324100" imgH="393700" progId="Equation.3">
                  <p:embed/>
                  <p:pic>
                    <p:nvPicPr>
                      <p:cNvPr id="0" name="Object 2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29000" y="4114800"/>
                        <a:ext cx="45720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4" name="Text Box 28"/>
          <p:cNvSpPr txBox="1"/>
          <p:nvPr/>
        </p:nvSpPr>
        <p:spPr>
          <a:xfrm>
            <a:off x="2286000" y="4191000"/>
            <a:ext cx="1447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右端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Text Box 2"/>
          <p:cNvSpPr txBox="1"/>
          <p:nvPr/>
        </p:nvSpPr>
        <p:spPr>
          <a:xfrm>
            <a:off x="152400" y="228600"/>
            <a:ext cx="853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例</a:t>
            </a:r>
            <a:r>
              <a:rPr lang="en-US" altLang="zh-CN" sz="2800" i="0" dirty="0">
                <a:solidFill>
                  <a:srgbClr val="000000"/>
                </a:solidFill>
                <a:ea typeface="黑体" panose="02010609060101010101" pitchFamily="49" charset="-122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.5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给定求积公式如下：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22536" name="Rectangle 4"/>
          <p:cNvSpPr/>
          <p:nvPr/>
        </p:nvSpPr>
        <p:spPr>
          <a:xfrm>
            <a:off x="3319463" y="318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530" name="Object 3"/>
          <p:cNvGraphicFramePr/>
          <p:nvPr/>
        </p:nvGraphicFramePr>
        <p:xfrm>
          <a:off x="1371600" y="838200"/>
          <a:ext cx="6019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3" r:id="rId3" imgW="2501900" imgH="482600" progId="Equation.3">
                  <p:embed/>
                </p:oleObj>
              </mc:Choice>
              <mc:Fallback>
                <p:oleObj r:id="rId3" imgW="2501900" imgH="4826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1600" y="838200"/>
                        <a:ext cx="60198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Text Box 5"/>
          <p:cNvSpPr txBox="1"/>
          <p:nvPr/>
        </p:nvSpPr>
        <p:spPr>
          <a:xfrm>
            <a:off x="1219200" y="1752600"/>
            <a:ext cx="7391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试证此求积公式是插值型的求积公式 </a:t>
            </a:r>
          </a:p>
        </p:txBody>
      </p:sp>
      <p:sp>
        <p:nvSpPr>
          <p:cNvPr id="22538" name="Text Box 6"/>
          <p:cNvSpPr txBox="1"/>
          <p:nvPr/>
        </p:nvSpPr>
        <p:spPr>
          <a:xfrm>
            <a:off x="304800" y="2438400"/>
            <a:ext cx="80772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: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设      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则以这三点为插值节点的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Lagrange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插值基函数为 </a:t>
            </a:r>
          </a:p>
        </p:txBody>
      </p:sp>
      <p:sp>
        <p:nvSpPr>
          <p:cNvPr id="22539" name="Rectangle 8"/>
          <p:cNvSpPr/>
          <p:nvPr/>
        </p:nvSpPr>
        <p:spPr>
          <a:xfrm>
            <a:off x="3871913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531" name="Object 7"/>
          <p:cNvGraphicFramePr/>
          <p:nvPr/>
        </p:nvGraphicFramePr>
        <p:xfrm>
          <a:off x="1371600" y="2362200"/>
          <a:ext cx="26670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4" r:id="rId5" imgW="1396365" imgH="393700" progId="Equation.3">
                  <p:embed/>
                </p:oleObj>
              </mc:Choice>
              <mc:Fallback>
                <p:oleObj r:id="rId5" imgW="1396365" imgH="393700" progId="Equation.3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1600" y="2362200"/>
                        <a:ext cx="2667000" cy="742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Rectangle 10"/>
          <p:cNvSpPr/>
          <p:nvPr/>
        </p:nvSpPr>
        <p:spPr>
          <a:xfrm>
            <a:off x="2709863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532" name="Object 9"/>
          <p:cNvGraphicFramePr/>
          <p:nvPr/>
        </p:nvGraphicFramePr>
        <p:xfrm>
          <a:off x="685800" y="3733800"/>
          <a:ext cx="74676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5" r:id="rId7" imgW="3721100" imgH="431800" progId="Equation.3">
                  <p:embed/>
                </p:oleObj>
              </mc:Choice>
              <mc:Fallback>
                <p:oleObj r:id="rId7" imgW="3721100" imgH="431800" progId="Equation.3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5800" y="3733800"/>
                        <a:ext cx="7467600" cy="839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1" name="Rectangle 12"/>
          <p:cNvSpPr/>
          <p:nvPr/>
        </p:nvSpPr>
        <p:spPr>
          <a:xfrm>
            <a:off x="264795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533" name="Object 11"/>
          <p:cNvGraphicFramePr/>
          <p:nvPr/>
        </p:nvGraphicFramePr>
        <p:xfrm>
          <a:off x="685800" y="4800600"/>
          <a:ext cx="74676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6" r:id="rId9" imgW="3848100" imgH="431800" progId="Equation.3">
                  <p:embed/>
                </p:oleObj>
              </mc:Choice>
              <mc:Fallback>
                <p:oleObj r:id="rId9" imgW="3848100" imgH="431800" progId="Equation.3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5800" y="4800600"/>
                        <a:ext cx="7467600" cy="839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Rectangle 14"/>
          <p:cNvSpPr/>
          <p:nvPr/>
        </p:nvSpPr>
        <p:spPr>
          <a:xfrm>
            <a:off x="272415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534" name="Object 13"/>
          <p:cNvGraphicFramePr/>
          <p:nvPr/>
        </p:nvGraphicFramePr>
        <p:xfrm>
          <a:off x="685800" y="5791200"/>
          <a:ext cx="74676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7" r:id="rId11" imgW="3695700" imgH="431800" progId="Equation.3">
                  <p:embed/>
                </p:oleObj>
              </mc:Choice>
              <mc:Fallback>
                <p:oleObj r:id="rId11" imgW="3695700" imgH="431800" progId="Equation.3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5800" y="5791200"/>
                        <a:ext cx="7467600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/>
          <p:nvPr/>
        </p:nvGraphicFramePr>
        <p:xfrm>
          <a:off x="685800" y="228600"/>
          <a:ext cx="73152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4" r:id="rId3" imgW="3313430" imgH="482600" progId="Equation.3">
                  <p:embed/>
                </p:oleObj>
              </mc:Choice>
              <mc:Fallback>
                <p:oleObj r:id="rId3" imgW="3313430" imgH="4826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228600"/>
                        <a:ext cx="7315200" cy="973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4"/>
          <p:cNvSpPr/>
          <p:nvPr/>
        </p:nvSpPr>
        <p:spPr>
          <a:xfrm>
            <a:off x="325755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3555" name="Object 3"/>
          <p:cNvGraphicFramePr/>
          <p:nvPr/>
        </p:nvGraphicFramePr>
        <p:xfrm>
          <a:off x="2057400" y="1295400"/>
          <a:ext cx="5410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5" r:id="rId5" imgW="2628900" imgH="431800" progId="Equation.3">
                  <p:embed/>
                </p:oleObj>
              </mc:Choice>
              <mc:Fallback>
                <p:oleObj r:id="rId5" imgW="2628900" imgH="4318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7400" y="1295400"/>
                        <a:ext cx="54102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5"/>
          <p:cNvGraphicFramePr/>
          <p:nvPr/>
        </p:nvGraphicFramePr>
        <p:xfrm>
          <a:off x="609600" y="2190750"/>
          <a:ext cx="76200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6" r:id="rId7" imgW="3795395" imgH="482600" progId="Equation.3">
                  <p:embed/>
                </p:oleObj>
              </mc:Choice>
              <mc:Fallback>
                <p:oleObj r:id="rId7" imgW="3795395" imgH="482600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" y="2190750"/>
                        <a:ext cx="7620000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Rectangle 7"/>
          <p:cNvSpPr/>
          <p:nvPr/>
        </p:nvSpPr>
        <p:spPr>
          <a:xfrm>
            <a:off x="283845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3557" name="Object 6"/>
          <p:cNvGraphicFramePr/>
          <p:nvPr/>
        </p:nvGraphicFramePr>
        <p:xfrm>
          <a:off x="1600200" y="3330575"/>
          <a:ext cx="67056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7" r:id="rId9" imgW="3467100" imgH="431800" progId="Equation.3">
                  <p:embed/>
                </p:oleObj>
              </mc:Choice>
              <mc:Fallback>
                <p:oleObj r:id="rId9" imgW="3467100" imgH="431800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00200" y="3330575"/>
                        <a:ext cx="6705600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8"/>
          <p:cNvGraphicFramePr/>
          <p:nvPr/>
        </p:nvGraphicFramePr>
        <p:xfrm>
          <a:off x="609600" y="4454525"/>
          <a:ext cx="7239000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8" r:id="rId11" imgW="3313430" imgH="482600" progId="Equation.3">
                  <p:embed/>
                </p:oleObj>
              </mc:Choice>
              <mc:Fallback>
                <p:oleObj r:id="rId11" imgW="3313430" imgH="482600" progId="Equation.3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9600" y="4454525"/>
                        <a:ext cx="7239000" cy="1100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Rectangle 10"/>
          <p:cNvSpPr/>
          <p:nvPr/>
        </p:nvSpPr>
        <p:spPr>
          <a:xfrm>
            <a:off x="3614738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3559" name="Object 9"/>
          <p:cNvGraphicFramePr/>
          <p:nvPr/>
        </p:nvGraphicFramePr>
        <p:xfrm>
          <a:off x="1905000" y="5638800"/>
          <a:ext cx="42672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9" r:id="rId13" imgW="1917700" imgH="431800" progId="Equation.3">
                  <p:embed/>
                </p:oleObj>
              </mc:Choice>
              <mc:Fallback>
                <p:oleObj r:id="rId13" imgW="1917700" imgH="431800" progId="Equation.3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05000" y="5638800"/>
                        <a:ext cx="4267200" cy="95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2"/>
          <p:cNvSpPr txBox="1"/>
          <p:nvPr/>
        </p:nvSpPr>
        <p:spPr>
          <a:xfrm>
            <a:off x="762000" y="3124200"/>
            <a:ext cx="7315200" cy="1330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由插值型求积公式的定义知，所给的求积公式是插值型求积公式。 </a:t>
            </a:r>
          </a:p>
        </p:txBody>
      </p:sp>
      <p:sp>
        <p:nvSpPr>
          <p:cNvPr id="24580" name="Rectangle 3"/>
          <p:cNvSpPr/>
          <p:nvPr/>
        </p:nvSpPr>
        <p:spPr>
          <a:xfrm>
            <a:off x="3319463" y="318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578" name="Object 4"/>
          <p:cNvGraphicFramePr/>
          <p:nvPr/>
        </p:nvGraphicFramePr>
        <p:xfrm>
          <a:off x="1752600" y="1828800"/>
          <a:ext cx="4800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3" r:id="rId3" imgW="2501900" imgH="482600" progId="Equation.3">
                  <p:embed/>
                </p:oleObj>
              </mc:Choice>
              <mc:Fallback>
                <p:oleObj r:id="rId3" imgW="2501900" imgH="482600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52600" y="1828800"/>
                        <a:ext cx="48006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5"/>
          <p:cNvSpPr txBox="1"/>
          <p:nvPr/>
        </p:nvSpPr>
        <p:spPr>
          <a:xfrm>
            <a:off x="685800" y="914400"/>
            <a:ext cx="487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插值型求积公式为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7" name="Text Box 3"/>
          <p:cNvSpPr txBox="1"/>
          <p:nvPr/>
        </p:nvSpPr>
        <p:spPr>
          <a:xfrm>
            <a:off x="228600" y="228600"/>
            <a:ext cx="533400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例</a:t>
            </a:r>
            <a:r>
              <a:rPr lang="en-US" altLang="zh-CN" sz="2800" i="0" dirty="0">
                <a:solidFill>
                  <a:srgbClr val="000000"/>
                </a:solidFill>
                <a:ea typeface="黑体" panose="02010609060101010101" pitchFamily="49" charset="-122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.7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给定求积公式</a:t>
            </a:r>
          </a:p>
        </p:txBody>
      </p:sp>
      <p:sp>
        <p:nvSpPr>
          <p:cNvPr id="28678" name="Rectangle 4"/>
          <p:cNvSpPr/>
          <p:nvPr/>
        </p:nvSpPr>
        <p:spPr>
          <a:xfrm>
            <a:off x="3810000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9" name="Rectangle 5"/>
          <p:cNvSpPr/>
          <p:nvPr/>
        </p:nvSpPr>
        <p:spPr>
          <a:xfrm>
            <a:off x="4138613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80" name="Rectangle 6"/>
          <p:cNvSpPr/>
          <p:nvPr/>
        </p:nvSpPr>
        <p:spPr>
          <a:xfrm>
            <a:off x="394335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81" name="Rectangle 7"/>
          <p:cNvSpPr/>
          <p:nvPr/>
        </p:nvSpPr>
        <p:spPr>
          <a:xfrm>
            <a:off x="4224338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82" name="Rectangle 8"/>
          <p:cNvSpPr/>
          <p:nvPr/>
        </p:nvSpPr>
        <p:spPr>
          <a:xfrm>
            <a:off x="2938463" y="2919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83" name="Rectangle 9"/>
          <p:cNvSpPr/>
          <p:nvPr/>
        </p:nvSpPr>
        <p:spPr>
          <a:xfrm>
            <a:off x="3614738" y="29860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84" name="Rectangle 10"/>
          <p:cNvSpPr/>
          <p:nvPr/>
        </p:nvSpPr>
        <p:spPr>
          <a:xfrm>
            <a:off x="3967163" y="2843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85" name="Rectangle 11"/>
          <p:cNvSpPr/>
          <p:nvPr/>
        </p:nvSpPr>
        <p:spPr>
          <a:xfrm>
            <a:off x="3448050" y="2814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86" name="Text Box 12"/>
          <p:cNvSpPr txBox="1"/>
          <p:nvPr/>
        </p:nvSpPr>
        <p:spPr>
          <a:xfrm>
            <a:off x="609600" y="1905000"/>
            <a:ext cx="7924800" cy="124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试确定求积系数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-1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 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,A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使其有尽可能高的代数精度，并指出其代数精度</a:t>
            </a:r>
          </a:p>
        </p:txBody>
      </p:sp>
      <p:graphicFrame>
        <p:nvGraphicFramePr>
          <p:cNvPr id="28674" name="Object 13"/>
          <p:cNvGraphicFramePr/>
          <p:nvPr/>
        </p:nvGraphicFramePr>
        <p:xfrm>
          <a:off x="1143000" y="838200"/>
          <a:ext cx="6629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6" r:id="rId3" imgW="2551430" imgH="330200" progId="Equation.3">
                  <p:embed/>
                </p:oleObj>
              </mc:Choice>
              <mc:Fallback>
                <p:oleObj r:id="rId3" imgW="2551430" imgH="330200" progId="Equation.3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838200"/>
                        <a:ext cx="66294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7" name="Rectangle 14"/>
          <p:cNvSpPr/>
          <p:nvPr/>
        </p:nvSpPr>
        <p:spPr>
          <a:xfrm>
            <a:off x="4071938" y="28717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88" name="Rectangle 15"/>
          <p:cNvSpPr/>
          <p:nvPr/>
        </p:nvSpPr>
        <p:spPr>
          <a:xfrm>
            <a:off x="3867150" y="2947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89" name="Rectangle 16"/>
          <p:cNvSpPr/>
          <p:nvPr/>
        </p:nvSpPr>
        <p:spPr>
          <a:xfrm>
            <a:off x="3309938" y="30241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90" name="Text Box 17"/>
          <p:cNvSpPr txBox="1"/>
          <p:nvPr/>
        </p:nvSpPr>
        <p:spPr>
          <a:xfrm>
            <a:off x="381000" y="33528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解：令求积公式对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f(x)=1, x, 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准确成立，则有</a:t>
            </a:r>
          </a:p>
        </p:txBody>
      </p:sp>
      <p:graphicFrame>
        <p:nvGraphicFramePr>
          <p:cNvPr id="28675" name="Object 18"/>
          <p:cNvGraphicFramePr/>
          <p:nvPr/>
        </p:nvGraphicFramePr>
        <p:xfrm>
          <a:off x="1066800" y="4038600"/>
          <a:ext cx="5334000" cy="241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7" r:id="rId5" imgW="1409700" imgH="965200" progId="Equation.3">
                  <p:embed/>
                </p:oleObj>
              </mc:Choice>
              <mc:Fallback>
                <p:oleObj r:id="rId5" imgW="1409700" imgH="965200" progId="Equation.3">
                  <p:embed/>
                  <p:pic>
                    <p:nvPicPr>
                      <p:cNvPr id="0" name="Object 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6800" y="4038600"/>
                        <a:ext cx="5334000" cy="2414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4"/>
          <p:cNvSpPr/>
          <p:nvPr/>
        </p:nvSpPr>
        <p:spPr>
          <a:xfrm>
            <a:off x="3810000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0" name="Rectangle 5"/>
          <p:cNvSpPr/>
          <p:nvPr/>
        </p:nvSpPr>
        <p:spPr>
          <a:xfrm>
            <a:off x="4138613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1" name="Rectangle 6"/>
          <p:cNvSpPr/>
          <p:nvPr/>
        </p:nvSpPr>
        <p:spPr>
          <a:xfrm>
            <a:off x="394335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2" name="Rectangle 7"/>
          <p:cNvSpPr/>
          <p:nvPr/>
        </p:nvSpPr>
        <p:spPr>
          <a:xfrm>
            <a:off x="4224338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3" name="Rectangle 8"/>
          <p:cNvSpPr/>
          <p:nvPr/>
        </p:nvSpPr>
        <p:spPr>
          <a:xfrm>
            <a:off x="2938463" y="2919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4" name="Rectangle 9"/>
          <p:cNvSpPr/>
          <p:nvPr/>
        </p:nvSpPr>
        <p:spPr>
          <a:xfrm>
            <a:off x="3614738" y="29860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5" name="Rectangle 10"/>
          <p:cNvSpPr/>
          <p:nvPr/>
        </p:nvSpPr>
        <p:spPr>
          <a:xfrm>
            <a:off x="3967163" y="2843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6" name="Rectangle 11"/>
          <p:cNvSpPr/>
          <p:nvPr/>
        </p:nvSpPr>
        <p:spPr>
          <a:xfrm>
            <a:off x="3448050" y="2814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7" name="Rectangle 14"/>
          <p:cNvSpPr/>
          <p:nvPr/>
        </p:nvSpPr>
        <p:spPr>
          <a:xfrm>
            <a:off x="4071938" y="28717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8" name="Rectangle 18"/>
          <p:cNvSpPr/>
          <p:nvPr/>
        </p:nvSpPr>
        <p:spPr>
          <a:xfrm>
            <a:off x="3867150" y="2947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9" name="Rectangle 20"/>
          <p:cNvSpPr/>
          <p:nvPr/>
        </p:nvSpPr>
        <p:spPr>
          <a:xfrm>
            <a:off x="3309938" y="30241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9698" name="Object 25"/>
          <p:cNvGraphicFramePr/>
          <p:nvPr/>
        </p:nvGraphicFramePr>
        <p:xfrm>
          <a:off x="1695450" y="1552575"/>
          <a:ext cx="655320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3" r:id="rId3" imgW="2527300" imgH="812800" progId="Equation.3">
                  <p:embed/>
                </p:oleObj>
              </mc:Choice>
              <mc:Fallback>
                <p:oleObj r:id="rId3" imgW="2527300" imgH="812800" progId="Equation.3">
                  <p:embed/>
                  <p:pic>
                    <p:nvPicPr>
                      <p:cNvPr id="0" name="Object 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5450" y="1552575"/>
                        <a:ext cx="6553200" cy="176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Text Box 26"/>
          <p:cNvSpPr txBox="1"/>
          <p:nvPr/>
        </p:nvSpPr>
        <p:spPr>
          <a:xfrm>
            <a:off x="323850" y="1628775"/>
            <a:ext cx="18288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解之得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6508" name="Text Box 28"/>
          <p:cNvSpPr txBox="1"/>
          <p:nvPr/>
        </p:nvSpPr>
        <p:spPr>
          <a:xfrm>
            <a:off x="400050" y="3381375"/>
            <a:ext cx="8153400" cy="1820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其代数精度至少为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f(x)=x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代入求积公式两端相等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而将将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f(x)=x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代入求积公式两端不相等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所以其代数精度为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1027"/>
          <p:cNvSpPr/>
          <p:nvPr/>
        </p:nvSpPr>
        <p:spPr>
          <a:xfrm>
            <a:off x="3810000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7" name="Rectangle 1028"/>
          <p:cNvSpPr/>
          <p:nvPr/>
        </p:nvSpPr>
        <p:spPr>
          <a:xfrm>
            <a:off x="4138613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8" name="Rectangle 1029"/>
          <p:cNvSpPr/>
          <p:nvPr/>
        </p:nvSpPr>
        <p:spPr>
          <a:xfrm>
            <a:off x="394335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9" name="Rectangle 1030"/>
          <p:cNvSpPr/>
          <p:nvPr/>
        </p:nvSpPr>
        <p:spPr>
          <a:xfrm>
            <a:off x="4224338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00" name="Rectangle 1032"/>
          <p:cNvSpPr/>
          <p:nvPr/>
        </p:nvSpPr>
        <p:spPr>
          <a:xfrm>
            <a:off x="2938463" y="2919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01" name="Text Box 1033"/>
          <p:cNvSpPr txBox="1"/>
          <p:nvPr/>
        </p:nvSpPr>
        <p:spPr>
          <a:xfrm>
            <a:off x="0" y="3962400"/>
            <a:ext cx="8991600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p:sp>
        <p:nvSpPr>
          <p:cNvPr id="33802" name="Rectangle 1034"/>
          <p:cNvSpPr/>
          <p:nvPr/>
        </p:nvSpPr>
        <p:spPr>
          <a:xfrm>
            <a:off x="3614738" y="29860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03" name="Rectangle 1035"/>
          <p:cNvSpPr/>
          <p:nvPr/>
        </p:nvSpPr>
        <p:spPr>
          <a:xfrm>
            <a:off x="3481388" y="30622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04" name="Rectangle 1036"/>
          <p:cNvSpPr/>
          <p:nvPr/>
        </p:nvSpPr>
        <p:spPr>
          <a:xfrm>
            <a:off x="3967163" y="2843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05" name="Rectangle 1037"/>
          <p:cNvSpPr/>
          <p:nvPr/>
        </p:nvSpPr>
        <p:spPr>
          <a:xfrm>
            <a:off x="3448050" y="2814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06" name="Rectangle 1038"/>
          <p:cNvSpPr/>
          <p:nvPr/>
        </p:nvSpPr>
        <p:spPr>
          <a:xfrm>
            <a:off x="2786063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07" name="Rectangle 1039"/>
          <p:cNvSpPr/>
          <p:nvPr/>
        </p:nvSpPr>
        <p:spPr>
          <a:xfrm>
            <a:off x="314325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3794" name="Object 1040"/>
          <p:cNvGraphicFramePr/>
          <p:nvPr/>
        </p:nvGraphicFramePr>
        <p:xfrm>
          <a:off x="3048000" y="990600"/>
          <a:ext cx="22447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6" r:id="rId3" imgW="862965" imgH="431800" progId="Equation.DSMT4">
                  <p:embed/>
                </p:oleObj>
              </mc:Choice>
              <mc:Fallback>
                <p:oleObj r:id="rId3" imgW="862965" imgH="431800" progId="Equation.DSMT4">
                  <p:embed/>
                  <p:pic>
                    <p:nvPicPr>
                      <p:cNvPr id="0" name="Object 104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0" y="990600"/>
                        <a:ext cx="2244725" cy="971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1041"/>
          <p:cNvGraphicFramePr/>
          <p:nvPr/>
        </p:nvGraphicFramePr>
        <p:xfrm>
          <a:off x="609600" y="1905000"/>
          <a:ext cx="8305800" cy="468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7" r:id="rId5" imgW="2806700" imgH="2273300" progId="Equation.DSMT4">
                  <p:embed/>
                </p:oleObj>
              </mc:Choice>
              <mc:Fallback>
                <p:oleObj r:id="rId5" imgW="2806700" imgH="2273300" progId="Equation.DSMT4">
                  <p:embed/>
                  <p:pic>
                    <p:nvPicPr>
                      <p:cNvPr id="0" name="Object 104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" y="1905000"/>
                        <a:ext cx="8305800" cy="4687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8" name="Text Box 1026"/>
          <p:cNvSpPr txBox="1"/>
          <p:nvPr/>
        </p:nvSpPr>
        <p:spPr>
          <a:xfrm>
            <a:off x="457200" y="381000"/>
            <a:ext cx="8305800" cy="65248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例 </a:t>
            </a:r>
            <a:r>
              <a:rPr lang="en-US" altLang="zh-CN" sz="2800" i="0" dirty="0">
                <a:solidFill>
                  <a:srgbClr val="000000"/>
                </a:solidFill>
                <a:ea typeface="黑体" panose="02010609060101010101" pitchFamily="49" charset="-122"/>
              </a:rPr>
              <a:t>2.8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求证当节点为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n+1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个时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插值求积系数之和为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1" name="Text Box 3"/>
          <p:cNvSpPr txBox="1"/>
          <p:nvPr/>
        </p:nvSpPr>
        <p:spPr>
          <a:xfrm>
            <a:off x="381000" y="1143000"/>
            <a:ext cx="7696200" cy="2630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(1)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在积分区间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[a,b]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上选取节点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k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(2)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求出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f(x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及利用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或解关于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k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的线性方程组求出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k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，这样</a:t>
            </a: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就得到了</a:t>
            </a:r>
            <a:endParaRPr kumimoji="0" lang="zh-CN" altLang="en-US" sz="28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4822" name="Rectangle 4"/>
          <p:cNvSpPr/>
          <p:nvPr/>
        </p:nvSpPr>
        <p:spPr>
          <a:xfrm>
            <a:off x="3810000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3" name="Rectangle 5"/>
          <p:cNvSpPr/>
          <p:nvPr/>
        </p:nvSpPr>
        <p:spPr>
          <a:xfrm>
            <a:off x="4138613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4" name="Rectangle 6"/>
          <p:cNvSpPr/>
          <p:nvPr/>
        </p:nvSpPr>
        <p:spPr>
          <a:xfrm>
            <a:off x="394335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5" name="Rectangle 7"/>
          <p:cNvSpPr/>
          <p:nvPr/>
        </p:nvSpPr>
        <p:spPr>
          <a:xfrm>
            <a:off x="4224338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6" name="Rectangle 9"/>
          <p:cNvSpPr/>
          <p:nvPr/>
        </p:nvSpPr>
        <p:spPr>
          <a:xfrm>
            <a:off x="3967163" y="2843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7" name="Rectangle 10"/>
          <p:cNvSpPr/>
          <p:nvPr/>
        </p:nvSpPr>
        <p:spPr>
          <a:xfrm>
            <a:off x="3448050" y="2814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8" name="Text Box 11"/>
          <p:cNvSpPr txBox="1"/>
          <p:nvPr/>
        </p:nvSpPr>
        <p:spPr>
          <a:xfrm>
            <a:off x="609600" y="4953000"/>
            <a:ext cx="6705600" cy="582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(3)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f(x)=x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,…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验算代数精度</a:t>
            </a:r>
          </a:p>
        </p:txBody>
      </p:sp>
      <p:sp>
        <p:nvSpPr>
          <p:cNvPr id="34829" name="Text Box 12"/>
          <p:cNvSpPr txBox="1"/>
          <p:nvPr/>
        </p:nvSpPr>
        <p:spPr>
          <a:xfrm>
            <a:off x="533400" y="457200"/>
            <a:ext cx="80772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构造插值求积公式的步骤</a:t>
            </a:r>
          </a:p>
        </p:txBody>
      </p:sp>
      <p:sp>
        <p:nvSpPr>
          <p:cNvPr id="34830" name="Rectangle 13"/>
          <p:cNvSpPr/>
          <p:nvPr/>
        </p:nvSpPr>
        <p:spPr>
          <a:xfrm>
            <a:off x="3443288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4818" name="Object 15"/>
          <p:cNvGraphicFramePr/>
          <p:nvPr/>
        </p:nvGraphicFramePr>
        <p:xfrm>
          <a:off x="4495800" y="1905000"/>
          <a:ext cx="18764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0" r:id="rId3" imgW="964565" imgH="330200" progId="Equation.3">
                  <p:embed/>
                </p:oleObj>
              </mc:Choice>
              <mc:Fallback>
                <p:oleObj r:id="rId3" imgW="964565" imgH="330200" progId="Equation.3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5800" y="1905000"/>
                        <a:ext cx="1876425" cy="639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16"/>
          <p:cNvGraphicFramePr/>
          <p:nvPr/>
        </p:nvGraphicFramePr>
        <p:xfrm>
          <a:off x="2209800" y="3886200"/>
          <a:ext cx="4800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1" r:id="rId5" imgW="1459865" imgH="431800" progId="Equation.3">
                  <p:embed/>
                </p:oleObj>
              </mc:Choice>
              <mc:Fallback>
                <p:oleObj r:id="rId5" imgW="1459865" imgH="431800" progId="Equation.3">
                  <p:embed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09800" y="3886200"/>
                        <a:ext cx="4800600" cy="914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1" name="Rectangle 18"/>
          <p:cNvSpPr/>
          <p:nvPr/>
        </p:nvSpPr>
        <p:spPr>
          <a:xfrm>
            <a:off x="3443288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2" name="Rectangle 21"/>
          <p:cNvSpPr/>
          <p:nvPr/>
        </p:nvSpPr>
        <p:spPr>
          <a:xfrm>
            <a:off x="3100388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3" name="Rectangle 24"/>
          <p:cNvSpPr/>
          <p:nvPr/>
        </p:nvSpPr>
        <p:spPr>
          <a:xfrm>
            <a:off x="259080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4" name="Rectangle 26"/>
          <p:cNvSpPr/>
          <p:nvPr/>
        </p:nvSpPr>
        <p:spPr>
          <a:xfrm>
            <a:off x="3028950" y="30099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"/>
          <p:cNvSpPr>
            <a:spLocks noChangeArrowheads="1"/>
          </p:cNvSpPr>
          <p:nvPr/>
        </p:nvSpPr>
        <p:spPr bwMode="auto">
          <a:xfrm>
            <a:off x="609600" y="457200"/>
            <a:ext cx="5943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i="0">
                <a:solidFill>
                  <a:schemeClr val="hlink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§2   Newton-Cotes</a:t>
            </a:r>
            <a:r>
              <a:rPr lang="zh-CN" altLang="en-US" sz="4000" i="0">
                <a:solidFill>
                  <a:schemeClr val="hlink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公式</a:t>
            </a:r>
          </a:p>
        </p:txBody>
      </p:sp>
      <p:sp>
        <p:nvSpPr>
          <p:cNvPr id="22530" name="Rectangle 6"/>
          <p:cNvSpPr>
            <a:spLocks noChangeArrowheads="1"/>
          </p:cNvSpPr>
          <p:nvPr/>
        </p:nvSpPr>
        <p:spPr bwMode="auto">
          <a:xfrm>
            <a:off x="533400" y="1295400"/>
            <a:ext cx="7010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i="0">
                <a:solidFill>
                  <a:srgbClr val="000066"/>
                </a:solidFill>
                <a:latin typeface="Arial" panose="020B0604020202020204" pitchFamily="34" charset="0"/>
              </a:rPr>
              <a:t>一、</a:t>
            </a:r>
            <a:r>
              <a:rPr lang="en-US" altLang="zh-CN" sz="3200" b="0">
                <a:solidFill>
                  <a:srgbClr val="000066"/>
                </a:solidFill>
                <a:latin typeface="Arial" panose="020B0604020202020204" pitchFamily="34" charset="0"/>
              </a:rPr>
              <a:t>Cotes</a:t>
            </a:r>
            <a:r>
              <a:rPr lang="zh-CN" altLang="en-US" sz="3200" i="0">
                <a:solidFill>
                  <a:srgbClr val="000066"/>
                </a:solidFill>
                <a:latin typeface="Arial" panose="020B0604020202020204" pitchFamily="34" charset="0"/>
              </a:rPr>
              <a:t>系数与</a:t>
            </a:r>
            <a:r>
              <a:rPr lang="en-US" altLang="zh-CN" sz="3200" b="0">
                <a:solidFill>
                  <a:srgbClr val="000066"/>
                </a:solidFill>
                <a:latin typeface="Arial" panose="020B0604020202020204" pitchFamily="34" charset="0"/>
              </a:rPr>
              <a:t>Newton-Cotes</a:t>
            </a:r>
            <a:r>
              <a:rPr lang="zh-CN" altLang="en-US" sz="3200" i="0">
                <a:solidFill>
                  <a:srgbClr val="000066"/>
                </a:solidFill>
              </a:rPr>
              <a:t>公式</a:t>
            </a:r>
          </a:p>
        </p:txBody>
      </p:sp>
      <p:grpSp>
        <p:nvGrpSpPr>
          <p:cNvPr id="22531" name="Group 39"/>
          <p:cNvGrpSpPr/>
          <p:nvPr/>
        </p:nvGrpSpPr>
        <p:grpSpPr bwMode="auto">
          <a:xfrm>
            <a:off x="685800" y="3200400"/>
            <a:ext cx="8001000" cy="1187450"/>
            <a:chOff x="480" y="1344"/>
            <a:chExt cx="5040" cy="748"/>
          </a:xfrm>
        </p:grpSpPr>
        <p:sp>
          <p:nvSpPr>
            <p:cNvPr id="22532" name="Rectangle 8"/>
            <p:cNvSpPr>
              <a:spLocks noChangeArrowheads="1"/>
            </p:cNvSpPr>
            <p:nvPr/>
          </p:nvSpPr>
          <p:spPr bwMode="auto">
            <a:xfrm>
              <a:off x="480" y="1344"/>
              <a:ext cx="5040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i="0" dirty="0">
                  <a:solidFill>
                    <a:schemeClr val="tx1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取</a:t>
              </a:r>
              <a:r>
                <a:rPr lang="zh-CN" altLang="en-US" i="0" dirty="0">
                  <a:solidFill>
                    <a:schemeClr val="tx1"/>
                  </a:solidFill>
                  <a:latin typeface="Arial" panose="020B0604020202020204" pitchFamily="34" charset="0"/>
                </a:rPr>
                <a:t>节点为</a:t>
              </a:r>
              <a:r>
                <a:rPr lang="zh-CN" altLang="en-US" i="0" dirty="0">
                  <a:solidFill>
                    <a:srgbClr val="0000CC"/>
                  </a:solidFill>
                  <a:latin typeface="Arial" panose="020B0604020202020204" pitchFamily="34" charset="0"/>
                </a:rPr>
                <a:t>等距分布</a:t>
              </a:r>
              <a:r>
                <a:rPr lang="zh-CN" altLang="en-US" i="0" dirty="0">
                  <a:solidFill>
                    <a:schemeClr val="tx1"/>
                  </a:solidFill>
                  <a:latin typeface="Arial" panose="020B0604020202020204" pitchFamily="34" charset="0"/>
                </a:rPr>
                <a:t>：                                          </a:t>
              </a:r>
              <a:r>
                <a:rPr lang="zh-CN" altLang="en-US" i="0" dirty="0">
                  <a:solidFill>
                    <a:schemeClr val="tx1"/>
                  </a:solidFill>
                </a:rPr>
                <a:t>由此构造的插值型求积公式称为</a:t>
              </a:r>
              <a:r>
                <a:rPr lang="en-US" altLang="zh-CN" i="0" dirty="0">
                  <a:solidFill>
                    <a:srgbClr val="0000CC"/>
                  </a:solidFill>
                </a:rPr>
                <a:t>Newton-Cotes</a:t>
              </a:r>
              <a:r>
                <a:rPr lang="zh-CN" altLang="en-US" i="0" dirty="0">
                  <a:solidFill>
                    <a:srgbClr val="0000CC"/>
                  </a:solidFill>
                </a:rPr>
                <a:t>公式</a:t>
              </a:r>
              <a:r>
                <a:rPr lang="en-US" altLang="zh-CN" i="0" dirty="0">
                  <a:solidFill>
                    <a:schemeClr val="tx1"/>
                  </a:solidFill>
                </a:rPr>
                <a:t>, </a:t>
              </a:r>
              <a:r>
                <a:rPr lang="zh-CN" altLang="en-US" i="0" dirty="0">
                  <a:solidFill>
                    <a:schemeClr val="tx1"/>
                  </a:solidFill>
                </a:rPr>
                <a:t>此时</a:t>
              </a:r>
              <a:r>
                <a:rPr lang="zh-CN" altLang="en-US" i="0" dirty="0">
                  <a:solidFill>
                    <a:srgbClr val="FF00FF"/>
                  </a:solidFill>
                </a:rPr>
                <a:t>求积系数：</a:t>
              </a:r>
            </a:p>
          </p:txBody>
        </p:sp>
        <p:graphicFrame>
          <p:nvGraphicFramePr>
            <p:cNvPr id="22533" name="Object 9"/>
            <p:cNvGraphicFramePr/>
            <p:nvPr/>
          </p:nvGraphicFramePr>
          <p:xfrm>
            <a:off x="2160" y="1344"/>
            <a:ext cx="2304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3" r:id="rId3" imgW="2348230" imgH="393700" progId="Equation.DSMT4">
                    <p:embed/>
                  </p:oleObj>
                </mc:Choice>
                <mc:Fallback>
                  <p:oleObj r:id="rId3" imgW="2348230" imgH="393700" progId="Equation.DSMT4">
                    <p:embed/>
                    <p:pic>
                      <p:nvPicPr>
                        <p:cNvPr id="0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1344"/>
                          <a:ext cx="2304" cy="4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34" name="Group 38"/>
          <p:cNvGrpSpPr/>
          <p:nvPr/>
        </p:nvGrpSpPr>
        <p:grpSpPr bwMode="auto">
          <a:xfrm>
            <a:off x="1435500" y="4495800"/>
            <a:ext cx="6042947" cy="1905000"/>
            <a:chOff x="860" y="2448"/>
            <a:chExt cx="4161" cy="1458"/>
          </a:xfrm>
        </p:grpSpPr>
        <p:graphicFrame>
          <p:nvGraphicFramePr>
            <p:cNvPr id="22535" name="Object 11"/>
            <p:cNvGraphicFramePr/>
            <p:nvPr/>
          </p:nvGraphicFramePr>
          <p:xfrm>
            <a:off x="860" y="2448"/>
            <a:ext cx="4161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4" r:id="rId5" imgW="2908300" imgH="545465" progId="Equation.DSMT4">
                    <p:embed/>
                  </p:oleObj>
                </mc:Choice>
                <mc:Fallback>
                  <p:oleObj r:id="rId5" imgW="2908300" imgH="545465" progId="Equation.DSMT4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0" y="2448"/>
                          <a:ext cx="4161" cy="7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6" name="Object 15"/>
            <p:cNvGraphicFramePr/>
            <p:nvPr/>
          </p:nvGraphicFramePr>
          <p:xfrm>
            <a:off x="1104" y="3168"/>
            <a:ext cx="3786" cy="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5" r:id="rId7" imgW="2717800" imgH="558800" progId="Equation.DSMT4">
                    <p:embed/>
                  </p:oleObj>
                </mc:Choice>
                <mc:Fallback>
                  <p:oleObj r:id="rId7" imgW="2717800" imgH="558800" progId="Equation.DSMT4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168"/>
                          <a:ext cx="3786" cy="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37" name="Group 35"/>
          <p:cNvGrpSpPr/>
          <p:nvPr/>
        </p:nvGrpSpPr>
        <p:grpSpPr bwMode="auto">
          <a:xfrm>
            <a:off x="7239000" y="152400"/>
            <a:ext cx="1676400" cy="1371600"/>
            <a:chOff x="3888" y="2784"/>
            <a:chExt cx="1244" cy="958"/>
          </a:xfrm>
        </p:grpSpPr>
        <p:pic>
          <p:nvPicPr>
            <p:cNvPr id="22538" name="Picture 36" descr="MCj04344110000[1]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" y="2784"/>
              <a:ext cx="812" cy="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9" name="Picture 37" descr="MCj04375610000[1]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" y="3120"/>
              <a:ext cx="1008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540" name="Group 47"/>
          <p:cNvGrpSpPr/>
          <p:nvPr/>
        </p:nvGrpSpPr>
        <p:grpSpPr bwMode="auto">
          <a:xfrm>
            <a:off x="609600" y="2057400"/>
            <a:ext cx="6983413" cy="1131888"/>
            <a:chOff x="384" y="1296"/>
            <a:chExt cx="4399" cy="713"/>
          </a:xfrm>
        </p:grpSpPr>
        <p:graphicFrame>
          <p:nvGraphicFramePr>
            <p:cNvPr id="22541" name="Object 42"/>
            <p:cNvGraphicFramePr/>
            <p:nvPr/>
          </p:nvGraphicFramePr>
          <p:xfrm>
            <a:off x="1993" y="1488"/>
            <a:ext cx="2790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6" r:id="rId11" imgW="2145665" imgH="431800" progId="Equation.DSMT4">
                    <p:embed/>
                  </p:oleObj>
                </mc:Choice>
                <mc:Fallback>
                  <p:oleObj r:id="rId11" imgW="2145665" imgH="431800" progId="Equation.DSMT4">
                    <p:embed/>
                    <p:pic>
                      <p:nvPicPr>
                        <p:cNvPr id="0" name="Object 4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3" y="1488"/>
                          <a:ext cx="2790" cy="5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2" name="Rectangle 45"/>
            <p:cNvSpPr>
              <a:spLocks noChangeArrowheads="1"/>
            </p:cNvSpPr>
            <p:nvPr/>
          </p:nvSpPr>
          <p:spPr bwMode="auto">
            <a:xfrm>
              <a:off x="384" y="1296"/>
              <a:ext cx="15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i="0">
                  <a:solidFill>
                    <a:schemeClr val="tx1"/>
                  </a:solidFill>
                </a:rPr>
                <a:t>插值型求积公式</a:t>
              </a: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：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/>
          <p:nvPr/>
        </p:nvGraphicFramePr>
        <p:xfrm>
          <a:off x="1030605" y="1887220"/>
          <a:ext cx="2508250" cy="1038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r:id="rId3" imgW="1917065" imgH="758190" progId="Equation.DSMT4">
                  <p:embed/>
                </p:oleObj>
              </mc:Choice>
              <mc:Fallback>
                <p:oleObj r:id="rId3" imgW="1917065" imgH="75819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0605" y="1887220"/>
                        <a:ext cx="2508250" cy="1038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118860" y="2279650"/>
          <a:ext cx="824230" cy="47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r:id="rId5" imgW="393700" imgH="228600" progId="Equation.KSEE3">
                  <p:embed/>
                </p:oleObj>
              </mc:Choice>
              <mc:Fallback>
                <p:oleObj r:id="rId5" imgW="393700" imgH="228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8860" y="2279650"/>
                        <a:ext cx="824230" cy="478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5"/>
          <p:cNvGraphicFramePr/>
          <p:nvPr/>
        </p:nvGraphicFramePr>
        <p:xfrm>
          <a:off x="947862" y="4610599"/>
          <a:ext cx="3596640" cy="963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r:id="rId7" imgW="1777365" imgH="558800" progId="Equation.DSMT4">
                  <p:embed/>
                </p:oleObj>
              </mc:Choice>
              <mc:Fallback>
                <p:oleObj r:id="rId7" imgW="1777365" imgH="558800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862" y="4610599"/>
                        <a:ext cx="3596640" cy="963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208713" y="4802188"/>
          <a:ext cx="799465" cy="426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r:id="rId9" imgW="381000" imgH="203200" progId="Equation.KSEE3">
                  <p:embed/>
                </p:oleObj>
              </mc:Choice>
              <mc:Fallback>
                <p:oleObj r:id="rId9" imgW="381000" imgH="2032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08713" y="4802188"/>
                        <a:ext cx="799465" cy="426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11"/>
          <p:cNvGraphicFramePr/>
          <p:nvPr/>
        </p:nvGraphicFramePr>
        <p:xfrm>
          <a:off x="861921" y="3397250"/>
          <a:ext cx="435419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r:id="rId11" imgW="2095500" imgH="545465" progId="Equation.DSMT4">
                  <p:embed/>
                </p:oleObj>
              </mc:Choice>
              <mc:Fallback>
                <p:oleObj r:id="rId11" imgW="2095500" imgH="545465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921" y="3397250"/>
                        <a:ext cx="435419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45238" y="3508375"/>
          <a:ext cx="371475" cy="47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r:id="rId13" imgW="177165" imgH="228600" progId="Equation.KSEE3">
                  <p:embed/>
                </p:oleObj>
              </mc:Choice>
              <mc:Fallback>
                <p:oleObj r:id="rId13" imgW="177165" imgH="228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45238" y="3508375"/>
                        <a:ext cx="371475" cy="478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59485" y="873125"/>
            <a:ext cx="3155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想一想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094990" y="911860"/>
            <a:ext cx="4894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确定一个求积公式需要哪些信息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3" name="Group 39"/>
          <p:cNvGrpSpPr/>
          <p:nvPr/>
        </p:nvGrpSpPr>
        <p:grpSpPr bwMode="auto">
          <a:xfrm>
            <a:off x="601663" y="533400"/>
            <a:ext cx="7018337" cy="3505200"/>
            <a:chOff x="379" y="336"/>
            <a:chExt cx="4421" cy="2208"/>
          </a:xfrm>
        </p:grpSpPr>
        <p:grpSp>
          <p:nvGrpSpPr>
            <p:cNvPr id="23554" name="Group 36"/>
            <p:cNvGrpSpPr/>
            <p:nvPr/>
          </p:nvGrpSpPr>
          <p:grpSpPr bwMode="auto">
            <a:xfrm>
              <a:off x="480" y="336"/>
              <a:ext cx="3434" cy="777"/>
              <a:chOff x="432" y="624"/>
              <a:chExt cx="3434" cy="777"/>
            </a:xfrm>
          </p:grpSpPr>
          <p:sp>
            <p:nvSpPr>
              <p:cNvPr id="23555" name="Rectangle 7"/>
              <p:cNvSpPr>
                <a:spLocks noChangeArrowheads="1"/>
              </p:cNvSpPr>
              <p:nvPr/>
            </p:nvSpPr>
            <p:spPr bwMode="auto">
              <a:xfrm>
                <a:off x="432" y="816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i="0">
                    <a:solidFill>
                      <a:srgbClr val="0000CC"/>
                    </a:solidFill>
                    <a:latin typeface="Arial" panose="020B0604020202020204" pitchFamily="34" charset="0"/>
                  </a:rPr>
                  <a:t>记</a:t>
                </a:r>
              </a:p>
            </p:txBody>
          </p:sp>
          <p:graphicFrame>
            <p:nvGraphicFramePr>
              <p:cNvPr id="23556" name="Object 8"/>
              <p:cNvGraphicFramePr/>
              <p:nvPr/>
            </p:nvGraphicFramePr>
            <p:xfrm>
              <a:off x="885" y="624"/>
              <a:ext cx="2981" cy="7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45" r:id="rId3" imgW="2616200" imgH="685800" progId="Equation.DSMT4">
                      <p:embed/>
                    </p:oleObj>
                  </mc:Choice>
                  <mc:Fallback>
                    <p:oleObj r:id="rId3" imgW="2616200" imgH="685800" progId="Equation.DSMT4">
                      <p:embed/>
                      <p:pic>
                        <p:nvPicPr>
                          <p:cNvPr id="0" name="Object 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5" y="624"/>
                            <a:ext cx="2981" cy="7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3557" name="Object 12"/>
            <p:cNvGraphicFramePr/>
            <p:nvPr/>
          </p:nvGraphicFramePr>
          <p:xfrm>
            <a:off x="1302" y="1584"/>
            <a:ext cx="3010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46" r:id="rId5" imgW="1198880" imgH="215265" progId="Equation.DSMT4">
                    <p:embed/>
                  </p:oleObj>
                </mc:Choice>
                <mc:Fallback>
                  <p:oleObj r:id="rId5" imgW="1198880" imgH="215265" progId="Equation.DSMT4">
                    <p:embed/>
                    <p:pic>
                      <p:nvPicPr>
                        <p:cNvPr id="0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2" y="1584"/>
                          <a:ext cx="3010" cy="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58" name="Rectangle 13"/>
            <p:cNvSpPr>
              <a:spLocks noChangeArrowheads="1"/>
            </p:cNvSpPr>
            <p:nvPr/>
          </p:nvSpPr>
          <p:spPr bwMode="auto">
            <a:xfrm>
              <a:off x="379" y="2256"/>
              <a:ext cx="3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称上式为</a:t>
              </a:r>
              <a:r>
                <a:rPr lang="en-US" altLang="zh-CN" i="0">
                  <a:solidFill>
                    <a:schemeClr val="tx1"/>
                  </a:solidFill>
                  <a:latin typeface="Arial" panose="020B0604020202020204" pitchFamily="34" charset="0"/>
                </a:rPr>
                <a:t>n</a:t>
              </a: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阶</a:t>
              </a:r>
              <a:r>
                <a:rPr lang="en-US" altLang="zh-CN" i="0">
                  <a:solidFill>
                    <a:srgbClr val="FF0066"/>
                  </a:solidFill>
                  <a:latin typeface="Arial" panose="020B0604020202020204" pitchFamily="34" charset="0"/>
                </a:rPr>
                <a:t>Newton-Cotes</a:t>
              </a:r>
              <a:r>
                <a:rPr lang="zh-CN" altLang="en-US" i="0">
                  <a:solidFill>
                    <a:srgbClr val="FF0066"/>
                  </a:solidFill>
                  <a:latin typeface="Arial" panose="020B0604020202020204" pitchFamily="34" charset="0"/>
                </a:rPr>
                <a:t>求积公式。</a:t>
              </a:r>
            </a:p>
          </p:txBody>
        </p:sp>
        <p:grpSp>
          <p:nvGrpSpPr>
            <p:cNvPr id="23559" name="Group 35"/>
            <p:cNvGrpSpPr/>
            <p:nvPr/>
          </p:nvGrpSpPr>
          <p:grpSpPr bwMode="auto">
            <a:xfrm>
              <a:off x="432" y="1152"/>
              <a:ext cx="4368" cy="304"/>
              <a:chOff x="336" y="1344"/>
              <a:chExt cx="4368" cy="304"/>
            </a:xfrm>
          </p:grpSpPr>
          <p:sp>
            <p:nvSpPr>
              <p:cNvPr id="23560" name="Rectangle 9"/>
              <p:cNvSpPr>
                <a:spLocks noChangeArrowheads="1"/>
              </p:cNvSpPr>
              <p:nvPr/>
            </p:nvSpPr>
            <p:spPr bwMode="auto">
              <a:xfrm>
                <a:off x="336" y="1344"/>
                <a:ext cx="43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i="0">
                    <a:solidFill>
                      <a:schemeClr val="tx1"/>
                    </a:solidFill>
                  </a:rPr>
                  <a:t>称                                 为</a:t>
                </a:r>
                <a:r>
                  <a:rPr lang="en-US" altLang="zh-CN" i="0">
                    <a:solidFill>
                      <a:srgbClr val="FF0000"/>
                    </a:solidFill>
                  </a:rPr>
                  <a:t>Cotes</a:t>
                </a:r>
                <a:r>
                  <a:rPr lang="zh-CN" altLang="en-US" i="0">
                    <a:solidFill>
                      <a:srgbClr val="FF0000"/>
                    </a:solidFill>
                  </a:rPr>
                  <a:t>系数，</a:t>
                </a:r>
                <a:r>
                  <a:rPr lang="zh-CN" altLang="en-US" i="0">
                    <a:solidFill>
                      <a:schemeClr val="tx1"/>
                    </a:solidFill>
                  </a:rPr>
                  <a:t>求积公式变为</a:t>
                </a:r>
                <a:endParaRPr lang="zh-CN" altLang="en-US" i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23561" name="Object 17"/>
              <p:cNvGraphicFramePr/>
              <p:nvPr/>
            </p:nvGraphicFramePr>
            <p:xfrm>
              <a:off x="720" y="1344"/>
              <a:ext cx="1488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47" r:id="rId7" imgW="1193165" imgH="241300" progId="Equation.DSMT4">
                      <p:embed/>
                    </p:oleObj>
                  </mc:Choice>
                  <mc:Fallback>
                    <p:oleObj r:id="rId7" imgW="1193165" imgH="241300" progId="Equation.DSMT4">
                      <p:embed/>
                      <p:pic>
                        <p:nvPicPr>
                          <p:cNvPr id="0" name="Object 1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1344"/>
                            <a:ext cx="1488" cy="3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3562" name="Object 18"/>
          <p:cNvGraphicFramePr/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8" r:id="rId9" imgW="114300" imgH="215265" progId="Equation.3">
                  <p:embed/>
                </p:oleObj>
              </mc:Choice>
              <mc:Fallback>
                <p:oleObj r:id="rId9" imgW="114300" imgH="215265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64" name="Group 34"/>
          <p:cNvGrpSpPr/>
          <p:nvPr/>
        </p:nvGrpSpPr>
        <p:grpSpPr bwMode="auto">
          <a:xfrm>
            <a:off x="609600" y="4343399"/>
            <a:ext cx="8275638" cy="1289050"/>
            <a:chOff x="384" y="2592"/>
            <a:chExt cx="5213" cy="812"/>
          </a:xfrm>
        </p:grpSpPr>
        <p:sp>
          <p:nvSpPr>
            <p:cNvPr id="23565" name="Rectangle 19"/>
            <p:cNvSpPr>
              <a:spLocks noChangeArrowheads="1"/>
            </p:cNvSpPr>
            <p:nvPr/>
          </p:nvSpPr>
          <p:spPr bwMode="auto">
            <a:xfrm>
              <a:off x="384" y="2592"/>
              <a:ext cx="63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800" i="0">
                  <a:solidFill>
                    <a:srgbClr val="FF0000"/>
                  </a:solidFill>
                  <a:latin typeface="Arial" panose="020B0604020202020204" pitchFamily="34" charset="0"/>
                </a:rPr>
                <a:t>注意</a:t>
              </a:r>
              <a:r>
                <a:rPr lang="en-US" altLang="zh-CN" i="0">
                  <a:solidFill>
                    <a:srgbClr val="FF0000"/>
                  </a:solidFill>
                  <a:latin typeface="Arial" panose="020B0604020202020204" pitchFamily="34" charset="0"/>
                </a:rPr>
                <a:t>:</a:t>
              </a:r>
            </a:p>
          </p:txBody>
        </p:sp>
        <p:grpSp>
          <p:nvGrpSpPr>
            <p:cNvPr id="23566" name="Group 20"/>
            <p:cNvGrpSpPr/>
            <p:nvPr/>
          </p:nvGrpSpPr>
          <p:grpSpPr bwMode="auto">
            <a:xfrm>
              <a:off x="480" y="2880"/>
              <a:ext cx="5117" cy="524"/>
              <a:chOff x="528" y="1584"/>
              <a:chExt cx="5117" cy="524"/>
            </a:xfrm>
          </p:grpSpPr>
          <p:sp>
            <p:nvSpPr>
              <p:cNvPr id="23567" name="Rectangle 21"/>
              <p:cNvSpPr>
                <a:spLocks noChangeArrowheads="1"/>
              </p:cNvSpPr>
              <p:nvPr/>
            </p:nvSpPr>
            <p:spPr bwMode="auto">
              <a:xfrm>
                <a:off x="528" y="1585"/>
                <a:ext cx="5117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i="0" dirty="0">
                    <a:solidFill>
                      <a:srgbClr val="FF00FF"/>
                    </a:solidFill>
                    <a:latin typeface="Arial" panose="020B0604020202020204" pitchFamily="34" charset="0"/>
                  </a:rPr>
                  <a:t>Cotes</a:t>
                </a:r>
                <a:r>
                  <a:rPr lang="zh-CN" altLang="en-US" i="0" dirty="0">
                    <a:solidFill>
                      <a:srgbClr val="FF00FF"/>
                    </a:solidFill>
                    <a:latin typeface="Arial" panose="020B0604020202020204" pitchFamily="34" charset="0"/>
                  </a:rPr>
                  <a:t>系数</a:t>
                </a:r>
                <a:r>
                  <a:rPr lang="zh-CN" altLang="en-US" i="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只与</a:t>
                </a:r>
                <a:r>
                  <a:rPr lang="zh-CN" altLang="en-US" i="0" dirty="0">
                    <a:solidFill>
                      <a:srgbClr val="0000CC"/>
                    </a:solidFill>
                    <a:latin typeface="Arial" panose="020B0604020202020204" pitchFamily="34" charset="0"/>
                  </a:rPr>
                  <a:t>    和    </a:t>
                </a:r>
                <a:r>
                  <a:rPr lang="zh-CN" altLang="en-US" i="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有关</a:t>
                </a:r>
                <a:r>
                  <a:rPr lang="en-US" altLang="zh-CN" i="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zh-CN" altLang="en-US" i="0" dirty="0">
                    <a:solidFill>
                      <a:schemeClr val="tx1"/>
                    </a:solidFill>
                  </a:rPr>
                  <a:t>与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         </a:t>
                </a:r>
                <a:r>
                  <a:rPr lang="zh-CN" altLang="en-US" i="0" dirty="0">
                    <a:solidFill>
                      <a:schemeClr val="tx1"/>
                    </a:solidFill>
                  </a:rPr>
                  <a:t>和积分</a:t>
                </a:r>
                <a:r>
                  <a:rPr lang="zh-CN" altLang="en-US" i="0">
                    <a:solidFill>
                      <a:schemeClr val="tx1"/>
                    </a:solidFill>
                  </a:rPr>
                  <a:t>区间        无关。</a:t>
                </a:r>
                <a:endParaRPr lang="en-US" altLang="zh-CN" i="0" dirty="0">
                  <a:solidFill>
                    <a:schemeClr val="tx1"/>
                  </a:solidFill>
                </a:endParaRPr>
              </a:p>
              <a:p>
                <a:pPr eaLnBrk="1" hangingPunct="1"/>
                <a:endParaRPr lang="en-US" altLang="zh-CN" i="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3568" name="Group 22"/>
              <p:cNvGrpSpPr/>
              <p:nvPr/>
            </p:nvGrpSpPr>
            <p:grpSpPr bwMode="auto">
              <a:xfrm>
                <a:off x="1920" y="1584"/>
                <a:ext cx="3072" cy="308"/>
                <a:chOff x="1920" y="1584"/>
                <a:chExt cx="3072" cy="308"/>
              </a:xfrm>
            </p:grpSpPr>
            <p:graphicFrame>
              <p:nvGraphicFramePr>
                <p:cNvPr id="23569" name="Object 23"/>
                <p:cNvGraphicFramePr/>
                <p:nvPr/>
              </p:nvGraphicFramePr>
              <p:xfrm>
                <a:off x="1920" y="1584"/>
                <a:ext cx="171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49" r:id="rId11" imgW="127000" imgH="177165" progId="Equation.DSMT4">
                        <p:embed/>
                      </p:oleObj>
                    </mc:Choice>
                    <mc:Fallback>
                      <p:oleObj r:id="rId11" imgW="127000" imgH="177165" progId="Equation.DSMT4">
                        <p:embed/>
                        <p:pic>
                          <p:nvPicPr>
                            <p:cNvPr id="0" name="Object 23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20" y="1584"/>
                              <a:ext cx="171" cy="2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3570" name="Object 24"/>
                <p:cNvGraphicFramePr/>
                <p:nvPr/>
              </p:nvGraphicFramePr>
              <p:xfrm>
                <a:off x="2304" y="1632"/>
                <a:ext cx="174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50" r:id="rId13" imgW="127000" imgH="139700" progId="Equation.DSMT4">
                        <p:embed/>
                      </p:oleObj>
                    </mc:Choice>
                    <mc:Fallback>
                      <p:oleObj r:id="rId13" imgW="127000" imgH="139700" progId="Equation.DSMT4">
                        <p:embed/>
                        <p:pic>
                          <p:nvPicPr>
                            <p:cNvPr id="0" name="Object 24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04" y="1632"/>
                              <a:ext cx="174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3571" name="Object 25"/>
                <p:cNvGraphicFramePr/>
                <p:nvPr/>
              </p:nvGraphicFramePr>
              <p:xfrm>
                <a:off x="3168" y="1584"/>
                <a:ext cx="432" cy="29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51" r:id="rId15" imgW="367665" imgH="254000" progId="Equation.DSMT4">
                        <p:embed/>
                      </p:oleObj>
                    </mc:Choice>
                    <mc:Fallback>
                      <p:oleObj r:id="rId15" imgW="367665" imgH="254000" progId="Equation.DSMT4">
                        <p:embed/>
                        <p:pic>
                          <p:nvPicPr>
                            <p:cNvPr id="0" name="Object 25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68" y="1584"/>
                              <a:ext cx="432" cy="29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3572" name="Object 26"/>
                <p:cNvGraphicFramePr/>
                <p:nvPr/>
              </p:nvGraphicFramePr>
              <p:xfrm>
                <a:off x="4560" y="1584"/>
                <a:ext cx="432" cy="3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652" r:id="rId17" imgW="355600" imgH="254000" progId="Equation.DSMT4">
                        <p:embed/>
                      </p:oleObj>
                    </mc:Choice>
                    <mc:Fallback>
                      <p:oleObj r:id="rId17" imgW="355600" imgH="254000" progId="Equation.DSMT4">
                        <p:embed/>
                        <p:pic>
                          <p:nvPicPr>
                            <p:cNvPr id="0" name="Object 26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0" y="1584"/>
                              <a:ext cx="432" cy="3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pic>
        <p:nvPicPr>
          <p:cNvPr id="23576" name="Picture 40" descr="j0434215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28600"/>
            <a:ext cx="129540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4"/>
          <p:cNvSpPr>
            <a:spLocks noChangeArrowheads="1"/>
          </p:cNvSpPr>
          <p:nvPr/>
        </p:nvSpPr>
        <p:spPr bwMode="auto">
          <a:xfrm>
            <a:off x="609600" y="5334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i="0" dirty="0">
                <a:solidFill>
                  <a:srgbClr val="000000"/>
                </a:solidFill>
                <a:latin typeface="Arial" panose="020B0604020202020204" pitchFamily="34" charset="0"/>
              </a:rPr>
              <a:t>二、几种常用的低阶求积公式及余项</a:t>
            </a:r>
          </a:p>
        </p:txBody>
      </p:sp>
      <p:grpSp>
        <p:nvGrpSpPr>
          <p:cNvPr id="2" name="Group 26"/>
          <p:cNvGrpSpPr/>
          <p:nvPr/>
        </p:nvGrpSpPr>
        <p:grpSpPr bwMode="auto">
          <a:xfrm>
            <a:off x="609600" y="1143000"/>
            <a:ext cx="7931150" cy="2481263"/>
            <a:chOff x="384" y="702"/>
            <a:chExt cx="4996" cy="1563"/>
          </a:xfrm>
        </p:grpSpPr>
        <p:graphicFrame>
          <p:nvGraphicFramePr>
            <p:cNvPr id="26627" name="Object 6"/>
            <p:cNvGraphicFramePr/>
            <p:nvPr/>
          </p:nvGraphicFramePr>
          <p:xfrm>
            <a:off x="1056" y="702"/>
            <a:ext cx="1440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02" r:id="rId3" imgW="1193165" imgH="393700" progId="Equation.DSMT4">
                    <p:embed/>
                  </p:oleObj>
                </mc:Choice>
                <mc:Fallback>
                  <p:oleObj r:id="rId3" imgW="1193165" imgH="393700" progId="Equation.DSMT4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702"/>
                          <a:ext cx="1440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28" name="Text Box 7"/>
            <p:cNvSpPr txBox="1">
              <a:spLocks noChangeArrowheads="1"/>
            </p:cNvSpPr>
            <p:nvPr/>
          </p:nvSpPr>
          <p:spPr bwMode="auto">
            <a:xfrm>
              <a:off x="384" y="768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0000CC"/>
                  </a:solidFill>
                </a:rPr>
                <a:t>n</a:t>
              </a:r>
              <a:r>
                <a:rPr lang="en-US" altLang="zh-CN" i="0">
                  <a:solidFill>
                    <a:srgbClr val="0000CC"/>
                  </a:solidFill>
                </a:rPr>
                <a:t> = 1:</a:t>
              </a:r>
              <a:endParaRPr lang="en-US" altLang="zh-CN">
                <a:solidFill>
                  <a:srgbClr val="0000CC"/>
                </a:solidFill>
              </a:endParaRPr>
            </a:p>
          </p:txBody>
        </p:sp>
        <p:graphicFrame>
          <p:nvGraphicFramePr>
            <p:cNvPr id="26629" name="Object 12"/>
            <p:cNvGraphicFramePr/>
            <p:nvPr/>
          </p:nvGraphicFramePr>
          <p:xfrm>
            <a:off x="761" y="1776"/>
            <a:ext cx="4619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03" r:id="rId5" imgW="4341495" imgH="431800" progId="Equation.DSMT4">
                    <p:embed/>
                  </p:oleObj>
                </mc:Choice>
                <mc:Fallback>
                  <p:oleObj r:id="rId5" imgW="4341495" imgH="431800" progId="Equation.DSMT4">
                    <p:embed/>
                    <p:pic>
                      <p:nvPicPr>
                        <p:cNvPr id="0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" y="1776"/>
                          <a:ext cx="4619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630" name="Group 8"/>
            <p:cNvGrpSpPr/>
            <p:nvPr/>
          </p:nvGrpSpPr>
          <p:grpSpPr bwMode="auto">
            <a:xfrm>
              <a:off x="1008" y="1200"/>
              <a:ext cx="2208" cy="528"/>
              <a:chOff x="864" y="624"/>
              <a:chExt cx="2304" cy="528"/>
            </a:xfrm>
          </p:grpSpPr>
          <p:sp>
            <p:nvSpPr>
              <p:cNvPr id="26631" name="AutoShape 9" descr="再生纸"/>
              <p:cNvSpPr>
                <a:spLocks noChangeArrowheads="1"/>
              </p:cNvSpPr>
              <p:nvPr/>
            </p:nvSpPr>
            <p:spPr bwMode="auto">
              <a:xfrm>
                <a:off x="864" y="624"/>
                <a:ext cx="2304" cy="528"/>
              </a:xfrm>
              <a:prstGeom prst="bevel">
                <a:avLst>
                  <a:gd name="adj" fmla="val 7199"/>
                </a:avLst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/>
              </a:p>
            </p:txBody>
          </p:sp>
          <p:graphicFrame>
            <p:nvGraphicFramePr>
              <p:cNvPr id="26632" name="Object 10"/>
              <p:cNvGraphicFramePr/>
              <p:nvPr/>
            </p:nvGraphicFramePr>
            <p:xfrm>
              <a:off x="987" y="665"/>
              <a:ext cx="2057" cy="4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704" r:id="rId8" imgW="982980" imgH="194310" progId="Equation.DSMT4">
                      <p:embed/>
                    </p:oleObj>
                  </mc:Choice>
                  <mc:Fallback>
                    <p:oleObj r:id="rId8" imgW="982980" imgH="194310" progId="Equation.DSMT4">
                      <p:embed/>
                      <p:pic>
                        <p:nvPicPr>
                          <p:cNvPr id="0" name="Object 1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87" y="665"/>
                            <a:ext cx="2057" cy="4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633" name="AutoShape 11"/>
            <p:cNvSpPr>
              <a:spLocks noChangeArrowheads="1"/>
            </p:cNvSpPr>
            <p:nvPr/>
          </p:nvSpPr>
          <p:spPr bwMode="auto">
            <a:xfrm>
              <a:off x="3792" y="1056"/>
              <a:ext cx="1152" cy="336"/>
            </a:xfrm>
            <a:prstGeom prst="wedgeRoundRectCallout">
              <a:avLst>
                <a:gd name="adj1" fmla="val -100435"/>
                <a:gd name="adj2" fmla="val 48213"/>
                <a:gd name="adj3" fmla="val 16667"/>
              </a:avLst>
            </a:prstGeom>
            <a:gradFill rotWithShape="0">
              <a:gsLst>
                <a:gs pos="0">
                  <a:srgbClr val="CCFFCC"/>
                </a:gs>
                <a:gs pos="100000">
                  <a:schemeClr val="bg1"/>
                </a:gs>
              </a:gsLst>
              <a:lin ang="18900000" scaled="1"/>
            </a:gradFill>
            <a:ln w="9525">
              <a:solidFill>
                <a:srgbClr val="008000"/>
              </a:solidFill>
              <a:miter lim="800000"/>
            </a:ln>
          </p:spPr>
          <p:txBody>
            <a:bodyPr anchor="ctr"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rgbClr val="0000CC"/>
                  </a:solidFill>
                </a:rPr>
                <a:t>梯形公式</a:t>
              </a:r>
            </a:p>
          </p:txBody>
        </p:sp>
        <p:sp>
          <p:nvSpPr>
            <p:cNvPr id="26634" name="Text Box 15"/>
            <p:cNvSpPr txBox="1">
              <a:spLocks noChangeArrowheads="1"/>
            </p:cNvSpPr>
            <p:nvPr/>
          </p:nvSpPr>
          <p:spPr bwMode="auto">
            <a:xfrm>
              <a:off x="3840" y="1440"/>
              <a:ext cx="1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i="0">
                  <a:solidFill>
                    <a:schemeClr val="tx1"/>
                  </a:solidFill>
                </a:rPr>
                <a:t>代数精度 </a:t>
              </a:r>
              <a:r>
                <a:rPr lang="en-US" altLang="zh-CN">
                  <a:solidFill>
                    <a:schemeClr val="tx1"/>
                  </a:solidFill>
                </a:rPr>
                <a:t>= </a:t>
              </a:r>
              <a:r>
                <a:rPr lang="en-US" altLang="zh-CN" i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4" name="Group 27"/>
          <p:cNvGrpSpPr/>
          <p:nvPr/>
        </p:nvGrpSpPr>
        <p:grpSpPr bwMode="auto">
          <a:xfrm>
            <a:off x="685800" y="3657600"/>
            <a:ext cx="7848600" cy="2733675"/>
            <a:chOff x="432" y="2304"/>
            <a:chExt cx="4944" cy="1722"/>
          </a:xfrm>
        </p:grpSpPr>
        <p:sp>
          <p:nvSpPr>
            <p:cNvPr id="26636" name="Text Box 17"/>
            <p:cNvSpPr txBox="1">
              <a:spLocks noChangeArrowheads="1"/>
            </p:cNvSpPr>
            <p:nvPr/>
          </p:nvSpPr>
          <p:spPr bwMode="auto">
            <a:xfrm>
              <a:off x="432" y="240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0000CC"/>
                  </a:solidFill>
                </a:rPr>
                <a:t>n</a:t>
              </a:r>
              <a:r>
                <a:rPr lang="en-US" altLang="zh-CN" i="0">
                  <a:solidFill>
                    <a:srgbClr val="0000CC"/>
                  </a:solidFill>
                </a:rPr>
                <a:t> = 2:</a:t>
              </a:r>
              <a:endParaRPr lang="en-US" altLang="zh-CN">
                <a:solidFill>
                  <a:srgbClr val="0000CC"/>
                </a:solidFill>
              </a:endParaRPr>
            </a:p>
          </p:txBody>
        </p:sp>
        <p:graphicFrame>
          <p:nvGraphicFramePr>
            <p:cNvPr id="26637" name="Object 18"/>
            <p:cNvGraphicFramePr/>
            <p:nvPr/>
          </p:nvGraphicFramePr>
          <p:xfrm>
            <a:off x="1152" y="2304"/>
            <a:ext cx="2250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05" r:id="rId10" imgW="1878965" imgH="393700" progId="Equation.DSMT4">
                    <p:embed/>
                  </p:oleObj>
                </mc:Choice>
                <mc:Fallback>
                  <p:oleObj r:id="rId10" imgW="1878965" imgH="393700" progId="Equation.DSMT4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304"/>
                          <a:ext cx="2250" cy="4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638" name="Group 19"/>
            <p:cNvGrpSpPr/>
            <p:nvPr/>
          </p:nvGrpSpPr>
          <p:grpSpPr bwMode="auto">
            <a:xfrm>
              <a:off x="912" y="2448"/>
              <a:ext cx="4464" cy="960"/>
              <a:chOff x="480" y="1440"/>
              <a:chExt cx="4464" cy="960"/>
            </a:xfrm>
          </p:grpSpPr>
          <p:grpSp>
            <p:nvGrpSpPr>
              <p:cNvPr id="26639" name="Group 20"/>
              <p:cNvGrpSpPr/>
              <p:nvPr/>
            </p:nvGrpSpPr>
            <p:grpSpPr bwMode="auto">
              <a:xfrm>
                <a:off x="480" y="1824"/>
                <a:ext cx="2880" cy="576"/>
                <a:chOff x="912" y="2592"/>
                <a:chExt cx="3072" cy="576"/>
              </a:xfrm>
            </p:grpSpPr>
            <p:sp>
              <p:nvSpPr>
                <p:cNvPr id="26640" name="AutoShape 21" descr="再生纸"/>
                <p:cNvSpPr>
                  <a:spLocks noChangeArrowheads="1"/>
                </p:cNvSpPr>
                <p:nvPr/>
              </p:nvSpPr>
              <p:spPr bwMode="auto">
                <a:xfrm>
                  <a:off x="912" y="2592"/>
                  <a:ext cx="3072" cy="576"/>
                </a:xfrm>
                <a:prstGeom prst="bevel">
                  <a:avLst>
                    <a:gd name="adj" fmla="val 6250"/>
                  </a:avLst>
                </a:prstGeom>
                <a:blipFill dpi="0" rotWithShape="0">
                  <a:blip r:embed="rId7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  <p:graphicFrame>
              <p:nvGraphicFramePr>
                <p:cNvPr id="26641" name="Object 22"/>
                <p:cNvGraphicFramePr/>
                <p:nvPr/>
              </p:nvGraphicFramePr>
              <p:xfrm>
                <a:off x="996" y="2633"/>
                <a:ext cx="2892" cy="4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1706" r:id="rId12" imgW="1297940" imgH="194310" progId="Equation.DSMT4">
                        <p:embed/>
                      </p:oleObj>
                    </mc:Choice>
                    <mc:Fallback>
                      <p:oleObj r:id="rId12" imgW="1297940" imgH="194310" progId="Equation.DSMT4">
                        <p:embed/>
                        <p:pic>
                          <p:nvPicPr>
                            <p:cNvPr id="0" name="Object 22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96" y="2633"/>
                              <a:ext cx="2892" cy="48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6642" name="AutoShape 23"/>
              <p:cNvSpPr>
                <a:spLocks noChangeArrowheads="1"/>
              </p:cNvSpPr>
              <p:nvPr/>
            </p:nvSpPr>
            <p:spPr bwMode="auto">
              <a:xfrm>
                <a:off x="3360" y="1440"/>
                <a:ext cx="1440" cy="336"/>
              </a:xfrm>
              <a:prstGeom prst="wedgeRoundRectCallout">
                <a:avLst>
                  <a:gd name="adj1" fmla="val -50694"/>
                  <a:gd name="adj2" fmla="val 127681"/>
                  <a:gd name="adj3" fmla="val 16667"/>
                </a:avLst>
              </a:prstGeom>
              <a:gradFill rotWithShape="0">
                <a:gsLst>
                  <a:gs pos="0">
                    <a:srgbClr val="CCFFCC"/>
                  </a:gs>
                  <a:gs pos="100000">
                    <a:schemeClr val="bg1"/>
                  </a:gs>
                </a:gsLst>
                <a:lin ang="18900000" scaled="1"/>
              </a:gradFill>
              <a:ln w="9525">
                <a:solidFill>
                  <a:srgbClr val="008000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i="0">
                    <a:solidFill>
                      <a:srgbClr val="0000CC"/>
                    </a:solidFill>
                  </a:rPr>
                  <a:t>Simpson </a:t>
                </a:r>
                <a:r>
                  <a:rPr lang="zh-CN" altLang="en-US" i="0">
                    <a:solidFill>
                      <a:srgbClr val="0000CC"/>
                    </a:solidFill>
                  </a:rPr>
                  <a:t>公式</a:t>
                </a:r>
              </a:p>
            </p:txBody>
          </p:sp>
          <p:sp>
            <p:nvSpPr>
              <p:cNvPr id="26643" name="Text Box 24"/>
              <p:cNvSpPr txBox="1">
                <a:spLocks noChangeArrowheads="1"/>
              </p:cNvSpPr>
              <p:nvPr/>
            </p:nvSpPr>
            <p:spPr bwMode="auto">
              <a:xfrm>
                <a:off x="3552" y="2064"/>
                <a:ext cx="13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i="0">
                    <a:solidFill>
                      <a:srgbClr val="0000CC"/>
                    </a:solidFill>
                  </a:rPr>
                  <a:t>代数精度 </a:t>
                </a:r>
                <a:r>
                  <a:rPr lang="en-US" altLang="zh-CN">
                    <a:solidFill>
                      <a:srgbClr val="0000CC"/>
                    </a:solidFill>
                  </a:rPr>
                  <a:t>= </a:t>
                </a:r>
                <a:r>
                  <a:rPr lang="en-US" altLang="zh-CN" i="0">
                    <a:solidFill>
                      <a:srgbClr val="0000CC"/>
                    </a:solidFill>
                  </a:rPr>
                  <a:t>3</a:t>
                </a:r>
              </a:p>
            </p:txBody>
          </p:sp>
        </p:grpSp>
        <p:graphicFrame>
          <p:nvGraphicFramePr>
            <p:cNvPr id="26644" name="Object 25"/>
            <p:cNvGraphicFramePr/>
            <p:nvPr/>
          </p:nvGraphicFramePr>
          <p:xfrm>
            <a:off x="912" y="3552"/>
            <a:ext cx="3648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07" r:id="rId14" imgW="2919730" imgH="393700" progId="Equation.DSMT4">
                    <p:embed/>
                  </p:oleObj>
                </mc:Choice>
                <mc:Fallback>
                  <p:oleObj r:id="rId14" imgW="2919730" imgH="393700" progId="Equation.DSMT4">
                    <p:embed/>
                    <p:pic>
                      <p:nvPicPr>
                        <p:cNvPr id="0" name="Object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552"/>
                          <a:ext cx="3648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6645" name="Picture 28" descr="j041978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410200"/>
            <a:ext cx="8032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6" name="Picture 29" descr="j0419784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52400"/>
            <a:ext cx="900113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51"/>
          <p:cNvSpPr txBox="1">
            <a:spLocks noChangeArrowheads="1"/>
          </p:cNvSpPr>
          <p:nvPr/>
        </p:nvSpPr>
        <p:spPr bwMode="auto">
          <a:xfrm>
            <a:off x="762000" y="533400"/>
            <a:ext cx="6400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rgbClr val="0000CC"/>
                </a:solidFill>
              </a:rPr>
              <a:t>n</a:t>
            </a:r>
            <a:r>
              <a:rPr lang="en-US" altLang="zh-CN" sz="3200" i="0">
                <a:solidFill>
                  <a:srgbClr val="0000CC"/>
                </a:solidFill>
              </a:rPr>
              <a:t> = 4:</a:t>
            </a:r>
            <a:r>
              <a:rPr lang="en-US" altLang="zh-CN" i="0"/>
              <a:t>    </a:t>
            </a:r>
            <a:r>
              <a:rPr lang="en-US" altLang="zh-CN" i="0">
                <a:solidFill>
                  <a:srgbClr val="0000CC"/>
                </a:solidFill>
              </a:rPr>
              <a:t>Cotes </a:t>
            </a:r>
            <a:r>
              <a:rPr lang="zh-CN" altLang="en-US" i="0">
                <a:solidFill>
                  <a:srgbClr val="0000CC"/>
                </a:solidFill>
              </a:rPr>
              <a:t>公式 </a:t>
            </a:r>
            <a:r>
              <a:rPr lang="en-US" altLang="zh-CN" i="0">
                <a:solidFill>
                  <a:srgbClr val="0000CC"/>
                </a:solidFill>
              </a:rPr>
              <a:t>(</a:t>
            </a:r>
            <a:r>
              <a:rPr lang="zh-CN" altLang="en-US" i="0">
                <a:solidFill>
                  <a:srgbClr val="0000CC"/>
                </a:solidFill>
              </a:rPr>
              <a:t>代数精度 </a:t>
            </a:r>
            <a:r>
              <a:rPr lang="en-US" altLang="zh-CN">
                <a:solidFill>
                  <a:srgbClr val="0000CC"/>
                </a:solidFill>
              </a:rPr>
              <a:t>= </a:t>
            </a:r>
            <a:r>
              <a:rPr lang="en-US" altLang="zh-CN" i="0">
                <a:solidFill>
                  <a:srgbClr val="0000CC"/>
                </a:solidFill>
              </a:rPr>
              <a:t>5)</a:t>
            </a:r>
          </a:p>
        </p:txBody>
      </p:sp>
      <p:grpSp>
        <p:nvGrpSpPr>
          <p:cNvPr id="27650" name="Group 57"/>
          <p:cNvGrpSpPr/>
          <p:nvPr/>
        </p:nvGrpSpPr>
        <p:grpSpPr bwMode="auto">
          <a:xfrm>
            <a:off x="838200" y="1066800"/>
            <a:ext cx="7470775" cy="998538"/>
            <a:chOff x="0" y="1392"/>
            <a:chExt cx="5760" cy="816"/>
          </a:xfrm>
        </p:grpSpPr>
        <p:sp>
          <p:nvSpPr>
            <p:cNvPr id="27651" name="AutoShape 54" descr="再生纸"/>
            <p:cNvSpPr>
              <a:spLocks noChangeArrowheads="1"/>
            </p:cNvSpPr>
            <p:nvPr/>
          </p:nvSpPr>
          <p:spPr bwMode="auto">
            <a:xfrm>
              <a:off x="0" y="1392"/>
              <a:ext cx="5760" cy="816"/>
            </a:xfrm>
            <a:prstGeom prst="bevel">
              <a:avLst>
                <a:gd name="adj" fmla="val 6250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en-US"/>
            </a:p>
          </p:txBody>
        </p:sp>
        <p:graphicFrame>
          <p:nvGraphicFramePr>
            <p:cNvPr id="27652" name="Object 55"/>
            <p:cNvGraphicFramePr/>
            <p:nvPr/>
          </p:nvGraphicFramePr>
          <p:xfrm>
            <a:off x="192" y="1536"/>
            <a:ext cx="5568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22" r:id="rId4" imgW="2092325" imgH="194310" progId="Equation.DSMT4">
                    <p:embed/>
                  </p:oleObj>
                </mc:Choice>
                <mc:Fallback>
                  <p:oleObj r:id="rId4" imgW="2092325" imgH="194310" progId="Equation.DSMT4">
                    <p:embed/>
                    <p:pic>
                      <p:nvPicPr>
                        <p:cNvPr id="0" name="Object 5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1536"/>
                          <a:ext cx="5568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53" name="Group 109"/>
          <p:cNvGrpSpPr/>
          <p:nvPr/>
        </p:nvGrpSpPr>
        <p:grpSpPr bwMode="auto">
          <a:xfrm>
            <a:off x="457200" y="2057400"/>
            <a:ext cx="8305800" cy="730250"/>
            <a:chOff x="288" y="1296"/>
            <a:chExt cx="5232" cy="460"/>
          </a:xfrm>
        </p:grpSpPr>
        <p:graphicFrame>
          <p:nvGraphicFramePr>
            <p:cNvPr id="27654" name="Object 52"/>
            <p:cNvGraphicFramePr/>
            <p:nvPr/>
          </p:nvGraphicFramePr>
          <p:xfrm>
            <a:off x="3600" y="1296"/>
            <a:ext cx="1920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23" r:id="rId6" imgW="1459865" imgH="393700" progId="Equation.DSMT4">
                    <p:embed/>
                  </p:oleObj>
                </mc:Choice>
                <mc:Fallback>
                  <p:oleObj r:id="rId6" imgW="1459865" imgH="393700" progId="Equation.DSMT4">
                    <p:embed/>
                    <p:pic>
                      <p:nvPicPr>
                        <p:cNvPr id="0" name="Object 5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296"/>
                          <a:ext cx="1920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5" name="Object 58"/>
            <p:cNvGraphicFramePr/>
            <p:nvPr/>
          </p:nvGraphicFramePr>
          <p:xfrm>
            <a:off x="864" y="1296"/>
            <a:ext cx="2585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24" r:id="rId8" imgW="2322830" imgH="393700" progId="Equation.DSMT4">
                    <p:embed/>
                  </p:oleObj>
                </mc:Choice>
                <mc:Fallback>
                  <p:oleObj r:id="rId8" imgW="2322830" imgH="393700" progId="Equation.DSMT4">
                    <p:embed/>
                    <p:pic>
                      <p:nvPicPr>
                        <p:cNvPr id="0" name="Object 5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296"/>
                          <a:ext cx="2585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6" name="Text Box 59"/>
            <p:cNvSpPr txBox="1">
              <a:spLocks noChangeArrowheads="1"/>
            </p:cNvSpPr>
            <p:nvPr/>
          </p:nvSpPr>
          <p:spPr bwMode="auto">
            <a:xfrm>
              <a:off x="288" y="1392"/>
              <a:ext cx="6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这里</a:t>
              </a:r>
            </a:p>
          </p:txBody>
        </p:sp>
      </p:grpSp>
      <p:grpSp>
        <p:nvGrpSpPr>
          <p:cNvPr id="27657" name="Group 108"/>
          <p:cNvGrpSpPr/>
          <p:nvPr/>
        </p:nvGrpSpPr>
        <p:grpSpPr bwMode="auto">
          <a:xfrm>
            <a:off x="990600" y="2895600"/>
            <a:ext cx="7550150" cy="3505200"/>
            <a:chOff x="768" y="1872"/>
            <a:chExt cx="4756" cy="2208"/>
          </a:xfrm>
        </p:grpSpPr>
        <p:sp>
          <p:nvSpPr>
            <p:cNvPr id="27658" name="Line 64"/>
            <p:cNvSpPr>
              <a:spLocks noChangeShapeType="1"/>
            </p:cNvSpPr>
            <p:nvPr/>
          </p:nvSpPr>
          <p:spPr bwMode="auto">
            <a:xfrm flipV="1">
              <a:off x="768" y="1872"/>
              <a:ext cx="47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9" name="Line 65"/>
            <p:cNvSpPr>
              <a:spLocks noChangeShapeType="1"/>
            </p:cNvSpPr>
            <p:nvPr/>
          </p:nvSpPr>
          <p:spPr bwMode="auto">
            <a:xfrm flipV="1">
              <a:off x="768" y="2160"/>
              <a:ext cx="47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0" name="Line 66"/>
            <p:cNvSpPr>
              <a:spLocks noChangeShapeType="1"/>
            </p:cNvSpPr>
            <p:nvPr/>
          </p:nvSpPr>
          <p:spPr bwMode="auto">
            <a:xfrm flipV="1">
              <a:off x="816" y="4080"/>
              <a:ext cx="465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1" name="Line 67"/>
            <p:cNvSpPr>
              <a:spLocks noChangeShapeType="1"/>
            </p:cNvSpPr>
            <p:nvPr/>
          </p:nvSpPr>
          <p:spPr bwMode="auto">
            <a:xfrm flipH="1">
              <a:off x="1200" y="1872"/>
              <a:ext cx="0" cy="22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62" name="Object 68"/>
            <p:cNvGraphicFramePr/>
            <p:nvPr/>
          </p:nvGraphicFramePr>
          <p:xfrm>
            <a:off x="912" y="1920"/>
            <a:ext cx="17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25" r:id="rId10" imgW="127000" imgH="139700" progId="Equation.DSMT4">
                    <p:embed/>
                  </p:oleObj>
                </mc:Choice>
                <mc:Fallback>
                  <p:oleObj r:id="rId10" imgW="127000" imgH="139700" progId="Equation.DSMT4">
                    <p:embed/>
                    <p:pic>
                      <p:nvPicPr>
                        <p:cNvPr id="0" name="Object 6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920"/>
                          <a:ext cx="17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3" name="Object 69"/>
            <p:cNvGraphicFramePr/>
            <p:nvPr/>
          </p:nvGraphicFramePr>
          <p:xfrm>
            <a:off x="960" y="2256"/>
            <a:ext cx="10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26" r:id="rId12" imgW="88265" imgH="164465" progId="Equation.DSMT4">
                    <p:embed/>
                  </p:oleObj>
                </mc:Choice>
                <mc:Fallback>
                  <p:oleObj r:id="rId12" imgW="88265" imgH="164465" progId="Equation.DSMT4">
                    <p:embed/>
                    <p:pic>
                      <p:nvPicPr>
                        <p:cNvPr id="0" name="Object 6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256"/>
                          <a:ext cx="10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4" name="Object 74"/>
            <p:cNvGraphicFramePr/>
            <p:nvPr/>
          </p:nvGraphicFramePr>
          <p:xfrm>
            <a:off x="1392" y="2256"/>
            <a:ext cx="244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27" r:id="rId14" imgW="228600" imgH="215900" progId="Equation.DSMT4">
                    <p:embed/>
                  </p:oleObj>
                </mc:Choice>
                <mc:Fallback>
                  <p:oleObj r:id="rId14" imgW="228600" imgH="215900" progId="Equation.DSMT4">
                    <p:embed/>
                    <p:pic>
                      <p:nvPicPr>
                        <p:cNvPr id="0" name="Object 7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256"/>
                          <a:ext cx="244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5" name="Object 75"/>
            <p:cNvGraphicFramePr/>
            <p:nvPr/>
          </p:nvGraphicFramePr>
          <p:xfrm>
            <a:off x="2016" y="2256"/>
            <a:ext cx="235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28" r:id="rId16" imgW="228600" imgH="215900" progId="Equation.DSMT4">
                    <p:embed/>
                  </p:oleObj>
                </mc:Choice>
                <mc:Fallback>
                  <p:oleObj r:id="rId16" imgW="228600" imgH="215900" progId="Equation.DSMT4">
                    <p:embed/>
                    <p:pic>
                      <p:nvPicPr>
                        <p:cNvPr id="0" name="Object 7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256"/>
                          <a:ext cx="235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6" name="Object 77"/>
            <p:cNvGraphicFramePr/>
            <p:nvPr/>
          </p:nvGraphicFramePr>
          <p:xfrm>
            <a:off x="3168" y="1872"/>
            <a:ext cx="336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29" r:id="rId18" imgW="279400" imgH="241300" progId="Equation.DSMT4">
                    <p:embed/>
                  </p:oleObj>
                </mc:Choice>
                <mc:Fallback>
                  <p:oleObj r:id="rId18" imgW="279400" imgH="241300" progId="Equation.DSMT4">
                    <p:embed/>
                    <p:pic>
                      <p:nvPicPr>
                        <p:cNvPr id="0" name="Object 7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872"/>
                          <a:ext cx="336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7" name="Object 78"/>
            <p:cNvGraphicFramePr/>
            <p:nvPr/>
          </p:nvGraphicFramePr>
          <p:xfrm>
            <a:off x="938" y="2544"/>
            <a:ext cx="149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30" r:id="rId20" imgW="127000" imgH="164465" progId="Equation.DSMT4">
                    <p:embed/>
                  </p:oleObj>
                </mc:Choice>
                <mc:Fallback>
                  <p:oleObj r:id="rId20" imgW="127000" imgH="164465" progId="Equation.DSMT4">
                    <p:embed/>
                    <p:pic>
                      <p:nvPicPr>
                        <p:cNvPr id="0" name="Object 7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8" y="2544"/>
                          <a:ext cx="149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8" name="Object 79"/>
            <p:cNvGraphicFramePr/>
            <p:nvPr/>
          </p:nvGraphicFramePr>
          <p:xfrm>
            <a:off x="945" y="2825"/>
            <a:ext cx="134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31" r:id="rId22" imgW="114300" imgH="177800" progId="Equation.DSMT4">
                    <p:embed/>
                  </p:oleObj>
                </mc:Choice>
                <mc:Fallback>
                  <p:oleObj r:id="rId22" imgW="114300" imgH="177800" progId="Equation.DSMT4">
                    <p:embed/>
                    <p:pic>
                      <p:nvPicPr>
                        <p:cNvPr id="0" name="Object 7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" y="2825"/>
                          <a:ext cx="134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9" name="Object 80"/>
            <p:cNvGraphicFramePr/>
            <p:nvPr/>
          </p:nvGraphicFramePr>
          <p:xfrm>
            <a:off x="938" y="3120"/>
            <a:ext cx="149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32" r:id="rId24" imgW="127000" imgH="164465" progId="Equation.DSMT4">
                    <p:embed/>
                  </p:oleObj>
                </mc:Choice>
                <mc:Fallback>
                  <p:oleObj r:id="rId24" imgW="127000" imgH="164465" progId="Equation.DSMT4">
                    <p:embed/>
                    <p:pic>
                      <p:nvPicPr>
                        <p:cNvPr id="0" name="Object 8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8" y="3120"/>
                          <a:ext cx="149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0" name="Object 81"/>
            <p:cNvGraphicFramePr/>
            <p:nvPr/>
          </p:nvGraphicFramePr>
          <p:xfrm>
            <a:off x="945" y="3449"/>
            <a:ext cx="134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33" r:id="rId26" imgW="114300" imgH="177800" progId="Equation.DSMT4">
                    <p:embed/>
                  </p:oleObj>
                </mc:Choice>
                <mc:Fallback>
                  <p:oleObj r:id="rId26" imgW="114300" imgH="177800" progId="Equation.DSMT4">
                    <p:embed/>
                    <p:pic>
                      <p:nvPicPr>
                        <p:cNvPr id="0" name="Object 8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" y="3449"/>
                          <a:ext cx="134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1" name="Object 82"/>
            <p:cNvGraphicFramePr/>
            <p:nvPr/>
          </p:nvGraphicFramePr>
          <p:xfrm>
            <a:off x="912" y="3744"/>
            <a:ext cx="149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34" r:id="rId28" imgW="127000" imgH="177165" progId="Equation.DSMT4">
                    <p:embed/>
                  </p:oleObj>
                </mc:Choice>
                <mc:Fallback>
                  <p:oleObj r:id="rId28" imgW="127000" imgH="177165" progId="Equation.DSMT4">
                    <p:embed/>
                    <p:pic>
                      <p:nvPicPr>
                        <p:cNvPr id="0" name="Object 8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744"/>
                          <a:ext cx="149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2" name="Object 83"/>
            <p:cNvGraphicFramePr/>
            <p:nvPr/>
          </p:nvGraphicFramePr>
          <p:xfrm>
            <a:off x="1392" y="2544"/>
            <a:ext cx="235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35" r:id="rId30" imgW="228600" imgH="215900" progId="Equation.DSMT4">
                    <p:embed/>
                  </p:oleObj>
                </mc:Choice>
                <mc:Fallback>
                  <p:oleObj r:id="rId30" imgW="228600" imgH="215900" progId="Equation.DSMT4">
                    <p:embed/>
                    <p:pic>
                      <p:nvPicPr>
                        <p:cNvPr id="0" name="Object 8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544"/>
                          <a:ext cx="235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3" name="Object 84"/>
            <p:cNvGraphicFramePr/>
            <p:nvPr/>
          </p:nvGraphicFramePr>
          <p:xfrm>
            <a:off x="2640" y="2544"/>
            <a:ext cx="235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36" r:id="rId32" imgW="228600" imgH="215900" progId="Equation.DSMT4">
                    <p:embed/>
                  </p:oleObj>
                </mc:Choice>
                <mc:Fallback>
                  <p:oleObj r:id="rId32" imgW="228600" imgH="215900" progId="Equation.DSMT4">
                    <p:embed/>
                    <p:pic>
                      <p:nvPicPr>
                        <p:cNvPr id="0" name="Object 8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544"/>
                          <a:ext cx="235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4" name="Object 85"/>
            <p:cNvGraphicFramePr/>
            <p:nvPr/>
          </p:nvGraphicFramePr>
          <p:xfrm>
            <a:off x="2016" y="2544"/>
            <a:ext cx="262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37" r:id="rId33" imgW="253365" imgH="215900" progId="Equation.DSMT4">
                    <p:embed/>
                  </p:oleObj>
                </mc:Choice>
                <mc:Fallback>
                  <p:oleObj r:id="rId33" imgW="253365" imgH="215900" progId="Equation.DSMT4">
                    <p:embed/>
                    <p:pic>
                      <p:nvPicPr>
                        <p:cNvPr id="0" name="Object 8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544"/>
                          <a:ext cx="262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5" name="Object 86"/>
            <p:cNvGraphicFramePr/>
            <p:nvPr/>
          </p:nvGraphicFramePr>
          <p:xfrm>
            <a:off x="1392" y="2784"/>
            <a:ext cx="222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38" r:id="rId35" imgW="215900" imgH="215900" progId="Equation.DSMT4">
                    <p:embed/>
                  </p:oleObj>
                </mc:Choice>
                <mc:Fallback>
                  <p:oleObj r:id="rId35" imgW="215900" imgH="215900" progId="Equation.DSMT4">
                    <p:embed/>
                    <p:pic>
                      <p:nvPicPr>
                        <p:cNvPr id="0" name="Object 8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784"/>
                          <a:ext cx="222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6" name="Object 87"/>
            <p:cNvGraphicFramePr/>
            <p:nvPr/>
          </p:nvGraphicFramePr>
          <p:xfrm>
            <a:off x="3216" y="2784"/>
            <a:ext cx="222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39" r:id="rId37" imgW="215900" imgH="215900" progId="Equation.DSMT4">
                    <p:embed/>
                  </p:oleObj>
                </mc:Choice>
                <mc:Fallback>
                  <p:oleObj r:id="rId37" imgW="215900" imgH="215900" progId="Equation.DSMT4">
                    <p:embed/>
                    <p:pic>
                      <p:nvPicPr>
                        <p:cNvPr id="0" name="Object 8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784"/>
                          <a:ext cx="222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7" name="Object 88"/>
            <p:cNvGraphicFramePr/>
            <p:nvPr/>
          </p:nvGraphicFramePr>
          <p:xfrm>
            <a:off x="2640" y="2784"/>
            <a:ext cx="248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0" r:id="rId38" imgW="241300" imgH="215900" progId="Equation.DSMT4">
                    <p:embed/>
                  </p:oleObj>
                </mc:Choice>
                <mc:Fallback>
                  <p:oleObj r:id="rId38" imgW="241300" imgH="215900" progId="Equation.DSMT4">
                    <p:embed/>
                    <p:pic>
                      <p:nvPicPr>
                        <p:cNvPr id="0" name="Object 8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784"/>
                          <a:ext cx="248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8" name="Object 89"/>
            <p:cNvGraphicFramePr/>
            <p:nvPr/>
          </p:nvGraphicFramePr>
          <p:xfrm>
            <a:off x="2016" y="2784"/>
            <a:ext cx="248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1" r:id="rId40" imgW="241300" imgH="215900" progId="Equation.DSMT4">
                    <p:embed/>
                  </p:oleObj>
                </mc:Choice>
                <mc:Fallback>
                  <p:oleObj r:id="rId40" imgW="241300" imgH="215900" progId="Equation.DSMT4">
                    <p:embed/>
                    <p:pic>
                      <p:nvPicPr>
                        <p:cNvPr id="0" name="Object 8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784"/>
                          <a:ext cx="248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9" name="Object 90"/>
            <p:cNvGraphicFramePr/>
            <p:nvPr/>
          </p:nvGraphicFramePr>
          <p:xfrm>
            <a:off x="1344" y="3072"/>
            <a:ext cx="340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2" r:id="rId41" imgW="329565" imgH="215900" progId="Equation.DSMT4">
                    <p:embed/>
                  </p:oleObj>
                </mc:Choice>
                <mc:Fallback>
                  <p:oleObj r:id="rId41" imgW="329565" imgH="215900" progId="Equation.DSMT4">
                    <p:embed/>
                    <p:pic>
                      <p:nvPicPr>
                        <p:cNvPr id="0" name="Object 9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072"/>
                          <a:ext cx="340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0" name="Object 91"/>
            <p:cNvGraphicFramePr/>
            <p:nvPr/>
          </p:nvGraphicFramePr>
          <p:xfrm>
            <a:off x="3744" y="3072"/>
            <a:ext cx="340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3" r:id="rId43" imgW="329565" imgH="215900" progId="Equation.DSMT4">
                    <p:embed/>
                  </p:oleObj>
                </mc:Choice>
                <mc:Fallback>
                  <p:oleObj r:id="rId43" imgW="329565" imgH="215900" progId="Equation.DSMT4">
                    <p:embed/>
                    <p:pic>
                      <p:nvPicPr>
                        <p:cNvPr id="0" name="Object 9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072"/>
                          <a:ext cx="340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1" name="Object 92"/>
            <p:cNvGraphicFramePr/>
            <p:nvPr/>
          </p:nvGraphicFramePr>
          <p:xfrm>
            <a:off x="1920" y="3072"/>
            <a:ext cx="419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4" r:id="rId44" imgW="405765" imgH="215900" progId="Equation.DSMT4">
                    <p:embed/>
                  </p:oleObj>
                </mc:Choice>
                <mc:Fallback>
                  <p:oleObj r:id="rId44" imgW="405765" imgH="215900" progId="Equation.DSMT4">
                    <p:embed/>
                    <p:pic>
                      <p:nvPicPr>
                        <p:cNvPr id="0" name="Object 9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072"/>
                          <a:ext cx="419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2" name="Object 93"/>
            <p:cNvGraphicFramePr/>
            <p:nvPr/>
          </p:nvGraphicFramePr>
          <p:xfrm>
            <a:off x="3120" y="3072"/>
            <a:ext cx="419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5" r:id="rId46" imgW="405765" imgH="215900" progId="Equation.DSMT4">
                    <p:embed/>
                  </p:oleObj>
                </mc:Choice>
                <mc:Fallback>
                  <p:oleObj r:id="rId46" imgW="405765" imgH="215900" progId="Equation.DSMT4">
                    <p:embed/>
                    <p:pic>
                      <p:nvPicPr>
                        <p:cNvPr id="0" name="Object 9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3072"/>
                          <a:ext cx="419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3" name="Object 94"/>
            <p:cNvGraphicFramePr/>
            <p:nvPr/>
          </p:nvGraphicFramePr>
          <p:xfrm>
            <a:off x="2544" y="3072"/>
            <a:ext cx="406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6" r:id="rId47" imgW="393065" imgH="215900" progId="Equation.DSMT4">
                    <p:embed/>
                  </p:oleObj>
                </mc:Choice>
                <mc:Fallback>
                  <p:oleObj r:id="rId47" imgW="393065" imgH="215900" progId="Equation.DSMT4">
                    <p:embed/>
                    <p:pic>
                      <p:nvPicPr>
                        <p:cNvPr id="0" name="Object 9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072"/>
                          <a:ext cx="406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4" name="Object 95"/>
            <p:cNvGraphicFramePr/>
            <p:nvPr/>
          </p:nvGraphicFramePr>
          <p:xfrm>
            <a:off x="4368" y="3408"/>
            <a:ext cx="484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7" r:id="rId49" imgW="469265" imgH="215900" progId="Equation.DSMT4">
                    <p:embed/>
                  </p:oleObj>
                </mc:Choice>
                <mc:Fallback>
                  <p:oleObj r:id="rId49" imgW="469265" imgH="215900" progId="Equation.DSMT4">
                    <p:embed/>
                    <p:pic>
                      <p:nvPicPr>
                        <p:cNvPr id="0" name="Object 9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3408"/>
                          <a:ext cx="484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5" name="Object 96"/>
            <p:cNvGraphicFramePr/>
            <p:nvPr/>
          </p:nvGraphicFramePr>
          <p:xfrm>
            <a:off x="1296" y="3408"/>
            <a:ext cx="484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8" r:id="rId51" imgW="469265" imgH="215900" progId="Equation.DSMT4">
                    <p:embed/>
                  </p:oleObj>
                </mc:Choice>
                <mc:Fallback>
                  <p:oleObj r:id="rId51" imgW="469265" imgH="215900" progId="Equation.DSMT4">
                    <p:embed/>
                    <p:pic>
                      <p:nvPicPr>
                        <p:cNvPr id="0" name="Object 9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3408"/>
                          <a:ext cx="484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6" name="Object 97"/>
            <p:cNvGraphicFramePr/>
            <p:nvPr/>
          </p:nvGraphicFramePr>
          <p:xfrm>
            <a:off x="1872" y="3408"/>
            <a:ext cx="49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9" r:id="rId52" imgW="481965" imgH="215900" progId="Equation.DSMT4">
                    <p:embed/>
                  </p:oleObj>
                </mc:Choice>
                <mc:Fallback>
                  <p:oleObj r:id="rId52" imgW="481965" imgH="215900" progId="Equation.DSMT4">
                    <p:embed/>
                    <p:pic>
                      <p:nvPicPr>
                        <p:cNvPr id="0" name="Object 9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3408"/>
                          <a:ext cx="497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7" name="Object 98"/>
            <p:cNvGraphicFramePr/>
            <p:nvPr/>
          </p:nvGraphicFramePr>
          <p:xfrm>
            <a:off x="3696" y="3408"/>
            <a:ext cx="49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0" r:id="rId54" imgW="481965" imgH="215900" progId="Equation.DSMT4">
                    <p:embed/>
                  </p:oleObj>
                </mc:Choice>
                <mc:Fallback>
                  <p:oleObj r:id="rId54" imgW="481965" imgH="215900" progId="Equation.DSMT4">
                    <p:embed/>
                    <p:pic>
                      <p:nvPicPr>
                        <p:cNvPr id="0" name="Object 9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408"/>
                          <a:ext cx="497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8" name="Object 99"/>
            <p:cNvGraphicFramePr/>
            <p:nvPr/>
          </p:nvGraphicFramePr>
          <p:xfrm>
            <a:off x="2496" y="3408"/>
            <a:ext cx="49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1" r:id="rId55" imgW="481965" imgH="215900" progId="Equation.DSMT4">
                    <p:embed/>
                  </p:oleObj>
                </mc:Choice>
                <mc:Fallback>
                  <p:oleObj r:id="rId55" imgW="481965" imgH="215900" progId="Equation.DSMT4">
                    <p:embed/>
                    <p:pic>
                      <p:nvPicPr>
                        <p:cNvPr id="0" name="Object 9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408"/>
                          <a:ext cx="497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9" name="Object 100"/>
            <p:cNvGraphicFramePr/>
            <p:nvPr/>
          </p:nvGraphicFramePr>
          <p:xfrm>
            <a:off x="3120" y="3408"/>
            <a:ext cx="49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2" r:id="rId57" imgW="481965" imgH="215900" progId="Equation.DSMT4">
                    <p:embed/>
                  </p:oleObj>
                </mc:Choice>
                <mc:Fallback>
                  <p:oleObj r:id="rId57" imgW="481965" imgH="215900" progId="Equation.DSMT4">
                    <p:embed/>
                    <p:pic>
                      <p:nvPicPr>
                        <p:cNvPr id="0" name="Object 10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3408"/>
                          <a:ext cx="497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0" name="Object 101"/>
            <p:cNvGraphicFramePr/>
            <p:nvPr/>
          </p:nvGraphicFramePr>
          <p:xfrm>
            <a:off x="4320" y="3744"/>
            <a:ext cx="575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3" r:id="rId58" imgW="558165" imgH="215900" progId="Equation.DSMT4">
                    <p:embed/>
                  </p:oleObj>
                </mc:Choice>
                <mc:Fallback>
                  <p:oleObj r:id="rId58" imgW="558165" imgH="215900" progId="Equation.DSMT4">
                    <p:embed/>
                    <p:pic>
                      <p:nvPicPr>
                        <p:cNvPr id="0" name="Object 10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3744"/>
                          <a:ext cx="575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1" name="Object 102"/>
            <p:cNvGraphicFramePr/>
            <p:nvPr/>
          </p:nvGraphicFramePr>
          <p:xfrm>
            <a:off x="5040" y="3744"/>
            <a:ext cx="484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4" r:id="rId60" imgW="469265" imgH="215900" progId="Equation.DSMT4">
                    <p:embed/>
                  </p:oleObj>
                </mc:Choice>
                <mc:Fallback>
                  <p:oleObj r:id="rId60" imgW="469265" imgH="215900" progId="Equation.DSMT4">
                    <p:embed/>
                    <p:pic>
                      <p:nvPicPr>
                        <p:cNvPr id="0" name="Object 10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3744"/>
                          <a:ext cx="484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2" name="Object 103"/>
            <p:cNvGraphicFramePr/>
            <p:nvPr/>
          </p:nvGraphicFramePr>
          <p:xfrm>
            <a:off x="1296" y="3744"/>
            <a:ext cx="484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5" r:id="rId62" imgW="469265" imgH="215900" progId="Equation.DSMT4">
                    <p:embed/>
                  </p:oleObj>
                </mc:Choice>
                <mc:Fallback>
                  <p:oleObj r:id="rId62" imgW="469265" imgH="215900" progId="Equation.DSMT4">
                    <p:embed/>
                    <p:pic>
                      <p:nvPicPr>
                        <p:cNvPr id="0" name="Object 10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3744"/>
                          <a:ext cx="484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3" name="Object 104"/>
            <p:cNvGraphicFramePr/>
            <p:nvPr/>
          </p:nvGraphicFramePr>
          <p:xfrm>
            <a:off x="1824" y="3744"/>
            <a:ext cx="575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6" r:id="rId63" imgW="558165" imgH="215900" progId="Equation.DSMT4">
                    <p:embed/>
                  </p:oleObj>
                </mc:Choice>
                <mc:Fallback>
                  <p:oleObj r:id="rId63" imgW="558165" imgH="215900" progId="Equation.DSMT4">
                    <p:embed/>
                    <p:pic>
                      <p:nvPicPr>
                        <p:cNvPr id="0" name="Object 10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744"/>
                          <a:ext cx="575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4" name="Object 105"/>
            <p:cNvGraphicFramePr/>
            <p:nvPr/>
          </p:nvGraphicFramePr>
          <p:xfrm>
            <a:off x="3696" y="3744"/>
            <a:ext cx="49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7" r:id="rId65" imgW="481965" imgH="215900" progId="Equation.DSMT4">
                    <p:embed/>
                  </p:oleObj>
                </mc:Choice>
                <mc:Fallback>
                  <p:oleObj r:id="rId65" imgW="481965" imgH="215900" progId="Equation.DSMT4">
                    <p:embed/>
                    <p:pic>
                      <p:nvPicPr>
                        <p:cNvPr id="0" name="Object 10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744"/>
                          <a:ext cx="497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5" name="Object 106"/>
            <p:cNvGraphicFramePr/>
            <p:nvPr/>
          </p:nvGraphicFramePr>
          <p:xfrm>
            <a:off x="2496" y="3744"/>
            <a:ext cx="49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8" r:id="rId67" imgW="481965" imgH="215900" progId="Equation.DSMT4">
                    <p:embed/>
                  </p:oleObj>
                </mc:Choice>
                <mc:Fallback>
                  <p:oleObj r:id="rId67" imgW="481965" imgH="215900" progId="Equation.DSMT4">
                    <p:embed/>
                    <p:pic>
                      <p:nvPicPr>
                        <p:cNvPr id="0" name="Object 10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744"/>
                          <a:ext cx="497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6" name="Object 107"/>
            <p:cNvGraphicFramePr/>
            <p:nvPr/>
          </p:nvGraphicFramePr>
          <p:xfrm>
            <a:off x="3072" y="3744"/>
            <a:ext cx="576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9" r:id="rId69" imgW="558165" imgH="215900" progId="Equation.DSMT4">
                    <p:embed/>
                  </p:oleObj>
                </mc:Choice>
                <mc:Fallback>
                  <p:oleObj r:id="rId69" imgW="558165" imgH="215900" progId="Equation.DSMT4">
                    <p:embed/>
                    <p:pic>
                      <p:nvPicPr>
                        <p:cNvPr id="0" name="Object 10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744"/>
                          <a:ext cx="576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15" descr="MCj0437793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228600"/>
            <a:ext cx="1371600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578" name="Group 33"/>
          <p:cNvGrpSpPr/>
          <p:nvPr/>
        </p:nvGrpSpPr>
        <p:grpSpPr bwMode="auto">
          <a:xfrm>
            <a:off x="685800" y="762000"/>
            <a:ext cx="6858000" cy="2325688"/>
            <a:chOff x="432" y="720"/>
            <a:chExt cx="4320" cy="1465"/>
          </a:xfrm>
        </p:grpSpPr>
        <p:sp>
          <p:nvSpPr>
            <p:cNvPr id="24579" name="Rectangle 5"/>
            <p:cNvSpPr>
              <a:spLocks noChangeArrowheads="1"/>
            </p:cNvSpPr>
            <p:nvPr/>
          </p:nvSpPr>
          <p:spPr bwMode="auto">
            <a:xfrm>
              <a:off x="432" y="720"/>
              <a:ext cx="31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i="0">
                  <a:solidFill>
                    <a:srgbClr val="0000CC"/>
                  </a:solidFill>
                  <a:latin typeface="Arial" panose="020B0604020202020204" pitchFamily="34" charset="0"/>
                </a:rPr>
                <a:t>Newton-Cotes</a:t>
              </a:r>
              <a:r>
                <a:rPr lang="zh-CN" altLang="en-US" i="0">
                  <a:solidFill>
                    <a:srgbClr val="0000CC"/>
                  </a:solidFill>
                  <a:latin typeface="Arial" panose="020B0604020202020204" pitchFamily="34" charset="0"/>
                </a:rPr>
                <a:t>公式的误差或余项为</a:t>
              </a:r>
              <a:r>
                <a:rPr lang="en-US" altLang="zh-CN" b="0" i="0">
                  <a:solidFill>
                    <a:srgbClr val="0000CC"/>
                  </a:solidFill>
                  <a:latin typeface="Arial" panose="020B0604020202020204" pitchFamily="34" charset="0"/>
                </a:rPr>
                <a:t>:</a:t>
              </a:r>
            </a:p>
          </p:txBody>
        </p:sp>
        <p:graphicFrame>
          <p:nvGraphicFramePr>
            <p:cNvPr id="24580" name="Object 6"/>
            <p:cNvGraphicFramePr/>
            <p:nvPr/>
          </p:nvGraphicFramePr>
          <p:xfrm>
            <a:off x="624" y="1104"/>
            <a:ext cx="3508" cy="10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25" r:id="rId4" imgW="1605915" imgH="487680" progId="Equation.DSMT4">
                    <p:embed/>
                  </p:oleObj>
                </mc:Choice>
                <mc:Fallback>
                  <p:oleObj r:id="rId4" imgW="1605915" imgH="487680" progId="Equation.DSMT4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104"/>
                          <a:ext cx="3508" cy="10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581" name="Group 19"/>
            <p:cNvGrpSpPr/>
            <p:nvPr/>
          </p:nvGrpSpPr>
          <p:grpSpPr bwMode="auto">
            <a:xfrm>
              <a:off x="3600" y="1152"/>
              <a:ext cx="1152" cy="336"/>
              <a:chOff x="3600" y="1056"/>
              <a:chExt cx="1152" cy="336"/>
            </a:xfrm>
          </p:grpSpPr>
          <p:sp>
            <p:nvSpPr>
              <p:cNvPr id="24582" name="AutoShape 17"/>
              <p:cNvSpPr>
                <a:spLocks noChangeArrowheads="1"/>
              </p:cNvSpPr>
              <p:nvPr/>
            </p:nvSpPr>
            <p:spPr bwMode="auto">
              <a:xfrm>
                <a:off x="3600" y="1056"/>
                <a:ext cx="1152" cy="336"/>
              </a:xfrm>
              <a:prstGeom prst="wedgeRoundRectCallout">
                <a:avLst>
                  <a:gd name="adj1" fmla="val -49741"/>
                  <a:gd name="adj2" fmla="val 145833"/>
                  <a:gd name="adj3" fmla="val 16667"/>
                </a:avLst>
              </a:prstGeom>
              <a:gradFill rotWithShape="0">
                <a:gsLst>
                  <a:gs pos="0">
                    <a:srgbClr val="CCFFCC"/>
                  </a:gs>
                  <a:gs pos="100000">
                    <a:schemeClr val="bg1"/>
                  </a:gs>
                </a:gsLst>
                <a:lin ang="18900000" scaled="1"/>
              </a:gradFill>
              <a:ln w="9525">
                <a:solidFill>
                  <a:srgbClr val="008000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i="0">
                    <a:solidFill>
                      <a:srgbClr val="0000CC"/>
                    </a:solidFill>
                  </a:rPr>
                  <a:t>与     有关</a:t>
                </a:r>
              </a:p>
            </p:txBody>
          </p:sp>
          <p:graphicFrame>
            <p:nvGraphicFramePr>
              <p:cNvPr id="24583" name="Object 18"/>
              <p:cNvGraphicFramePr/>
              <p:nvPr/>
            </p:nvGraphicFramePr>
            <p:xfrm>
              <a:off x="3984" y="1104"/>
              <a:ext cx="219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26" r:id="rId6" imgW="127000" imgH="139700" progId="Equation.3">
                      <p:embed/>
                    </p:oleObj>
                  </mc:Choice>
                  <mc:Fallback>
                    <p:oleObj r:id="rId6" imgW="127000" imgH="139700" progId="Equation.3">
                      <p:embed/>
                      <p:pic>
                        <p:nvPicPr>
                          <p:cNvPr id="0" name="Object 1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4" y="1104"/>
                            <a:ext cx="219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36"/>
          <p:cNvGrpSpPr/>
          <p:nvPr/>
        </p:nvGrpSpPr>
        <p:grpSpPr bwMode="auto">
          <a:xfrm>
            <a:off x="609600" y="3276600"/>
            <a:ext cx="8153400" cy="2971800"/>
            <a:chOff x="384" y="2064"/>
            <a:chExt cx="5136" cy="1872"/>
          </a:xfrm>
        </p:grpSpPr>
        <p:grpSp>
          <p:nvGrpSpPr>
            <p:cNvPr id="24585" name="Group 35"/>
            <p:cNvGrpSpPr/>
            <p:nvPr/>
          </p:nvGrpSpPr>
          <p:grpSpPr bwMode="auto">
            <a:xfrm>
              <a:off x="432" y="2640"/>
              <a:ext cx="5088" cy="1296"/>
              <a:chOff x="432" y="2640"/>
              <a:chExt cx="5088" cy="1296"/>
            </a:xfrm>
          </p:grpSpPr>
          <p:pic>
            <p:nvPicPr>
              <p:cNvPr id="24586" name="Picture 22" descr="MCj04348590000[1]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2" y="2640"/>
                <a:ext cx="384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87" name="Text Box 23"/>
              <p:cNvSpPr txBox="1">
                <a:spLocks noChangeArrowheads="1"/>
              </p:cNvSpPr>
              <p:nvPr/>
            </p:nvSpPr>
            <p:spPr bwMode="auto">
              <a:xfrm>
                <a:off x="720" y="2736"/>
                <a:ext cx="21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作为插值型求积公式，</a:t>
                </a:r>
              </a:p>
            </p:txBody>
          </p:sp>
          <p:sp>
            <p:nvSpPr>
              <p:cNvPr id="24588" name="Text Box 24"/>
              <p:cNvSpPr txBox="1">
                <a:spLocks noChangeArrowheads="1"/>
              </p:cNvSpPr>
              <p:nvPr/>
            </p:nvSpPr>
            <p:spPr bwMode="auto">
              <a:xfrm>
                <a:off x="576" y="3216"/>
                <a:ext cx="19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具有   次代数精度，</a:t>
                </a:r>
              </a:p>
            </p:txBody>
          </p:sp>
          <p:graphicFrame>
            <p:nvGraphicFramePr>
              <p:cNvPr id="24589" name="Object 25"/>
              <p:cNvGraphicFramePr/>
              <p:nvPr/>
            </p:nvGraphicFramePr>
            <p:xfrm>
              <a:off x="2640" y="2832"/>
              <a:ext cx="175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27" r:id="rId9" imgW="127000" imgH="139700" progId="Equation.DSMT4">
                      <p:embed/>
                    </p:oleObj>
                  </mc:Choice>
                  <mc:Fallback>
                    <p:oleObj r:id="rId9" imgW="127000" imgH="139700" progId="Equation.DSMT4">
                      <p:embed/>
                      <p:pic>
                        <p:nvPicPr>
                          <p:cNvPr id="0" name="Object 2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2832"/>
                            <a:ext cx="175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590" name="Rectangle 26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26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阶</a:t>
                </a:r>
                <a:r>
                  <a:rPr lang="en-US" altLang="zh-CN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Newton-Cotes</a:t>
                </a:r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公式至少</a:t>
                </a:r>
              </a:p>
            </p:txBody>
          </p:sp>
          <p:graphicFrame>
            <p:nvGraphicFramePr>
              <p:cNvPr id="24591" name="Object 27"/>
              <p:cNvGraphicFramePr/>
              <p:nvPr/>
            </p:nvGraphicFramePr>
            <p:xfrm>
              <a:off x="1008" y="3264"/>
              <a:ext cx="175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28" r:id="rId11" imgW="127000" imgH="139700" progId="Equation.DSMT4">
                      <p:embed/>
                    </p:oleObj>
                  </mc:Choice>
                  <mc:Fallback>
                    <p:oleObj r:id="rId11" imgW="127000" imgH="139700" progId="Equation.DSMT4">
                      <p:embed/>
                      <p:pic>
                        <p:nvPicPr>
                          <p:cNvPr id="0" name="Object 2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3264"/>
                            <a:ext cx="175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592" name="Text Box 28"/>
              <p:cNvSpPr txBox="1">
                <a:spLocks noChangeArrowheads="1"/>
              </p:cNvSpPr>
              <p:nvPr/>
            </p:nvSpPr>
            <p:spPr bwMode="auto">
              <a:xfrm>
                <a:off x="2256" y="3216"/>
                <a:ext cx="32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而实际的代数精度是否可以进一步</a:t>
                </a:r>
              </a:p>
            </p:txBody>
          </p:sp>
          <p:sp>
            <p:nvSpPr>
              <p:cNvPr id="24593" name="Text Box 29"/>
              <p:cNvSpPr txBox="1">
                <a:spLocks noChangeArrowheads="1"/>
              </p:cNvSpPr>
              <p:nvPr/>
            </p:nvSpPr>
            <p:spPr bwMode="auto">
              <a:xfrm>
                <a:off x="576" y="3648"/>
                <a:ext cx="124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提高呢？</a:t>
                </a:r>
              </a:p>
            </p:txBody>
          </p:sp>
        </p:grpSp>
        <p:sp>
          <p:nvSpPr>
            <p:cNvPr id="24594" name="Rectangle 34"/>
            <p:cNvSpPr>
              <a:spLocks noChangeArrowheads="1"/>
            </p:cNvSpPr>
            <p:nvPr/>
          </p:nvSpPr>
          <p:spPr bwMode="auto">
            <a:xfrm>
              <a:off x="384" y="2064"/>
              <a:ext cx="369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3200" i="0" dirty="0">
                  <a:solidFill>
                    <a:srgbClr val="000066"/>
                  </a:solidFill>
                  <a:latin typeface="Arial" panose="020B0604020202020204" pitchFamily="34" charset="0"/>
                </a:rPr>
                <a:t>三、</a:t>
              </a:r>
              <a:r>
                <a:rPr lang="zh-CN" altLang="en-US" sz="3200" i="0" dirty="0">
                  <a:solidFill>
                    <a:srgbClr val="000000"/>
                  </a:solidFill>
                </a:rPr>
                <a:t>偶数求积</a:t>
              </a:r>
              <a:r>
                <a:rPr lang="zh-CN" altLang="en-US" sz="3200" i="0" dirty="0">
                  <a:solidFill>
                    <a:srgbClr val="000066"/>
                  </a:solidFill>
                </a:rPr>
                <a:t>公式的</a:t>
              </a:r>
              <a:r>
                <a:rPr lang="zh-CN" altLang="en-US" sz="3200" i="0" dirty="0">
                  <a:solidFill>
                    <a:srgbClr val="000000"/>
                  </a:solidFill>
                </a:rPr>
                <a:t>代数精度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1" name="Group 26"/>
          <p:cNvGrpSpPr/>
          <p:nvPr/>
        </p:nvGrpSpPr>
        <p:grpSpPr bwMode="auto">
          <a:xfrm>
            <a:off x="533400" y="609600"/>
            <a:ext cx="8305800" cy="884238"/>
            <a:chOff x="288" y="2160"/>
            <a:chExt cx="5232" cy="557"/>
          </a:xfrm>
        </p:grpSpPr>
        <p:sp>
          <p:nvSpPr>
            <p:cNvPr id="25602" name="Rectangle 15"/>
            <p:cNvSpPr>
              <a:spLocks noChangeArrowheads="1"/>
            </p:cNvSpPr>
            <p:nvPr/>
          </p:nvSpPr>
          <p:spPr bwMode="auto">
            <a:xfrm>
              <a:off x="288" y="2160"/>
              <a:ext cx="5232" cy="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fontAlgn="b" hangingPunct="1"/>
              <a:r>
                <a:rPr lang="en-US" altLang="zh-CN" sz="2800" i="0">
                  <a:solidFill>
                    <a:srgbClr val="FF0000"/>
                  </a:solidFill>
                  <a:latin typeface="Arial" panose="020B0604020202020204" pitchFamily="34" charset="0"/>
                </a:rPr>
                <a:t>     </a:t>
              </a:r>
              <a:r>
                <a:rPr lang="zh-CN" altLang="en-US" sz="2800" i="0">
                  <a:solidFill>
                    <a:srgbClr val="FF0000"/>
                  </a:solidFill>
                  <a:latin typeface="Arial" panose="020B0604020202020204" pitchFamily="34" charset="0"/>
                </a:rPr>
                <a:t>定理 </a:t>
              </a:r>
              <a:r>
                <a:rPr lang="en-US" altLang="zh-CN" i="0">
                  <a:solidFill>
                    <a:srgbClr val="FF0000"/>
                  </a:solidFill>
                  <a:latin typeface="Arial" panose="020B0604020202020204" pitchFamily="34" charset="0"/>
                </a:rPr>
                <a:t>2      </a:t>
              </a:r>
              <a:r>
                <a:rPr lang="zh-CN" altLang="en-US" i="0">
                  <a:solidFill>
                    <a:schemeClr val="tx1"/>
                  </a:solidFill>
                </a:rPr>
                <a:t>当阶数</a:t>
              </a:r>
              <a:r>
                <a:rPr lang="zh-CN" altLang="en-US" i="0">
                  <a:solidFill>
                    <a:srgbClr val="CC0000"/>
                  </a:solidFill>
                </a:rPr>
                <a:t>    </a:t>
              </a:r>
              <a:r>
                <a:rPr lang="zh-CN" altLang="en-US" i="0">
                  <a:solidFill>
                    <a:schemeClr val="tx1"/>
                  </a:solidFill>
                </a:rPr>
                <a:t>为偶数时</a:t>
              </a:r>
              <a:r>
                <a:rPr lang="en-US" altLang="zh-CN" i="0">
                  <a:solidFill>
                    <a:schemeClr val="tx1"/>
                  </a:solidFill>
                </a:rPr>
                <a:t>,  Newton-Cotes</a:t>
              </a:r>
              <a:r>
                <a:rPr lang="zh-CN" altLang="en-US" i="0">
                  <a:solidFill>
                    <a:schemeClr val="tx1"/>
                  </a:solidFill>
                </a:rPr>
                <a:t>公式至少具有          次代数精度。</a:t>
              </a:r>
              <a:endParaRPr lang="zh-CN" altLang="en-US" i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5603" name="Object 17"/>
            <p:cNvGraphicFramePr/>
            <p:nvPr/>
          </p:nvGraphicFramePr>
          <p:xfrm>
            <a:off x="2208" y="2256"/>
            <a:ext cx="17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7" r:id="rId3" imgW="127000" imgH="139700" progId="Equation.DSMT4">
                    <p:embed/>
                  </p:oleObj>
                </mc:Choice>
                <mc:Fallback>
                  <p:oleObj r:id="rId3" imgW="127000" imgH="139700" progId="Equation.DSMT4">
                    <p:embed/>
                    <p:pic>
                      <p:nvPicPr>
                        <p:cNvPr id="0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2256"/>
                          <a:ext cx="17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4" name="Object 24"/>
            <p:cNvGraphicFramePr/>
            <p:nvPr/>
          </p:nvGraphicFramePr>
          <p:xfrm>
            <a:off x="576" y="2448"/>
            <a:ext cx="438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8" r:id="rId5" imgW="316865" imgH="177800" progId="Equation.DSMT4">
                    <p:embed/>
                  </p:oleObj>
                </mc:Choice>
                <mc:Fallback>
                  <p:oleObj r:id="rId5" imgW="316865" imgH="177800" progId="Equation.DSMT4">
                    <p:embed/>
                    <p:pic>
                      <p:nvPicPr>
                        <p:cNvPr id="0" name="Object 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448"/>
                          <a:ext cx="438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5605" name="Picture 27" descr="MMj03237630000[1]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105400"/>
            <a:ext cx="109696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6" name="Group 82"/>
          <p:cNvGrpSpPr/>
          <p:nvPr/>
        </p:nvGrpSpPr>
        <p:grpSpPr bwMode="auto">
          <a:xfrm>
            <a:off x="685800" y="1600200"/>
            <a:ext cx="8001000" cy="4724400"/>
            <a:chOff x="432" y="1008"/>
            <a:chExt cx="5040" cy="2976"/>
          </a:xfrm>
        </p:grpSpPr>
        <p:grpSp>
          <p:nvGrpSpPr>
            <p:cNvPr id="25607" name="Group 28"/>
            <p:cNvGrpSpPr/>
            <p:nvPr/>
          </p:nvGrpSpPr>
          <p:grpSpPr bwMode="auto">
            <a:xfrm>
              <a:off x="720" y="1008"/>
              <a:ext cx="4622" cy="682"/>
              <a:chOff x="432" y="384"/>
              <a:chExt cx="4622" cy="682"/>
            </a:xfrm>
          </p:grpSpPr>
          <p:sp>
            <p:nvSpPr>
              <p:cNvPr id="25608" name="Rectangle 29"/>
              <p:cNvSpPr>
                <a:spLocks noChangeArrowheads="1"/>
              </p:cNvSpPr>
              <p:nvPr/>
            </p:nvSpPr>
            <p:spPr bwMode="auto">
              <a:xfrm>
                <a:off x="432" y="426"/>
                <a:ext cx="5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i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证明</a:t>
                </a:r>
                <a:r>
                  <a:rPr lang="en-US" altLang="zh-CN" i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:</a:t>
                </a:r>
              </a:p>
            </p:txBody>
          </p:sp>
          <p:sp>
            <p:nvSpPr>
              <p:cNvPr id="25609" name="Rectangle 30"/>
              <p:cNvSpPr>
                <a:spLocks noChangeArrowheads="1"/>
              </p:cNvSpPr>
              <p:nvPr/>
            </p:nvSpPr>
            <p:spPr bwMode="auto">
              <a:xfrm>
                <a:off x="1725" y="768"/>
                <a:ext cx="127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的余项为零。</a:t>
                </a:r>
              </a:p>
            </p:txBody>
          </p:sp>
          <p:grpSp>
            <p:nvGrpSpPr>
              <p:cNvPr id="25610" name="Group 31"/>
              <p:cNvGrpSpPr/>
              <p:nvPr/>
            </p:nvGrpSpPr>
            <p:grpSpPr bwMode="auto">
              <a:xfrm>
                <a:off x="874" y="384"/>
                <a:ext cx="4180" cy="682"/>
                <a:chOff x="576" y="624"/>
                <a:chExt cx="4180" cy="682"/>
              </a:xfrm>
            </p:grpSpPr>
            <p:sp>
              <p:nvSpPr>
                <p:cNvPr id="25611" name="Rectangle 32"/>
                <p:cNvSpPr>
                  <a:spLocks noChangeArrowheads="1"/>
                </p:cNvSpPr>
                <p:nvPr/>
              </p:nvSpPr>
              <p:spPr bwMode="auto">
                <a:xfrm>
                  <a:off x="768" y="624"/>
                  <a:ext cx="3988" cy="3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lnSpc>
                      <a:spcPct val="125000"/>
                    </a:lnSpc>
                    <a:spcBef>
                      <a:spcPct val="50000"/>
                    </a:spcBef>
                  </a:pPr>
                  <a:r>
                    <a:rPr lang="zh-CN" altLang="en-US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只需验证当    为偶数时</a:t>
                  </a:r>
                  <a:r>
                    <a:rPr lang="en-US" altLang="zh-CN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,Newton-Cotes</a:t>
                  </a:r>
                  <a:r>
                    <a:rPr lang="zh-CN" altLang="en-US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公式对</a:t>
                  </a:r>
                </a:p>
              </p:txBody>
            </p:sp>
            <p:graphicFrame>
              <p:nvGraphicFramePr>
                <p:cNvPr id="25612" name="Object 33"/>
                <p:cNvGraphicFramePr/>
                <p:nvPr/>
              </p:nvGraphicFramePr>
              <p:xfrm>
                <a:off x="1824" y="720"/>
                <a:ext cx="175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719" r:id="rId8" imgW="127000" imgH="139700" progId="Equation.DSMT4">
                        <p:embed/>
                      </p:oleObj>
                    </mc:Choice>
                    <mc:Fallback>
                      <p:oleObj r:id="rId8" imgW="127000" imgH="139700" progId="Equation.DSMT4">
                        <p:embed/>
                        <p:pic>
                          <p:nvPicPr>
                            <p:cNvPr id="0" name="Object 33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824" y="720"/>
                              <a:ext cx="175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5613" name="Object 34"/>
                <p:cNvGraphicFramePr/>
                <p:nvPr/>
              </p:nvGraphicFramePr>
              <p:xfrm>
                <a:off x="576" y="1008"/>
                <a:ext cx="864" cy="29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720" r:id="rId9" imgW="735965" imgH="254000" progId="Equation.DSMT4">
                        <p:embed/>
                      </p:oleObj>
                    </mc:Choice>
                    <mc:Fallback>
                      <p:oleObj r:id="rId9" imgW="735965" imgH="254000" progId="Equation.DSMT4">
                        <p:embed/>
                        <p:pic>
                          <p:nvPicPr>
                            <p:cNvPr id="0" name="Object 34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76" y="1008"/>
                              <a:ext cx="864" cy="29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5614" name="Group 35"/>
            <p:cNvGrpSpPr/>
            <p:nvPr/>
          </p:nvGrpSpPr>
          <p:grpSpPr bwMode="auto">
            <a:xfrm>
              <a:off x="768" y="1776"/>
              <a:ext cx="3877" cy="833"/>
              <a:chOff x="713" y="1433"/>
              <a:chExt cx="3877" cy="833"/>
            </a:xfrm>
          </p:grpSpPr>
          <p:sp>
            <p:nvSpPr>
              <p:cNvPr id="25615" name="Rectangle 36"/>
              <p:cNvSpPr>
                <a:spLocks noChangeArrowheads="1"/>
              </p:cNvSpPr>
              <p:nvPr/>
            </p:nvSpPr>
            <p:spPr bwMode="auto">
              <a:xfrm>
                <a:off x="713" y="1440"/>
                <a:ext cx="21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由于</a:t>
                </a:r>
                <a:r>
                  <a:rPr lang="zh-CN" altLang="en-US">
                    <a:solidFill>
                      <a:schemeClr val="tx1"/>
                    </a:solidFill>
                    <a:latin typeface="Arial" panose="020B0604020202020204" pitchFamily="34" charset="0"/>
                  </a:rPr>
                  <a:t>                  </a:t>
                </a:r>
                <a:r>
                  <a:rPr lang="en-US" altLang="zh-CN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,</a:t>
                </a:r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所以</a:t>
                </a:r>
                <a:r>
                  <a:rPr lang="zh-CN" altLang="en-US">
                    <a:solidFill>
                      <a:schemeClr val="tx1"/>
                    </a:solidFill>
                    <a:latin typeface="Arial" panose="020B0604020202020204" pitchFamily="34" charset="0"/>
                  </a:rPr>
                  <a:t>                  </a:t>
                </a:r>
                <a:endParaRPr lang="zh-CN" altLang="en-US" i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25616" name="Object 37"/>
              <p:cNvGraphicFramePr/>
              <p:nvPr/>
            </p:nvGraphicFramePr>
            <p:xfrm>
              <a:off x="1152" y="1445"/>
              <a:ext cx="960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721" r:id="rId11" imgW="735965" imgH="254000" progId="Equation.DSMT4">
                      <p:embed/>
                    </p:oleObj>
                  </mc:Choice>
                  <mc:Fallback>
                    <p:oleObj r:id="rId11" imgW="735965" imgH="254000" progId="Equation.DSMT4">
                      <p:embed/>
                      <p:pic>
                        <p:nvPicPr>
                          <p:cNvPr id="0" name="Object 3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1445"/>
                            <a:ext cx="960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7" name="Object 38"/>
              <p:cNvGraphicFramePr/>
              <p:nvPr/>
            </p:nvGraphicFramePr>
            <p:xfrm>
              <a:off x="2544" y="1433"/>
              <a:ext cx="1488" cy="3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722" r:id="rId12" imgW="1154430" imgH="266065" progId="Equation.DSMT4">
                      <p:embed/>
                    </p:oleObj>
                  </mc:Choice>
                  <mc:Fallback>
                    <p:oleObj r:id="rId12" imgW="1154430" imgH="266065" progId="Equation.DSMT4">
                      <p:embed/>
                      <p:pic>
                        <p:nvPicPr>
                          <p:cNvPr id="0" name="Object 3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4" y="1433"/>
                            <a:ext cx="1488" cy="3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18" name="Rectangle 39"/>
              <p:cNvSpPr>
                <a:spLocks noChangeArrowheads="1"/>
              </p:cNvSpPr>
              <p:nvPr/>
            </p:nvSpPr>
            <p:spPr bwMode="auto">
              <a:xfrm>
                <a:off x="3984" y="1440"/>
                <a:ext cx="6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即得</a:t>
                </a:r>
              </a:p>
            </p:txBody>
          </p:sp>
          <p:graphicFrame>
            <p:nvGraphicFramePr>
              <p:cNvPr id="25619" name="Object 40"/>
              <p:cNvGraphicFramePr/>
              <p:nvPr/>
            </p:nvGraphicFramePr>
            <p:xfrm>
              <a:off x="1728" y="1728"/>
              <a:ext cx="1912" cy="5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723" r:id="rId14" imgW="1625600" imgH="457200" progId="Equation.DSMT4">
                      <p:embed/>
                    </p:oleObj>
                  </mc:Choice>
                  <mc:Fallback>
                    <p:oleObj r:id="rId14" imgW="1625600" imgH="457200" progId="Equation.DSMT4">
                      <p:embed/>
                      <p:pic>
                        <p:nvPicPr>
                          <p:cNvPr id="0" name="Object 4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1728"/>
                            <a:ext cx="1912" cy="5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5620" name="Group 78"/>
            <p:cNvGrpSpPr/>
            <p:nvPr/>
          </p:nvGrpSpPr>
          <p:grpSpPr bwMode="auto">
            <a:xfrm>
              <a:off x="720" y="2544"/>
              <a:ext cx="4752" cy="1040"/>
              <a:chOff x="720" y="2384"/>
              <a:chExt cx="4752" cy="1040"/>
            </a:xfrm>
          </p:grpSpPr>
          <p:grpSp>
            <p:nvGrpSpPr>
              <p:cNvPr id="25621" name="Group 47"/>
              <p:cNvGrpSpPr/>
              <p:nvPr/>
            </p:nvGrpSpPr>
            <p:grpSpPr bwMode="auto">
              <a:xfrm>
                <a:off x="720" y="2384"/>
                <a:ext cx="4752" cy="480"/>
                <a:chOff x="288" y="2304"/>
                <a:chExt cx="4752" cy="480"/>
              </a:xfrm>
            </p:grpSpPr>
            <p:sp>
              <p:nvSpPr>
                <p:cNvPr id="25622" name="Rectangle 48"/>
                <p:cNvSpPr>
                  <a:spLocks noChangeArrowheads="1"/>
                </p:cNvSpPr>
                <p:nvPr/>
              </p:nvSpPr>
              <p:spPr bwMode="auto">
                <a:xfrm>
                  <a:off x="288" y="2400"/>
                  <a:ext cx="475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引进变换               </a:t>
                  </a:r>
                  <a:r>
                    <a:rPr lang="en-US" altLang="zh-CN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,</a:t>
                  </a:r>
                  <a:r>
                    <a:rPr lang="zh-CN" altLang="en-US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因为     为偶数</a:t>
                  </a:r>
                  <a:r>
                    <a:rPr lang="en-US" altLang="zh-CN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,</a:t>
                  </a:r>
                  <a:r>
                    <a:rPr lang="zh-CN" altLang="en-US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故     为整数</a:t>
                  </a:r>
                  <a:r>
                    <a:rPr lang="en-US" altLang="zh-CN" i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,</a:t>
                  </a:r>
                </a:p>
              </p:txBody>
            </p:sp>
            <p:graphicFrame>
              <p:nvGraphicFramePr>
                <p:cNvPr id="25623" name="Object 49"/>
                <p:cNvGraphicFramePr/>
                <p:nvPr/>
              </p:nvGraphicFramePr>
              <p:xfrm>
                <a:off x="1152" y="2310"/>
                <a:ext cx="672" cy="47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724" r:id="rId16" imgW="558800" imgH="393700" progId="Equation.DSMT4">
                        <p:embed/>
                      </p:oleObj>
                    </mc:Choice>
                    <mc:Fallback>
                      <p:oleObj r:id="rId16" imgW="558800" imgH="393700" progId="Equation.DSMT4">
                        <p:embed/>
                        <p:pic>
                          <p:nvPicPr>
                            <p:cNvPr id="0" name="Object 49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52" y="2310"/>
                              <a:ext cx="672" cy="47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5624" name="Object 50"/>
                <p:cNvGraphicFramePr/>
                <p:nvPr/>
              </p:nvGraphicFramePr>
              <p:xfrm>
                <a:off x="3456" y="2304"/>
                <a:ext cx="210" cy="43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725" r:id="rId18" imgW="152400" imgH="393065" progId="Equation.DSMT4">
                        <p:embed/>
                      </p:oleObj>
                    </mc:Choice>
                    <mc:Fallback>
                      <p:oleObj r:id="rId18" imgW="152400" imgH="393065" progId="Equation.DSMT4">
                        <p:embed/>
                        <p:pic>
                          <p:nvPicPr>
                            <p:cNvPr id="0" name="Object 50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56" y="2304"/>
                              <a:ext cx="210" cy="43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5625" name="Object 51"/>
                <p:cNvGraphicFramePr/>
                <p:nvPr/>
              </p:nvGraphicFramePr>
              <p:xfrm>
                <a:off x="2352" y="2448"/>
                <a:ext cx="175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726" r:id="rId20" imgW="127000" imgH="139700" progId="Equation.DSMT4">
                        <p:embed/>
                      </p:oleObj>
                    </mc:Choice>
                    <mc:Fallback>
                      <p:oleObj r:id="rId20" imgW="127000" imgH="139700" progId="Equation.DSMT4">
                        <p:embed/>
                        <p:pic>
                          <p:nvPicPr>
                            <p:cNvPr id="0" name="Object 51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52" y="2448"/>
                              <a:ext cx="175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5626" name="Rectangle 52"/>
              <p:cNvSpPr>
                <a:spLocks noChangeArrowheads="1"/>
              </p:cNvSpPr>
              <p:nvPr/>
            </p:nvSpPr>
            <p:spPr bwMode="auto">
              <a:xfrm>
                <a:off x="4703" y="2480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于是有</a:t>
                </a:r>
              </a:p>
            </p:txBody>
          </p:sp>
          <p:graphicFrame>
            <p:nvGraphicFramePr>
              <p:cNvPr id="25627" name="Object 53"/>
              <p:cNvGraphicFramePr/>
              <p:nvPr/>
            </p:nvGraphicFramePr>
            <p:xfrm>
              <a:off x="1680" y="2832"/>
              <a:ext cx="2496" cy="5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727" r:id="rId21" imgW="2018665" imgH="482600" progId="Equation.DSMT4">
                      <p:embed/>
                    </p:oleObj>
                  </mc:Choice>
                  <mc:Fallback>
                    <p:oleObj r:id="rId21" imgW="2018665" imgH="482600" progId="Equation.DSMT4">
                      <p:embed/>
                      <p:pic>
                        <p:nvPicPr>
                          <p:cNvPr id="0" name="Object 5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2832"/>
                            <a:ext cx="2496" cy="5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5628" name="Group 79"/>
            <p:cNvGrpSpPr/>
            <p:nvPr/>
          </p:nvGrpSpPr>
          <p:grpSpPr bwMode="auto">
            <a:xfrm>
              <a:off x="432" y="3696"/>
              <a:ext cx="4438" cy="288"/>
              <a:chOff x="527" y="3696"/>
              <a:chExt cx="4438" cy="288"/>
            </a:xfrm>
          </p:grpSpPr>
          <p:sp>
            <p:nvSpPr>
              <p:cNvPr id="25629" name="Rectangle 80"/>
              <p:cNvSpPr>
                <a:spLocks noChangeArrowheads="1"/>
              </p:cNvSpPr>
              <p:nvPr/>
            </p:nvSpPr>
            <p:spPr bwMode="auto">
              <a:xfrm>
                <a:off x="527" y="3696"/>
                <a:ext cx="443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i="0">
                    <a:solidFill>
                      <a:srgbClr val="000099"/>
                    </a:solidFill>
                    <a:latin typeface="Arial" panose="020B0604020202020204" pitchFamily="34" charset="0"/>
                  </a:rPr>
                  <a:t>据此可断定</a:t>
                </a:r>
                <a:r>
                  <a:rPr lang="zh-CN" altLang="en-US">
                    <a:solidFill>
                      <a:srgbClr val="000099"/>
                    </a:solidFill>
                    <a:latin typeface="Arial" panose="020B0604020202020204" pitchFamily="34" charset="0"/>
                  </a:rPr>
                  <a:t>             </a:t>
                </a:r>
                <a:r>
                  <a:rPr lang="en-US" altLang="zh-CN" i="0">
                    <a:solidFill>
                      <a:srgbClr val="000099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因为上述被积函数是个奇函数</a:t>
                </a:r>
                <a:r>
                  <a:rPr lang="en-US" altLang="zh-CN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.</a:t>
                </a:r>
              </a:p>
            </p:txBody>
          </p:sp>
          <p:graphicFrame>
            <p:nvGraphicFramePr>
              <p:cNvPr id="25630" name="Object 81"/>
              <p:cNvGraphicFramePr/>
              <p:nvPr/>
            </p:nvGraphicFramePr>
            <p:xfrm>
              <a:off x="1536" y="3743"/>
              <a:ext cx="695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728" r:id="rId23" imgW="583565" imgH="203200" progId="Equation.DSMT4">
                      <p:embed/>
                    </p:oleObj>
                  </mc:Choice>
                  <mc:Fallback>
                    <p:oleObj r:id="rId23" imgW="583565" imgH="203200" progId="Equation.DSMT4">
                      <p:embed/>
                      <p:pic>
                        <p:nvPicPr>
                          <p:cNvPr id="0" name="Object 8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6" y="3743"/>
                            <a:ext cx="695" cy="2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4"/>
          <p:cNvSpPr>
            <a:spLocks noChangeArrowheads="1"/>
          </p:cNvSpPr>
          <p:nvPr/>
        </p:nvSpPr>
        <p:spPr bwMode="auto">
          <a:xfrm>
            <a:off x="609600" y="533400"/>
            <a:ext cx="312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i="0">
                <a:solidFill>
                  <a:srgbClr val="000066"/>
                </a:solidFill>
                <a:latin typeface="Arial" panose="020B0604020202020204" pitchFamily="34" charset="0"/>
              </a:rPr>
              <a:t>四、复化求积法</a:t>
            </a:r>
          </a:p>
        </p:txBody>
      </p:sp>
      <p:grpSp>
        <p:nvGrpSpPr>
          <p:cNvPr id="29698" name="Group 5"/>
          <p:cNvGrpSpPr/>
          <p:nvPr/>
        </p:nvGrpSpPr>
        <p:grpSpPr bwMode="auto">
          <a:xfrm flipH="1">
            <a:off x="7391400" y="5257800"/>
            <a:ext cx="1447800" cy="1219200"/>
            <a:chOff x="2051" y="1696"/>
            <a:chExt cx="1004" cy="1028"/>
          </a:xfrm>
        </p:grpSpPr>
        <p:sp>
          <p:nvSpPr>
            <p:cNvPr id="29699" name="Freeform 6"/>
            <p:cNvSpPr>
              <a:spLocks noChangeArrowheads="1"/>
            </p:cNvSpPr>
            <p:nvPr/>
          </p:nvSpPr>
          <p:spPr bwMode="auto">
            <a:xfrm rot="1123344">
              <a:off x="2261" y="1981"/>
              <a:ext cx="467" cy="582"/>
            </a:xfrm>
            <a:custGeom>
              <a:avLst/>
              <a:gdLst>
                <a:gd name="T0" fmla="*/ 38 w 648"/>
                <a:gd name="T1" fmla="*/ 148 h 858"/>
                <a:gd name="T2" fmla="*/ 89 w 648"/>
                <a:gd name="T3" fmla="*/ 103 h 858"/>
                <a:gd name="T4" fmla="*/ 292 w 648"/>
                <a:gd name="T5" fmla="*/ 40 h 858"/>
                <a:gd name="T6" fmla="*/ 418 w 648"/>
                <a:gd name="T7" fmla="*/ 7 h 858"/>
                <a:gd name="T8" fmla="*/ 463 w 648"/>
                <a:gd name="T9" fmla="*/ 0 h 858"/>
                <a:gd name="T10" fmla="*/ 526 w 648"/>
                <a:gd name="T11" fmla="*/ 97 h 858"/>
                <a:gd name="T12" fmla="*/ 559 w 648"/>
                <a:gd name="T13" fmla="*/ 206 h 858"/>
                <a:gd name="T14" fmla="*/ 577 w 648"/>
                <a:gd name="T15" fmla="*/ 309 h 858"/>
                <a:gd name="T16" fmla="*/ 577 w 648"/>
                <a:gd name="T17" fmla="*/ 495 h 858"/>
                <a:gd name="T18" fmla="*/ 648 w 648"/>
                <a:gd name="T19" fmla="*/ 678 h 858"/>
                <a:gd name="T20" fmla="*/ 640 w 648"/>
                <a:gd name="T21" fmla="*/ 763 h 858"/>
                <a:gd name="T22" fmla="*/ 545 w 648"/>
                <a:gd name="T23" fmla="*/ 813 h 858"/>
                <a:gd name="T24" fmla="*/ 299 w 648"/>
                <a:gd name="T25" fmla="*/ 858 h 858"/>
                <a:gd name="T26" fmla="*/ 210 w 648"/>
                <a:gd name="T27" fmla="*/ 807 h 858"/>
                <a:gd name="T28" fmla="*/ 153 w 648"/>
                <a:gd name="T29" fmla="*/ 660 h 858"/>
                <a:gd name="T30" fmla="*/ 108 w 648"/>
                <a:gd name="T31" fmla="*/ 499 h 858"/>
                <a:gd name="T32" fmla="*/ 25 w 648"/>
                <a:gd name="T33" fmla="*/ 416 h 858"/>
                <a:gd name="T34" fmla="*/ 6 w 648"/>
                <a:gd name="T35" fmla="*/ 328 h 858"/>
                <a:gd name="T36" fmla="*/ 0 w 648"/>
                <a:gd name="T37" fmla="*/ 219 h 858"/>
                <a:gd name="T38" fmla="*/ 38 w 648"/>
                <a:gd name="T39" fmla="*/ 148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48" h="858">
                  <a:moveTo>
                    <a:pt x="38" y="148"/>
                  </a:moveTo>
                  <a:lnTo>
                    <a:pt x="89" y="103"/>
                  </a:lnTo>
                  <a:lnTo>
                    <a:pt x="292" y="40"/>
                  </a:lnTo>
                  <a:lnTo>
                    <a:pt x="418" y="7"/>
                  </a:lnTo>
                  <a:lnTo>
                    <a:pt x="463" y="0"/>
                  </a:lnTo>
                  <a:lnTo>
                    <a:pt x="526" y="97"/>
                  </a:lnTo>
                  <a:lnTo>
                    <a:pt x="559" y="206"/>
                  </a:lnTo>
                  <a:lnTo>
                    <a:pt x="577" y="309"/>
                  </a:lnTo>
                  <a:lnTo>
                    <a:pt x="577" y="495"/>
                  </a:lnTo>
                  <a:lnTo>
                    <a:pt x="648" y="678"/>
                  </a:lnTo>
                  <a:lnTo>
                    <a:pt x="640" y="763"/>
                  </a:lnTo>
                  <a:lnTo>
                    <a:pt x="545" y="813"/>
                  </a:lnTo>
                  <a:lnTo>
                    <a:pt x="299" y="858"/>
                  </a:lnTo>
                  <a:lnTo>
                    <a:pt x="210" y="807"/>
                  </a:lnTo>
                  <a:lnTo>
                    <a:pt x="153" y="660"/>
                  </a:lnTo>
                  <a:lnTo>
                    <a:pt x="108" y="499"/>
                  </a:lnTo>
                  <a:lnTo>
                    <a:pt x="25" y="416"/>
                  </a:lnTo>
                  <a:lnTo>
                    <a:pt x="6" y="328"/>
                  </a:lnTo>
                  <a:lnTo>
                    <a:pt x="0" y="219"/>
                  </a:lnTo>
                  <a:lnTo>
                    <a:pt x="38" y="148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9700" name="Group 7"/>
            <p:cNvGrpSpPr/>
            <p:nvPr/>
          </p:nvGrpSpPr>
          <p:grpSpPr bwMode="auto">
            <a:xfrm rot="1123344">
              <a:off x="2441" y="2029"/>
              <a:ext cx="511" cy="637"/>
              <a:chOff x="2308" y="1206"/>
              <a:chExt cx="710" cy="940"/>
            </a:xfrm>
          </p:grpSpPr>
          <p:sp>
            <p:nvSpPr>
              <p:cNvPr id="29701" name="Freeform 8"/>
              <p:cNvSpPr>
                <a:spLocks noChangeArrowheads="1"/>
              </p:cNvSpPr>
              <p:nvPr/>
            </p:nvSpPr>
            <p:spPr bwMode="auto">
              <a:xfrm>
                <a:off x="2308" y="1206"/>
                <a:ext cx="710" cy="940"/>
              </a:xfrm>
              <a:custGeom>
                <a:avLst/>
                <a:gdLst>
                  <a:gd name="T0" fmla="*/ 0 w 710"/>
                  <a:gd name="T1" fmla="*/ 58 h 940"/>
                  <a:gd name="T2" fmla="*/ 39 w 710"/>
                  <a:gd name="T3" fmla="*/ 113 h 940"/>
                  <a:gd name="T4" fmla="*/ 90 w 710"/>
                  <a:gd name="T5" fmla="*/ 197 h 940"/>
                  <a:gd name="T6" fmla="*/ 141 w 710"/>
                  <a:gd name="T7" fmla="*/ 307 h 940"/>
                  <a:gd name="T8" fmla="*/ 182 w 710"/>
                  <a:gd name="T9" fmla="*/ 415 h 940"/>
                  <a:gd name="T10" fmla="*/ 211 w 710"/>
                  <a:gd name="T11" fmla="*/ 503 h 940"/>
                  <a:gd name="T12" fmla="*/ 261 w 710"/>
                  <a:gd name="T13" fmla="*/ 685 h 940"/>
                  <a:gd name="T14" fmla="*/ 276 w 710"/>
                  <a:gd name="T15" fmla="*/ 741 h 940"/>
                  <a:gd name="T16" fmla="*/ 297 w 710"/>
                  <a:gd name="T17" fmla="*/ 777 h 940"/>
                  <a:gd name="T18" fmla="*/ 315 w 710"/>
                  <a:gd name="T19" fmla="*/ 807 h 940"/>
                  <a:gd name="T20" fmla="*/ 455 w 710"/>
                  <a:gd name="T21" fmla="*/ 901 h 940"/>
                  <a:gd name="T22" fmla="*/ 507 w 710"/>
                  <a:gd name="T23" fmla="*/ 940 h 940"/>
                  <a:gd name="T24" fmla="*/ 500 w 710"/>
                  <a:gd name="T25" fmla="*/ 844 h 940"/>
                  <a:gd name="T26" fmla="*/ 477 w 710"/>
                  <a:gd name="T27" fmla="*/ 766 h 940"/>
                  <a:gd name="T28" fmla="*/ 450 w 710"/>
                  <a:gd name="T29" fmla="*/ 684 h 940"/>
                  <a:gd name="T30" fmla="*/ 387 w 710"/>
                  <a:gd name="T31" fmla="*/ 583 h 940"/>
                  <a:gd name="T32" fmla="*/ 347 w 710"/>
                  <a:gd name="T33" fmla="*/ 472 h 940"/>
                  <a:gd name="T34" fmla="*/ 328 w 710"/>
                  <a:gd name="T35" fmla="*/ 307 h 940"/>
                  <a:gd name="T36" fmla="*/ 411 w 710"/>
                  <a:gd name="T37" fmla="*/ 371 h 940"/>
                  <a:gd name="T38" fmla="*/ 488 w 710"/>
                  <a:gd name="T39" fmla="*/ 423 h 940"/>
                  <a:gd name="T40" fmla="*/ 564 w 710"/>
                  <a:gd name="T41" fmla="*/ 448 h 940"/>
                  <a:gd name="T42" fmla="*/ 614 w 710"/>
                  <a:gd name="T43" fmla="*/ 460 h 940"/>
                  <a:gd name="T44" fmla="*/ 653 w 710"/>
                  <a:gd name="T45" fmla="*/ 454 h 940"/>
                  <a:gd name="T46" fmla="*/ 678 w 710"/>
                  <a:gd name="T47" fmla="*/ 423 h 940"/>
                  <a:gd name="T48" fmla="*/ 704 w 710"/>
                  <a:gd name="T49" fmla="*/ 335 h 940"/>
                  <a:gd name="T50" fmla="*/ 710 w 710"/>
                  <a:gd name="T51" fmla="*/ 271 h 940"/>
                  <a:gd name="T52" fmla="*/ 710 w 710"/>
                  <a:gd name="T53" fmla="*/ 163 h 940"/>
                  <a:gd name="T54" fmla="*/ 710 w 710"/>
                  <a:gd name="T55" fmla="*/ 73 h 940"/>
                  <a:gd name="T56" fmla="*/ 595 w 710"/>
                  <a:gd name="T57" fmla="*/ 76 h 940"/>
                  <a:gd name="T58" fmla="*/ 545 w 710"/>
                  <a:gd name="T59" fmla="*/ 64 h 940"/>
                  <a:gd name="T60" fmla="*/ 538 w 710"/>
                  <a:gd name="T61" fmla="*/ 166 h 940"/>
                  <a:gd name="T62" fmla="*/ 526 w 710"/>
                  <a:gd name="T63" fmla="*/ 198 h 940"/>
                  <a:gd name="T64" fmla="*/ 450 w 710"/>
                  <a:gd name="T65" fmla="*/ 160 h 940"/>
                  <a:gd name="T66" fmla="*/ 398 w 710"/>
                  <a:gd name="T67" fmla="*/ 116 h 940"/>
                  <a:gd name="T68" fmla="*/ 302 w 710"/>
                  <a:gd name="T69" fmla="*/ 64 h 940"/>
                  <a:gd name="T70" fmla="*/ 233 w 710"/>
                  <a:gd name="T71" fmla="*/ 19 h 940"/>
                  <a:gd name="T72" fmla="*/ 171 w 710"/>
                  <a:gd name="T73" fmla="*/ 0 h 940"/>
                  <a:gd name="T74" fmla="*/ 94 w 710"/>
                  <a:gd name="T75" fmla="*/ 31 h 940"/>
                  <a:gd name="T76" fmla="*/ 0 w 710"/>
                  <a:gd name="T77" fmla="*/ 58 h 9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10" h="940">
                    <a:moveTo>
                      <a:pt x="0" y="58"/>
                    </a:moveTo>
                    <a:lnTo>
                      <a:pt x="39" y="113"/>
                    </a:lnTo>
                    <a:lnTo>
                      <a:pt x="90" y="197"/>
                    </a:lnTo>
                    <a:lnTo>
                      <a:pt x="141" y="307"/>
                    </a:lnTo>
                    <a:lnTo>
                      <a:pt x="182" y="415"/>
                    </a:lnTo>
                    <a:lnTo>
                      <a:pt x="211" y="503"/>
                    </a:lnTo>
                    <a:lnTo>
                      <a:pt x="261" y="685"/>
                    </a:lnTo>
                    <a:lnTo>
                      <a:pt x="276" y="741"/>
                    </a:lnTo>
                    <a:lnTo>
                      <a:pt x="297" y="777"/>
                    </a:lnTo>
                    <a:lnTo>
                      <a:pt x="315" y="807"/>
                    </a:lnTo>
                    <a:lnTo>
                      <a:pt x="455" y="901"/>
                    </a:lnTo>
                    <a:lnTo>
                      <a:pt x="507" y="940"/>
                    </a:lnTo>
                    <a:lnTo>
                      <a:pt x="500" y="844"/>
                    </a:lnTo>
                    <a:lnTo>
                      <a:pt x="477" y="766"/>
                    </a:lnTo>
                    <a:lnTo>
                      <a:pt x="450" y="684"/>
                    </a:lnTo>
                    <a:lnTo>
                      <a:pt x="387" y="583"/>
                    </a:lnTo>
                    <a:lnTo>
                      <a:pt x="347" y="472"/>
                    </a:lnTo>
                    <a:lnTo>
                      <a:pt x="328" y="307"/>
                    </a:lnTo>
                    <a:lnTo>
                      <a:pt x="411" y="371"/>
                    </a:lnTo>
                    <a:lnTo>
                      <a:pt x="488" y="423"/>
                    </a:lnTo>
                    <a:lnTo>
                      <a:pt x="564" y="448"/>
                    </a:lnTo>
                    <a:lnTo>
                      <a:pt x="614" y="460"/>
                    </a:lnTo>
                    <a:lnTo>
                      <a:pt x="653" y="454"/>
                    </a:lnTo>
                    <a:lnTo>
                      <a:pt x="678" y="423"/>
                    </a:lnTo>
                    <a:lnTo>
                      <a:pt x="704" y="335"/>
                    </a:lnTo>
                    <a:lnTo>
                      <a:pt x="710" y="271"/>
                    </a:lnTo>
                    <a:lnTo>
                      <a:pt x="710" y="163"/>
                    </a:lnTo>
                    <a:lnTo>
                      <a:pt x="710" y="73"/>
                    </a:lnTo>
                    <a:lnTo>
                      <a:pt x="595" y="76"/>
                    </a:lnTo>
                    <a:lnTo>
                      <a:pt x="545" y="64"/>
                    </a:lnTo>
                    <a:lnTo>
                      <a:pt x="538" y="166"/>
                    </a:lnTo>
                    <a:lnTo>
                      <a:pt x="526" y="198"/>
                    </a:lnTo>
                    <a:lnTo>
                      <a:pt x="450" y="160"/>
                    </a:lnTo>
                    <a:lnTo>
                      <a:pt x="398" y="116"/>
                    </a:lnTo>
                    <a:lnTo>
                      <a:pt x="302" y="64"/>
                    </a:lnTo>
                    <a:lnTo>
                      <a:pt x="233" y="19"/>
                    </a:lnTo>
                    <a:lnTo>
                      <a:pt x="171" y="0"/>
                    </a:lnTo>
                    <a:lnTo>
                      <a:pt x="94" y="31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FF"/>
              </a:solidFill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02" name="Freeform 9"/>
              <p:cNvSpPr>
                <a:spLocks noChangeArrowheads="1"/>
              </p:cNvSpPr>
              <p:nvPr/>
            </p:nvSpPr>
            <p:spPr bwMode="auto">
              <a:xfrm>
                <a:off x="2355" y="1252"/>
                <a:ext cx="199" cy="569"/>
              </a:xfrm>
              <a:custGeom>
                <a:avLst/>
                <a:gdLst>
                  <a:gd name="T0" fmla="*/ 0 w 199"/>
                  <a:gd name="T1" fmla="*/ 0 h 569"/>
                  <a:gd name="T2" fmla="*/ 87 w 199"/>
                  <a:gd name="T3" fmla="*/ 39 h 569"/>
                  <a:gd name="T4" fmla="*/ 79 w 199"/>
                  <a:gd name="T5" fmla="*/ 107 h 569"/>
                  <a:gd name="T6" fmla="*/ 134 w 199"/>
                  <a:gd name="T7" fmla="*/ 110 h 569"/>
                  <a:gd name="T8" fmla="*/ 169 w 199"/>
                  <a:gd name="T9" fmla="*/ 233 h 569"/>
                  <a:gd name="T10" fmla="*/ 189 w 199"/>
                  <a:gd name="T11" fmla="*/ 366 h 569"/>
                  <a:gd name="T12" fmla="*/ 197 w 199"/>
                  <a:gd name="T13" fmla="*/ 492 h 569"/>
                  <a:gd name="T14" fmla="*/ 199 w 199"/>
                  <a:gd name="T15" fmla="*/ 56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9" h="569">
                    <a:moveTo>
                      <a:pt x="0" y="0"/>
                    </a:moveTo>
                    <a:lnTo>
                      <a:pt x="87" y="39"/>
                    </a:lnTo>
                    <a:lnTo>
                      <a:pt x="79" y="107"/>
                    </a:lnTo>
                    <a:lnTo>
                      <a:pt x="134" y="110"/>
                    </a:lnTo>
                    <a:lnTo>
                      <a:pt x="169" y="233"/>
                    </a:lnTo>
                    <a:lnTo>
                      <a:pt x="189" y="366"/>
                    </a:lnTo>
                    <a:lnTo>
                      <a:pt x="197" y="492"/>
                    </a:lnTo>
                    <a:lnTo>
                      <a:pt x="199" y="569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9703" name="Freeform 10"/>
            <p:cNvSpPr>
              <a:spLocks noChangeArrowheads="1"/>
            </p:cNvSpPr>
            <p:nvPr/>
          </p:nvSpPr>
          <p:spPr bwMode="auto">
            <a:xfrm rot="1123344">
              <a:off x="2406" y="1975"/>
              <a:ext cx="154" cy="119"/>
            </a:xfrm>
            <a:custGeom>
              <a:avLst/>
              <a:gdLst>
                <a:gd name="T0" fmla="*/ 19 w 213"/>
                <a:gd name="T1" fmla="*/ 56 h 176"/>
                <a:gd name="T2" fmla="*/ 0 w 213"/>
                <a:gd name="T3" fmla="*/ 85 h 176"/>
                <a:gd name="T4" fmla="*/ 92 w 213"/>
                <a:gd name="T5" fmla="*/ 176 h 176"/>
                <a:gd name="T6" fmla="*/ 122 w 213"/>
                <a:gd name="T7" fmla="*/ 69 h 176"/>
                <a:gd name="T8" fmla="*/ 213 w 213"/>
                <a:gd name="T9" fmla="*/ 122 h 176"/>
                <a:gd name="T10" fmla="*/ 209 w 213"/>
                <a:gd name="T11" fmla="*/ 30 h 176"/>
                <a:gd name="T12" fmla="*/ 153 w 213"/>
                <a:gd name="T13" fmla="*/ 0 h 176"/>
                <a:gd name="T14" fmla="*/ 19 w 213"/>
                <a:gd name="T15" fmla="*/ 5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" h="176">
                  <a:moveTo>
                    <a:pt x="19" y="56"/>
                  </a:moveTo>
                  <a:lnTo>
                    <a:pt x="0" y="85"/>
                  </a:lnTo>
                  <a:lnTo>
                    <a:pt x="92" y="176"/>
                  </a:lnTo>
                  <a:lnTo>
                    <a:pt x="122" y="69"/>
                  </a:lnTo>
                  <a:lnTo>
                    <a:pt x="213" y="122"/>
                  </a:lnTo>
                  <a:lnTo>
                    <a:pt x="209" y="30"/>
                  </a:lnTo>
                  <a:lnTo>
                    <a:pt x="153" y="0"/>
                  </a:lnTo>
                  <a:lnTo>
                    <a:pt x="19" y="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9704" name="Group 11"/>
            <p:cNvGrpSpPr/>
            <p:nvPr/>
          </p:nvGrpSpPr>
          <p:grpSpPr bwMode="auto">
            <a:xfrm rot="1123344">
              <a:off x="2051" y="1977"/>
              <a:ext cx="454" cy="747"/>
              <a:chOff x="1799" y="1328"/>
              <a:chExt cx="630" cy="1101"/>
            </a:xfrm>
          </p:grpSpPr>
          <p:grpSp>
            <p:nvGrpSpPr>
              <p:cNvPr id="29705" name="Group 12"/>
              <p:cNvGrpSpPr/>
              <p:nvPr/>
            </p:nvGrpSpPr>
            <p:grpSpPr bwMode="auto">
              <a:xfrm>
                <a:off x="1968" y="1328"/>
                <a:ext cx="461" cy="1101"/>
                <a:chOff x="1968" y="1328"/>
                <a:chExt cx="461" cy="1101"/>
              </a:xfrm>
            </p:grpSpPr>
            <p:sp>
              <p:nvSpPr>
                <p:cNvPr id="29706" name="Freeform 13"/>
                <p:cNvSpPr>
                  <a:spLocks noChangeArrowheads="1"/>
                </p:cNvSpPr>
                <p:nvPr/>
              </p:nvSpPr>
              <p:spPr bwMode="auto">
                <a:xfrm>
                  <a:off x="1968" y="1328"/>
                  <a:ext cx="461" cy="1101"/>
                </a:xfrm>
                <a:custGeom>
                  <a:avLst/>
                  <a:gdLst>
                    <a:gd name="T0" fmla="*/ 322 w 461"/>
                    <a:gd name="T1" fmla="*/ 1065 h 1101"/>
                    <a:gd name="T2" fmla="*/ 398 w 461"/>
                    <a:gd name="T3" fmla="*/ 1019 h 1101"/>
                    <a:gd name="T4" fmla="*/ 430 w 461"/>
                    <a:gd name="T5" fmla="*/ 916 h 1101"/>
                    <a:gd name="T6" fmla="*/ 454 w 461"/>
                    <a:gd name="T7" fmla="*/ 823 h 1101"/>
                    <a:gd name="T8" fmla="*/ 461 w 461"/>
                    <a:gd name="T9" fmla="*/ 720 h 1101"/>
                    <a:gd name="T10" fmla="*/ 434 w 461"/>
                    <a:gd name="T11" fmla="*/ 608 h 1101"/>
                    <a:gd name="T12" fmla="*/ 416 w 461"/>
                    <a:gd name="T13" fmla="*/ 516 h 1101"/>
                    <a:gd name="T14" fmla="*/ 392 w 461"/>
                    <a:gd name="T15" fmla="*/ 410 h 1101"/>
                    <a:gd name="T16" fmla="*/ 363 w 461"/>
                    <a:gd name="T17" fmla="*/ 331 h 1101"/>
                    <a:gd name="T18" fmla="*/ 315 w 461"/>
                    <a:gd name="T19" fmla="*/ 236 h 1101"/>
                    <a:gd name="T20" fmla="*/ 276 w 461"/>
                    <a:gd name="T21" fmla="*/ 149 h 1101"/>
                    <a:gd name="T22" fmla="*/ 207 w 461"/>
                    <a:gd name="T23" fmla="*/ 45 h 1101"/>
                    <a:gd name="T24" fmla="*/ 169 w 461"/>
                    <a:gd name="T25" fmla="*/ 0 h 1101"/>
                    <a:gd name="T26" fmla="*/ 124 w 461"/>
                    <a:gd name="T27" fmla="*/ 33 h 1101"/>
                    <a:gd name="T28" fmla="*/ 77 w 461"/>
                    <a:gd name="T29" fmla="*/ 76 h 1101"/>
                    <a:gd name="T30" fmla="*/ 13 w 461"/>
                    <a:gd name="T31" fmla="*/ 134 h 1101"/>
                    <a:gd name="T32" fmla="*/ 7 w 461"/>
                    <a:gd name="T33" fmla="*/ 153 h 1101"/>
                    <a:gd name="T34" fmla="*/ 0 w 461"/>
                    <a:gd name="T35" fmla="*/ 187 h 1101"/>
                    <a:gd name="T36" fmla="*/ 19 w 461"/>
                    <a:gd name="T37" fmla="*/ 247 h 1101"/>
                    <a:gd name="T38" fmla="*/ 45 w 461"/>
                    <a:gd name="T39" fmla="*/ 321 h 1101"/>
                    <a:gd name="T40" fmla="*/ 115 w 461"/>
                    <a:gd name="T41" fmla="*/ 457 h 1101"/>
                    <a:gd name="T42" fmla="*/ 141 w 461"/>
                    <a:gd name="T43" fmla="*/ 573 h 1101"/>
                    <a:gd name="T44" fmla="*/ 150 w 461"/>
                    <a:gd name="T45" fmla="*/ 661 h 1101"/>
                    <a:gd name="T46" fmla="*/ 153 w 461"/>
                    <a:gd name="T47" fmla="*/ 728 h 1101"/>
                    <a:gd name="T48" fmla="*/ 153 w 461"/>
                    <a:gd name="T49" fmla="*/ 843 h 1101"/>
                    <a:gd name="T50" fmla="*/ 141 w 461"/>
                    <a:gd name="T51" fmla="*/ 1024 h 1101"/>
                    <a:gd name="T52" fmla="*/ 141 w 461"/>
                    <a:gd name="T53" fmla="*/ 1086 h 1101"/>
                    <a:gd name="T54" fmla="*/ 162 w 461"/>
                    <a:gd name="T55" fmla="*/ 1095 h 1101"/>
                    <a:gd name="T56" fmla="*/ 224 w 461"/>
                    <a:gd name="T57" fmla="*/ 1101 h 1101"/>
                    <a:gd name="T58" fmla="*/ 269 w 461"/>
                    <a:gd name="T59" fmla="*/ 1088 h 1101"/>
                    <a:gd name="T60" fmla="*/ 322 w 461"/>
                    <a:gd name="T61" fmla="*/ 1065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461" h="1101">
                      <a:moveTo>
                        <a:pt x="322" y="1065"/>
                      </a:moveTo>
                      <a:lnTo>
                        <a:pt x="398" y="1019"/>
                      </a:lnTo>
                      <a:lnTo>
                        <a:pt x="430" y="916"/>
                      </a:lnTo>
                      <a:lnTo>
                        <a:pt x="454" y="823"/>
                      </a:lnTo>
                      <a:lnTo>
                        <a:pt x="461" y="720"/>
                      </a:lnTo>
                      <a:lnTo>
                        <a:pt x="434" y="608"/>
                      </a:lnTo>
                      <a:lnTo>
                        <a:pt x="416" y="516"/>
                      </a:lnTo>
                      <a:lnTo>
                        <a:pt x="392" y="410"/>
                      </a:lnTo>
                      <a:lnTo>
                        <a:pt x="363" y="331"/>
                      </a:lnTo>
                      <a:lnTo>
                        <a:pt x="315" y="236"/>
                      </a:lnTo>
                      <a:lnTo>
                        <a:pt x="276" y="149"/>
                      </a:lnTo>
                      <a:lnTo>
                        <a:pt x="207" y="45"/>
                      </a:lnTo>
                      <a:lnTo>
                        <a:pt x="169" y="0"/>
                      </a:lnTo>
                      <a:lnTo>
                        <a:pt x="124" y="33"/>
                      </a:lnTo>
                      <a:lnTo>
                        <a:pt x="77" y="76"/>
                      </a:lnTo>
                      <a:lnTo>
                        <a:pt x="13" y="134"/>
                      </a:lnTo>
                      <a:lnTo>
                        <a:pt x="7" y="153"/>
                      </a:lnTo>
                      <a:lnTo>
                        <a:pt x="0" y="187"/>
                      </a:lnTo>
                      <a:lnTo>
                        <a:pt x="19" y="247"/>
                      </a:lnTo>
                      <a:lnTo>
                        <a:pt x="45" y="321"/>
                      </a:lnTo>
                      <a:lnTo>
                        <a:pt x="115" y="457"/>
                      </a:lnTo>
                      <a:lnTo>
                        <a:pt x="141" y="573"/>
                      </a:lnTo>
                      <a:lnTo>
                        <a:pt x="150" y="661"/>
                      </a:lnTo>
                      <a:lnTo>
                        <a:pt x="153" y="728"/>
                      </a:lnTo>
                      <a:lnTo>
                        <a:pt x="153" y="843"/>
                      </a:lnTo>
                      <a:lnTo>
                        <a:pt x="141" y="1024"/>
                      </a:lnTo>
                      <a:lnTo>
                        <a:pt x="141" y="1086"/>
                      </a:lnTo>
                      <a:lnTo>
                        <a:pt x="162" y="1095"/>
                      </a:lnTo>
                      <a:lnTo>
                        <a:pt x="224" y="1101"/>
                      </a:lnTo>
                      <a:lnTo>
                        <a:pt x="269" y="1088"/>
                      </a:lnTo>
                      <a:lnTo>
                        <a:pt x="322" y="1065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07" name="Freeform 14"/>
                <p:cNvSpPr>
                  <a:spLocks noChangeArrowheads="1"/>
                </p:cNvSpPr>
                <p:nvPr/>
              </p:nvSpPr>
              <p:spPr bwMode="auto">
                <a:xfrm>
                  <a:off x="2085" y="1371"/>
                  <a:ext cx="325" cy="620"/>
                </a:xfrm>
                <a:custGeom>
                  <a:avLst/>
                  <a:gdLst>
                    <a:gd name="T0" fmla="*/ 0 w 325"/>
                    <a:gd name="T1" fmla="*/ 0 h 620"/>
                    <a:gd name="T2" fmla="*/ 44 w 325"/>
                    <a:gd name="T3" fmla="*/ 144 h 620"/>
                    <a:gd name="T4" fmla="*/ 119 w 325"/>
                    <a:gd name="T5" fmla="*/ 125 h 620"/>
                    <a:gd name="T6" fmla="*/ 71 w 325"/>
                    <a:gd name="T7" fmla="*/ 200 h 620"/>
                    <a:gd name="T8" fmla="*/ 119 w 325"/>
                    <a:gd name="T9" fmla="*/ 255 h 620"/>
                    <a:gd name="T10" fmla="*/ 172 w 325"/>
                    <a:gd name="T11" fmla="*/ 341 h 620"/>
                    <a:gd name="T12" fmla="*/ 235 w 325"/>
                    <a:gd name="T13" fmla="*/ 440 h 620"/>
                    <a:gd name="T14" fmla="*/ 289 w 325"/>
                    <a:gd name="T15" fmla="*/ 535 h 620"/>
                    <a:gd name="T16" fmla="*/ 325 w 325"/>
                    <a:gd name="T17" fmla="*/ 620 h 6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25" h="620">
                      <a:moveTo>
                        <a:pt x="0" y="0"/>
                      </a:moveTo>
                      <a:lnTo>
                        <a:pt x="44" y="144"/>
                      </a:lnTo>
                      <a:lnTo>
                        <a:pt x="119" y="125"/>
                      </a:lnTo>
                      <a:lnTo>
                        <a:pt x="71" y="200"/>
                      </a:lnTo>
                      <a:lnTo>
                        <a:pt x="119" y="255"/>
                      </a:lnTo>
                      <a:lnTo>
                        <a:pt x="172" y="341"/>
                      </a:lnTo>
                      <a:lnTo>
                        <a:pt x="235" y="440"/>
                      </a:lnTo>
                      <a:lnTo>
                        <a:pt x="289" y="535"/>
                      </a:lnTo>
                      <a:lnTo>
                        <a:pt x="325" y="62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29708" name="Group 15"/>
              <p:cNvGrpSpPr/>
              <p:nvPr/>
            </p:nvGrpSpPr>
            <p:grpSpPr bwMode="auto">
              <a:xfrm>
                <a:off x="1799" y="1444"/>
                <a:ext cx="549" cy="922"/>
                <a:chOff x="1799" y="1444"/>
                <a:chExt cx="549" cy="922"/>
              </a:xfrm>
            </p:grpSpPr>
            <p:sp>
              <p:nvSpPr>
                <p:cNvPr id="29709" name="Freeform 16"/>
                <p:cNvSpPr>
                  <a:spLocks noChangeArrowheads="1"/>
                </p:cNvSpPr>
                <p:nvPr/>
              </p:nvSpPr>
              <p:spPr bwMode="auto">
                <a:xfrm>
                  <a:off x="2144" y="2152"/>
                  <a:ext cx="204" cy="214"/>
                </a:xfrm>
                <a:custGeom>
                  <a:avLst/>
                  <a:gdLst>
                    <a:gd name="T0" fmla="*/ 63 w 204"/>
                    <a:gd name="T1" fmla="*/ 0 h 214"/>
                    <a:gd name="T2" fmla="*/ 102 w 204"/>
                    <a:gd name="T3" fmla="*/ 28 h 214"/>
                    <a:gd name="T4" fmla="*/ 142 w 204"/>
                    <a:gd name="T5" fmla="*/ 29 h 214"/>
                    <a:gd name="T6" fmla="*/ 176 w 204"/>
                    <a:gd name="T7" fmla="*/ 37 h 214"/>
                    <a:gd name="T8" fmla="*/ 192 w 204"/>
                    <a:gd name="T9" fmla="*/ 50 h 214"/>
                    <a:gd name="T10" fmla="*/ 196 w 204"/>
                    <a:gd name="T11" fmla="*/ 66 h 214"/>
                    <a:gd name="T12" fmla="*/ 189 w 204"/>
                    <a:gd name="T13" fmla="*/ 95 h 214"/>
                    <a:gd name="T14" fmla="*/ 204 w 204"/>
                    <a:gd name="T15" fmla="*/ 115 h 214"/>
                    <a:gd name="T16" fmla="*/ 203 w 204"/>
                    <a:gd name="T17" fmla="*/ 143 h 214"/>
                    <a:gd name="T18" fmla="*/ 187 w 204"/>
                    <a:gd name="T19" fmla="*/ 160 h 214"/>
                    <a:gd name="T20" fmla="*/ 175 w 204"/>
                    <a:gd name="T21" fmla="*/ 181 h 214"/>
                    <a:gd name="T22" fmla="*/ 147 w 204"/>
                    <a:gd name="T23" fmla="*/ 191 h 214"/>
                    <a:gd name="T24" fmla="*/ 129 w 204"/>
                    <a:gd name="T25" fmla="*/ 214 h 214"/>
                    <a:gd name="T26" fmla="*/ 95 w 204"/>
                    <a:gd name="T27" fmla="*/ 210 h 214"/>
                    <a:gd name="T28" fmla="*/ 75 w 204"/>
                    <a:gd name="T29" fmla="*/ 197 h 214"/>
                    <a:gd name="T30" fmla="*/ 56 w 204"/>
                    <a:gd name="T31" fmla="*/ 176 h 214"/>
                    <a:gd name="T32" fmla="*/ 44 w 204"/>
                    <a:gd name="T33" fmla="*/ 127 h 214"/>
                    <a:gd name="T34" fmla="*/ 0 w 204"/>
                    <a:gd name="T35" fmla="*/ 83 h 214"/>
                    <a:gd name="T36" fmla="*/ 63 w 204"/>
                    <a:gd name="T37" fmla="*/ 0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04" h="214">
                      <a:moveTo>
                        <a:pt x="63" y="0"/>
                      </a:moveTo>
                      <a:lnTo>
                        <a:pt x="102" y="28"/>
                      </a:lnTo>
                      <a:lnTo>
                        <a:pt x="142" y="29"/>
                      </a:lnTo>
                      <a:lnTo>
                        <a:pt x="176" y="37"/>
                      </a:lnTo>
                      <a:lnTo>
                        <a:pt x="192" y="50"/>
                      </a:lnTo>
                      <a:lnTo>
                        <a:pt x="196" y="66"/>
                      </a:lnTo>
                      <a:lnTo>
                        <a:pt x="189" y="95"/>
                      </a:lnTo>
                      <a:lnTo>
                        <a:pt x="204" y="115"/>
                      </a:lnTo>
                      <a:lnTo>
                        <a:pt x="203" y="143"/>
                      </a:lnTo>
                      <a:lnTo>
                        <a:pt x="187" y="160"/>
                      </a:lnTo>
                      <a:lnTo>
                        <a:pt x="175" y="181"/>
                      </a:lnTo>
                      <a:lnTo>
                        <a:pt x="147" y="191"/>
                      </a:lnTo>
                      <a:lnTo>
                        <a:pt x="129" y="214"/>
                      </a:lnTo>
                      <a:lnTo>
                        <a:pt x="95" y="210"/>
                      </a:lnTo>
                      <a:lnTo>
                        <a:pt x="75" y="197"/>
                      </a:lnTo>
                      <a:lnTo>
                        <a:pt x="56" y="176"/>
                      </a:lnTo>
                      <a:lnTo>
                        <a:pt x="44" y="127"/>
                      </a:lnTo>
                      <a:lnTo>
                        <a:pt x="0" y="83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10" name="Freeform 17"/>
                <p:cNvSpPr>
                  <a:spLocks noChangeArrowheads="1"/>
                </p:cNvSpPr>
                <p:nvPr/>
              </p:nvSpPr>
              <p:spPr bwMode="auto">
                <a:xfrm>
                  <a:off x="2116" y="2142"/>
                  <a:ext cx="121" cy="137"/>
                </a:xfrm>
                <a:custGeom>
                  <a:avLst/>
                  <a:gdLst>
                    <a:gd name="T0" fmla="*/ 91 w 121"/>
                    <a:gd name="T1" fmla="*/ 0 h 137"/>
                    <a:gd name="T2" fmla="*/ 121 w 121"/>
                    <a:gd name="T3" fmla="*/ 20 h 137"/>
                    <a:gd name="T4" fmla="*/ 105 w 121"/>
                    <a:gd name="T5" fmla="*/ 52 h 137"/>
                    <a:gd name="T6" fmla="*/ 75 w 121"/>
                    <a:gd name="T7" fmla="*/ 92 h 137"/>
                    <a:gd name="T8" fmla="*/ 33 w 121"/>
                    <a:gd name="T9" fmla="*/ 137 h 137"/>
                    <a:gd name="T10" fmla="*/ 0 w 121"/>
                    <a:gd name="T11" fmla="*/ 97 h 137"/>
                    <a:gd name="T12" fmla="*/ 91 w 121"/>
                    <a:gd name="T13" fmla="*/ 0 h 1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1" h="137">
                      <a:moveTo>
                        <a:pt x="91" y="0"/>
                      </a:moveTo>
                      <a:lnTo>
                        <a:pt x="121" y="20"/>
                      </a:lnTo>
                      <a:lnTo>
                        <a:pt x="105" y="52"/>
                      </a:lnTo>
                      <a:lnTo>
                        <a:pt x="75" y="92"/>
                      </a:lnTo>
                      <a:lnTo>
                        <a:pt x="33" y="137"/>
                      </a:lnTo>
                      <a:lnTo>
                        <a:pt x="0" y="97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11" name="Freeform 18"/>
                <p:cNvSpPr>
                  <a:spLocks noChangeArrowheads="1"/>
                </p:cNvSpPr>
                <p:nvPr/>
              </p:nvSpPr>
              <p:spPr bwMode="auto">
                <a:xfrm>
                  <a:off x="1799" y="1444"/>
                  <a:ext cx="444" cy="840"/>
                </a:xfrm>
                <a:custGeom>
                  <a:avLst/>
                  <a:gdLst>
                    <a:gd name="T0" fmla="*/ 133 w 444"/>
                    <a:gd name="T1" fmla="*/ 64 h 840"/>
                    <a:gd name="T2" fmla="*/ 107 w 444"/>
                    <a:gd name="T3" fmla="*/ 118 h 840"/>
                    <a:gd name="T4" fmla="*/ 61 w 444"/>
                    <a:gd name="T5" fmla="*/ 196 h 840"/>
                    <a:gd name="T6" fmla="*/ 46 w 444"/>
                    <a:gd name="T7" fmla="*/ 258 h 840"/>
                    <a:gd name="T8" fmla="*/ 22 w 444"/>
                    <a:gd name="T9" fmla="*/ 329 h 840"/>
                    <a:gd name="T10" fmla="*/ 5 w 444"/>
                    <a:gd name="T11" fmla="*/ 447 h 840"/>
                    <a:gd name="T12" fmla="*/ 0 w 444"/>
                    <a:gd name="T13" fmla="*/ 510 h 840"/>
                    <a:gd name="T14" fmla="*/ 14 w 444"/>
                    <a:gd name="T15" fmla="*/ 526 h 840"/>
                    <a:gd name="T16" fmla="*/ 56 w 444"/>
                    <a:gd name="T17" fmla="*/ 583 h 840"/>
                    <a:gd name="T18" fmla="*/ 106 w 444"/>
                    <a:gd name="T19" fmla="*/ 644 h 840"/>
                    <a:gd name="T20" fmla="*/ 163 w 444"/>
                    <a:gd name="T21" fmla="*/ 698 h 840"/>
                    <a:gd name="T22" fmla="*/ 318 w 444"/>
                    <a:gd name="T23" fmla="*/ 840 h 840"/>
                    <a:gd name="T24" fmla="*/ 389 w 444"/>
                    <a:gd name="T25" fmla="*/ 753 h 840"/>
                    <a:gd name="T26" fmla="*/ 444 w 444"/>
                    <a:gd name="T27" fmla="*/ 683 h 840"/>
                    <a:gd name="T28" fmla="*/ 297 w 444"/>
                    <a:gd name="T29" fmla="*/ 556 h 840"/>
                    <a:gd name="T30" fmla="*/ 248 w 444"/>
                    <a:gd name="T31" fmla="*/ 519 h 840"/>
                    <a:gd name="T32" fmla="*/ 218 w 444"/>
                    <a:gd name="T33" fmla="*/ 486 h 840"/>
                    <a:gd name="T34" fmla="*/ 193 w 444"/>
                    <a:gd name="T35" fmla="*/ 471 h 840"/>
                    <a:gd name="T36" fmla="*/ 232 w 444"/>
                    <a:gd name="T37" fmla="*/ 368 h 840"/>
                    <a:gd name="T38" fmla="*/ 255 w 444"/>
                    <a:gd name="T39" fmla="*/ 288 h 840"/>
                    <a:gd name="T40" fmla="*/ 267 w 444"/>
                    <a:gd name="T41" fmla="*/ 252 h 840"/>
                    <a:gd name="T42" fmla="*/ 280 w 444"/>
                    <a:gd name="T43" fmla="*/ 213 h 840"/>
                    <a:gd name="T44" fmla="*/ 286 w 444"/>
                    <a:gd name="T45" fmla="*/ 167 h 840"/>
                    <a:gd name="T46" fmla="*/ 286 w 444"/>
                    <a:gd name="T47" fmla="*/ 123 h 840"/>
                    <a:gd name="T48" fmla="*/ 286 w 444"/>
                    <a:gd name="T49" fmla="*/ 88 h 840"/>
                    <a:gd name="T50" fmla="*/ 280 w 444"/>
                    <a:gd name="T51" fmla="*/ 52 h 840"/>
                    <a:gd name="T52" fmla="*/ 258 w 444"/>
                    <a:gd name="T53" fmla="*/ 24 h 840"/>
                    <a:gd name="T54" fmla="*/ 229 w 444"/>
                    <a:gd name="T55" fmla="*/ 5 h 840"/>
                    <a:gd name="T56" fmla="*/ 208 w 444"/>
                    <a:gd name="T57" fmla="*/ 0 h 840"/>
                    <a:gd name="T58" fmla="*/ 169 w 444"/>
                    <a:gd name="T59" fmla="*/ 25 h 840"/>
                    <a:gd name="T60" fmla="*/ 133 w 444"/>
                    <a:gd name="T61" fmla="*/ 64 h 8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444" h="840">
                      <a:moveTo>
                        <a:pt x="133" y="64"/>
                      </a:moveTo>
                      <a:lnTo>
                        <a:pt x="107" y="118"/>
                      </a:lnTo>
                      <a:lnTo>
                        <a:pt x="61" y="196"/>
                      </a:lnTo>
                      <a:lnTo>
                        <a:pt x="46" y="258"/>
                      </a:lnTo>
                      <a:lnTo>
                        <a:pt x="22" y="329"/>
                      </a:lnTo>
                      <a:lnTo>
                        <a:pt x="5" y="447"/>
                      </a:lnTo>
                      <a:lnTo>
                        <a:pt x="0" y="510"/>
                      </a:lnTo>
                      <a:lnTo>
                        <a:pt x="14" y="526"/>
                      </a:lnTo>
                      <a:lnTo>
                        <a:pt x="56" y="583"/>
                      </a:lnTo>
                      <a:lnTo>
                        <a:pt x="106" y="644"/>
                      </a:lnTo>
                      <a:lnTo>
                        <a:pt x="163" y="698"/>
                      </a:lnTo>
                      <a:lnTo>
                        <a:pt x="318" y="840"/>
                      </a:lnTo>
                      <a:lnTo>
                        <a:pt x="389" y="753"/>
                      </a:lnTo>
                      <a:lnTo>
                        <a:pt x="444" y="683"/>
                      </a:lnTo>
                      <a:lnTo>
                        <a:pt x="297" y="556"/>
                      </a:lnTo>
                      <a:lnTo>
                        <a:pt x="248" y="519"/>
                      </a:lnTo>
                      <a:lnTo>
                        <a:pt x="218" y="486"/>
                      </a:lnTo>
                      <a:lnTo>
                        <a:pt x="193" y="471"/>
                      </a:lnTo>
                      <a:lnTo>
                        <a:pt x="232" y="368"/>
                      </a:lnTo>
                      <a:lnTo>
                        <a:pt x="255" y="288"/>
                      </a:lnTo>
                      <a:lnTo>
                        <a:pt x="267" y="252"/>
                      </a:lnTo>
                      <a:lnTo>
                        <a:pt x="280" y="213"/>
                      </a:lnTo>
                      <a:lnTo>
                        <a:pt x="286" y="167"/>
                      </a:lnTo>
                      <a:lnTo>
                        <a:pt x="286" y="123"/>
                      </a:lnTo>
                      <a:lnTo>
                        <a:pt x="286" y="88"/>
                      </a:lnTo>
                      <a:lnTo>
                        <a:pt x="280" y="52"/>
                      </a:lnTo>
                      <a:lnTo>
                        <a:pt x="258" y="24"/>
                      </a:lnTo>
                      <a:lnTo>
                        <a:pt x="229" y="5"/>
                      </a:lnTo>
                      <a:lnTo>
                        <a:pt x="208" y="0"/>
                      </a:lnTo>
                      <a:lnTo>
                        <a:pt x="169" y="25"/>
                      </a:lnTo>
                      <a:lnTo>
                        <a:pt x="133" y="64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29712" name="Group 19"/>
            <p:cNvGrpSpPr/>
            <p:nvPr/>
          </p:nvGrpSpPr>
          <p:grpSpPr bwMode="auto">
            <a:xfrm rot="1123344">
              <a:off x="2327" y="1696"/>
              <a:ext cx="255" cy="314"/>
              <a:chOff x="1947" y="869"/>
              <a:chExt cx="355" cy="463"/>
            </a:xfrm>
          </p:grpSpPr>
          <p:grpSp>
            <p:nvGrpSpPr>
              <p:cNvPr id="29713" name="Group 20"/>
              <p:cNvGrpSpPr/>
              <p:nvPr/>
            </p:nvGrpSpPr>
            <p:grpSpPr bwMode="auto">
              <a:xfrm>
                <a:off x="1982" y="1005"/>
                <a:ext cx="305" cy="220"/>
                <a:chOff x="1982" y="1005"/>
                <a:chExt cx="305" cy="220"/>
              </a:xfrm>
            </p:grpSpPr>
            <p:sp>
              <p:nvSpPr>
                <p:cNvPr id="29714" name="Freeform 21"/>
                <p:cNvSpPr>
                  <a:spLocks noChangeArrowheads="1"/>
                </p:cNvSpPr>
                <p:nvPr/>
              </p:nvSpPr>
              <p:spPr bwMode="auto">
                <a:xfrm>
                  <a:off x="2244" y="1005"/>
                  <a:ext cx="43" cy="100"/>
                </a:xfrm>
                <a:custGeom>
                  <a:avLst/>
                  <a:gdLst>
                    <a:gd name="T0" fmla="*/ 0 w 43"/>
                    <a:gd name="T1" fmla="*/ 11 h 100"/>
                    <a:gd name="T2" fmla="*/ 7 w 43"/>
                    <a:gd name="T3" fmla="*/ 0 h 100"/>
                    <a:gd name="T4" fmla="*/ 21 w 43"/>
                    <a:gd name="T5" fmla="*/ 0 h 100"/>
                    <a:gd name="T6" fmla="*/ 27 w 43"/>
                    <a:gd name="T7" fmla="*/ 7 h 100"/>
                    <a:gd name="T8" fmla="*/ 33 w 43"/>
                    <a:gd name="T9" fmla="*/ 19 h 100"/>
                    <a:gd name="T10" fmla="*/ 38 w 43"/>
                    <a:gd name="T11" fmla="*/ 44 h 100"/>
                    <a:gd name="T12" fmla="*/ 43 w 43"/>
                    <a:gd name="T13" fmla="*/ 76 h 100"/>
                    <a:gd name="T14" fmla="*/ 43 w 43"/>
                    <a:gd name="T15" fmla="*/ 100 h 100"/>
                    <a:gd name="T16" fmla="*/ 32 w 43"/>
                    <a:gd name="T17" fmla="*/ 100 h 100"/>
                    <a:gd name="T18" fmla="*/ 0 w 43"/>
                    <a:gd name="T19" fmla="*/ 11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3" h="100">
                      <a:moveTo>
                        <a:pt x="0" y="11"/>
                      </a:moveTo>
                      <a:lnTo>
                        <a:pt x="7" y="0"/>
                      </a:lnTo>
                      <a:lnTo>
                        <a:pt x="21" y="0"/>
                      </a:lnTo>
                      <a:lnTo>
                        <a:pt x="27" y="7"/>
                      </a:lnTo>
                      <a:lnTo>
                        <a:pt x="33" y="19"/>
                      </a:lnTo>
                      <a:lnTo>
                        <a:pt x="38" y="44"/>
                      </a:lnTo>
                      <a:lnTo>
                        <a:pt x="43" y="76"/>
                      </a:lnTo>
                      <a:lnTo>
                        <a:pt x="43" y="100"/>
                      </a:lnTo>
                      <a:lnTo>
                        <a:pt x="32" y="100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15" name="Freeform 22"/>
                <p:cNvSpPr>
                  <a:spLocks noChangeArrowheads="1"/>
                </p:cNvSpPr>
                <p:nvPr/>
              </p:nvSpPr>
              <p:spPr bwMode="auto">
                <a:xfrm>
                  <a:off x="1982" y="1143"/>
                  <a:ext cx="73" cy="82"/>
                </a:xfrm>
                <a:custGeom>
                  <a:avLst/>
                  <a:gdLst>
                    <a:gd name="T0" fmla="*/ 17 w 73"/>
                    <a:gd name="T1" fmla="*/ 0 h 82"/>
                    <a:gd name="T2" fmla="*/ 4 w 73"/>
                    <a:gd name="T3" fmla="*/ 7 h 82"/>
                    <a:gd name="T4" fmla="*/ 0 w 73"/>
                    <a:gd name="T5" fmla="*/ 16 h 82"/>
                    <a:gd name="T6" fmla="*/ 4 w 73"/>
                    <a:gd name="T7" fmla="*/ 29 h 82"/>
                    <a:gd name="T8" fmla="*/ 14 w 73"/>
                    <a:gd name="T9" fmla="*/ 43 h 82"/>
                    <a:gd name="T10" fmla="*/ 25 w 73"/>
                    <a:gd name="T11" fmla="*/ 56 h 82"/>
                    <a:gd name="T12" fmla="*/ 46 w 73"/>
                    <a:gd name="T13" fmla="*/ 77 h 82"/>
                    <a:gd name="T14" fmla="*/ 60 w 73"/>
                    <a:gd name="T15" fmla="*/ 82 h 82"/>
                    <a:gd name="T16" fmla="*/ 73 w 73"/>
                    <a:gd name="T17" fmla="*/ 72 h 82"/>
                    <a:gd name="T18" fmla="*/ 17 w 73"/>
                    <a:gd name="T19" fmla="*/ 0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3" h="82">
                      <a:moveTo>
                        <a:pt x="17" y="0"/>
                      </a:moveTo>
                      <a:lnTo>
                        <a:pt x="4" y="7"/>
                      </a:lnTo>
                      <a:lnTo>
                        <a:pt x="0" y="16"/>
                      </a:lnTo>
                      <a:lnTo>
                        <a:pt x="4" y="29"/>
                      </a:lnTo>
                      <a:lnTo>
                        <a:pt x="14" y="43"/>
                      </a:lnTo>
                      <a:lnTo>
                        <a:pt x="25" y="56"/>
                      </a:lnTo>
                      <a:lnTo>
                        <a:pt x="46" y="77"/>
                      </a:lnTo>
                      <a:lnTo>
                        <a:pt x="60" y="82"/>
                      </a:lnTo>
                      <a:lnTo>
                        <a:pt x="73" y="72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9716" name="Freeform 23"/>
              <p:cNvSpPr>
                <a:spLocks noChangeArrowheads="1"/>
              </p:cNvSpPr>
              <p:nvPr/>
            </p:nvSpPr>
            <p:spPr bwMode="auto">
              <a:xfrm>
                <a:off x="1962" y="919"/>
                <a:ext cx="340" cy="413"/>
              </a:xfrm>
              <a:custGeom>
                <a:avLst/>
                <a:gdLst>
                  <a:gd name="T0" fmla="*/ 30 w 340"/>
                  <a:gd name="T1" fmla="*/ 59 h 413"/>
                  <a:gd name="T2" fmla="*/ 13 w 340"/>
                  <a:gd name="T3" fmla="*/ 82 h 413"/>
                  <a:gd name="T4" fmla="*/ 4 w 340"/>
                  <a:gd name="T5" fmla="*/ 111 h 413"/>
                  <a:gd name="T6" fmla="*/ 0 w 340"/>
                  <a:gd name="T7" fmla="*/ 145 h 413"/>
                  <a:gd name="T8" fmla="*/ 5 w 340"/>
                  <a:gd name="T9" fmla="*/ 173 h 413"/>
                  <a:gd name="T10" fmla="*/ 17 w 340"/>
                  <a:gd name="T11" fmla="*/ 199 h 413"/>
                  <a:gd name="T12" fmla="*/ 37 w 340"/>
                  <a:gd name="T13" fmla="*/ 222 h 413"/>
                  <a:gd name="T14" fmla="*/ 54 w 340"/>
                  <a:gd name="T15" fmla="*/ 247 h 413"/>
                  <a:gd name="T16" fmla="*/ 71 w 340"/>
                  <a:gd name="T17" fmla="*/ 282 h 413"/>
                  <a:gd name="T18" fmla="*/ 90 w 340"/>
                  <a:gd name="T19" fmla="*/ 323 h 413"/>
                  <a:gd name="T20" fmla="*/ 109 w 340"/>
                  <a:gd name="T21" fmla="*/ 356 h 413"/>
                  <a:gd name="T22" fmla="*/ 128 w 340"/>
                  <a:gd name="T23" fmla="*/ 375 h 413"/>
                  <a:gd name="T24" fmla="*/ 149 w 340"/>
                  <a:gd name="T25" fmla="*/ 387 h 413"/>
                  <a:gd name="T26" fmla="*/ 185 w 340"/>
                  <a:gd name="T27" fmla="*/ 403 h 413"/>
                  <a:gd name="T28" fmla="*/ 222 w 340"/>
                  <a:gd name="T29" fmla="*/ 413 h 413"/>
                  <a:gd name="T30" fmla="*/ 247 w 340"/>
                  <a:gd name="T31" fmla="*/ 410 h 413"/>
                  <a:gd name="T32" fmla="*/ 268 w 340"/>
                  <a:gd name="T33" fmla="*/ 406 h 413"/>
                  <a:gd name="T34" fmla="*/ 304 w 340"/>
                  <a:gd name="T35" fmla="*/ 393 h 413"/>
                  <a:gd name="T36" fmla="*/ 319 w 340"/>
                  <a:gd name="T37" fmla="*/ 379 h 413"/>
                  <a:gd name="T38" fmla="*/ 326 w 340"/>
                  <a:gd name="T39" fmla="*/ 360 h 413"/>
                  <a:gd name="T40" fmla="*/ 337 w 340"/>
                  <a:gd name="T41" fmla="*/ 319 h 413"/>
                  <a:gd name="T42" fmla="*/ 340 w 340"/>
                  <a:gd name="T43" fmla="*/ 288 h 413"/>
                  <a:gd name="T44" fmla="*/ 340 w 340"/>
                  <a:gd name="T45" fmla="*/ 251 h 413"/>
                  <a:gd name="T46" fmla="*/ 335 w 340"/>
                  <a:gd name="T47" fmla="*/ 224 h 413"/>
                  <a:gd name="T48" fmla="*/ 326 w 340"/>
                  <a:gd name="T49" fmla="*/ 194 h 413"/>
                  <a:gd name="T50" fmla="*/ 310 w 340"/>
                  <a:gd name="T51" fmla="*/ 152 h 413"/>
                  <a:gd name="T52" fmla="*/ 291 w 340"/>
                  <a:gd name="T53" fmla="*/ 121 h 413"/>
                  <a:gd name="T54" fmla="*/ 282 w 340"/>
                  <a:gd name="T55" fmla="*/ 86 h 413"/>
                  <a:gd name="T56" fmla="*/ 264 w 340"/>
                  <a:gd name="T57" fmla="*/ 46 h 413"/>
                  <a:gd name="T58" fmla="*/ 244 w 340"/>
                  <a:gd name="T59" fmla="*/ 25 h 413"/>
                  <a:gd name="T60" fmla="*/ 224 w 340"/>
                  <a:gd name="T61" fmla="*/ 13 h 413"/>
                  <a:gd name="T62" fmla="*/ 186 w 340"/>
                  <a:gd name="T63" fmla="*/ 1 h 413"/>
                  <a:gd name="T64" fmla="*/ 160 w 340"/>
                  <a:gd name="T65" fmla="*/ 0 h 413"/>
                  <a:gd name="T66" fmla="*/ 122 w 340"/>
                  <a:gd name="T67" fmla="*/ 7 h 413"/>
                  <a:gd name="T68" fmla="*/ 87 w 340"/>
                  <a:gd name="T69" fmla="*/ 19 h 413"/>
                  <a:gd name="T70" fmla="*/ 52 w 340"/>
                  <a:gd name="T71" fmla="*/ 41 h 413"/>
                  <a:gd name="T72" fmla="*/ 30 w 340"/>
                  <a:gd name="T73" fmla="*/ 59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0" h="413">
                    <a:moveTo>
                      <a:pt x="30" y="59"/>
                    </a:moveTo>
                    <a:lnTo>
                      <a:pt x="13" y="82"/>
                    </a:lnTo>
                    <a:lnTo>
                      <a:pt x="4" y="111"/>
                    </a:lnTo>
                    <a:lnTo>
                      <a:pt x="0" y="145"/>
                    </a:lnTo>
                    <a:lnTo>
                      <a:pt x="5" y="173"/>
                    </a:lnTo>
                    <a:lnTo>
                      <a:pt x="17" y="199"/>
                    </a:lnTo>
                    <a:lnTo>
                      <a:pt x="37" y="222"/>
                    </a:lnTo>
                    <a:lnTo>
                      <a:pt x="54" y="247"/>
                    </a:lnTo>
                    <a:lnTo>
                      <a:pt x="71" y="282"/>
                    </a:lnTo>
                    <a:lnTo>
                      <a:pt x="90" y="323"/>
                    </a:lnTo>
                    <a:lnTo>
                      <a:pt x="109" y="356"/>
                    </a:lnTo>
                    <a:lnTo>
                      <a:pt x="128" y="375"/>
                    </a:lnTo>
                    <a:lnTo>
                      <a:pt x="149" y="387"/>
                    </a:lnTo>
                    <a:lnTo>
                      <a:pt x="185" y="403"/>
                    </a:lnTo>
                    <a:lnTo>
                      <a:pt x="222" y="413"/>
                    </a:lnTo>
                    <a:lnTo>
                      <a:pt x="247" y="410"/>
                    </a:lnTo>
                    <a:lnTo>
                      <a:pt x="268" y="406"/>
                    </a:lnTo>
                    <a:lnTo>
                      <a:pt x="304" y="393"/>
                    </a:lnTo>
                    <a:lnTo>
                      <a:pt x="319" y="379"/>
                    </a:lnTo>
                    <a:lnTo>
                      <a:pt x="326" y="360"/>
                    </a:lnTo>
                    <a:lnTo>
                      <a:pt x="337" y="319"/>
                    </a:lnTo>
                    <a:lnTo>
                      <a:pt x="340" y="288"/>
                    </a:lnTo>
                    <a:lnTo>
                      <a:pt x="340" y="251"/>
                    </a:lnTo>
                    <a:lnTo>
                      <a:pt x="335" y="224"/>
                    </a:lnTo>
                    <a:lnTo>
                      <a:pt x="326" y="194"/>
                    </a:lnTo>
                    <a:lnTo>
                      <a:pt x="310" y="152"/>
                    </a:lnTo>
                    <a:lnTo>
                      <a:pt x="291" y="121"/>
                    </a:lnTo>
                    <a:lnTo>
                      <a:pt x="282" y="86"/>
                    </a:lnTo>
                    <a:lnTo>
                      <a:pt x="264" y="46"/>
                    </a:lnTo>
                    <a:lnTo>
                      <a:pt x="244" y="25"/>
                    </a:lnTo>
                    <a:lnTo>
                      <a:pt x="224" y="13"/>
                    </a:lnTo>
                    <a:lnTo>
                      <a:pt x="186" y="1"/>
                    </a:lnTo>
                    <a:lnTo>
                      <a:pt x="160" y="0"/>
                    </a:lnTo>
                    <a:lnTo>
                      <a:pt x="122" y="7"/>
                    </a:lnTo>
                    <a:lnTo>
                      <a:pt x="87" y="19"/>
                    </a:lnTo>
                    <a:lnTo>
                      <a:pt x="52" y="41"/>
                    </a:lnTo>
                    <a:lnTo>
                      <a:pt x="30" y="59"/>
                    </a:lnTo>
                    <a:close/>
                  </a:path>
                </a:pathLst>
              </a:custGeom>
              <a:solidFill>
                <a:srgbClr val="FFE0C0"/>
              </a:solidFill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29717" name="Group 24"/>
              <p:cNvGrpSpPr/>
              <p:nvPr/>
            </p:nvGrpSpPr>
            <p:grpSpPr bwMode="auto">
              <a:xfrm>
                <a:off x="1997" y="1009"/>
                <a:ext cx="257" cy="143"/>
                <a:chOff x="1997" y="1009"/>
                <a:chExt cx="257" cy="143"/>
              </a:xfrm>
            </p:grpSpPr>
            <p:sp>
              <p:nvSpPr>
                <p:cNvPr id="29718" name="Freeform 25"/>
                <p:cNvSpPr>
                  <a:spLocks noChangeArrowheads="1"/>
                </p:cNvSpPr>
                <p:nvPr/>
              </p:nvSpPr>
              <p:spPr bwMode="auto">
                <a:xfrm>
                  <a:off x="2122" y="1074"/>
                  <a:ext cx="19" cy="21"/>
                </a:xfrm>
                <a:custGeom>
                  <a:avLst/>
                  <a:gdLst>
                    <a:gd name="T0" fmla="*/ 0 w 19"/>
                    <a:gd name="T1" fmla="*/ 12 h 21"/>
                    <a:gd name="T2" fmla="*/ 6 w 19"/>
                    <a:gd name="T3" fmla="*/ 4 h 21"/>
                    <a:gd name="T4" fmla="*/ 17 w 19"/>
                    <a:gd name="T5" fmla="*/ 0 h 21"/>
                    <a:gd name="T6" fmla="*/ 19 w 19"/>
                    <a:gd name="T7" fmla="*/ 11 h 21"/>
                    <a:gd name="T8" fmla="*/ 10 w 19"/>
                    <a:gd name="T9" fmla="*/ 11 h 21"/>
                    <a:gd name="T10" fmla="*/ 3 w 19"/>
                    <a:gd name="T11" fmla="*/ 21 h 21"/>
                    <a:gd name="T12" fmla="*/ 0 w 19"/>
                    <a:gd name="T13" fmla="*/ 12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21">
                      <a:moveTo>
                        <a:pt x="0" y="12"/>
                      </a:moveTo>
                      <a:lnTo>
                        <a:pt x="6" y="4"/>
                      </a:lnTo>
                      <a:lnTo>
                        <a:pt x="17" y="0"/>
                      </a:lnTo>
                      <a:lnTo>
                        <a:pt x="19" y="11"/>
                      </a:lnTo>
                      <a:lnTo>
                        <a:pt x="10" y="11"/>
                      </a:lnTo>
                      <a:lnTo>
                        <a:pt x="3" y="21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19" name="Freeform 26"/>
                <p:cNvSpPr>
                  <a:spLocks noChangeArrowheads="1"/>
                </p:cNvSpPr>
                <p:nvPr/>
              </p:nvSpPr>
              <p:spPr bwMode="auto">
                <a:xfrm>
                  <a:off x="1997" y="1128"/>
                  <a:ext cx="37" cy="24"/>
                </a:xfrm>
                <a:custGeom>
                  <a:avLst/>
                  <a:gdLst>
                    <a:gd name="T0" fmla="*/ 31 w 37"/>
                    <a:gd name="T1" fmla="*/ 0 h 24"/>
                    <a:gd name="T2" fmla="*/ 37 w 37"/>
                    <a:gd name="T3" fmla="*/ 13 h 24"/>
                    <a:gd name="T4" fmla="*/ 6 w 37"/>
                    <a:gd name="T5" fmla="*/ 24 h 24"/>
                    <a:gd name="T6" fmla="*/ 0 w 37"/>
                    <a:gd name="T7" fmla="*/ 18 h 24"/>
                    <a:gd name="T8" fmla="*/ 31 w 37"/>
                    <a:gd name="T9" fmla="*/ 0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7" h="24">
                      <a:moveTo>
                        <a:pt x="31" y="0"/>
                      </a:moveTo>
                      <a:lnTo>
                        <a:pt x="37" y="13"/>
                      </a:lnTo>
                      <a:lnTo>
                        <a:pt x="6" y="24"/>
                      </a:lnTo>
                      <a:lnTo>
                        <a:pt x="0" y="18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20" name="Freeform 27"/>
                <p:cNvSpPr>
                  <a:spLocks noChangeArrowheads="1"/>
                </p:cNvSpPr>
                <p:nvPr/>
              </p:nvSpPr>
              <p:spPr bwMode="auto">
                <a:xfrm>
                  <a:off x="2221" y="1009"/>
                  <a:ext cx="33" cy="24"/>
                </a:xfrm>
                <a:custGeom>
                  <a:avLst/>
                  <a:gdLst>
                    <a:gd name="T0" fmla="*/ 0 w 33"/>
                    <a:gd name="T1" fmla="*/ 13 h 24"/>
                    <a:gd name="T2" fmla="*/ 7 w 33"/>
                    <a:gd name="T3" fmla="*/ 24 h 24"/>
                    <a:gd name="T4" fmla="*/ 33 w 33"/>
                    <a:gd name="T5" fmla="*/ 6 h 24"/>
                    <a:gd name="T6" fmla="*/ 30 w 33"/>
                    <a:gd name="T7" fmla="*/ 0 h 24"/>
                    <a:gd name="T8" fmla="*/ 0 w 33"/>
                    <a:gd name="T9" fmla="*/ 13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" h="24">
                      <a:moveTo>
                        <a:pt x="0" y="13"/>
                      </a:moveTo>
                      <a:lnTo>
                        <a:pt x="7" y="24"/>
                      </a:lnTo>
                      <a:lnTo>
                        <a:pt x="33" y="6"/>
                      </a:lnTo>
                      <a:lnTo>
                        <a:pt x="30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29721" name="Group 28"/>
              <p:cNvGrpSpPr/>
              <p:nvPr/>
            </p:nvGrpSpPr>
            <p:grpSpPr bwMode="auto">
              <a:xfrm>
                <a:off x="2027" y="1019"/>
                <a:ext cx="218" cy="158"/>
                <a:chOff x="2027" y="1019"/>
                <a:chExt cx="218" cy="158"/>
              </a:xfrm>
            </p:grpSpPr>
            <p:sp>
              <p:nvSpPr>
                <p:cNvPr id="29722" name="Freeform 29"/>
                <p:cNvSpPr>
                  <a:spLocks noChangeArrowheads="1"/>
                </p:cNvSpPr>
                <p:nvPr/>
              </p:nvSpPr>
              <p:spPr bwMode="auto">
                <a:xfrm>
                  <a:off x="2027" y="1077"/>
                  <a:ext cx="110" cy="100"/>
                </a:xfrm>
                <a:custGeom>
                  <a:avLst/>
                  <a:gdLst>
                    <a:gd name="T0" fmla="*/ 0 w 110"/>
                    <a:gd name="T1" fmla="*/ 51 h 100"/>
                    <a:gd name="T2" fmla="*/ 90 w 110"/>
                    <a:gd name="T3" fmla="*/ 0 h 100"/>
                    <a:gd name="T4" fmla="*/ 105 w 110"/>
                    <a:gd name="T5" fmla="*/ 26 h 100"/>
                    <a:gd name="T6" fmla="*/ 110 w 110"/>
                    <a:gd name="T7" fmla="*/ 44 h 100"/>
                    <a:gd name="T8" fmla="*/ 109 w 110"/>
                    <a:gd name="T9" fmla="*/ 63 h 100"/>
                    <a:gd name="T10" fmla="*/ 101 w 110"/>
                    <a:gd name="T11" fmla="*/ 75 h 100"/>
                    <a:gd name="T12" fmla="*/ 89 w 110"/>
                    <a:gd name="T13" fmla="*/ 85 h 100"/>
                    <a:gd name="T14" fmla="*/ 71 w 110"/>
                    <a:gd name="T15" fmla="*/ 92 h 100"/>
                    <a:gd name="T16" fmla="*/ 60 w 110"/>
                    <a:gd name="T17" fmla="*/ 99 h 100"/>
                    <a:gd name="T18" fmla="*/ 49 w 110"/>
                    <a:gd name="T19" fmla="*/ 100 h 100"/>
                    <a:gd name="T20" fmla="*/ 35 w 110"/>
                    <a:gd name="T21" fmla="*/ 98 h 100"/>
                    <a:gd name="T22" fmla="*/ 25 w 110"/>
                    <a:gd name="T23" fmla="*/ 91 h 100"/>
                    <a:gd name="T24" fmla="*/ 18 w 110"/>
                    <a:gd name="T25" fmla="*/ 83 h 100"/>
                    <a:gd name="T26" fmla="*/ 14 w 110"/>
                    <a:gd name="T27" fmla="*/ 75 h 100"/>
                    <a:gd name="T28" fmla="*/ 6 w 110"/>
                    <a:gd name="T29" fmla="*/ 60 h 100"/>
                    <a:gd name="T30" fmla="*/ 0 w 110"/>
                    <a:gd name="T31" fmla="*/ 51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10" h="100">
                      <a:moveTo>
                        <a:pt x="0" y="51"/>
                      </a:moveTo>
                      <a:lnTo>
                        <a:pt x="90" y="0"/>
                      </a:lnTo>
                      <a:lnTo>
                        <a:pt x="105" y="26"/>
                      </a:lnTo>
                      <a:lnTo>
                        <a:pt x="110" y="44"/>
                      </a:lnTo>
                      <a:lnTo>
                        <a:pt x="109" y="63"/>
                      </a:lnTo>
                      <a:lnTo>
                        <a:pt x="101" y="75"/>
                      </a:lnTo>
                      <a:lnTo>
                        <a:pt x="89" y="85"/>
                      </a:lnTo>
                      <a:lnTo>
                        <a:pt x="71" y="92"/>
                      </a:lnTo>
                      <a:lnTo>
                        <a:pt x="60" y="99"/>
                      </a:lnTo>
                      <a:lnTo>
                        <a:pt x="49" y="100"/>
                      </a:lnTo>
                      <a:lnTo>
                        <a:pt x="35" y="98"/>
                      </a:lnTo>
                      <a:lnTo>
                        <a:pt x="25" y="91"/>
                      </a:lnTo>
                      <a:lnTo>
                        <a:pt x="18" y="83"/>
                      </a:lnTo>
                      <a:lnTo>
                        <a:pt x="14" y="75"/>
                      </a:lnTo>
                      <a:lnTo>
                        <a:pt x="6" y="6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80FFFF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23" name="Oval 30"/>
                <p:cNvSpPr>
                  <a:spLocks noChangeArrowheads="1"/>
                </p:cNvSpPr>
                <p:nvPr/>
              </p:nvSpPr>
              <p:spPr bwMode="auto">
                <a:xfrm>
                  <a:off x="2077" y="1122"/>
                  <a:ext cx="19" cy="18"/>
                </a:xfrm>
                <a:prstGeom prst="ellipse">
                  <a:avLst/>
                </a:prstGeom>
                <a:solidFill>
                  <a:srgbClr val="00A000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  <p:sp>
              <p:nvSpPr>
                <p:cNvPr id="29724" name="Freeform 31"/>
                <p:cNvSpPr>
                  <a:spLocks noChangeArrowheads="1"/>
                </p:cNvSpPr>
                <p:nvPr/>
              </p:nvSpPr>
              <p:spPr bwMode="auto">
                <a:xfrm>
                  <a:off x="2134" y="1019"/>
                  <a:ext cx="111" cy="99"/>
                </a:xfrm>
                <a:custGeom>
                  <a:avLst/>
                  <a:gdLst>
                    <a:gd name="T0" fmla="*/ 0 w 111"/>
                    <a:gd name="T1" fmla="*/ 50 h 99"/>
                    <a:gd name="T2" fmla="*/ 92 w 111"/>
                    <a:gd name="T3" fmla="*/ 0 h 99"/>
                    <a:gd name="T4" fmla="*/ 105 w 111"/>
                    <a:gd name="T5" fmla="*/ 28 h 99"/>
                    <a:gd name="T6" fmla="*/ 111 w 111"/>
                    <a:gd name="T7" fmla="*/ 45 h 99"/>
                    <a:gd name="T8" fmla="*/ 108 w 111"/>
                    <a:gd name="T9" fmla="*/ 62 h 99"/>
                    <a:gd name="T10" fmla="*/ 101 w 111"/>
                    <a:gd name="T11" fmla="*/ 73 h 99"/>
                    <a:gd name="T12" fmla="*/ 88 w 111"/>
                    <a:gd name="T13" fmla="*/ 84 h 99"/>
                    <a:gd name="T14" fmla="*/ 73 w 111"/>
                    <a:gd name="T15" fmla="*/ 92 h 99"/>
                    <a:gd name="T16" fmla="*/ 61 w 111"/>
                    <a:gd name="T17" fmla="*/ 97 h 99"/>
                    <a:gd name="T18" fmla="*/ 48 w 111"/>
                    <a:gd name="T19" fmla="*/ 99 h 99"/>
                    <a:gd name="T20" fmla="*/ 36 w 111"/>
                    <a:gd name="T21" fmla="*/ 97 h 99"/>
                    <a:gd name="T22" fmla="*/ 25 w 111"/>
                    <a:gd name="T23" fmla="*/ 90 h 99"/>
                    <a:gd name="T24" fmla="*/ 19 w 111"/>
                    <a:gd name="T25" fmla="*/ 84 h 99"/>
                    <a:gd name="T26" fmla="*/ 14 w 111"/>
                    <a:gd name="T27" fmla="*/ 74 h 99"/>
                    <a:gd name="T28" fmla="*/ 6 w 111"/>
                    <a:gd name="T29" fmla="*/ 60 h 99"/>
                    <a:gd name="T30" fmla="*/ 0 w 111"/>
                    <a:gd name="T31" fmla="*/ 50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11" h="99">
                      <a:moveTo>
                        <a:pt x="0" y="50"/>
                      </a:moveTo>
                      <a:lnTo>
                        <a:pt x="92" y="0"/>
                      </a:lnTo>
                      <a:lnTo>
                        <a:pt x="105" y="28"/>
                      </a:lnTo>
                      <a:lnTo>
                        <a:pt x="111" y="45"/>
                      </a:lnTo>
                      <a:lnTo>
                        <a:pt x="108" y="62"/>
                      </a:lnTo>
                      <a:lnTo>
                        <a:pt x="101" y="73"/>
                      </a:lnTo>
                      <a:lnTo>
                        <a:pt x="88" y="84"/>
                      </a:lnTo>
                      <a:lnTo>
                        <a:pt x="73" y="92"/>
                      </a:lnTo>
                      <a:lnTo>
                        <a:pt x="61" y="97"/>
                      </a:lnTo>
                      <a:lnTo>
                        <a:pt x="48" y="99"/>
                      </a:lnTo>
                      <a:lnTo>
                        <a:pt x="36" y="97"/>
                      </a:lnTo>
                      <a:lnTo>
                        <a:pt x="25" y="90"/>
                      </a:lnTo>
                      <a:lnTo>
                        <a:pt x="19" y="84"/>
                      </a:lnTo>
                      <a:lnTo>
                        <a:pt x="14" y="74"/>
                      </a:lnTo>
                      <a:lnTo>
                        <a:pt x="6" y="6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80FFFF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25" name="Oval 32"/>
                <p:cNvSpPr>
                  <a:spLocks noChangeArrowheads="1"/>
                </p:cNvSpPr>
                <p:nvPr/>
              </p:nvSpPr>
              <p:spPr bwMode="auto">
                <a:xfrm>
                  <a:off x="2184" y="1064"/>
                  <a:ext cx="19" cy="18"/>
                </a:xfrm>
                <a:prstGeom prst="ellipse">
                  <a:avLst/>
                </a:prstGeom>
                <a:solidFill>
                  <a:srgbClr val="00A000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sp>
            <p:nvSpPr>
              <p:cNvPr id="29726" name="Freeform 33"/>
              <p:cNvSpPr>
                <a:spLocks noChangeArrowheads="1"/>
              </p:cNvSpPr>
              <p:nvPr/>
            </p:nvSpPr>
            <p:spPr bwMode="auto">
              <a:xfrm>
                <a:off x="2141" y="1182"/>
                <a:ext cx="110" cy="89"/>
              </a:xfrm>
              <a:custGeom>
                <a:avLst/>
                <a:gdLst>
                  <a:gd name="T0" fmla="*/ 0 w 110"/>
                  <a:gd name="T1" fmla="*/ 46 h 89"/>
                  <a:gd name="T2" fmla="*/ 17 w 110"/>
                  <a:gd name="T3" fmla="*/ 46 h 89"/>
                  <a:gd name="T4" fmla="*/ 32 w 110"/>
                  <a:gd name="T5" fmla="*/ 43 h 89"/>
                  <a:gd name="T6" fmla="*/ 50 w 110"/>
                  <a:gd name="T7" fmla="*/ 38 h 89"/>
                  <a:gd name="T8" fmla="*/ 66 w 110"/>
                  <a:gd name="T9" fmla="*/ 33 h 89"/>
                  <a:gd name="T10" fmla="*/ 83 w 110"/>
                  <a:gd name="T11" fmla="*/ 21 h 89"/>
                  <a:gd name="T12" fmla="*/ 93 w 110"/>
                  <a:gd name="T13" fmla="*/ 12 h 89"/>
                  <a:gd name="T14" fmla="*/ 103 w 110"/>
                  <a:gd name="T15" fmla="*/ 0 h 89"/>
                  <a:gd name="T16" fmla="*/ 109 w 110"/>
                  <a:gd name="T17" fmla="*/ 24 h 89"/>
                  <a:gd name="T18" fmla="*/ 110 w 110"/>
                  <a:gd name="T19" fmla="*/ 33 h 89"/>
                  <a:gd name="T20" fmla="*/ 110 w 110"/>
                  <a:gd name="T21" fmla="*/ 51 h 89"/>
                  <a:gd name="T22" fmla="*/ 106 w 110"/>
                  <a:gd name="T23" fmla="*/ 63 h 89"/>
                  <a:gd name="T24" fmla="*/ 98 w 110"/>
                  <a:gd name="T25" fmla="*/ 76 h 89"/>
                  <a:gd name="T26" fmla="*/ 88 w 110"/>
                  <a:gd name="T27" fmla="*/ 84 h 89"/>
                  <a:gd name="T28" fmla="*/ 76 w 110"/>
                  <a:gd name="T29" fmla="*/ 88 h 89"/>
                  <a:gd name="T30" fmla="*/ 62 w 110"/>
                  <a:gd name="T31" fmla="*/ 89 h 89"/>
                  <a:gd name="T32" fmla="*/ 49 w 110"/>
                  <a:gd name="T33" fmla="*/ 88 h 89"/>
                  <a:gd name="T34" fmla="*/ 37 w 110"/>
                  <a:gd name="T35" fmla="*/ 82 h 89"/>
                  <a:gd name="T36" fmla="*/ 31 w 110"/>
                  <a:gd name="T37" fmla="*/ 80 h 89"/>
                  <a:gd name="T38" fmla="*/ 19 w 110"/>
                  <a:gd name="T39" fmla="*/ 72 h 89"/>
                  <a:gd name="T40" fmla="*/ 11 w 110"/>
                  <a:gd name="T41" fmla="*/ 57 h 89"/>
                  <a:gd name="T42" fmla="*/ 0 w 110"/>
                  <a:gd name="T43" fmla="*/ 46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" h="89">
                    <a:moveTo>
                      <a:pt x="0" y="46"/>
                    </a:moveTo>
                    <a:lnTo>
                      <a:pt x="17" y="46"/>
                    </a:lnTo>
                    <a:lnTo>
                      <a:pt x="32" y="43"/>
                    </a:lnTo>
                    <a:lnTo>
                      <a:pt x="50" y="38"/>
                    </a:lnTo>
                    <a:lnTo>
                      <a:pt x="66" y="33"/>
                    </a:lnTo>
                    <a:lnTo>
                      <a:pt x="83" y="21"/>
                    </a:lnTo>
                    <a:lnTo>
                      <a:pt x="93" y="12"/>
                    </a:lnTo>
                    <a:lnTo>
                      <a:pt x="103" y="0"/>
                    </a:lnTo>
                    <a:lnTo>
                      <a:pt x="109" y="24"/>
                    </a:lnTo>
                    <a:lnTo>
                      <a:pt x="110" y="33"/>
                    </a:lnTo>
                    <a:lnTo>
                      <a:pt x="110" y="51"/>
                    </a:lnTo>
                    <a:lnTo>
                      <a:pt x="106" y="63"/>
                    </a:lnTo>
                    <a:lnTo>
                      <a:pt x="98" y="76"/>
                    </a:lnTo>
                    <a:lnTo>
                      <a:pt x="88" y="84"/>
                    </a:lnTo>
                    <a:lnTo>
                      <a:pt x="76" y="88"/>
                    </a:lnTo>
                    <a:lnTo>
                      <a:pt x="62" y="89"/>
                    </a:lnTo>
                    <a:lnTo>
                      <a:pt x="49" y="88"/>
                    </a:lnTo>
                    <a:lnTo>
                      <a:pt x="37" y="82"/>
                    </a:lnTo>
                    <a:lnTo>
                      <a:pt x="31" y="80"/>
                    </a:lnTo>
                    <a:lnTo>
                      <a:pt x="19" y="72"/>
                    </a:lnTo>
                    <a:lnTo>
                      <a:pt x="11" y="57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27" name="Freeform 34"/>
              <p:cNvSpPr>
                <a:spLocks noChangeArrowheads="1"/>
              </p:cNvSpPr>
              <p:nvPr/>
            </p:nvSpPr>
            <p:spPr bwMode="auto">
              <a:xfrm>
                <a:off x="2149" y="1152"/>
                <a:ext cx="57" cy="32"/>
              </a:xfrm>
              <a:custGeom>
                <a:avLst/>
                <a:gdLst>
                  <a:gd name="T0" fmla="*/ 0 w 57"/>
                  <a:gd name="T1" fmla="*/ 32 h 32"/>
                  <a:gd name="T2" fmla="*/ 17 w 57"/>
                  <a:gd name="T3" fmla="*/ 31 h 32"/>
                  <a:gd name="T4" fmla="*/ 24 w 57"/>
                  <a:gd name="T5" fmla="*/ 28 h 32"/>
                  <a:gd name="T6" fmla="*/ 33 w 57"/>
                  <a:gd name="T7" fmla="*/ 25 h 32"/>
                  <a:gd name="T8" fmla="*/ 43 w 57"/>
                  <a:gd name="T9" fmla="*/ 19 h 32"/>
                  <a:gd name="T10" fmla="*/ 49 w 57"/>
                  <a:gd name="T11" fmla="*/ 10 h 32"/>
                  <a:gd name="T12" fmla="*/ 57 w 57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" h="32">
                    <a:moveTo>
                      <a:pt x="0" y="32"/>
                    </a:moveTo>
                    <a:lnTo>
                      <a:pt x="17" y="31"/>
                    </a:lnTo>
                    <a:lnTo>
                      <a:pt x="24" y="28"/>
                    </a:lnTo>
                    <a:lnTo>
                      <a:pt x="33" y="25"/>
                    </a:lnTo>
                    <a:lnTo>
                      <a:pt x="43" y="19"/>
                    </a:lnTo>
                    <a:lnTo>
                      <a:pt x="49" y="10"/>
                    </a:lnTo>
                    <a:lnTo>
                      <a:pt x="57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28" name="Freeform 35"/>
              <p:cNvSpPr>
                <a:spLocks noChangeArrowheads="1"/>
              </p:cNvSpPr>
              <p:nvPr/>
            </p:nvSpPr>
            <p:spPr bwMode="auto">
              <a:xfrm>
                <a:off x="1947" y="869"/>
                <a:ext cx="307" cy="282"/>
              </a:xfrm>
              <a:custGeom>
                <a:avLst/>
                <a:gdLst>
                  <a:gd name="T0" fmla="*/ 52 w 307"/>
                  <a:gd name="T1" fmla="*/ 282 h 282"/>
                  <a:gd name="T2" fmla="*/ 65 w 307"/>
                  <a:gd name="T3" fmla="*/ 276 h 282"/>
                  <a:gd name="T4" fmla="*/ 68 w 307"/>
                  <a:gd name="T5" fmla="*/ 258 h 282"/>
                  <a:gd name="T6" fmla="*/ 70 w 307"/>
                  <a:gd name="T7" fmla="*/ 233 h 282"/>
                  <a:gd name="T8" fmla="*/ 58 w 307"/>
                  <a:gd name="T9" fmla="*/ 183 h 282"/>
                  <a:gd name="T10" fmla="*/ 51 w 307"/>
                  <a:gd name="T11" fmla="*/ 154 h 282"/>
                  <a:gd name="T12" fmla="*/ 89 w 307"/>
                  <a:gd name="T13" fmla="*/ 155 h 282"/>
                  <a:gd name="T14" fmla="*/ 139 w 307"/>
                  <a:gd name="T15" fmla="*/ 153 h 282"/>
                  <a:gd name="T16" fmla="*/ 155 w 307"/>
                  <a:gd name="T17" fmla="*/ 137 h 282"/>
                  <a:gd name="T18" fmla="*/ 181 w 307"/>
                  <a:gd name="T19" fmla="*/ 118 h 282"/>
                  <a:gd name="T20" fmla="*/ 221 w 307"/>
                  <a:gd name="T21" fmla="*/ 122 h 282"/>
                  <a:gd name="T22" fmla="*/ 260 w 307"/>
                  <a:gd name="T23" fmla="*/ 101 h 282"/>
                  <a:gd name="T24" fmla="*/ 265 w 307"/>
                  <a:gd name="T25" fmla="*/ 123 h 282"/>
                  <a:gd name="T26" fmla="*/ 281 w 307"/>
                  <a:gd name="T27" fmla="*/ 132 h 282"/>
                  <a:gd name="T28" fmla="*/ 298 w 307"/>
                  <a:gd name="T29" fmla="*/ 160 h 282"/>
                  <a:gd name="T30" fmla="*/ 307 w 307"/>
                  <a:gd name="T31" fmla="*/ 154 h 282"/>
                  <a:gd name="T32" fmla="*/ 307 w 307"/>
                  <a:gd name="T33" fmla="*/ 135 h 282"/>
                  <a:gd name="T34" fmla="*/ 303 w 307"/>
                  <a:gd name="T35" fmla="*/ 106 h 282"/>
                  <a:gd name="T36" fmla="*/ 295 w 307"/>
                  <a:gd name="T37" fmla="*/ 82 h 282"/>
                  <a:gd name="T38" fmla="*/ 280 w 307"/>
                  <a:gd name="T39" fmla="*/ 64 h 282"/>
                  <a:gd name="T40" fmla="*/ 282 w 307"/>
                  <a:gd name="T41" fmla="*/ 33 h 282"/>
                  <a:gd name="T42" fmla="*/ 282 w 307"/>
                  <a:gd name="T43" fmla="*/ 16 h 282"/>
                  <a:gd name="T44" fmla="*/ 261 w 307"/>
                  <a:gd name="T45" fmla="*/ 19 h 282"/>
                  <a:gd name="T46" fmla="*/ 238 w 307"/>
                  <a:gd name="T47" fmla="*/ 19 h 282"/>
                  <a:gd name="T48" fmla="*/ 225 w 307"/>
                  <a:gd name="T49" fmla="*/ 14 h 282"/>
                  <a:gd name="T50" fmla="*/ 209 w 307"/>
                  <a:gd name="T51" fmla="*/ 0 h 282"/>
                  <a:gd name="T52" fmla="*/ 195 w 307"/>
                  <a:gd name="T53" fmla="*/ 13 h 282"/>
                  <a:gd name="T54" fmla="*/ 182 w 307"/>
                  <a:gd name="T55" fmla="*/ 19 h 282"/>
                  <a:gd name="T56" fmla="*/ 156 w 307"/>
                  <a:gd name="T57" fmla="*/ 21 h 282"/>
                  <a:gd name="T58" fmla="*/ 132 w 307"/>
                  <a:gd name="T59" fmla="*/ 26 h 282"/>
                  <a:gd name="T60" fmla="*/ 106 w 307"/>
                  <a:gd name="T61" fmla="*/ 35 h 282"/>
                  <a:gd name="T62" fmla="*/ 84 w 307"/>
                  <a:gd name="T63" fmla="*/ 49 h 282"/>
                  <a:gd name="T64" fmla="*/ 58 w 307"/>
                  <a:gd name="T65" fmla="*/ 73 h 282"/>
                  <a:gd name="T66" fmla="*/ 42 w 307"/>
                  <a:gd name="T67" fmla="*/ 78 h 282"/>
                  <a:gd name="T68" fmla="*/ 28 w 307"/>
                  <a:gd name="T69" fmla="*/ 91 h 282"/>
                  <a:gd name="T70" fmla="*/ 16 w 307"/>
                  <a:gd name="T71" fmla="*/ 103 h 282"/>
                  <a:gd name="T72" fmla="*/ 10 w 307"/>
                  <a:gd name="T73" fmla="*/ 122 h 282"/>
                  <a:gd name="T74" fmla="*/ 2 w 307"/>
                  <a:gd name="T75" fmla="*/ 143 h 282"/>
                  <a:gd name="T76" fmla="*/ 0 w 307"/>
                  <a:gd name="T77" fmla="*/ 161 h 282"/>
                  <a:gd name="T78" fmla="*/ 0 w 307"/>
                  <a:gd name="T79" fmla="*/ 200 h 282"/>
                  <a:gd name="T80" fmla="*/ 10 w 307"/>
                  <a:gd name="T81" fmla="*/ 241 h 282"/>
                  <a:gd name="T82" fmla="*/ 52 w 307"/>
                  <a:gd name="T83" fmla="*/ 28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307" h="282">
                    <a:moveTo>
                      <a:pt x="52" y="282"/>
                    </a:moveTo>
                    <a:lnTo>
                      <a:pt x="65" y="276"/>
                    </a:lnTo>
                    <a:lnTo>
                      <a:pt x="68" y="258"/>
                    </a:lnTo>
                    <a:lnTo>
                      <a:pt x="70" y="233"/>
                    </a:lnTo>
                    <a:lnTo>
                      <a:pt x="58" y="183"/>
                    </a:lnTo>
                    <a:lnTo>
                      <a:pt x="51" y="154"/>
                    </a:lnTo>
                    <a:lnTo>
                      <a:pt x="89" y="155"/>
                    </a:lnTo>
                    <a:lnTo>
                      <a:pt x="139" y="153"/>
                    </a:lnTo>
                    <a:lnTo>
                      <a:pt x="155" y="137"/>
                    </a:lnTo>
                    <a:lnTo>
                      <a:pt x="181" y="118"/>
                    </a:lnTo>
                    <a:lnTo>
                      <a:pt x="221" y="122"/>
                    </a:lnTo>
                    <a:lnTo>
                      <a:pt x="260" y="101"/>
                    </a:lnTo>
                    <a:lnTo>
                      <a:pt x="265" y="123"/>
                    </a:lnTo>
                    <a:lnTo>
                      <a:pt x="281" y="132"/>
                    </a:lnTo>
                    <a:lnTo>
                      <a:pt x="298" y="160"/>
                    </a:lnTo>
                    <a:lnTo>
                      <a:pt x="307" y="154"/>
                    </a:lnTo>
                    <a:lnTo>
                      <a:pt x="307" y="135"/>
                    </a:lnTo>
                    <a:lnTo>
                      <a:pt x="303" y="106"/>
                    </a:lnTo>
                    <a:lnTo>
                      <a:pt x="295" y="82"/>
                    </a:lnTo>
                    <a:lnTo>
                      <a:pt x="280" y="64"/>
                    </a:lnTo>
                    <a:lnTo>
                      <a:pt x="282" y="33"/>
                    </a:lnTo>
                    <a:lnTo>
                      <a:pt x="282" y="16"/>
                    </a:lnTo>
                    <a:lnTo>
                      <a:pt x="261" y="19"/>
                    </a:lnTo>
                    <a:lnTo>
                      <a:pt x="238" y="19"/>
                    </a:lnTo>
                    <a:lnTo>
                      <a:pt x="225" y="14"/>
                    </a:lnTo>
                    <a:lnTo>
                      <a:pt x="209" y="0"/>
                    </a:lnTo>
                    <a:lnTo>
                      <a:pt x="195" y="13"/>
                    </a:lnTo>
                    <a:lnTo>
                      <a:pt x="182" y="19"/>
                    </a:lnTo>
                    <a:lnTo>
                      <a:pt x="156" y="21"/>
                    </a:lnTo>
                    <a:lnTo>
                      <a:pt x="132" y="26"/>
                    </a:lnTo>
                    <a:lnTo>
                      <a:pt x="106" y="35"/>
                    </a:lnTo>
                    <a:lnTo>
                      <a:pt x="84" y="49"/>
                    </a:lnTo>
                    <a:lnTo>
                      <a:pt x="58" y="73"/>
                    </a:lnTo>
                    <a:lnTo>
                      <a:pt x="42" y="78"/>
                    </a:lnTo>
                    <a:lnTo>
                      <a:pt x="28" y="91"/>
                    </a:lnTo>
                    <a:lnTo>
                      <a:pt x="16" y="103"/>
                    </a:lnTo>
                    <a:lnTo>
                      <a:pt x="10" y="122"/>
                    </a:lnTo>
                    <a:lnTo>
                      <a:pt x="2" y="143"/>
                    </a:lnTo>
                    <a:lnTo>
                      <a:pt x="0" y="161"/>
                    </a:lnTo>
                    <a:lnTo>
                      <a:pt x="0" y="200"/>
                    </a:lnTo>
                    <a:lnTo>
                      <a:pt x="10" y="241"/>
                    </a:lnTo>
                    <a:lnTo>
                      <a:pt x="52" y="282"/>
                    </a:lnTo>
                    <a:close/>
                  </a:path>
                </a:pathLst>
              </a:custGeom>
              <a:solidFill>
                <a:srgbClr val="C06000"/>
              </a:solidFill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9729" name="Freeform 36"/>
            <p:cNvSpPr>
              <a:spLocks noChangeArrowheads="1"/>
            </p:cNvSpPr>
            <p:nvPr/>
          </p:nvSpPr>
          <p:spPr bwMode="auto">
            <a:xfrm rot="1123344">
              <a:off x="2393" y="2047"/>
              <a:ext cx="219" cy="518"/>
            </a:xfrm>
            <a:custGeom>
              <a:avLst/>
              <a:gdLst>
                <a:gd name="T0" fmla="*/ 15 w 304"/>
                <a:gd name="T1" fmla="*/ 6 h 764"/>
                <a:gd name="T2" fmla="*/ 34 w 304"/>
                <a:gd name="T3" fmla="*/ 0 h 764"/>
                <a:gd name="T4" fmla="*/ 75 w 304"/>
                <a:gd name="T5" fmla="*/ 26 h 764"/>
                <a:gd name="T6" fmla="*/ 75 w 304"/>
                <a:gd name="T7" fmla="*/ 71 h 764"/>
                <a:gd name="T8" fmla="*/ 110 w 304"/>
                <a:gd name="T9" fmla="*/ 114 h 764"/>
                <a:gd name="T10" fmla="*/ 144 w 304"/>
                <a:gd name="T11" fmla="*/ 160 h 764"/>
                <a:gd name="T12" fmla="*/ 180 w 304"/>
                <a:gd name="T13" fmla="*/ 220 h 764"/>
                <a:gd name="T14" fmla="*/ 208 w 304"/>
                <a:gd name="T15" fmla="*/ 276 h 764"/>
                <a:gd name="T16" fmla="*/ 237 w 304"/>
                <a:gd name="T17" fmla="*/ 357 h 764"/>
                <a:gd name="T18" fmla="*/ 261 w 304"/>
                <a:gd name="T19" fmla="*/ 428 h 764"/>
                <a:gd name="T20" fmla="*/ 291 w 304"/>
                <a:gd name="T21" fmla="*/ 570 h 764"/>
                <a:gd name="T22" fmla="*/ 304 w 304"/>
                <a:gd name="T23" fmla="*/ 658 h 764"/>
                <a:gd name="T24" fmla="*/ 265 w 304"/>
                <a:gd name="T25" fmla="*/ 764 h 764"/>
                <a:gd name="T26" fmla="*/ 189 w 304"/>
                <a:gd name="T27" fmla="*/ 679 h 764"/>
                <a:gd name="T28" fmla="*/ 168 w 304"/>
                <a:gd name="T29" fmla="*/ 536 h 764"/>
                <a:gd name="T30" fmla="*/ 152 w 304"/>
                <a:gd name="T31" fmla="*/ 449 h 764"/>
                <a:gd name="T32" fmla="*/ 129 w 304"/>
                <a:gd name="T33" fmla="*/ 366 h 764"/>
                <a:gd name="T34" fmla="*/ 103 w 304"/>
                <a:gd name="T35" fmla="*/ 306 h 764"/>
                <a:gd name="T36" fmla="*/ 69 w 304"/>
                <a:gd name="T37" fmla="*/ 219 h 764"/>
                <a:gd name="T38" fmla="*/ 49 w 304"/>
                <a:gd name="T39" fmla="*/ 156 h 764"/>
                <a:gd name="T40" fmla="*/ 30 w 304"/>
                <a:gd name="T41" fmla="*/ 84 h 764"/>
                <a:gd name="T42" fmla="*/ 0 w 304"/>
                <a:gd name="T43" fmla="*/ 66 h 764"/>
                <a:gd name="T44" fmla="*/ 15 w 304"/>
                <a:gd name="T45" fmla="*/ 6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04" h="764">
                  <a:moveTo>
                    <a:pt x="15" y="6"/>
                  </a:moveTo>
                  <a:lnTo>
                    <a:pt x="34" y="0"/>
                  </a:lnTo>
                  <a:lnTo>
                    <a:pt x="75" y="26"/>
                  </a:lnTo>
                  <a:lnTo>
                    <a:pt x="75" y="71"/>
                  </a:lnTo>
                  <a:lnTo>
                    <a:pt x="110" y="114"/>
                  </a:lnTo>
                  <a:lnTo>
                    <a:pt x="144" y="160"/>
                  </a:lnTo>
                  <a:lnTo>
                    <a:pt x="180" y="220"/>
                  </a:lnTo>
                  <a:lnTo>
                    <a:pt x="208" y="276"/>
                  </a:lnTo>
                  <a:lnTo>
                    <a:pt x="237" y="357"/>
                  </a:lnTo>
                  <a:lnTo>
                    <a:pt x="261" y="428"/>
                  </a:lnTo>
                  <a:lnTo>
                    <a:pt x="291" y="570"/>
                  </a:lnTo>
                  <a:lnTo>
                    <a:pt x="304" y="658"/>
                  </a:lnTo>
                  <a:lnTo>
                    <a:pt x="265" y="764"/>
                  </a:lnTo>
                  <a:lnTo>
                    <a:pt x="189" y="679"/>
                  </a:lnTo>
                  <a:lnTo>
                    <a:pt x="168" y="536"/>
                  </a:lnTo>
                  <a:lnTo>
                    <a:pt x="152" y="449"/>
                  </a:lnTo>
                  <a:lnTo>
                    <a:pt x="129" y="366"/>
                  </a:lnTo>
                  <a:lnTo>
                    <a:pt x="103" y="306"/>
                  </a:lnTo>
                  <a:lnTo>
                    <a:pt x="69" y="219"/>
                  </a:lnTo>
                  <a:lnTo>
                    <a:pt x="49" y="156"/>
                  </a:lnTo>
                  <a:lnTo>
                    <a:pt x="30" y="84"/>
                  </a:lnTo>
                  <a:lnTo>
                    <a:pt x="0" y="66"/>
                  </a:lnTo>
                  <a:lnTo>
                    <a:pt x="15" y="6"/>
                  </a:lnTo>
                  <a:close/>
                </a:path>
              </a:pathLst>
            </a:custGeom>
            <a:solidFill>
              <a:srgbClr val="FF0000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9730" name="Group 37"/>
            <p:cNvGrpSpPr/>
            <p:nvPr/>
          </p:nvGrpSpPr>
          <p:grpSpPr bwMode="auto">
            <a:xfrm rot="1123344">
              <a:off x="2928" y="1942"/>
              <a:ext cx="127" cy="227"/>
              <a:chOff x="2833" y="962"/>
              <a:chExt cx="176" cy="334"/>
            </a:xfrm>
          </p:grpSpPr>
          <p:sp>
            <p:nvSpPr>
              <p:cNvPr id="29731" name="Freeform 38"/>
              <p:cNvSpPr>
                <a:spLocks noChangeArrowheads="1"/>
              </p:cNvSpPr>
              <p:nvPr/>
            </p:nvSpPr>
            <p:spPr bwMode="auto">
              <a:xfrm>
                <a:off x="2834" y="1086"/>
                <a:ext cx="175" cy="210"/>
              </a:xfrm>
              <a:custGeom>
                <a:avLst/>
                <a:gdLst>
                  <a:gd name="T0" fmla="*/ 957 w 1229"/>
                  <a:gd name="T1" fmla="*/ 1468 h 1468"/>
                  <a:gd name="T2" fmla="*/ 981 w 1229"/>
                  <a:gd name="T3" fmla="*/ 1270 h 1468"/>
                  <a:gd name="T4" fmla="*/ 1049 w 1229"/>
                  <a:gd name="T5" fmla="*/ 1164 h 1468"/>
                  <a:gd name="T6" fmla="*/ 1118 w 1229"/>
                  <a:gd name="T7" fmla="*/ 1071 h 1468"/>
                  <a:gd name="T8" fmla="*/ 1182 w 1229"/>
                  <a:gd name="T9" fmla="*/ 953 h 1468"/>
                  <a:gd name="T10" fmla="*/ 1216 w 1229"/>
                  <a:gd name="T11" fmla="*/ 854 h 1468"/>
                  <a:gd name="T12" fmla="*/ 1229 w 1229"/>
                  <a:gd name="T13" fmla="*/ 734 h 1468"/>
                  <a:gd name="T14" fmla="*/ 1202 w 1229"/>
                  <a:gd name="T15" fmla="*/ 604 h 1468"/>
                  <a:gd name="T16" fmla="*/ 1159 w 1229"/>
                  <a:gd name="T17" fmla="*/ 500 h 1468"/>
                  <a:gd name="T18" fmla="*/ 1166 w 1229"/>
                  <a:gd name="T19" fmla="*/ 405 h 1468"/>
                  <a:gd name="T20" fmla="*/ 1149 w 1229"/>
                  <a:gd name="T21" fmla="*/ 320 h 1468"/>
                  <a:gd name="T22" fmla="*/ 1125 w 1229"/>
                  <a:gd name="T23" fmla="*/ 272 h 1468"/>
                  <a:gd name="T24" fmla="*/ 1091 w 1229"/>
                  <a:gd name="T25" fmla="*/ 231 h 1468"/>
                  <a:gd name="T26" fmla="*/ 1079 w 1229"/>
                  <a:gd name="T27" fmla="*/ 204 h 1468"/>
                  <a:gd name="T28" fmla="*/ 1032 w 1229"/>
                  <a:gd name="T29" fmla="*/ 176 h 1468"/>
                  <a:gd name="T30" fmla="*/ 992 w 1229"/>
                  <a:gd name="T31" fmla="*/ 170 h 1468"/>
                  <a:gd name="T32" fmla="*/ 963 w 1229"/>
                  <a:gd name="T33" fmla="*/ 185 h 1468"/>
                  <a:gd name="T34" fmla="*/ 927 w 1229"/>
                  <a:gd name="T35" fmla="*/ 279 h 1468"/>
                  <a:gd name="T36" fmla="*/ 861 w 1229"/>
                  <a:gd name="T37" fmla="*/ 414 h 1468"/>
                  <a:gd name="T38" fmla="*/ 958 w 1229"/>
                  <a:gd name="T39" fmla="*/ 181 h 1468"/>
                  <a:gd name="T40" fmla="*/ 975 w 1229"/>
                  <a:gd name="T41" fmla="*/ 152 h 1468"/>
                  <a:gd name="T42" fmla="*/ 953 w 1229"/>
                  <a:gd name="T43" fmla="*/ 100 h 1468"/>
                  <a:gd name="T44" fmla="*/ 918 w 1229"/>
                  <a:gd name="T45" fmla="*/ 82 h 1468"/>
                  <a:gd name="T46" fmla="*/ 871 w 1229"/>
                  <a:gd name="T47" fmla="*/ 62 h 1468"/>
                  <a:gd name="T48" fmla="*/ 806 w 1229"/>
                  <a:gd name="T49" fmla="*/ 39 h 1468"/>
                  <a:gd name="T50" fmla="*/ 790 w 1229"/>
                  <a:gd name="T51" fmla="*/ 25 h 1468"/>
                  <a:gd name="T52" fmla="*/ 760 w 1229"/>
                  <a:gd name="T53" fmla="*/ 0 h 1468"/>
                  <a:gd name="T54" fmla="*/ 582 w 1229"/>
                  <a:gd name="T55" fmla="*/ 39 h 1468"/>
                  <a:gd name="T56" fmla="*/ 346 w 1229"/>
                  <a:gd name="T57" fmla="*/ 169 h 1468"/>
                  <a:gd name="T58" fmla="*/ 329 w 1229"/>
                  <a:gd name="T59" fmla="*/ 204 h 1468"/>
                  <a:gd name="T60" fmla="*/ 274 w 1229"/>
                  <a:gd name="T61" fmla="*/ 259 h 1468"/>
                  <a:gd name="T62" fmla="*/ 210 w 1229"/>
                  <a:gd name="T63" fmla="*/ 303 h 1468"/>
                  <a:gd name="T64" fmla="*/ 154 w 1229"/>
                  <a:gd name="T65" fmla="*/ 326 h 1468"/>
                  <a:gd name="T66" fmla="*/ 102 w 1229"/>
                  <a:gd name="T67" fmla="*/ 378 h 1468"/>
                  <a:gd name="T68" fmla="*/ 67 w 1229"/>
                  <a:gd name="T69" fmla="*/ 466 h 1468"/>
                  <a:gd name="T70" fmla="*/ 20 w 1229"/>
                  <a:gd name="T71" fmla="*/ 584 h 1468"/>
                  <a:gd name="T72" fmla="*/ 0 w 1229"/>
                  <a:gd name="T73" fmla="*/ 649 h 1468"/>
                  <a:gd name="T74" fmla="*/ 20 w 1229"/>
                  <a:gd name="T75" fmla="*/ 753 h 1468"/>
                  <a:gd name="T76" fmla="*/ 55 w 1229"/>
                  <a:gd name="T77" fmla="*/ 861 h 1468"/>
                  <a:gd name="T78" fmla="*/ 110 w 1229"/>
                  <a:gd name="T79" fmla="*/ 998 h 1468"/>
                  <a:gd name="T80" fmla="*/ 141 w 1229"/>
                  <a:gd name="T81" fmla="*/ 1111 h 1468"/>
                  <a:gd name="T82" fmla="*/ 218 w 1229"/>
                  <a:gd name="T83" fmla="*/ 1215 h 1468"/>
                  <a:gd name="T84" fmla="*/ 257 w 1229"/>
                  <a:gd name="T85" fmla="*/ 1233 h 1468"/>
                  <a:gd name="T86" fmla="*/ 279 w 1229"/>
                  <a:gd name="T87" fmla="*/ 1290 h 1468"/>
                  <a:gd name="T88" fmla="*/ 283 w 1229"/>
                  <a:gd name="T89" fmla="*/ 1465 h 1468"/>
                  <a:gd name="T90" fmla="*/ 957 w 1229"/>
                  <a:gd name="T91" fmla="*/ 1468 h 1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229" h="1468">
                    <a:moveTo>
                      <a:pt x="957" y="1468"/>
                    </a:moveTo>
                    <a:lnTo>
                      <a:pt x="981" y="1270"/>
                    </a:lnTo>
                    <a:lnTo>
                      <a:pt x="1049" y="1164"/>
                    </a:lnTo>
                    <a:lnTo>
                      <a:pt x="1118" y="1071"/>
                    </a:lnTo>
                    <a:lnTo>
                      <a:pt x="1182" y="953"/>
                    </a:lnTo>
                    <a:lnTo>
                      <a:pt x="1216" y="854"/>
                    </a:lnTo>
                    <a:lnTo>
                      <a:pt x="1229" y="734"/>
                    </a:lnTo>
                    <a:lnTo>
                      <a:pt x="1202" y="604"/>
                    </a:lnTo>
                    <a:lnTo>
                      <a:pt x="1159" y="500"/>
                    </a:lnTo>
                    <a:lnTo>
                      <a:pt x="1166" y="405"/>
                    </a:lnTo>
                    <a:lnTo>
                      <a:pt x="1149" y="320"/>
                    </a:lnTo>
                    <a:lnTo>
                      <a:pt x="1125" y="272"/>
                    </a:lnTo>
                    <a:lnTo>
                      <a:pt x="1091" y="231"/>
                    </a:lnTo>
                    <a:lnTo>
                      <a:pt x="1079" y="204"/>
                    </a:lnTo>
                    <a:lnTo>
                      <a:pt x="1032" y="176"/>
                    </a:lnTo>
                    <a:lnTo>
                      <a:pt x="992" y="170"/>
                    </a:lnTo>
                    <a:lnTo>
                      <a:pt x="963" y="185"/>
                    </a:lnTo>
                    <a:lnTo>
                      <a:pt x="927" y="279"/>
                    </a:lnTo>
                    <a:lnTo>
                      <a:pt x="861" y="414"/>
                    </a:lnTo>
                    <a:lnTo>
                      <a:pt x="958" y="181"/>
                    </a:lnTo>
                    <a:lnTo>
                      <a:pt x="975" y="152"/>
                    </a:lnTo>
                    <a:lnTo>
                      <a:pt x="953" y="100"/>
                    </a:lnTo>
                    <a:lnTo>
                      <a:pt x="918" y="82"/>
                    </a:lnTo>
                    <a:lnTo>
                      <a:pt x="871" y="62"/>
                    </a:lnTo>
                    <a:lnTo>
                      <a:pt x="806" y="39"/>
                    </a:lnTo>
                    <a:lnTo>
                      <a:pt x="790" y="25"/>
                    </a:lnTo>
                    <a:lnTo>
                      <a:pt x="760" y="0"/>
                    </a:lnTo>
                    <a:lnTo>
                      <a:pt x="582" y="39"/>
                    </a:lnTo>
                    <a:lnTo>
                      <a:pt x="346" y="169"/>
                    </a:lnTo>
                    <a:lnTo>
                      <a:pt x="329" y="204"/>
                    </a:lnTo>
                    <a:lnTo>
                      <a:pt x="274" y="259"/>
                    </a:lnTo>
                    <a:lnTo>
                      <a:pt x="210" y="303"/>
                    </a:lnTo>
                    <a:lnTo>
                      <a:pt x="154" y="326"/>
                    </a:lnTo>
                    <a:lnTo>
                      <a:pt x="102" y="378"/>
                    </a:lnTo>
                    <a:lnTo>
                      <a:pt x="67" y="466"/>
                    </a:lnTo>
                    <a:lnTo>
                      <a:pt x="20" y="584"/>
                    </a:lnTo>
                    <a:lnTo>
                      <a:pt x="0" y="649"/>
                    </a:lnTo>
                    <a:lnTo>
                      <a:pt x="20" y="753"/>
                    </a:lnTo>
                    <a:lnTo>
                      <a:pt x="55" y="861"/>
                    </a:lnTo>
                    <a:lnTo>
                      <a:pt x="110" y="998"/>
                    </a:lnTo>
                    <a:lnTo>
                      <a:pt x="141" y="1111"/>
                    </a:lnTo>
                    <a:lnTo>
                      <a:pt x="218" y="1215"/>
                    </a:lnTo>
                    <a:lnTo>
                      <a:pt x="257" y="1233"/>
                    </a:lnTo>
                    <a:lnTo>
                      <a:pt x="279" y="1290"/>
                    </a:lnTo>
                    <a:lnTo>
                      <a:pt x="283" y="1465"/>
                    </a:lnTo>
                    <a:lnTo>
                      <a:pt x="957" y="1468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32" name="Freeform 39"/>
              <p:cNvSpPr>
                <a:spLocks noChangeArrowheads="1"/>
              </p:cNvSpPr>
              <p:nvPr/>
            </p:nvSpPr>
            <p:spPr bwMode="auto">
              <a:xfrm>
                <a:off x="2932" y="1151"/>
                <a:ext cx="77" cy="40"/>
              </a:xfrm>
              <a:custGeom>
                <a:avLst/>
                <a:gdLst>
                  <a:gd name="T0" fmla="*/ 0 w 538"/>
                  <a:gd name="T1" fmla="*/ 0 h 275"/>
                  <a:gd name="T2" fmla="*/ 234 w 538"/>
                  <a:gd name="T3" fmla="*/ 164 h 275"/>
                  <a:gd name="T4" fmla="*/ 445 w 538"/>
                  <a:gd name="T5" fmla="*/ 246 h 275"/>
                  <a:gd name="T6" fmla="*/ 538 w 538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8" h="275">
                    <a:moveTo>
                      <a:pt x="0" y="0"/>
                    </a:moveTo>
                    <a:lnTo>
                      <a:pt x="234" y="164"/>
                    </a:lnTo>
                    <a:lnTo>
                      <a:pt x="445" y="246"/>
                    </a:lnTo>
                    <a:lnTo>
                      <a:pt x="538" y="275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33" name="Freeform 40"/>
              <p:cNvSpPr>
                <a:spLocks noChangeArrowheads="1"/>
              </p:cNvSpPr>
              <p:nvPr/>
            </p:nvSpPr>
            <p:spPr bwMode="auto">
              <a:xfrm>
                <a:off x="2885" y="1141"/>
                <a:ext cx="86" cy="91"/>
              </a:xfrm>
              <a:custGeom>
                <a:avLst/>
                <a:gdLst>
                  <a:gd name="T0" fmla="*/ 0 w 601"/>
                  <a:gd name="T1" fmla="*/ 0 h 643"/>
                  <a:gd name="T2" fmla="*/ 337 w 601"/>
                  <a:gd name="T3" fmla="*/ 180 h 643"/>
                  <a:gd name="T4" fmla="*/ 413 w 601"/>
                  <a:gd name="T5" fmla="*/ 245 h 643"/>
                  <a:gd name="T6" fmla="*/ 510 w 601"/>
                  <a:gd name="T7" fmla="*/ 360 h 643"/>
                  <a:gd name="T8" fmla="*/ 551 w 601"/>
                  <a:gd name="T9" fmla="*/ 454 h 643"/>
                  <a:gd name="T10" fmla="*/ 573 w 601"/>
                  <a:gd name="T11" fmla="*/ 534 h 643"/>
                  <a:gd name="T12" fmla="*/ 601 w 601"/>
                  <a:gd name="T13" fmla="*/ 643 h 6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1" h="643">
                    <a:moveTo>
                      <a:pt x="0" y="0"/>
                    </a:moveTo>
                    <a:lnTo>
                      <a:pt x="337" y="180"/>
                    </a:lnTo>
                    <a:lnTo>
                      <a:pt x="413" y="245"/>
                    </a:lnTo>
                    <a:lnTo>
                      <a:pt x="510" y="360"/>
                    </a:lnTo>
                    <a:lnTo>
                      <a:pt x="551" y="454"/>
                    </a:lnTo>
                    <a:lnTo>
                      <a:pt x="573" y="534"/>
                    </a:lnTo>
                    <a:lnTo>
                      <a:pt x="601" y="643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34" name="Freeform 41"/>
              <p:cNvSpPr>
                <a:spLocks noChangeArrowheads="1"/>
              </p:cNvSpPr>
              <p:nvPr/>
            </p:nvSpPr>
            <p:spPr bwMode="auto">
              <a:xfrm>
                <a:off x="2919" y="1090"/>
                <a:ext cx="57" cy="89"/>
              </a:xfrm>
              <a:custGeom>
                <a:avLst/>
                <a:gdLst>
                  <a:gd name="T0" fmla="*/ 391 w 395"/>
                  <a:gd name="T1" fmla="*/ 139 h 623"/>
                  <a:gd name="T2" fmla="*/ 395 w 395"/>
                  <a:gd name="T3" fmla="*/ 98 h 623"/>
                  <a:gd name="T4" fmla="*/ 368 w 395"/>
                  <a:gd name="T5" fmla="*/ 42 h 623"/>
                  <a:gd name="T6" fmla="*/ 328 w 395"/>
                  <a:gd name="T7" fmla="*/ 15 h 623"/>
                  <a:gd name="T8" fmla="*/ 290 w 395"/>
                  <a:gd name="T9" fmla="*/ 0 h 623"/>
                  <a:gd name="T10" fmla="*/ 248 w 395"/>
                  <a:gd name="T11" fmla="*/ 1 h 623"/>
                  <a:gd name="T12" fmla="*/ 211 w 395"/>
                  <a:gd name="T13" fmla="*/ 10 h 623"/>
                  <a:gd name="T14" fmla="*/ 181 w 395"/>
                  <a:gd name="T15" fmla="*/ 28 h 623"/>
                  <a:gd name="T16" fmla="*/ 123 w 395"/>
                  <a:gd name="T17" fmla="*/ 167 h 623"/>
                  <a:gd name="T18" fmla="*/ 83 w 395"/>
                  <a:gd name="T19" fmla="*/ 298 h 623"/>
                  <a:gd name="T20" fmla="*/ 45 w 395"/>
                  <a:gd name="T21" fmla="*/ 401 h 623"/>
                  <a:gd name="T22" fmla="*/ 0 w 395"/>
                  <a:gd name="T23" fmla="*/ 512 h 623"/>
                  <a:gd name="T24" fmla="*/ 16 w 395"/>
                  <a:gd name="T25" fmla="*/ 581 h 623"/>
                  <a:gd name="T26" fmla="*/ 38 w 395"/>
                  <a:gd name="T27" fmla="*/ 604 h 623"/>
                  <a:gd name="T28" fmla="*/ 72 w 395"/>
                  <a:gd name="T29" fmla="*/ 623 h 623"/>
                  <a:gd name="T30" fmla="*/ 110 w 395"/>
                  <a:gd name="T31" fmla="*/ 618 h 623"/>
                  <a:gd name="T32" fmla="*/ 148 w 395"/>
                  <a:gd name="T33" fmla="*/ 602 h 623"/>
                  <a:gd name="T34" fmla="*/ 186 w 395"/>
                  <a:gd name="T35" fmla="*/ 540 h 623"/>
                  <a:gd name="T36" fmla="*/ 201 w 395"/>
                  <a:gd name="T37" fmla="*/ 453 h 623"/>
                  <a:gd name="T38" fmla="*/ 235 w 395"/>
                  <a:gd name="T39" fmla="*/ 398 h 623"/>
                  <a:gd name="T40" fmla="*/ 265 w 395"/>
                  <a:gd name="T41" fmla="*/ 332 h 623"/>
                  <a:gd name="T42" fmla="*/ 315 w 395"/>
                  <a:gd name="T43" fmla="*/ 267 h 623"/>
                  <a:gd name="T44" fmla="*/ 364 w 395"/>
                  <a:gd name="T45" fmla="*/ 183 h 623"/>
                  <a:gd name="T46" fmla="*/ 391 w 395"/>
                  <a:gd name="T47" fmla="*/ 139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5" h="623">
                    <a:moveTo>
                      <a:pt x="391" y="139"/>
                    </a:moveTo>
                    <a:lnTo>
                      <a:pt x="395" y="98"/>
                    </a:lnTo>
                    <a:lnTo>
                      <a:pt x="368" y="42"/>
                    </a:lnTo>
                    <a:lnTo>
                      <a:pt x="328" y="15"/>
                    </a:lnTo>
                    <a:lnTo>
                      <a:pt x="290" y="0"/>
                    </a:lnTo>
                    <a:lnTo>
                      <a:pt x="248" y="1"/>
                    </a:lnTo>
                    <a:lnTo>
                      <a:pt x="211" y="10"/>
                    </a:lnTo>
                    <a:lnTo>
                      <a:pt x="181" y="28"/>
                    </a:lnTo>
                    <a:lnTo>
                      <a:pt x="123" y="167"/>
                    </a:lnTo>
                    <a:lnTo>
                      <a:pt x="83" y="298"/>
                    </a:lnTo>
                    <a:lnTo>
                      <a:pt x="45" y="401"/>
                    </a:lnTo>
                    <a:lnTo>
                      <a:pt x="0" y="512"/>
                    </a:lnTo>
                    <a:lnTo>
                      <a:pt x="16" y="581"/>
                    </a:lnTo>
                    <a:lnTo>
                      <a:pt x="38" y="604"/>
                    </a:lnTo>
                    <a:lnTo>
                      <a:pt x="72" y="623"/>
                    </a:lnTo>
                    <a:lnTo>
                      <a:pt x="110" y="618"/>
                    </a:lnTo>
                    <a:lnTo>
                      <a:pt x="148" y="602"/>
                    </a:lnTo>
                    <a:lnTo>
                      <a:pt x="186" y="540"/>
                    </a:lnTo>
                    <a:lnTo>
                      <a:pt x="201" y="453"/>
                    </a:lnTo>
                    <a:lnTo>
                      <a:pt x="235" y="398"/>
                    </a:lnTo>
                    <a:lnTo>
                      <a:pt x="265" y="332"/>
                    </a:lnTo>
                    <a:lnTo>
                      <a:pt x="315" y="267"/>
                    </a:lnTo>
                    <a:lnTo>
                      <a:pt x="364" y="183"/>
                    </a:lnTo>
                    <a:lnTo>
                      <a:pt x="391" y="139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35" name="Freeform 42"/>
              <p:cNvSpPr>
                <a:spLocks noChangeArrowheads="1"/>
              </p:cNvSpPr>
              <p:nvPr/>
            </p:nvSpPr>
            <p:spPr bwMode="auto">
              <a:xfrm>
                <a:off x="2925" y="1154"/>
                <a:ext cx="16" cy="21"/>
              </a:xfrm>
              <a:custGeom>
                <a:avLst/>
                <a:gdLst>
                  <a:gd name="T0" fmla="*/ 16 w 114"/>
                  <a:gd name="T1" fmla="*/ 18 h 148"/>
                  <a:gd name="T2" fmla="*/ 38 w 114"/>
                  <a:gd name="T3" fmla="*/ 0 h 148"/>
                  <a:gd name="T4" fmla="*/ 77 w 114"/>
                  <a:gd name="T5" fmla="*/ 4 h 148"/>
                  <a:gd name="T6" fmla="*/ 114 w 114"/>
                  <a:gd name="T7" fmla="*/ 22 h 148"/>
                  <a:gd name="T8" fmla="*/ 114 w 114"/>
                  <a:gd name="T9" fmla="*/ 77 h 148"/>
                  <a:gd name="T10" fmla="*/ 108 w 114"/>
                  <a:gd name="T11" fmla="*/ 107 h 148"/>
                  <a:gd name="T12" fmla="*/ 92 w 114"/>
                  <a:gd name="T13" fmla="*/ 139 h 148"/>
                  <a:gd name="T14" fmla="*/ 54 w 114"/>
                  <a:gd name="T15" fmla="*/ 148 h 148"/>
                  <a:gd name="T16" fmla="*/ 35 w 114"/>
                  <a:gd name="T17" fmla="*/ 146 h 148"/>
                  <a:gd name="T18" fmla="*/ 13 w 114"/>
                  <a:gd name="T19" fmla="*/ 124 h 148"/>
                  <a:gd name="T20" fmla="*/ 0 w 114"/>
                  <a:gd name="T21" fmla="*/ 98 h 148"/>
                  <a:gd name="T22" fmla="*/ 16 w 114"/>
                  <a:gd name="T23" fmla="*/ 1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4" h="148">
                    <a:moveTo>
                      <a:pt x="16" y="18"/>
                    </a:moveTo>
                    <a:lnTo>
                      <a:pt x="38" y="0"/>
                    </a:lnTo>
                    <a:lnTo>
                      <a:pt x="77" y="4"/>
                    </a:lnTo>
                    <a:lnTo>
                      <a:pt x="114" y="22"/>
                    </a:lnTo>
                    <a:lnTo>
                      <a:pt x="114" y="77"/>
                    </a:lnTo>
                    <a:lnTo>
                      <a:pt x="108" y="107"/>
                    </a:lnTo>
                    <a:lnTo>
                      <a:pt x="92" y="139"/>
                    </a:lnTo>
                    <a:lnTo>
                      <a:pt x="54" y="148"/>
                    </a:lnTo>
                    <a:lnTo>
                      <a:pt x="35" y="146"/>
                    </a:lnTo>
                    <a:lnTo>
                      <a:pt x="13" y="124"/>
                    </a:lnTo>
                    <a:lnTo>
                      <a:pt x="0" y="98"/>
                    </a:lnTo>
                    <a:lnTo>
                      <a:pt x="16" y="18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36" name="Freeform 43"/>
              <p:cNvSpPr>
                <a:spLocks noChangeArrowheads="1"/>
              </p:cNvSpPr>
              <p:nvPr/>
            </p:nvSpPr>
            <p:spPr bwMode="auto">
              <a:xfrm>
                <a:off x="2870" y="962"/>
                <a:ext cx="42" cy="155"/>
              </a:xfrm>
              <a:custGeom>
                <a:avLst/>
                <a:gdLst>
                  <a:gd name="T0" fmla="*/ 284 w 290"/>
                  <a:gd name="T1" fmla="*/ 1005 h 1090"/>
                  <a:gd name="T2" fmla="*/ 289 w 290"/>
                  <a:gd name="T3" fmla="*/ 947 h 1090"/>
                  <a:gd name="T4" fmla="*/ 290 w 290"/>
                  <a:gd name="T5" fmla="*/ 818 h 1090"/>
                  <a:gd name="T6" fmla="*/ 281 w 290"/>
                  <a:gd name="T7" fmla="*/ 691 h 1090"/>
                  <a:gd name="T8" fmla="*/ 275 w 290"/>
                  <a:gd name="T9" fmla="*/ 635 h 1090"/>
                  <a:gd name="T10" fmla="*/ 271 w 290"/>
                  <a:gd name="T11" fmla="*/ 594 h 1090"/>
                  <a:gd name="T12" fmla="*/ 271 w 290"/>
                  <a:gd name="T13" fmla="*/ 505 h 1090"/>
                  <a:gd name="T14" fmla="*/ 276 w 290"/>
                  <a:gd name="T15" fmla="*/ 406 h 1090"/>
                  <a:gd name="T16" fmla="*/ 275 w 290"/>
                  <a:gd name="T17" fmla="*/ 332 h 1090"/>
                  <a:gd name="T18" fmla="*/ 273 w 290"/>
                  <a:gd name="T19" fmla="*/ 276 h 1090"/>
                  <a:gd name="T20" fmla="*/ 262 w 290"/>
                  <a:gd name="T21" fmla="*/ 166 h 1090"/>
                  <a:gd name="T22" fmla="*/ 253 w 290"/>
                  <a:gd name="T23" fmla="*/ 88 h 1090"/>
                  <a:gd name="T24" fmla="*/ 236 w 290"/>
                  <a:gd name="T25" fmla="*/ 24 h 1090"/>
                  <a:gd name="T26" fmla="*/ 214 w 290"/>
                  <a:gd name="T27" fmla="*/ 3 h 1090"/>
                  <a:gd name="T28" fmla="*/ 186 w 290"/>
                  <a:gd name="T29" fmla="*/ 1 h 1090"/>
                  <a:gd name="T30" fmla="*/ 156 w 290"/>
                  <a:gd name="T31" fmla="*/ 0 h 1090"/>
                  <a:gd name="T32" fmla="*/ 121 w 290"/>
                  <a:gd name="T33" fmla="*/ 14 h 1090"/>
                  <a:gd name="T34" fmla="*/ 92 w 290"/>
                  <a:gd name="T35" fmla="*/ 70 h 1090"/>
                  <a:gd name="T36" fmla="*/ 85 w 290"/>
                  <a:gd name="T37" fmla="*/ 160 h 1090"/>
                  <a:gd name="T38" fmla="*/ 82 w 290"/>
                  <a:gd name="T39" fmla="*/ 264 h 1090"/>
                  <a:gd name="T40" fmla="*/ 76 w 290"/>
                  <a:gd name="T41" fmla="*/ 332 h 1090"/>
                  <a:gd name="T42" fmla="*/ 67 w 290"/>
                  <a:gd name="T43" fmla="*/ 402 h 1090"/>
                  <a:gd name="T44" fmla="*/ 68 w 290"/>
                  <a:gd name="T45" fmla="*/ 485 h 1090"/>
                  <a:gd name="T46" fmla="*/ 64 w 290"/>
                  <a:gd name="T47" fmla="*/ 580 h 1090"/>
                  <a:gd name="T48" fmla="*/ 51 w 290"/>
                  <a:gd name="T49" fmla="*/ 651 h 1090"/>
                  <a:gd name="T50" fmla="*/ 37 w 290"/>
                  <a:gd name="T51" fmla="*/ 765 h 1090"/>
                  <a:gd name="T52" fmla="*/ 19 w 290"/>
                  <a:gd name="T53" fmla="*/ 885 h 1090"/>
                  <a:gd name="T54" fmla="*/ 3 w 290"/>
                  <a:gd name="T55" fmla="*/ 986 h 1090"/>
                  <a:gd name="T56" fmla="*/ 0 w 290"/>
                  <a:gd name="T57" fmla="*/ 1090 h 1090"/>
                  <a:gd name="T58" fmla="*/ 266 w 290"/>
                  <a:gd name="T59" fmla="*/ 1085 h 1090"/>
                  <a:gd name="T60" fmla="*/ 284 w 290"/>
                  <a:gd name="T61" fmla="*/ 1005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90" h="1090">
                    <a:moveTo>
                      <a:pt x="284" y="1005"/>
                    </a:moveTo>
                    <a:lnTo>
                      <a:pt x="289" y="947"/>
                    </a:lnTo>
                    <a:lnTo>
                      <a:pt x="290" y="818"/>
                    </a:lnTo>
                    <a:lnTo>
                      <a:pt x="281" y="691"/>
                    </a:lnTo>
                    <a:lnTo>
                      <a:pt x="275" y="635"/>
                    </a:lnTo>
                    <a:lnTo>
                      <a:pt x="271" y="594"/>
                    </a:lnTo>
                    <a:lnTo>
                      <a:pt x="271" y="505"/>
                    </a:lnTo>
                    <a:lnTo>
                      <a:pt x="276" y="406"/>
                    </a:lnTo>
                    <a:lnTo>
                      <a:pt x="275" y="332"/>
                    </a:lnTo>
                    <a:lnTo>
                      <a:pt x="273" y="276"/>
                    </a:lnTo>
                    <a:lnTo>
                      <a:pt x="262" y="166"/>
                    </a:lnTo>
                    <a:lnTo>
                      <a:pt x="253" y="88"/>
                    </a:lnTo>
                    <a:lnTo>
                      <a:pt x="236" y="24"/>
                    </a:lnTo>
                    <a:lnTo>
                      <a:pt x="214" y="3"/>
                    </a:lnTo>
                    <a:lnTo>
                      <a:pt x="186" y="1"/>
                    </a:lnTo>
                    <a:lnTo>
                      <a:pt x="156" y="0"/>
                    </a:lnTo>
                    <a:lnTo>
                      <a:pt x="121" y="14"/>
                    </a:lnTo>
                    <a:lnTo>
                      <a:pt x="92" y="70"/>
                    </a:lnTo>
                    <a:lnTo>
                      <a:pt x="85" y="160"/>
                    </a:lnTo>
                    <a:lnTo>
                      <a:pt x="82" y="264"/>
                    </a:lnTo>
                    <a:lnTo>
                      <a:pt x="76" y="332"/>
                    </a:lnTo>
                    <a:lnTo>
                      <a:pt x="67" y="402"/>
                    </a:lnTo>
                    <a:lnTo>
                      <a:pt x="68" y="485"/>
                    </a:lnTo>
                    <a:lnTo>
                      <a:pt x="64" y="580"/>
                    </a:lnTo>
                    <a:lnTo>
                      <a:pt x="51" y="651"/>
                    </a:lnTo>
                    <a:lnTo>
                      <a:pt x="37" y="765"/>
                    </a:lnTo>
                    <a:lnTo>
                      <a:pt x="19" y="885"/>
                    </a:lnTo>
                    <a:lnTo>
                      <a:pt x="3" y="986"/>
                    </a:lnTo>
                    <a:lnTo>
                      <a:pt x="0" y="1090"/>
                    </a:lnTo>
                    <a:lnTo>
                      <a:pt x="266" y="1085"/>
                    </a:lnTo>
                    <a:lnTo>
                      <a:pt x="284" y="1005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37" name="Freeform 44"/>
              <p:cNvSpPr>
                <a:spLocks noChangeArrowheads="1"/>
              </p:cNvSpPr>
              <p:nvPr/>
            </p:nvSpPr>
            <p:spPr bwMode="auto">
              <a:xfrm>
                <a:off x="2968" y="1156"/>
                <a:ext cx="31" cy="4"/>
              </a:xfrm>
              <a:custGeom>
                <a:avLst/>
                <a:gdLst>
                  <a:gd name="T0" fmla="*/ 221 w 221"/>
                  <a:gd name="T1" fmla="*/ 14 h 28"/>
                  <a:gd name="T2" fmla="*/ 156 w 221"/>
                  <a:gd name="T3" fmla="*/ 24 h 28"/>
                  <a:gd name="T4" fmla="*/ 104 w 221"/>
                  <a:gd name="T5" fmla="*/ 28 h 28"/>
                  <a:gd name="T6" fmla="*/ 35 w 221"/>
                  <a:gd name="T7" fmla="*/ 14 h 28"/>
                  <a:gd name="T8" fmla="*/ 0 w 221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1" h="28">
                    <a:moveTo>
                      <a:pt x="221" y="14"/>
                    </a:moveTo>
                    <a:lnTo>
                      <a:pt x="156" y="24"/>
                    </a:lnTo>
                    <a:lnTo>
                      <a:pt x="104" y="28"/>
                    </a:lnTo>
                    <a:lnTo>
                      <a:pt x="35" y="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38" name="Freeform 45"/>
              <p:cNvSpPr>
                <a:spLocks noChangeArrowheads="1"/>
              </p:cNvSpPr>
              <p:nvPr/>
            </p:nvSpPr>
            <p:spPr bwMode="auto">
              <a:xfrm>
                <a:off x="2872" y="1264"/>
                <a:ext cx="26" cy="2"/>
              </a:xfrm>
              <a:custGeom>
                <a:avLst/>
                <a:gdLst>
                  <a:gd name="T0" fmla="*/ 0 w 181"/>
                  <a:gd name="T1" fmla="*/ 0 h 14"/>
                  <a:gd name="T2" fmla="*/ 70 w 181"/>
                  <a:gd name="T3" fmla="*/ 14 h 14"/>
                  <a:gd name="T4" fmla="*/ 146 w 181"/>
                  <a:gd name="T5" fmla="*/ 14 h 14"/>
                  <a:gd name="T6" fmla="*/ 181 w 181"/>
                  <a:gd name="T7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1" h="14">
                    <a:moveTo>
                      <a:pt x="0" y="0"/>
                    </a:moveTo>
                    <a:lnTo>
                      <a:pt x="70" y="14"/>
                    </a:lnTo>
                    <a:lnTo>
                      <a:pt x="146" y="14"/>
                    </a:lnTo>
                    <a:lnTo>
                      <a:pt x="181" y="7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39" name="Freeform 46"/>
              <p:cNvSpPr>
                <a:spLocks noChangeArrowheads="1"/>
              </p:cNvSpPr>
              <p:nvPr/>
            </p:nvSpPr>
            <p:spPr bwMode="auto">
              <a:xfrm>
                <a:off x="2928" y="1104"/>
                <a:ext cx="53" cy="72"/>
              </a:xfrm>
              <a:custGeom>
                <a:avLst/>
                <a:gdLst>
                  <a:gd name="T0" fmla="*/ 370 w 370"/>
                  <a:gd name="T1" fmla="*/ 97 h 501"/>
                  <a:gd name="T2" fmla="*/ 362 w 370"/>
                  <a:gd name="T3" fmla="*/ 159 h 501"/>
                  <a:gd name="T4" fmla="*/ 331 w 370"/>
                  <a:gd name="T5" fmla="*/ 214 h 501"/>
                  <a:gd name="T6" fmla="*/ 276 w 370"/>
                  <a:gd name="T7" fmla="*/ 266 h 501"/>
                  <a:gd name="T8" fmla="*/ 239 w 370"/>
                  <a:gd name="T9" fmla="*/ 279 h 501"/>
                  <a:gd name="T10" fmla="*/ 209 w 370"/>
                  <a:gd name="T11" fmla="*/ 294 h 501"/>
                  <a:gd name="T12" fmla="*/ 191 w 370"/>
                  <a:gd name="T13" fmla="*/ 344 h 501"/>
                  <a:gd name="T14" fmla="*/ 163 w 370"/>
                  <a:gd name="T15" fmla="*/ 414 h 501"/>
                  <a:gd name="T16" fmla="*/ 132 w 370"/>
                  <a:gd name="T17" fmla="*/ 480 h 501"/>
                  <a:gd name="T18" fmla="*/ 97 w 370"/>
                  <a:gd name="T19" fmla="*/ 501 h 501"/>
                  <a:gd name="T20" fmla="*/ 46 w 370"/>
                  <a:gd name="T21" fmla="*/ 501 h 501"/>
                  <a:gd name="T22" fmla="*/ 14 w 370"/>
                  <a:gd name="T23" fmla="*/ 486 h 501"/>
                  <a:gd name="T24" fmla="*/ 0 w 370"/>
                  <a:gd name="T25" fmla="*/ 446 h 501"/>
                  <a:gd name="T26" fmla="*/ 3 w 370"/>
                  <a:gd name="T27" fmla="*/ 401 h 501"/>
                  <a:gd name="T28" fmla="*/ 19 w 370"/>
                  <a:gd name="T29" fmla="*/ 318 h 501"/>
                  <a:gd name="T30" fmla="*/ 52 w 370"/>
                  <a:gd name="T31" fmla="*/ 251 h 501"/>
                  <a:gd name="T32" fmla="*/ 90 w 370"/>
                  <a:gd name="T33" fmla="*/ 193 h 501"/>
                  <a:gd name="T34" fmla="*/ 160 w 370"/>
                  <a:gd name="T35" fmla="*/ 69 h 501"/>
                  <a:gd name="T36" fmla="*/ 207 w 370"/>
                  <a:gd name="T37" fmla="*/ 14 h 501"/>
                  <a:gd name="T38" fmla="*/ 269 w 370"/>
                  <a:gd name="T39" fmla="*/ 0 h 501"/>
                  <a:gd name="T40" fmla="*/ 305 w 370"/>
                  <a:gd name="T41" fmla="*/ 9 h 501"/>
                  <a:gd name="T42" fmla="*/ 331 w 370"/>
                  <a:gd name="T43" fmla="*/ 28 h 501"/>
                  <a:gd name="T44" fmla="*/ 357 w 370"/>
                  <a:gd name="T45" fmla="*/ 61 h 501"/>
                  <a:gd name="T46" fmla="*/ 370 w 370"/>
                  <a:gd name="T47" fmla="*/ 97 h 5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70" h="501">
                    <a:moveTo>
                      <a:pt x="370" y="97"/>
                    </a:moveTo>
                    <a:lnTo>
                      <a:pt x="362" y="159"/>
                    </a:lnTo>
                    <a:lnTo>
                      <a:pt x="331" y="214"/>
                    </a:lnTo>
                    <a:lnTo>
                      <a:pt x="276" y="266"/>
                    </a:lnTo>
                    <a:lnTo>
                      <a:pt x="239" y="279"/>
                    </a:lnTo>
                    <a:lnTo>
                      <a:pt x="209" y="294"/>
                    </a:lnTo>
                    <a:lnTo>
                      <a:pt x="191" y="344"/>
                    </a:lnTo>
                    <a:lnTo>
                      <a:pt x="163" y="414"/>
                    </a:lnTo>
                    <a:lnTo>
                      <a:pt x="132" y="480"/>
                    </a:lnTo>
                    <a:lnTo>
                      <a:pt x="97" y="501"/>
                    </a:lnTo>
                    <a:lnTo>
                      <a:pt x="46" y="501"/>
                    </a:lnTo>
                    <a:lnTo>
                      <a:pt x="14" y="486"/>
                    </a:lnTo>
                    <a:lnTo>
                      <a:pt x="0" y="446"/>
                    </a:lnTo>
                    <a:lnTo>
                      <a:pt x="3" y="401"/>
                    </a:lnTo>
                    <a:lnTo>
                      <a:pt x="19" y="318"/>
                    </a:lnTo>
                    <a:lnTo>
                      <a:pt x="52" y="251"/>
                    </a:lnTo>
                    <a:lnTo>
                      <a:pt x="90" y="193"/>
                    </a:lnTo>
                    <a:lnTo>
                      <a:pt x="160" y="69"/>
                    </a:lnTo>
                    <a:lnTo>
                      <a:pt x="207" y="14"/>
                    </a:lnTo>
                    <a:lnTo>
                      <a:pt x="269" y="0"/>
                    </a:lnTo>
                    <a:lnTo>
                      <a:pt x="305" y="9"/>
                    </a:lnTo>
                    <a:lnTo>
                      <a:pt x="331" y="28"/>
                    </a:lnTo>
                    <a:lnTo>
                      <a:pt x="357" y="61"/>
                    </a:lnTo>
                    <a:lnTo>
                      <a:pt x="370" y="97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40" name="Freeform 47"/>
              <p:cNvSpPr>
                <a:spLocks noChangeArrowheads="1"/>
              </p:cNvSpPr>
              <p:nvPr/>
            </p:nvSpPr>
            <p:spPr bwMode="auto">
              <a:xfrm>
                <a:off x="2948" y="1163"/>
                <a:ext cx="14" cy="17"/>
              </a:xfrm>
              <a:custGeom>
                <a:avLst/>
                <a:gdLst>
                  <a:gd name="T0" fmla="*/ 17 w 98"/>
                  <a:gd name="T1" fmla="*/ 0 h 114"/>
                  <a:gd name="T2" fmla="*/ 57 w 98"/>
                  <a:gd name="T3" fmla="*/ 0 h 114"/>
                  <a:gd name="T4" fmla="*/ 96 w 98"/>
                  <a:gd name="T5" fmla="*/ 14 h 114"/>
                  <a:gd name="T6" fmla="*/ 98 w 98"/>
                  <a:gd name="T7" fmla="*/ 59 h 114"/>
                  <a:gd name="T8" fmla="*/ 86 w 98"/>
                  <a:gd name="T9" fmla="*/ 92 h 114"/>
                  <a:gd name="T10" fmla="*/ 48 w 98"/>
                  <a:gd name="T11" fmla="*/ 114 h 114"/>
                  <a:gd name="T12" fmla="*/ 21 w 98"/>
                  <a:gd name="T13" fmla="*/ 102 h 114"/>
                  <a:gd name="T14" fmla="*/ 11 w 98"/>
                  <a:gd name="T15" fmla="*/ 83 h 114"/>
                  <a:gd name="T16" fmla="*/ 0 w 98"/>
                  <a:gd name="T17" fmla="*/ 54 h 114"/>
                  <a:gd name="T18" fmla="*/ 4 w 98"/>
                  <a:gd name="T19" fmla="*/ 16 h 114"/>
                  <a:gd name="T20" fmla="*/ 17 w 98"/>
                  <a:gd name="T21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8" h="114">
                    <a:moveTo>
                      <a:pt x="17" y="0"/>
                    </a:moveTo>
                    <a:lnTo>
                      <a:pt x="57" y="0"/>
                    </a:lnTo>
                    <a:lnTo>
                      <a:pt x="96" y="14"/>
                    </a:lnTo>
                    <a:lnTo>
                      <a:pt x="98" y="59"/>
                    </a:lnTo>
                    <a:lnTo>
                      <a:pt x="86" y="92"/>
                    </a:lnTo>
                    <a:lnTo>
                      <a:pt x="48" y="114"/>
                    </a:lnTo>
                    <a:lnTo>
                      <a:pt x="21" y="102"/>
                    </a:lnTo>
                    <a:lnTo>
                      <a:pt x="11" y="83"/>
                    </a:lnTo>
                    <a:lnTo>
                      <a:pt x="0" y="54"/>
                    </a:lnTo>
                    <a:lnTo>
                      <a:pt x="4" y="16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41" name="Freeform 48"/>
              <p:cNvSpPr>
                <a:spLocks noChangeArrowheads="1"/>
              </p:cNvSpPr>
              <p:nvPr/>
            </p:nvSpPr>
            <p:spPr bwMode="auto">
              <a:xfrm>
                <a:off x="2902" y="1083"/>
                <a:ext cx="45" cy="90"/>
              </a:xfrm>
              <a:custGeom>
                <a:avLst/>
                <a:gdLst>
                  <a:gd name="T0" fmla="*/ 317 w 317"/>
                  <a:gd name="T1" fmla="*/ 90 h 626"/>
                  <a:gd name="T2" fmla="*/ 303 w 317"/>
                  <a:gd name="T3" fmla="*/ 48 h 626"/>
                  <a:gd name="T4" fmla="*/ 280 w 317"/>
                  <a:gd name="T5" fmla="*/ 18 h 626"/>
                  <a:gd name="T6" fmla="*/ 245 w 317"/>
                  <a:gd name="T7" fmla="*/ 7 h 626"/>
                  <a:gd name="T8" fmla="*/ 200 w 317"/>
                  <a:gd name="T9" fmla="*/ 0 h 626"/>
                  <a:gd name="T10" fmla="*/ 138 w 317"/>
                  <a:gd name="T11" fmla="*/ 21 h 626"/>
                  <a:gd name="T12" fmla="*/ 92 w 317"/>
                  <a:gd name="T13" fmla="*/ 49 h 626"/>
                  <a:gd name="T14" fmla="*/ 53 w 317"/>
                  <a:gd name="T15" fmla="*/ 118 h 626"/>
                  <a:gd name="T16" fmla="*/ 30 w 317"/>
                  <a:gd name="T17" fmla="*/ 277 h 626"/>
                  <a:gd name="T18" fmla="*/ 3 w 317"/>
                  <a:gd name="T19" fmla="*/ 394 h 626"/>
                  <a:gd name="T20" fmla="*/ 0 w 317"/>
                  <a:gd name="T21" fmla="*/ 512 h 626"/>
                  <a:gd name="T22" fmla="*/ 8 w 317"/>
                  <a:gd name="T23" fmla="*/ 567 h 626"/>
                  <a:gd name="T24" fmla="*/ 33 w 317"/>
                  <a:gd name="T25" fmla="*/ 608 h 626"/>
                  <a:gd name="T26" fmla="*/ 91 w 317"/>
                  <a:gd name="T27" fmla="*/ 626 h 626"/>
                  <a:gd name="T28" fmla="*/ 145 w 317"/>
                  <a:gd name="T29" fmla="*/ 601 h 626"/>
                  <a:gd name="T30" fmla="*/ 173 w 317"/>
                  <a:gd name="T31" fmla="*/ 539 h 626"/>
                  <a:gd name="T32" fmla="*/ 193 w 317"/>
                  <a:gd name="T33" fmla="*/ 436 h 626"/>
                  <a:gd name="T34" fmla="*/ 221 w 317"/>
                  <a:gd name="T35" fmla="*/ 341 h 626"/>
                  <a:gd name="T36" fmla="*/ 267 w 317"/>
                  <a:gd name="T37" fmla="*/ 253 h 626"/>
                  <a:gd name="T38" fmla="*/ 300 w 317"/>
                  <a:gd name="T39" fmla="*/ 155 h 626"/>
                  <a:gd name="T40" fmla="*/ 317 w 317"/>
                  <a:gd name="T41" fmla="*/ 9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17" h="626">
                    <a:moveTo>
                      <a:pt x="317" y="90"/>
                    </a:moveTo>
                    <a:lnTo>
                      <a:pt x="303" y="48"/>
                    </a:lnTo>
                    <a:lnTo>
                      <a:pt x="280" y="18"/>
                    </a:lnTo>
                    <a:lnTo>
                      <a:pt x="245" y="7"/>
                    </a:lnTo>
                    <a:lnTo>
                      <a:pt x="200" y="0"/>
                    </a:lnTo>
                    <a:lnTo>
                      <a:pt x="138" y="21"/>
                    </a:lnTo>
                    <a:lnTo>
                      <a:pt x="92" y="49"/>
                    </a:lnTo>
                    <a:lnTo>
                      <a:pt x="53" y="118"/>
                    </a:lnTo>
                    <a:lnTo>
                      <a:pt x="30" y="277"/>
                    </a:lnTo>
                    <a:lnTo>
                      <a:pt x="3" y="394"/>
                    </a:lnTo>
                    <a:lnTo>
                      <a:pt x="0" y="512"/>
                    </a:lnTo>
                    <a:lnTo>
                      <a:pt x="8" y="567"/>
                    </a:lnTo>
                    <a:lnTo>
                      <a:pt x="33" y="608"/>
                    </a:lnTo>
                    <a:lnTo>
                      <a:pt x="91" y="626"/>
                    </a:lnTo>
                    <a:lnTo>
                      <a:pt x="145" y="601"/>
                    </a:lnTo>
                    <a:lnTo>
                      <a:pt x="173" y="539"/>
                    </a:lnTo>
                    <a:lnTo>
                      <a:pt x="193" y="436"/>
                    </a:lnTo>
                    <a:lnTo>
                      <a:pt x="221" y="341"/>
                    </a:lnTo>
                    <a:lnTo>
                      <a:pt x="267" y="253"/>
                    </a:lnTo>
                    <a:lnTo>
                      <a:pt x="300" y="155"/>
                    </a:lnTo>
                    <a:lnTo>
                      <a:pt x="317" y="90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42" name="Freeform 49"/>
              <p:cNvSpPr>
                <a:spLocks noChangeArrowheads="1"/>
              </p:cNvSpPr>
              <p:nvPr/>
            </p:nvSpPr>
            <p:spPr bwMode="auto">
              <a:xfrm>
                <a:off x="2904" y="1147"/>
                <a:ext cx="19" cy="21"/>
              </a:xfrm>
              <a:custGeom>
                <a:avLst/>
                <a:gdLst>
                  <a:gd name="T0" fmla="*/ 131 w 132"/>
                  <a:gd name="T1" fmla="*/ 24 h 152"/>
                  <a:gd name="T2" fmla="*/ 132 w 132"/>
                  <a:gd name="T3" fmla="*/ 80 h 152"/>
                  <a:gd name="T4" fmla="*/ 113 w 132"/>
                  <a:gd name="T5" fmla="*/ 137 h 152"/>
                  <a:gd name="T6" fmla="*/ 78 w 132"/>
                  <a:gd name="T7" fmla="*/ 152 h 152"/>
                  <a:gd name="T8" fmla="*/ 26 w 132"/>
                  <a:gd name="T9" fmla="*/ 137 h 152"/>
                  <a:gd name="T10" fmla="*/ 10 w 132"/>
                  <a:gd name="T11" fmla="*/ 111 h 152"/>
                  <a:gd name="T12" fmla="*/ 2 w 132"/>
                  <a:gd name="T13" fmla="*/ 81 h 152"/>
                  <a:gd name="T14" fmla="*/ 0 w 132"/>
                  <a:gd name="T15" fmla="*/ 39 h 152"/>
                  <a:gd name="T16" fmla="*/ 22 w 132"/>
                  <a:gd name="T17" fmla="*/ 10 h 152"/>
                  <a:gd name="T18" fmla="*/ 92 w 132"/>
                  <a:gd name="T19" fmla="*/ 0 h 152"/>
                  <a:gd name="T20" fmla="*/ 131 w 132"/>
                  <a:gd name="T21" fmla="*/ 24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2" h="152">
                    <a:moveTo>
                      <a:pt x="131" y="24"/>
                    </a:moveTo>
                    <a:lnTo>
                      <a:pt x="132" y="80"/>
                    </a:lnTo>
                    <a:lnTo>
                      <a:pt x="113" y="137"/>
                    </a:lnTo>
                    <a:lnTo>
                      <a:pt x="78" y="152"/>
                    </a:lnTo>
                    <a:lnTo>
                      <a:pt x="26" y="137"/>
                    </a:lnTo>
                    <a:lnTo>
                      <a:pt x="10" y="111"/>
                    </a:lnTo>
                    <a:lnTo>
                      <a:pt x="2" y="81"/>
                    </a:lnTo>
                    <a:lnTo>
                      <a:pt x="0" y="39"/>
                    </a:lnTo>
                    <a:lnTo>
                      <a:pt x="22" y="10"/>
                    </a:lnTo>
                    <a:lnTo>
                      <a:pt x="92" y="0"/>
                    </a:lnTo>
                    <a:lnTo>
                      <a:pt x="131" y="24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43" name="Freeform 50"/>
              <p:cNvSpPr>
                <a:spLocks noChangeArrowheads="1"/>
              </p:cNvSpPr>
              <p:nvPr/>
            </p:nvSpPr>
            <p:spPr bwMode="auto">
              <a:xfrm>
                <a:off x="2833" y="1089"/>
                <a:ext cx="83" cy="135"/>
              </a:xfrm>
              <a:custGeom>
                <a:avLst/>
                <a:gdLst>
                  <a:gd name="T0" fmla="*/ 242 w 578"/>
                  <a:gd name="T1" fmla="*/ 117 h 941"/>
                  <a:gd name="T2" fmla="*/ 326 w 578"/>
                  <a:gd name="T3" fmla="*/ 97 h 941"/>
                  <a:gd name="T4" fmla="*/ 381 w 578"/>
                  <a:gd name="T5" fmla="*/ 62 h 941"/>
                  <a:gd name="T6" fmla="*/ 450 w 578"/>
                  <a:gd name="T7" fmla="*/ 21 h 941"/>
                  <a:gd name="T8" fmla="*/ 526 w 578"/>
                  <a:gd name="T9" fmla="*/ 0 h 941"/>
                  <a:gd name="T10" fmla="*/ 554 w 578"/>
                  <a:gd name="T11" fmla="*/ 10 h 941"/>
                  <a:gd name="T12" fmla="*/ 574 w 578"/>
                  <a:gd name="T13" fmla="*/ 33 h 941"/>
                  <a:gd name="T14" fmla="*/ 578 w 578"/>
                  <a:gd name="T15" fmla="*/ 71 h 941"/>
                  <a:gd name="T16" fmla="*/ 567 w 578"/>
                  <a:gd name="T17" fmla="*/ 117 h 941"/>
                  <a:gd name="T18" fmla="*/ 557 w 578"/>
                  <a:gd name="T19" fmla="*/ 158 h 941"/>
                  <a:gd name="T20" fmla="*/ 526 w 578"/>
                  <a:gd name="T21" fmla="*/ 207 h 941"/>
                  <a:gd name="T22" fmla="*/ 454 w 578"/>
                  <a:gd name="T23" fmla="*/ 276 h 941"/>
                  <a:gd name="T24" fmla="*/ 402 w 578"/>
                  <a:gd name="T25" fmla="*/ 311 h 941"/>
                  <a:gd name="T26" fmla="*/ 360 w 578"/>
                  <a:gd name="T27" fmla="*/ 331 h 941"/>
                  <a:gd name="T28" fmla="*/ 367 w 578"/>
                  <a:gd name="T29" fmla="*/ 407 h 941"/>
                  <a:gd name="T30" fmla="*/ 374 w 578"/>
                  <a:gd name="T31" fmla="*/ 477 h 941"/>
                  <a:gd name="T32" fmla="*/ 367 w 578"/>
                  <a:gd name="T33" fmla="*/ 580 h 941"/>
                  <a:gd name="T34" fmla="*/ 353 w 578"/>
                  <a:gd name="T35" fmla="*/ 642 h 941"/>
                  <a:gd name="T36" fmla="*/ 347 w 578"/>
                  <a:gd name="T37" fmla="*/ 705 h 941"/>
                  <a:gd name="T38" fmla="*/ 315 w 578"/>
                  <a:gd name="T39" fmla="*/ 769 h 941"/>
                  <a:gd name="T40" fmla="*/ 287 w 578"/>
                  <a:gd name="T41" fmla="*/ 815 h 941"/>
                  <a:gd name="T42" fmla="*/ 235 w 578"/>
                  <a:gd name="T43" fmla="*/ 859 h 941"/>
                  <a:gd name="T44" fmla="*/ 187 w 578"/>
                  <a:gd name="T45" fmla="*/ 899 h 941"/>
                  <a:gd name="T46" fmla="*/ 135 w 578"/>
                  <a:gd name="T47" fmla="*/ 926 h 941"/>
                  <a:gd name="T48" fmla="*/ 97 w 578"/>
                  <a:gd name="T49" fmla="*/ 941 h 941"/>
                  <a:gd name="T50" fmla="*/ 62 w 578"/>
                  <a:gd name="T51" fmla="*/ 865 h 941"/>
                  <a:gd name="T52" fmla="*/ 42 w 578"/>
                  <a:gd name="T53" fmla="*/ 787 h 941"/>
                  <a:gd name="T54" fmla="*/ 7 w 578"/>
                  <a:gd name="T55" fmla="*/ 670 h 941"/>
                  <a:gd name="T56" fmla="*/ 0 w 578"/>
                  <a:gd name="T57" fmla="*/ 615 h 941"/>
                  <a:gd name="T58" fmla="*/ 28 w 578"/>
                  <a:gd name="T59" fmla="*/ 525 h 941"/>
                  <a:gd name="T60" fmla="*/ 55 w 578"/>
                  <a:gd name="T61" fmla="*/ 401 h 941"/>
                  <a:gd name="T62" fmla="*/ 90 w 578"/>
                  <a:gd name="T63" fmla="*/ 242 h 941"/>
                  <a:gd name="T64" fmla="*/ 124 w 578"/>
                  <a:gd name="T65" fmla="*/ 166 h 941"/>
                  <a:gd name="T66" fmla="*/ 187 w 578"/>
                  <a:gd name="T67" fmla="*/ 131 h 941"/>
                  <a:gd name="T68" fmla="*/ 242 w 578"/>
                  <a:gd name="T69" fmla="*/ 117 h 9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8" h="941">
                    <a:moveTo>
                      <a:pt x="242" y="117"/>
                    </a:moveTo>
                    <a:lnTo>
                      <a:pt x="326" y="97"/>
                    </a:lnTo>
                    <a:lnTo>
                      <a:pt x="381" y="62"/>
                    </a:lnTo>
                    <a:lnTo>
                      <a:pt x="450" y="21"/>
                    </a:lnTo>
                    <a:lnTo>
                      <a:pt x="526" y="0"/>
                    </a:lnTo>
                    <a:lnTo>
                      <a:pt x="554" y="10"/>
                    </a:lnTo>
                    <a:lnTo>
                      <a:pt x="574" y="33"/>
                    </a:lnTo>
                    <a:lnTo>
                      <a:pt x="578" y="71"/>
                    </a:lnTo>
                    <a:lnTo>
                      <a:pt x="567" y="117"/>
                    </a:lnTo>
                    <a:lnTo>
                      <a:pt x="557" y="158"/>
                    </a:lnTo>
                    <a:lnTo>
                      <a:pt x="526" y="207"/>
                    </a:lnTo>
                    <a:lnTo>
                      <a:pt x="454" y="276"/>
                    </a:lnTo>
                    <a:lnTo>
                      <a:pt x="402" y="311"/>
                    </a:lnTo>
                    <a:lnTo>
                      <a:pt x="360" y="331"/>
                    </a:lnTo>
                    <a:lnTo>
                      <a:pt x="367" y="407"/>
                    </a:lnTo>
                    <a:lnTo>
                      <a:pt x="374" y="477"/>
                    </a:lnTo>
                    <a:lnTo>
                      <a:pt x="367" y="580"/>
                    </a:lnTo>
                    <a:lnTo>
                      <a:pt x="353" y="642"/>
                    </a:lnTo>
                    <a:lnTo>
                      <a:pt x="347" y="705"/>
                    </a:lnTo>
                    <a:lnTo>
                      <a:pt x="315" y="769"/>
                    </a:lnTo>
                    <a:lnTo>
                      <a:pt x="287" y="815"/>
                    </a:lnTo>
                    <a:lnTo>
                      <a:pt x="235" y="859"/>
                    </a:lnTo>
                    <a:lnTo>
                      <a:pt x="187" y="899"/>
                    </a:lnTo>
                    <a:lnTo>
                      <a:pt x="135" y="926"/>
                    </a:lnTo>
                    <a:lnTo>
                      <a:pt x="97" y="941"/>
                    </a:lnTo>
                    <a:lnTo>
                      <a:pt x="62" y="865"/>
                    </a:lnTo>
                    <a:lnTo>
                      <a:pt x="42" y="787"/>
                    </a:lnTo>
                    <a:lnTo>
                      <a:pt x="7" y="670"/>
                    </a:lnTo>
                    <a:lnTo>
                      <a:pt x="0" y="615"/>
                    </a:lnTo>
                    <a:lnTo>
                      <a:pt x="28" y="525"/>
                    </a:lnTo>
                    <a:lnTo>
                      <a:pt x="55" y="401"/>
                    </a:lnTo>
                    <a:lnTo>
                      <a:pt x="90" y="242"/>
                    </a:lnTo>
                    <a:lnTo>
                      <a:pt x="124" y="166"/>
                    </a:lnTo>
                    <a:lnTo>
                      <a:pt x="187" y="131"/>
                    </a:lnTo>
                    <a:lnTo>
                      <a:pt x="242" y="117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44" name="Freeform 51"/>
              <p:cNvSpPr>
                <a:spLocks noChangeArrowheads="1"/>
              </p:cNvSpPr>
              <p:nvPr/>
            </p:nvSpPr>
            <p:spPr bwMode="auto">
              <a:xfrm>
                <a:off x="2883" y="1090"/>
                <a:ext cx="30" cy="21"/>
              </a:xfrm>
              <a:custGeom>
                <a:avLst/>
                <a:gdLst>
                  <a:gd name="T0" fmla="*/ 0 w 210"/>
                  <a:gd name="T1" fmla="*/ 83 h 149"/>
                  <a:gd name="T2" fmla="*/ 27 w 210"/>
                  <a:gd name="T3" fmla="*/ 135 h 149"/>
                  <a:gd name="T4" fmla="*/ 55 w 210"/>
                  <a:gd name="T5" fmla="*/ 149 h 149"/>
                  <a:gd name="T6" fmla="*/ 120 w 210"/>
                  <a:gd name="T7" fmla="*/ 132 h 149"/>
                  <a:gd name="T8" fmla="*/ 182 w 210"/>
                  <a:gd name="T9" fmla="*/ 104 h 149"/>
                  <a:gd name="T10" fmla="*/ 207 w 210"/>
                  <a:gd name="T11" fmla="*/ 83 h 149"/>
                  <a:gd name="T12" fmla="*/ 210 w 210"/>
                  <a:gd name="T13" fmla="*/ 31 h 149"/>
                  <a:gd name="T14" fmla="*/ 189 w 210"/>
                  <a:gd name="T15" fmla="*/ 0 h 149"/>
                  <a:gd name="T16" fmla="*/ 141 w 210"/>
                  <a:gd name="T17" fmla="*/ 4 h 149"/>
                  <a:gd name="T18" fmla="*/ 103 w 210"/>
                  <a:gd name="T19" fmla="*/ 20 h 149"/>
                  <a:gd name="T20" fmla="*/ 62 w 210"/>
                  <a:gd name="T21" fmla="*/ 41 h 149"/>
                  <a:gd name="T22" fmla="*/ 0 w 210"/>
                  <a:gd name="T23" fmla="*/ 83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0" h="149">
                    <a:moveTo>
                      <a:pt x="0" y="83"/>
                    </a:moveTo>
                    <a:lnTo>
                      <a:pt x="27" y="135"/>
                    </a:lnTo>
                    <a:lnTo>
                      <a:pt x="55" y="149"/>
                    </a:lnTo>
                    <a:lnTo>
                      <a:pt x="120" y="132"/>
                    </a:lnTo>
                    <a:lnTo>
                      <a:pt x="182" y="104"/>
                    </a:lnTo>
                    <a:lnTo>
                      <a:pt x="207" y="83"/>
                    </a:lnTo>
                    <a:lnTo>
                      <a:pt x="210" y="31"/>
                    </a:lnTo>
                    <a:lnTo>
                      <a:pt x="189" y="0"/>
                    </a:lnTo>
                    <a:lnTo>
                      <a:pt x="141" y="4"/>
                    </a:lnTo>
                    <a:lnTo>
                      <a:pt x="103" y="20"/>
                    </a:lnTo>
                    <a:lnTo>
                      <a:pt x="62" y="41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45" name="Freeform 52"/>
              <p:cNvSpPr>
                <a:spLocks noChangeArrowheads="1"/>
              </p:cNvSpPr>
              <p:nvPr/>
            </p:nvSpPr>
            <p:spPr bwMode="auto">
              <a:xfrm>
                <a:off x="2974" y="1146"/>
                <a:ext cx="1" cy="6"/>
              </a:xfrm>
              <a:custGeom>
                <a:avLst/>
                <a:gdLst>
                  <a:gd name="T0" fmla="*/ 7 w 7"/>
                  <a:gd name="T1" fmla="*/ 42 h 42"/>
                  <a:gd name="T2" fmla="*/ 7 w 7"/>
                  <a:gd name="T3" fmla="*/ 18 h 42"/>
                  <a:gd name="T4" fmla="*/ 0 w 7"/>
                  <a:gd name="T5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42">
                    <a:moveTo>
                      <a:pt x="7" y="42"/>
                    </a:moveTo>
                    <a:lnTo>
                      <a:pt x="7" y="1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29746" name="Group 53"/>
          <p:cNvGrpSpPr/>
          <p:nvPr/>
        </p:nvGrpSpPr>
        <p:grpSpPr bwMode="auto">
          <a:xfrm flipH="1">
            <a:off x="152400" y="5410200"/>
            <a:ext cx="1676400" cy="1143000"/>
            <a:chOff x="1303" y="1686"/>
            <a:chExt cx="2573" cy="1669"/>
          </a:xfrm>
        </p:grpSpPr>
        <p:grpSp>
          <p:nvGrpSpPr>
            <p:cNvPr id="29747" name="Group 54"/>
            <p:cNvGrpSpPr/>
            <p:nvPr/>
          </p:nvGrpSpPr>
          <p:grpSpPr bwMode="auto">
            <a:xfrm>
              <a:off x="1303" y="2760"/>
              <a:ext cx="2573" cy="595"/>
              <a:chOff x="1303" y="2760"/>
              <a:chExt cx="2573" cy="595"/>
            </a:xfrm>
          </p:grpSpPr>
          <p:sp>
            <p:nvSpPr>
              <p:cNvPr id="29748" name="Freeform 55"/>
              <p:cNvSpPr>
                <a:spLocks noChangeArrowheads="1"/>
              </p:cNvSpPr>
              <p:nvPr/>
            </p:nvSpPr>
            <p:spPr bwMode="auto">
              <a:xfrm>
                <a:off x="1303" y="2760"/>
                <a:ext cx="2573" cy="481"/>
              </a:xfrm>
              <a:custGeom>
                <a:avLst/>
                <a:gdLst>
                  <a:gd name="T0" fmla="*/ 1570 w 5145"/>
                  <a:gd name="T1" fmla="*/ 0 h 963"/>
                  <a:gd name="T2" fmla="*/ 5145 w 5145"/>
                  <a:gd name="T3" fmla="*/ 0 h 963"/>
                  <a:gd name="T4" fmla="*/ 4182 w 5145"/>
                  <a:gd name="T5" fmla="*/ 963 h 963"/>
                  <a:gd name="T6" fmla="*/ 0 w 5145"/>
                  <a:gd name="T7" fmla="*/ 963 h 963"/>
                  <a:gd name="T8" fmla="*/ 1570 w 5145"/>
                  <a:gd name="T9" fmla="*/ 0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45" h="963">
                    <a:moveTo>
                      <a:pt x="1570" y="0"/>
                    </a:moveTo>
                    <a:lnTo>
                      <a:pt x="5145" y="0"/>
                    </a:lnTo>
                    <a:lnTo>
                      <a:pt x="4182" y="963"/>
                    </a:lnTo>
                    <a:lnTo>
                      <a:pt x="0" y="963"/>
                    </a:lnTo>
                    <a:lnTo>
                      <a:pt x="1570" y="0"/>
                    </a:lnTo>
                    <a:close/>
                  </a:path>
                </a:pathLst>
              </a:custGeom>
              <a:solidFill>
                <a:srgbClr val="C06000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49" name="Rectangle 56"/>
              <p:cNvSpPr>
                <a:spLocks noChangeArrowheads="1"/>
              </p:cNvSpPr>
              <p:nvPr/>
            </p:nvSpPr>
            <p:spPr bwMode="auto">
              <a:xfrm>
                <a:off x="1305" y="3243"/>
                <a:ext cx="2088" cy="110"/>
              </a:xfrm>
              <a:prstGeom prst="rect">
                <a:avLst/>
              </a:prstGeom>
              <a:solidFill>
                <a:srgbClr val="804000"/>
              </a:solidFill>
              <a:ln w="7938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/>
              </a:p>
            </p:txBody>
          </p:sp>
          <p:sp>
            <p:nvSpPr>
              <p:cNvPr id="29750" name="Freeform 57"/>
              <p:cNvSpPr>
                <a:spLocks noChangeArrowheads="1"/>
              </p:cNvSpPr>
              <p:nvPr/>
            </p:nvSpPr>
            <p:spPr bwMode="auto">
              <a:xfrm>
                <a:off x="3394" y="2760"/>
                <a:ext cx="482" cy="595"/>
              </a:xfrm>
              <a:custGeom>
                <a:avLst/>
                <a:gdLst>
                  <a:gd name="T0" fmla="*/ 963 w 963"/>
                  <a:gd name="T1" fmla="*/ 0 h 1192"/>
                  <a:gd name="T2" fmla="*/ 0 w 963"/>
                  <a:gd name="T3" fmla="*/ 963 h 1192"/>
                  <a:gd name="T4" fmla="*/ 0 w 963"/>
                  <a:gd name="T5" fmla="*/ 1192 h 1192"/>
                  <a:gd name="T6" fmla="*/ 963 w 963"/>
                  <a:gd name="T7" fmla="*/ 223 h 1192"/>
                  <a:gd name="T8" fmla="*/ 963 w 963"/>
                  <a:gd name="T9" fmla="*/ 0 h 1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3" h="1192">
                    <a:moveTo>
                      <a:pt x="963" y="0"/>
                    </a:moveTo>
                    <a:lnTo>
                      <a:pt x="0" y="963"/>
                    </a:lnTo>
                    <a:lnTo>
                      <a:pt x="0" y="1192"/>
                    </a:lnTo>
                    <a:lnTo>
                      <a:pt x="963" y="223"/>
                    </a:lnTo>
                    <a:lnTo>
                      <a:pt x="963" y="0"/>
                    </a:lnTo>
                    <a:close/>
                  </a:path>
                </a:pathLst>
              </a:custGeom>
              <a:solidFill>
                <a:srgbClr val="603000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9751" name="Freeform 58"/>
            <p:cNvSpPr>
              <a:spLocks noChangeArrowheads="1"/>
            </p:cNvSpPr>
            <p:nvPr/>
          </p:nvSpPr>
          <p:spPr bwMode="auto">
            <a:xfrm>
              <a:off x="2239" y="2128"/>
              <a:ext cx="20" cy="48"/>
            </a:xfrm>
            <a:custGeom>
              <a:avLst/>
              <a:gdLst>
                <a:gd name="T0" fmla="*/ 0 w 39"/>
                <a:gd name="T1" fmla="*/ 29 h 95"/>
                <a:gd name="T2" fmla="*/ 11 w 39"/>
                <a:gd name="T3" fmla="*/ 15 h 95"/>
                <a:gd name="T4" fmla="*/ 39 w 39"/>
                <a:gd name="T5" fmla="*/ 0 h 95"/>
                <a:gd name="T6" fmla="*/ 38 w 39"/>
                <a:gd name="T7" fmla="*/ 95 h 95"/>
                <a:gd name="T8" fmla="*/ 30 w 39"/>
                <a:gd name="T9" fmla="*/ 83 h 95"/>
                <a:gd name="T10" fmla="*/ 21 w 39"/>
                <a:gd name="T11" fmla="*/ 70 h 95"/>
                <a:gd name="T12" fmla="*/ 8 w 39"/>
                <a:gd name="T13" fmla="*/ 49 h 95"/>
                <a:gd name="T14" fmla="*/ 0 w 39"/>
                <a:gd name="T15" fmla="*/ 2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95">
                  <a:moveTo>
                    <a:pt x="0" y="29"/>
                  </a:moveTo>
                  <a:lnTo>
                    <a:pt x="11" y="15"/>
                  </a:lnTo>
                  <a:lnTo>
                    <a:pt x="39" y="0"/>
                  </a:lnTo>
                  <a:lnTo>
                    <a:pt x="38" y="95"/>
                  </a:lnTo>
                  <a:lnTo>
                    <a:pt x="30" y="83"/>
                  </a:lnTo>
                  <a:lnTo>
                    <a:pt x="21" y="70"/>
                  </a:lnTo>
                  <a:lnTo>
                    <a:pt x="8" y="49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E0E0E0"/>
            </a:solidFill>
            <a:ln w="7938">
              <a:solidFill>
                <a:srgbClr val="000000"/>
              </a:solidFill>
              <a:round/>
            </a:ln>
          </p:spPr>
          <p:txBody>
            <a:bodyPr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9752" name="Group 59"/>
            <p:cNvGrpSpPr/>
            <p:nvPr/>
          </p:nvGrpSpPr>
          <p:grpSpPr bwMode="auto">
            <a:xfrm>
              <a:off x="2801" y="1975"/>
              <a:ext cx="67" cy="57"/>
              <a:chOff x="2801" y="1975"/>
              <a:chExt cx="67" cy="57"/>
            </a:xfrm>
          </p:grpSpPr>
          <p:sp>
            <p:nvSpPr>
              <p:cNvPr id="29753" name="Oval 60"/>
              <p:cNvSpPr>
                <a:spLocks noChangeArrowheads="1"/>
              </p:cNvSpPr>
              <p:nvPr/>
            </p:nvSpPr>
            <p:spPr bwMode="auto">
              <a:xfrm>
                <a:off x="2801" y="1975"/>
                <a:ext cx="67" cy="57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/>
              </a:p>
            </p:txBody>
          </p:sp>
          <p:sp>
            <p:nvSpPr>
              <p:cNvPr id="29754" name="Oval 61"/>
              <p:cNvSpPr>
                <a:spLocks noChangeArrowheads="1"/>
              </p:cNvSpPr>
              <p:nvPr/>
            </p:nvSpPr>
            <p:spPr bwMode="auto">
              <a:xfrm>
                <a:off x="2825" y="1982"/>
                <a:ext cx="34" cy="35"/>
              </a:xfrm>
              <a:prstGeom prst="ellipse">
                <a:avLst/>
              </a:prstGeom>
              <a:solidFill>
                <a:srgbClr val="618FFD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/>
              </a:p>
            </p:txBody>
          </p:sp>
        </p:grpSp>
        <p:grpSp>
          <p:nvGrpSpPr>
            <p:cNvPr id="29755" name="Group 62"/>
            <p:cNvGrpSpPr/>
            <p:nvPr/>
          </p:nvGrpSpPr>
          <p:grpSpPr bwMode="auto">
            <a:xfrm>
              <a:off x="2973" y="1980"/>
              <a:ext cx="67" cy="57"/>
              <a:chOff x="2973" y="1980"/>
              <a:chExt cx="67" cy="57"/>
            </a:xfrm>
          </p:grpSpPr>
          <p:sp>
            <p:nvSpPr>
              <p:cNvPr id="29756" name="Oval 63"/>
              <p:cNvSpPr>
                <a:spLocks noChangeArrowheads="1"/>
              </p:cNvSpPr>
              <p:nvPr/>
            </p:nvSpPr>
            <p:spPr bwMode="auto">
              <a:xfrm>
                <a:off x="2973" y="1980"/>
                <a:ext cx="67" cy="57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/>
              </a:p>
            </p:txBody>
          </p:sp>
          <p:sp>
            <p:nvSpPr>
              <p:cNvPr id="29757" name="Oval 64"/>
              <p:cNvSpPr>
                <a:spLocks noChangeArrowheads="1"/>
              </p:cNvSpPr>
              <p:nvPr/>
            </p:nvSpPr>
            <p:spPr bwMode="auto">
              <a:xfrm>
                <a:off x="2996" y="1987"/>
                <a:ext cx="35" cy="36"/>
              </a:xfrm>
              <a:prstGeom prst="ellipse">
                <a:avLst/>
              </a:prstGeom>
              <a:solidFill>
                <a:srgbClr val="618FFD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/>
              </a:p>
            </p:txBody>
          </p:sp>
        </p:grpSp>
        <p:grpSp>
          <p:nvGrpSpPr>
            <p:cNvPr id="29758" name="Group 65"/>
            <p:cNvGrpSpPr/>
            <p:nvPr/>
          </p:nvGrpSpPr>
          <p:grpSpPr bwMode="auto">
            <a:xfrm>
              <a:off x="2169" y="1686"/>
              <a:ext cx="1380" cy="1387"/>
              <a:chOff x="2169" y="1686"/>
              <a:chExt cx="1380" cy="1387"/>
            </a:xfrm>
          </p:grpSpPr>
          <p:grpSp>
            <p:nvGrpSpPr>
              <p:cNvPr id="29759" name="Group 66"/>
              <p:cNvGrpSpPr/>
              <p:nvPr/>
            </p:nvGrpSpPr>
            <p:grpSpPr bwMode="auto">
              <a:xfrm>
                <a:off x="2169" y="1686"/>
                <a:ext cx="1236" cy="1387"/>
                <a:chOff x="2169" y="1686"/>
                <a:chExt cx="1236" cy="1387"/>
              </a:xfrm>
            </p:grpSpPr>
            <p:sp>
              <p:nvSpPr>
                <p:cNvPr id="29760" name="Freeform 67"/>
                <p:cNvSpPr>
                  <a:spLocks noChangeArrowheads="1"/>
                </p:cNvSpPr>
                <p:nvPr/>
              </p:nvSpPr>
              <p:spPr bwMode="auto">
                <a:xfrm>
                  <a:off x="3081" y="1941"/>
                  <a:ext cx="64" cy="155"/>
                </a:xfrm>
                <a:custGeom>
                  <a:avLst/>
                  <a:gdLst>
                    <a:gd name="T0" fmla="*/ 58 w 128"/>
                    <a:gd name="T1" fmla="*/ 18 h 311"/>
                    <a:gd name="T2" fmla="*/ 93 w 128"/>
                    <a:gd name="T3" fmla="*/ 0 h 311"/>
                    <a:gd name="T4" fmla="*/ 110 w 128"/>
                    <a:gd name="T5" fmla="*/ 18 h 311"/>
                    <a:gd name="T6" fmla="*/ 122 w 128"/>
                    <a:gd name="T7" fmla="*/ 63 h 311"/>
                    <a:gd name="T8" fmla="*/ 128 w 128"/>
                    <a:gd name="T9" fmla="*/ 126 h 311"/>
                    <a:gd name="T10" fmla="*/ 122 w 128"/>
                    <a:gd name="T11" fmla="*/ 195 h 311"/>
                    <a:gd name="T12" fmla="*/ 104 w 128"/>
                    <a:gd name="T13" fmla="*/ 259 h 311"/>
                    <a:gd name="T14" fmla="*/ 75 w 128"/>
                    <a:gd name="T15" fmla="*/ 305 h 311"/>
                    <a:gd name="T16" fmla="*/ 35 w 128"/>
                    <a:gd name="T17" fmla="*/ 311 h 311"/>
                    <a:gd name="T18" fmla="*/ 0 w 128"/>
                    <a:gd name="T19" fmla="*/ 218 h 311"/>
                    <a:gd name="T20" fmla="*/ 58 w 128"/>
                    <a:gd name="T21" fmla="*/ 18 h 3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8" h="311">
                      <a:moveTo>
                        <a:pt x="58" y="18"/>
                      </a:moveTo>
                      <a:lnTo>
                        <a:pt x="93" y="0"/>
                      </a:lnTo>
                      <a:lnTo>
                        <a:pt x="110" y="18"/>
                      </a:lnTo>
                      <a:lnTo>
                        <a:pt x="122" y="63"/>
                      </a:lnTo>
                      <a:lnTo>
                        <a:pt x="128" y="126"/>
                      </a:lnTo>
                      <a:lnTo>
                        <a:pt x="122" y="195"/>
                      </a:lnTo>
                      <a:lnTo>
                        <a:pt x="104" y="259"/>
                      </a:lnTo>
                      <a:lnTo>
                        <a:pt x="75" y="305"/>
                      </a:lnTo>
                      <a:lnTo>
                        <a:pt x="35" y="311"/>
                      </a:lnTo>
                      <a:lnTo>
                        <a:pt x="0" y="218"/>
                      </a:lnTo>
                      <a:lnTo>
                        <a:pt x="58" y="18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61" name="Freeform 68"/>
                <p:cNvSpPr>
                  <a:spLocks noChangeArrowheads="1"/>
                </p:cNvSpPr>
                <p:nvPr/>
              </p:nvSpPr>
              <p:spPr bwMode="auto">
                <a:xfrm>
                  <a:off x="2667" y="1945"/>
                  <a:ext cx="63" cy="155"/>
                </a:xfrm>
                <a:custGeom>
                  <a:avLst/>
                  <a:gdLst>
                    <a:gd name="T0" fmla="*/ 69 w 126"/>
                    <a:gd name="T1" fmla="*/ 16 h 311"/>
                    <a:gd name="T2" fmla="*/ 33 w 126"/>
                    <a:gd name="T3" fmla="*/ 0 h 311"/>
                    <a:gd name="T4" fmla="*/ 17 w 126"/>
                    <a:gd name="T5" fmla="*/ 16 h 311"/>
                    <a:gd name="T6" fmla="*/ 5 w 126"/>
                    <a:gd name="T7" fmla="*/ 62 h 311"/>
                    <a:gd name="T8" fmla="*/ 0 w 126"/>
                    <a:gd name="T9" fmla="*/ 126 h 311"/>
                    <a:gd name="T10" fmla="*/ 5 w 126"/>
                    <a:gd name="T11" fmla="*/ 195 h 311"/>
                    <a:gd name="T12" fmla="*/ 23 w 126"/>
                    <a:gd name="T13" fmla="*/ 259 h 311"/>
                    <a:gd name="T14" fmla="*/ 51 w 126"/>
                    <a:gd name="T15" fmla="*/ 305 h 311"/>
                    <a:gd name="T16" fmla="*/ 91 w 126"/>
                    <a:gd name="T17" fmla="*/ 311 h 311"/>
                    <a:gd name="T18" fmla="*/ 126 w 126"/>
                    <a:gd name="T19" fmla="*/ 218 h 311"/>
                    <a:gd name="T20" fmla="*/ 69 w 126"/>
                    <a:gd name="T21" fmla="*/ 16 h 3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6" h="311">
                      <a:moveTo>
                        <a:pt x="69" y="16"/>
                      </a:moveTo>
                      <a:lnTo>
                        <a:pt x="33" y="0"/>
                      </a:lnTo>
                      <a:lnTo>
                        <a:pt x="17" y="16"/>
                      </a:lnTo>
                      <a:lnTo>
                        <a:pt x="5" y="62"/>
                      </a:lnTo>
                      <a:lnTo>
                        <a:pt x="0" y="126"/>
                      </a:lnTo>
                      <a:lnTo>
                        <a:pt x="5" y="195"/>
                      </a:lnTo>
                      <a:lnTo>
                        <a:pt x="23" y="259"/>
                      </a:lnTo>
                      <a:lnTo>
                        <a:pt x="51" y="305"/>
                      </a:lnTo>
                      <a:lnTo>
                        <a:pt x="91" y="311"/>
                      </a:lnTo>
                      <a:lnTo>
                        <a:pt x="126" y="218"/>
                      </a:lnTo>
                      <a:lnTo>
                        <a:pt x="69" y="16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29762" name="Group 69"/>
                <p:cNvGrpSpPr/>
                <p:nvPr/>
              </p:nvGrpSpPr>
              <p:grpSpPr bwMode="auto">
                <a:xfrm>
                  <a:off x="2169" y="2067"/>
                  <a:ext cx="1236" cy="1006"/>
                  <a:chOff x="2169" y="2067"/>
                  <a:chExt cx="1236" cy="1006"/>
                </a:xfrm>
              </p:grpSpPr>
              <p:sp>
                <p:nvSpPr>
                  <p:cNvPr id="29763" name="Freeform 70"/>
                  <p:cNvSpPr>
                    <a:spLocks noChangeArrowheads="1"/>
                  </p:cNvSpPr>
                  <p:nvPr/>
                </p:nvSpPr>
                <p:spPr bwMode="auto">
                  <a:xfrm>
                    <a:off x="2169" y="2107"/>
                    <a:ext cx="1236" cy="655"/>
                  </a:xfrm>
                  <a:custGeom>
                    <a:avLst/>
                    <a:gdLst>
                      <a:gd name="T0" fmla="*/ 555 w 2472"/>
                      <a:gd name="T1" fmla="*/ 1310 h 1310"/>
                      <a:gd name="T2" fmla="*/ 553 w 2472"/>
                      <a:gd name="T3" fmla="*/ 1263 h 1310"/>
                      <a:gd name="T4" fmla="*/ 555 w 2472"/>
                      <a:gd name="T5" fmla="*/ 1180 h 1310"/>
                      <a:gd name="T6" fmla="*/ 565 w 2472"/>
                      <a:gd name="T7" fmla="*/ 1093 h 1310"/>
                      <a:gd name="T8" fmla="*/ 510 w 2472"/>
                      <a:gd name="T9" fmla="*/ 1128 h 1310"/>
                      <a:gd name="T10" fmla="*/ 461 w 2472"/>
                      <a:gd name="T11" fmla="*/ 1159 h 1310"/>
                      <a:gd name="T12" fmla="*/ 359 w 2472"/>
                      <a:gd name="T13" fmla="*/ 1194 h 1310"/>
                      <a:gd name="T14" fmla="*/ 267 w 2472"/>
                      <a:gd name="T15" fmla="*/ 1206 h 1310"/>
                      <a:gd name="T16" fmla="*/ 206 w 2472"/>
                      <a:gd name="T17" fmla="*/ 1203 h 1310"/>
                      <a:gd name="T18" fmla="*/ 164 w 2472"/>
                      <a:gd name="T19" fmla="*/ 1183 h 1310"/>
                      <a:gd name="T20" fmla="*/ 117 w 2472"/>
                      <a:gd name="T21" fmla="*/ 1124 h 1310"/>
                      <a:gd name="T22" fmla="*/ 65 w 2472"/>
                      <a:gd name="T23" fmla="*/ 1032 h 1310"/>
                      <a:gd name="T24" fmla="*/ 39 w 2472"/>
                      <a:gd name="T25" fmla="*/ 955 h 1310"/>
                      <a:gd name="T26" fmla="*/ 24 w 2472"/>
                      <a:gd name="T27" fmla="*/ 890 h 1310"/>
                      <a:gd name="T28" fmla="*/ 11 w 2472"/>
                      <a:gd name="T29" fmla="*/ 828 h 1310"/>
                      <a:gd name="T30" fmla="*/ 5 w 2472"/>
                      <a:gd name="T31" fmla="*/ 773 h 1310"/>
                      <a:gd name="T32" fmla="*/ 0 w 2472"/>
                      <a:gd name="T33" fmla="*/ 705 h 1310"/>
                      <a:gd name="T34" fmla="*/ 0 w 2472"/>
                      <a:gd name="T35" fmla="*/ 622 h 1310"/>
                      <a:gd name="T36" fmla="*/ 2 w 2472"/>
                      <a:gd name="T37" fmla="*/ 546 h 1310"/>
                      <a:gd name="T38" fmla="*/ 14 w 2472"/>
                      <a:gd name="T39" fmla="*/ 475 h 1310"/>
                      <a:gd name="T40" fmla="*/ 25 w 2472"/>
                      <a:gd name="T41" fmla="*/ 403 h 1310"/>
                      <a:gd name="T42" fmla="*/ 39 w 2472"/>
                      <a:gd name="T43" fmla="*/ 336 h 1310"/>
                      <a:gd name="T44" fmla="*/ 57 w 2472"/>
                      <a:gd name="T45" fmla="*/ 271 h 1310"/>
                      <a:gd name="T46" fmla="*/ 82 w 2472"/>
                      <a:gd name="T47" fmla="*/ 183 h 1310"/>
                      <a:gd name="T48" fmla="*/ 112 w 2472"/>
                      <a:gd name="T49" fmla="*/ 133 h 1310"/>
                      <a:gd name="T50" fmla="*/ 142 w 2472"/>
                      <a:gd name="T51" fmla="*/ 79 h 1310"/>
                      <a:gd name="T52" fmla="*/ 164 w 2472"/>
                      <a:gd name="T53" fmla="*/ 114 h 1310"/>
                      <a:gd name="T54" fmla="*/ 189 w 2472"/>
                      <a:gd name="T55" fmla="*/ 152 h 1310"/>
                      <a:gd name="T56" fmla="*/ 234 w 2472"/>
                      <a:gd name="T57" fmla="*/ 202 h 1310"/>
                      <a:gd name="T58" fmla="*/ 272 w 2472"/>
                      <a:gd name="T59" fmla="*/ 225 h 1310"/>
                      <a:gd name="T60" fmla="*/ 315 w 2472"/>
                      <a:gd name="T61" fmla="*/ 237 h 1310"/>
                      <a:gd name="T62" fmla="*/ 393 w 2472"/>
                      <a:gd name="T63" fmla="*/ 218 h 1310"/>
                      <a:gd name="T64" fmla="*/ 478 w 2472"/>
                      <a:gd name="T65" fmla="*/ 176 h 1310"/>
                      <a:gd name="T66" fmla="*/ 484 w 2472"/>
                      <a:gd name="T67" fmla="*/ 275 h 1310"/>
                      <a:gd name="T68" fmla="*/ 518 w 2472"/>
                      <a:gd name="T69" fmla="*/ 505 h 1310"/>
                      <a:gd name="T70" fmla="*/ 507 w 2472"/>
                      <a:gd name="T71" fmla="*/ 621 h 1310"/>
                      <a:gd name="T72" fmla="*/ 588 w 2472"/>
                      <a:gd name="T73" fmla="*/ 460 h 1310"/>
                      <a:gd name="T74" fmla="*/ 657 w 2472"/>
                      <a:gd name="T75" fmla="*/ 345 h 1310"/>
                      <a:gd name="T76" fmla="*/ 726 w 2472"/>
                      <a:gd name="T77" fmla="*/ 265 h 1310"/>
                      <a:gd name="T78" fmla="*/ 818 w 2472"/>
                      <a:gd name="T79" fmla="*/ 173 h 1310"/>
                      <a:gd name="T80" fmla="*/ 899 w 2472"/>
                      <a:gd name="T81" fmla="*/ 102 h 1310"/>
                      <a:gd name="T82" fmla="*/ 1060 w 2472"/>
                      <a:gd name="T83" fmla="*/ 34 h 1310"/>
                      <a:gd name="T84" fmla="*/ 1244 w 2472"/>
                      <a:gd name="T85" fmla="*/ 0 h 1310"/>
                      <a:gd name="T86" fmla="*/ 1461 w 2472"/>
                      <a:gd name="T87" fmla="*/ 0 h 1310"/>
                      <a:gd name="T88" fmla="*/ 1830 w 2472"/>
                      <a:gd name="T89" fmla="*/ 57 h 1310"/>
                      <a:gd name="T90" fmla="*/ 2071 w 2472"/>
                      <a:gd name="T91" fmla="*/ 161 h 1310"/>
                      <a:gd name="T92" fmla="*/ 2219 w 2472"/>
                      <a:gd name="T93" fmla="*/ 287 h 1310"/>
                      <a:gd name="T94" fmla="*/ 2323 w 2472"/>
                      <a:gd name="T95" fmla="*/ 439 h 1310"/>
                      <a:gd name="T96" fmla="*/ 2415 w 2472"/>
                      <a:gd name="T97" fmla="*/ 587 h 1310"/>
                      <a:gd name="T98" fmla="*/ 2461 w 2472"/>
                      <a:gd name="T99" fmla="*/ 737 h 1310"/>
                      <a:gd name="T100" fmla="*/ 2472 w 2472"/>
                      <a:gd name="T101" fmla="*/ 1059 h 1310"/>
                      <a:gd name="T102" fmla="*/ 2461 w 2472"/>
                      <a:gd name="T103" fmla="*/ 1310 h 1310"/>
                      <a:gd name="T104" fmla="*/ 555 w 2472"/>
                      <a:gd name="T105" fmla="*/ 1310 h 13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2472" h="1310">
                        <a:moveTo>
                          <a:pt x="555" y="1310"/>
                        </a:moveTo>
                        <a:lnTo>
                          <a:pt x="553" y="1263"/>
                        </a:lnTo>
                        <a:lnTo>
                          <a:pt x="555" y="1180"/>
                        </a:lnTo>
                        <a:lnTo>
                          <a:pt x="565" y="1093"/>
                        </a:lnTo>
                        <a:lnTo>
                          <a:pt x="510" y="1128"/>
                        </a:lnTo>
                        <a:lnTo>
                          <a:pt x="461" y="1159"/>
                        </a:lnTo>
                        <a:lnTo>
                          <a:pt x="359" y="1194"/>
                        </a:lnTo>
                        <a:lnTo>
                          <a:pt x="267" y="1206"/>
                        </a:lnTo>
                        <a:lnTo>
                          <a:pt x="206" y="1203"/>
                        </a:lnTo>
                        <a:lnTo>
                          <a:pt x="164" y="1183"/>
                        </a:lnTo>
                        <a:lnTo>
                          <a:pt x="117" y="1124"/>
                        </a:lnTo>
                        <a:lnTo>
                          <a:pt x="65" y="1032"/>
                        </a:lnTo>
                        <a:lnTo>
                          <a:pt x="39" y="955"/>
                        </a:lnTo>
                        <a:lnTo>
                          <a:pt x="24" y="890"/>
                        </a:lnTo>
                        <a:lnTo>
                          <a:pt x="11" y="828"/>
                        </a:lnTo>
                        <a:lnTo>
                          <a:pt x="5" y="773"/>
                        </a:lnTo>
                        <a:lnTo>
                          <a:pt x="0" y="705"/>
                        </a:lnTo>
                        <a:lnTo>
                          <a:pt x="0" y="622"/>
                        </a:lnTo>
                        <a:lnTo>
                          <a:pt x="2" y="546"/>
                        </a:lnTo>
                        <a:lnTo>
                          <a:pt x="14" y="475"/>
                        </a:lnTo>
                        <a:lnTo>
                          <a:pt x="25" y="403"/>
                        </a:lnTo>
                        <a:lnTo>
                          <a:pt x="39" y="336"/>
                        </a:lnTo>
                        <a:lnTo>
                          <a:pt x="57" y="271"/>
                        </a:lnTo>
                        <a:lnTo>
                          <a:pt x="82" y="183"/>
                        </a:lnTo>
                        <a:lnTo>
                          <a:pt x="112" y="133"/>
                        </a:lnTo>
                        <a:lnTo>
                          <a:pt x="142" y="79"/>
                        </a:lnTo>
                        <a:lnTo>
                          <a:pt x="164" y="114"/>
                        </a:lnTo>
                        <a:lnTo>
                          <a:pt x="189" y="152"/>
                        </a:lnTo>
                        <a:lnTo>
                          <a:pt x="234" y="202"/>
                        </a:lnTo>
                        <a:lnTo>
                          <a:pt x="272" y="225"/>
                        </a:lnTo>
                        <a:lnTo>
                          <a:pt x="315" y="237"/>
                        </a:lnTo>
                        <a:lnTo>
                          <a:pt x="393" y="218"/>
                        </a:lnTo>
                        <a:lnTo>
                          <a:pt x="478" y="176"/>
                        </a:lnTo>
                        <a:lnTo>
                          <a:pt x="484" y="275"/>
                        </a:lnTo>
                        <a:lnTo>
                          <a:pt x="518" y="505"/>
                        </a:lnTo>
                        <a:lnTo>
                          <a:pt x="507" y="621"/>
                        </a:lnTo>
                        <a:lnTo>
                          <a:pt x="588" y="460"/>
                        </a:lnTo>
                        <a:lnTo>
                          <a:pt x="657" y="345"/>
                        </a:lnTo>
                        <a:lnTo>
                          <a:pt x="726" y="265"/>
                        </a:lnTo>
                        <a:lnTo>
                          <a:pt x="818" y="173"/>
                        </a:lnTo>
                        <a:lnTo>
                          <a:pt x="899" y="102"/>
                        </a:lnTo>
                        <a:lnTo>
                          <a:pt x="1060" y="34"/>
                        </a:lnTo>
                        <a:lnTo>
                          <a:pt x="1244" y="0"/>
                        </a:lnTo>
                        <a:lnTo>
                          <a:pt x="1461" y="0"/>
                        </a:lnTo>
                        <a:lnTo>
                          <a:pt x="1830" y="57"/>
                        </a:lnTo>
                        <a:lnTo>
                          <a:pt x="2071" y="161"/>
                        </a:lnTo>
                        <a:lnTo>
                          <a:pt x="2219" y="287"/>
                        </a:lnTo>
                        <a:lnTo>
                          <a:pt x="2323" y="439"/>
                        </a:lnTo>
                        <a:lnTo>
                          <a:pt x="2415" y="587"/>
                        </a:lnTo>
                        <a:lnTo>
                          <a:pt x="2461" y="737"/>
                        </a:lnTo>
                        <a:lnTo>
                          <a:pt x="2472" y="1059"/>
                        </a:lnTo>
                        <a:lnTo>
                          <a:pt x="2461" y="1310"/>
                        </a:lnTo>
                        <a:lnTo>
                          <a:pt x="555" y="1310"/>
                        </a:lnTo>
                        <a:close/>
                      </a:path>
                    </a:pathLst>
                  </a:custGeom>
                  <a:solidFill>
                    <a:srgbClr val="C0C0FF"/>
                  </a:solidFill>
                  <a:ln w="7938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grpSp>
                <p:nvGrpSpPr>
                  <p:cNvPr id="29764" name="Group 71"/>
                  <p:cNvGrpSpPr/>
                  <p:nvPr/>
                </p:nvGrpSpPr>
                <p:grpSpPr bwMode="auto">
                  <a:xfrm>
                    <a:off x="2681" y="2067"/>
                    <a:ext cx="449" cy="1006"/>
                    <a:chOff x="2681" y="2067"/>
                    <a:chExt cx="449" cy="1006"/>
                  </a:xfrm>
                </p:grpSpPr>
                <p:sp>
                  <p:nvSpPr>
                    <p:cNvPr id="29765" name="Freeform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81" y="2067"/>
                      <a:ext cx="449" cy="404"/>
                    </a:xfrm>
                    <a:custGeom>
                      <a:avLst/>
                      <a:gdLst>
                        <a:gd name="T0" fmla="*/ 23 w 896"/>
                        <a:gd name="T1" fmla="*/ 161 h 808"/>
                        <a:gd name="T2" fmla="*/ 0 w 896"/>
                        <a:gd name="T3" fmla="*/ 299 h 808"/>
                        <a:gd name="T4" fmla="*/ 35 w 896"/>
                        <a:gd name="T5" fmla="*/ 449 h 808"/>
                        <a:gd name="T6" fmla="*/ 46 w 896"/>
                        <a:gd name="T7" fmla="*/ 541 h 808"/>
                        <a:gd name="T8" fmla="*/ 52 w 896"/>
                        <a:gd name="T9" fmla="*/ 578 h 808"/>
                        <a:gd name="T10" fmla="*/ 72 w 896"/>
                        <a:gd name="T11" fmla="*/ 631 h 808"/>
                        <a:gd name="T12" fmla="*/ 90 w 896"/>
                        <a:gd name="T13" fmla="*/ 677 h 808"/>
                        <a:gd name="T14" fmla="*/ 133 w 896"/>
                        <a:gd name="T15" fmla="*/ 731 h 808"/>
                        <a:gd name="T16" fmla="*/ 163 w 896"/>
                        <a:gd name="T17" fmla="*/ 769 h 808"/>
                        <a:gd name="T18" fmla="*/ 207 w 896"/>
                        <a:gd name="T19" fmla="*/ 805 h 808"/>
                        <a:gd name="T20" fmla="*/ 391 w 896"/>
                        <a:gd name="T21" fmla="*/ 587 h 808"/>
                        <a:gd name="T22" fmla="*/ 595 w 896"/>
                        <a:gd name="T23" fmla="*/ 808 h 808"/>
                        <a:gd name="T24" fmla="*/ 641 w 896"/>
                        <a:gd name="T25" fmla="*/ 765 h 808"/>
                        <a:gd name="T26" fmla="*/ 680 w 896"/>
                        <a:gd name="T27" fmla="*/ 716 h 808"/>
                        <a:gd name="T28" fmla="*/ 714 w 896"/>
                        <a:gd name="T29" fmla="*/ 654 h 808"/>
                        <a:gd name="T30" fmla="*/ 759 w 896"/>
                        <a:gd name="T31" fmla="*/ 587 h 808"/>
                        <a:gd name="T32" fmla="*/ 827 w 896"/>
                        <a:gd name="T33" fmla="*/ 449 h 808"/>
                        <a:gd name="T34" fmla="*/ 873 w 896"/>
                        <a:gd name="T35" fmla="*/ 242 h 808"/>
                        <a:gd name="T36" fmla="*/ 896 w 896"/>
                        <a:gd name="T37" fmla="*/ 138 h 808"/>
                        <a:gd name="T38" fmla="*/ 747 w 896"/>
                        <a:gd name="T39" fmla="*/ 47 h 808"/>
                        <a:gd name="T40" fmla="*/ 586 w 896"/>
                        <a:gd name="T41" fmla="*/ 0 h 808"/>
                        <a:gd name="T42" fmla="*/ 332 w 896"/>
                        <a:gd name="T43" fmla="*/ 13 h 808"/>
                        <a:gd name="T44" fmla="*/ 149 w 896"/>
                        <a:gd name="T45" fmla="*/ 59 h 808"/>
                        <a:gd name="T46" fmla="*/ 23 w 896"/>
                        <a:gd name="T47" fmla="*/ 161 h 80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896" h="808">
                          <a:moveTo>
                            <a:pt x="23" y="161"/>
                          </a:moveTo>
                          <a:lnTo>
                            <a:pt x="0" y="299"/>
                          </a:lnTo>
                          <a:lnTo>
                            <a:pt x="35" y="449"/>
                          </a:lnTo>
                          <a:lnTo>
                            <a:pt x="46" y="541"/>
                          </a:lnTo>
                          <a:lnTo>
                            <a:pt x="52" y="578"/>
                          </a:lnTo>
                          <a:lnTo>
                            <a:pt x="72" y="631"/>
                          </a:lnTo>
                          <a:lnTo>
                            <a:pt x="90" y="677"/>
                          </a:lnTo>
                          <a:lnTo>
                            <a:pt x="133" y="731"/>
                          </a:lnTo>
                          <a:lnTo>
                            <a:pt x="163" y="769"/>
                          </a:lnTo>
                          <a:lnTo>
                            <a:pt x="207" y="805"/>
                          </a:lnTo>
                          <a:lnTo>
                            <a:pt x="391" y="587"/>
                          </a:lnTo>
                          <a:lnTo>
                            <a:pt x="595" y="808"/>
                          </a:lnTo>
                          <a:lnTo>
                            <a:pt x="641" y="765"/>
                          </a:lnTo>
                          <a:lnTo>
                            <a:pt x="680" y="716"/>
                          </a:lnTo>
                          <a:lnTo>
                            <a:pt x="714" y="654"/>
                          </a:lnTo>
                          <a:lnTo>
                            <a:pt x="759" y="587"/>
                          </a:lnTo>
                          <a:lnTo>
                            <a:pt x="827" y="449"/>
                          </a:lnTo>
                          <a:lnTo>
                            <a:pt x="873" y="242"/>
                          </a:lnTo>
                          <a:lnTo>
                            <a:pt x="896" y="138"/>
                          </a:lnTo>
                          <a:lnTo>
                            <a:pt x="747" y="47"/>
                          </a:lnTo>
                          <a:lnTo>
                            <a:pt x="586" y="0"/>
                          </a:lnTo>
                          <a:lnTo>
                            <a:pt x="332" y="13"/>
                          </a:lnTo>
                          <a:lnTo>
                            <a:pt x="149" y="59"/>
                          </a:lnTo>
                          <a:lnTo>
                            <a:pt x="23" y="16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7938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>
                      <a:lvl1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  <p:sp>
                  <p:nvSpPr>
                    <p:cNvPr id="29766" name="Freeform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50" y="2360"/>
                      <a:ext cx="276" cy="713"/>
                    </a:xfrm>
                    <a:custGeom>
                      <a:avLst/>
                      <a:gdLst>
                        <a:gd name="T0" fmla="*/ 254 w 553"/>
                        <a:gd name="T1" fmla="*/ 0 h 1424"/>
                        <a:gd name="T2" fmla="*/ 121 w 553"/>
                        <a:gd name="T3" fmla="*/ 160 h 1424"/>
                        <a:gd name="T4" fmla="*/ 173 w 553"/>
                        <a:gd name="T5" fmla="*/ 287 h 1424"/>
                        <a:gd name="T6" fmla="*/ 82 w 553"/>
                        <a:gd name="T7" fmla="*/ 460 h 1424"/>
                        <a:gd name="T8" fmla="*/ 25 w 553"/>
                        <a:gd name="T9" fmla="*/ 700 h 1424"/>
                        <a:gd name="T10" fmla="*/ 0 w 553"/>
                        <a:gd name="T11" fmla="*/ 861 h 1424"/>
                        <a:gd name="T12" fmla="*/ 25 w 553"/>
                        <a:gd name="T13" fmla="*/ 1011 h 1424"/>
                        <a:gd name="T14" fmla="*/ 70 w 553"/>
                        <a:gd name="T15" fmla="*/ 1194 h 1424"/>
                        <a:gd name="T16" fmla="*/ 288 w 553"/>
                        <a:gd name="T17" fmla="*/ 1424 h 1424"/>
                        <a:gd name="T18" fmla="*/ 506 w 553"/>
                        <a:gd name="T19" fmla="*/ 1149 h 1424"/>
                        <a:gd name="T20" fmla="*/ 553 w 553"/>
                        <a:gd name="T21" fmla="*/ 895 h 1424"/>
                        <a:gd name="T22" fmla="*/ 518 w 553"/>
                        <a:gd name="T23" fmla="*/ 654 h 1424"/>
                        <a:gd name="T24" fmla="*/ 460 w 553"/>
                        <a:gd name="T25" fmla="*/ 448 h 1424"/>
                        <a:gd name="T26" fmla="*/ 368 w 553"/>
                        <a:gd name="T27" fmla="*/ 275 h 1424"/>
                        <a:gd name="T28" fmla="*/ 437 w 553"/>
                        <a:gd name="T29" fmla="*/ 195 h 1424"/>
                        <a:gd name="T30" fmla="*/ 254 w 553"/>
                        <a:gd name="T31" fmla="*/ 0 h 142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553" h="1424">
                          <a:moveTo>
                            <a:pt x="254" y="0"/>
                          </a:moveTo>
                          <a:lnTo>
                            <a:pt x="121" y="160"/>
                          </a:lnTo>
                          <a:lnTo>
                            <a:pt x="173" y="287"/>
                          </a:lnTo>
                          <a:lnTo>
                            <a:pt x="82" y="460"/>
                          </a:lnTo>
                          <a:lnTo>
                            <a:pt x="25" y="700"/>
                          </a:lnTo>
                          <a:lnTo>
                            <a:pt x="0" y="861"/>
                          </a:lnTo>
                          <a:lnTo>
                            <a:pt x="25" y="1011"/>
                          </a:lnTo>
                          <a:lnTo>
                            <a:pt x="70" y="1194"/>
                          </a:lnTo>
                          <a:lnTo>
                            <a:pt x="288" y="1424"/>
                          </a:lnTo>
                          <a:lnTo>
                            <a:pt x="506" y="1149"/>
                          </a:lnTo>
                          <a:lnTo>
                            <a:pt x="553" y="895"/>
                          </a:lnTo>
                          <a:lnTo>
                            <a:pt x="518" y="654"/>
                          </a:lnTo>
                          <a:lnTo>
                            <a:pt x="460" y="448"/>
                          </a:lnTo>
                          <a:lnTo>
                            <a:pt x="368" y="275"/>
                          </a:lnTo>
                          <a:lnTo>
                            <a:pt x="437" y="195"/>
                          </a:lnTo>
                          <a:lnTo>
                            <a:pt x="254" y="0"/>
                          </a:lnTo>
                          <a:close/>
                        </a:path>
                      </a:pathLst>
                    </a:custGeom>
                    <a:solidFill>
                      <a:srgbClr val="A000A0"/>
                    </a:solidFill>
                    <a:ln w="7938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>
                      <a:lvl1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eaLnBrk="0" hangingPunct="0"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400" b="1" i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29767" name="Freeform 74"/>
                <p:cNvSpPr>
                  <a:spLocks noChangeArrowheads="1"/>
                </p:cNvSpPr>
                <p:nvPr/>
              </p:nvSpPr>
              <p:spPr bwMode="auto">
                <a:xfrm>
                  <a:off x="2939" y="2008"/>
                  <a:ext cx="347" cy="436"/>
                </a:xfrm>
                <a:custGeom>
                  <a:avLst/>
                  <a:gdLst>
                    <a:gd name="T0" fmla="*/ 331 w 693"/>
                    <a:gd name="T1" fmla="*/ 38 h 873"/>
                    <a:gd name="T2" fmla="*/ 352 w 693"/>
                    <a:gd name="T3" fmla="*/ 11 h 873"/>
                    <a:gd name="T4" fmla="*/ 388 w 693"/>
                    <a:gd name="T5" fmla="*/ 0 h 873"/>
                    <a:gd name="T6" fmla="*/ 411 w 693"/>
                    <a:gd name="T7" fmla="*/ 3 h 873"/>
                    <a:gd name="T8" fmla="*/ 422 w 693"/>
                    <a:gd name="T9" fmla="*/ 18 h 873"/>
                    <a:gd name="T10" fmla="*/ 435 w 693"/>
                    <a:gd name="T11" fmla="*/ 51 h 873"/>
                    <a:gd name="T12" fmla="*/ 439 w 693"/>
                    <a:gd name="T13" fmla="*/ 114 h 873"/>
                    <a:gd name="T14" fmla="*/ 434 w 693"/>
                    <a:gd name="T15" fmla="*/ 174 h 873"/>
                    <a:gd name="T16" fmla="*/ 432 w 693"/>
                    <a:gd name="T17" fmla="*/ 212 h 873"/>
                    <a:gd name="T18" fmla="*/ 444 w 693"/>
                    <a:gd name="T19" fmla="*/ 300 h 873"/>
                    <a:gd name="T20" fmla="*/ 460 w 693"/>
                    <a:gd name="T21" fmla="*/ 366 h 873"/>
                    <a:gd name="T22" fmla="*/ 468 w 693"/>
                    <a:gd name="T23" fmla="*/ 389 h 873"/>
                    <a:gd name="T24" fmla="*/ 489 w 693"/>
                    <a:gd name="T25" fmla="*/ 429 h 873"/>
                    <a:gd name="T26" fmla="*/ 531 w 693"/>
                    <a:gd name="T27" fmla="*/ 561 h 873"/>
                    <a:gd name="T28" fmla="*/ 563 w 693"/>
                    <a:gd name="T29" fmla="*/ 597 h 873"/>
                    <a:gd name="T30" fmla="*/ 617 w 693"/>
                    <a:gd name="T31" fmla="*/ 653 h 873"/>
                    <a:gd name="T32" fmla="*/ 693 w 693"/>
                    <a:gd name="T33" fmla="*/ 727 h 873"/>
                    <a:gd name="T34" fmla="*/ 422 w 693"/>
                    <a:gd name="T35" fmla="*/ 873 h 873"/>
                    <a:gd name="T36" fmla="*/ 259 w 693"/>
                    <a:gd name="T37" fmla="*/ 689 h 873"/>
                    <a:gd name="T38" fmla="*/ 195 w 693"/>
                    <a:gd name="T39" fmla="*/ 717 h 873"/>
                    <a:gd name="T40" fmla="*/ 96 w 693"/>
                    <a:gd name="T41" fmla="*/ 736 h 873"/>
                    <a:gd name="T42" fmla="*/ 31 w 693"/>
                    <a:gd name="T43" fmla="*/ 727 h 873"/>
                    <a:gd name="T44" fmla="*/ 0 w 693"/>
                    <a:gd name="T45" fmla="*/ 699 h 873"/>
                    <a:gd name="T46" fmla="*/ 0 w 693"/>
                    <a:gd name="T47" fmla="*/ 671 h 873"/>
                    <a:gd name="T48" fmla="*/ 18 w 693"/>
                    <a:gd name="T49" fmla="*/ 632 h 873"/>
                    <a:gd name="T50" fmla="*/ 77 w 693"/>
                    <a:gd name="T51" fmla="*/ 612 h 873"/>
                    <a:gd name="T52" fmla="*/ 157 w 693"/>
                    <a:gd name="T53" fmla="*/ 595 h 873"/>
                    <a:gd name="T54" fmla="*/ 214 w 693"/>
                    <a:gd name="T55" fmla="*/ 574 h 873"/>
                    <a:gd name="T56" fmla="*/ 241 w 693"/>
                    <a:gd name="T57" fmla="*/ 547 h 873"/>
                    <a:gd name="T58" fmla="*/ 280 w 693"/>
                    <a:gd name="T59" fmla="*/ 508 h 873"/>
                    <a:gd name="T60" fmla="*/ 303 w 693"/>
                    <a:gd name="T61" fmla="*/ 485 h 873"/>
                    <a:gd name="T62" fmla="*/ 326 w 693"/>
                    <a:gd name="T63" fmla="*/ 450 h 873"/>
                    <a:gd name="T64" fmla="*/ 326 w 693"/>
                    <a:gd name="T65" fmla="*/ 378 h 873"/>
                    <a:gd name="T66" fmla="*/ 319 w 693"/>
                    <a:gd name="T67" fmla="*/ 302 h 873"/>
                    <a:gd name="T68" fmla="*/ 303 w 693"/>
                    <a:gd name="T69" fmla="*/ 219 h 873"/>
                    <a:gd name="T70" fmla="*/ 315 w 693"/>
                    <a:gd name="T71" fmla="*/ 101 h 873"/>
                    <a:gd name="T72" fmla="*/ 331 w 693"/>
                    <a:gd name="T73" fmla="*/ 38 h 8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693" h="873">
                      <a:moveTo>
                        <a:pt x="331" y="38"/>
                      </a:moveTo>
                      <a:lnTo>
                        <a:pt x="352" y="11"/>
                      </a:lnTo>
                      <a:lnTo>
                        <a:pt x="388" y="0"/>
                      </a:lnTo>
                      <a:lnTo>
                        <a:pt x="411" y="3"/>
                      </a:lnTo>
                      <a:lnTo>
                        <a:pt x="422" y="18"/>
                      </a:lnTo>
                      <a:lnTo>
                        <a:pt x="435" y="51"/>
                      </a:lnTo>
                      <a:lnTo>
                        <a:pt x="439" y="114"/>
                      </a:lnTo>
                      <a:lnTo>
                        <a:pt x="434" y="174"/>
                      </a:lnTo>
                      <a:lnTo>
                        <a:pt x="432" y="212"/>
                      </a:lnTo>
                      <a:lnTo>
                        <a:pt x="444" y="300"/>
                      </a:lnTo>
                      <a:lnTo>
                        <a:pt x="460" y="366"/>
                      </a:lnTo>
                      <a:lnTo>
                        <a:pt x="468" y="389"/>
                      </a:lnTo>
                      <a:lnTo>
                        <a:pt x="489" y="429"/>
                      </a:lnTo>
                      <a:lnTo>
                        <a:pt x="531" y="561"/>
                      </a:lnTo>
                      <a:lnTo>
                        <a:pt x="563" y="597"/>
                      </a:lnTo>
                      <a:lnTo>
                        <a:pt x="617" y="653"/>
                      </a:lnTo>
                      <a:lnTo>
                        <a:pt x="693" y="727"/>
                      </a:lnTo>
                      <a:lnTo>
                        <a:pt x="422" y="873"/>
                      </a:lnTo>
                      <a:lnTo>
                        <a:pt x="259" y="689"/>
                      </a:lnTo>
                      <a:lnTo>
                        <a:pt x="195" y="717"/>
                      </a:lnTo>
                      <a:lnTo>
                        <a:pt x="96" y="736"/>
                      </a:lnTo>
                      <a:lnTo>
                        <a:pt x="31" y="727"/>
                      </a:lnTo>
                      <a:lnTo>
                        <a:pt x="0" y="699"/>
                      </a:lnTo>
                      <a:lnTo>
                        <a:pt x="0" y="671"/>
                      </a:lnTo>
                      <a:lnTo>
                        <a:pt x="18" y="632"/>
                      </a:lnTo>
                      <a:lnTo>
                        <a:pt x="77" y="612"/>
                      </a:lnTo>
                      <a:lnTo>
                        <a:pt x="157" y="595"/>
                      </a:lnTo>
                      <a:lnTo>
                        <a:pt x="214" y="574"/>
                      </a:lnTo>
                      <a:lnTo>
                        <a:pt x="241" y="547"/>
                      </a:lnTo>
                      <a:lnTo>
                        <a:pt x="280" y="508"/>
                      </a:lnTo>
                      <a:lnTo>
                        <a:pt x="303" y="485"/>
                      </a:lnTo>
                      <a:lnTo>
                        <a:pt x="326" y="450"/>
                      </a:lnTo>
                      <a:lnTo>
                        <a:pt x="326" y="378"/>
                      </a:lnTo>
                      <a:lnTo>
                        <a:pt x="319" y="302"/>
                      </a:lnTo>
                      <a:lnTo>
                        <a:pt x="303" y="219"/>
                      </a:lnTo>
                      <a:lnTo>
                        <a:pt x="315" y="101"/>
                      </a:lnTo>
                      <a:lnTo>
                        <a:pt x="331" y="38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68" name="Freeform 75"/>
                <p:cNvSpPr>
                  <a:spLocks noChangeArrowheads="1"/>
                </p:cNvSpPr>
                <p:nvPr/>
              </p:nvSpPr>
              <p:spPr bwMode="auto">
                <a:xfrm>
                  <a:off x="2681" y="1740"/>
                  <a:ext cx="438" cy="621"/>
                </a:xfrm>
                <a:custGeom>
                  <a:avLst/>
                  <a:gdLst>
                    <a:gd name="T0" fmla="*/ 254 w 874"/>
                    <a:gd name="T1" fmla="*/ 21 h 1244"/>
                    <a:gd name="T2" fmla="*/ 192 w 874"/>
                    <a:gd name="T3" fmla="*/ 64 h 1244"/>
                    <a:gd name="T4" fmla="*/ 149 w 874"/>
                    <a:gd name="T5" fmla="*/ 101 h 1244"/>
                    <a:gd name="T6" fmla="*/ 118 w 874"/>
                    <a:gd name="T7" fmla="*/ 150 h 1244"/>
                    <a:gd name="T8" fmla="*/ 80 w 874"/>
                    <a:gd name="T9" fmla="*/ 203 h 1244"/>
                    <a:gd name="T10" fmla="*/ 63 w 874"/>
                    <a:gd name="T11" fmla="*/ 277 h 1244"/>
                    <a:gd name="T12" fmla="*/ 46 w 874"/>
                    <a:gd name="T13" fmla="*/ 335 h 1244"/>
                    <a:gd name="T14" fmla="*/ 46 w 874"/>
                    <a:gd name="T15" fmla="*/ 405 h 1244"/>
                    <a:gd name="T16" fmla="*/ 63 w 874"/>
                    <a:gd name="T17" fmla="*/ 501 h 1244"/>
                    <a:gd name="T18" fmla="*/ 67 w 874"/>
                    <a:gd name="T19" fmla="*/ 590 h 1244"/>
                    <a:gd name="T20" fmla="*/ 43 w 874"/>
                    <a:gd name="T21" fmla="*/ 683 h 1244"/>
                    <a:gd name="T22" fmla="*/ 17 w 874"/>
                    <a:gd name="T23" fmla="*/ 772 h 1244"/>
                    <a:gd name="T24" fmla="*/ 0 w 874"/>
                    <a:gd name="T25" fmla="*/ 853 h 1244"/>
                    <a:gd name="T26" fmla="*/ 0 w 874"/>
                    <a:gd name="T27" fmla="*/ 922 h 1244"/>
                    <a:gd name="T28" fmla="*/ 5 w 874"/>
                    <a:gd name="T29" fmla="*/ 985 h 1244"/>
                    <a:gd name="T30" fmla="*/ 17 w 874"/>
                    <a:gd name="T31" fmla="*/ 1036 h 1244"/>
                    <a:gd name="T32" fmla="*/ 41 w 874"/>
                    <a:gd name="T33" fmla="*/ 1089 h 1244"/>
                    <a:gd name="T34" fmla="*/ 74 w 874"/>
                    <a:gd name="T35" fmla="*/ 1128 h 1244"/>
                    <a:gd name="T36" fmla="*/ 115 w 874"/>
                    <a:gd name="T37" fmla="*/ 1157 h 1244"/>
                    <a:gd name="T38" fmla="*/ 196 w 874"/>
                    <a:gd name="T39" fmla="*/ 1207 h 1244"/>
                    <a:gd name="T40" fmla="*/ 286 w 874"/>
                    <a:gd name="T41" fmla="*/ 1230 h 1244"/>
                    <a:gd name="T42" fmla="*/ 378 w 874"/>
                    <a:gd name="T43" fmla="*/ 1244 h 1244"/>
                    <a:gd name="T44" fmla="*/ 465 w 874"/>
                    <a:gd name="T45" fmla="*/ 1232 h 1244"/>
                    <a:gd name="T46" fmla="*/ 540 w 874"/>
                    <a:gd name="T47" fmla="*/ 1218 h 1244"/>
                    <a:gd name="T48" fmla="*/ 621 w 874"/>
                    <a:gd name="T49" fmla="*/ 1183 h 1244"/>
                    <a:gd name="T50" fmla="*/ 690 w 874"/>
                    <a:gd name="T51" fmla="*/ 1149 h 1244"/>
                    <a:gd name="T52" fmla="*/ 747 w 874"/>
                    <a:gd name="T53" fmla="*/ 1103 h 1244"/>
                    <a:gd name="T54" fmla="*/ 816 w 874"/>
                    <a:gd name="T55" fmla="*/ 1022 h 1244"/>
                    <a:gd name="T56" fmla="*/ 845 w 874"/>
                    <a:gd name="T57" fmla="*/ 979 h 1244"/>
                    <a:gd name="T58" fmla="*/ 862 w 874"/>
                    <a:gd name="T59" fmla="*/ 922 h 1244"/>
                    <a:gd name="T60" fmla="*/ 873 w 874"/>
                    <a:gd name="T61" fmla="*/ 864 h 1244"/>
                    <a:gd name="T62" fmla="*/ 874 w 874"/>
                    <a:gd name="T63" fmla="*/ 811 h 1244"/>
                    <a:gd name="T64" fmla="*/ 864 w 874"/>
                    <a:gd name="T65" fmla="*/ 745 h 1244"/>
                    <a:gd name="T66" fmla="*/ 853 w 874"/>
                    <a:gd name="T67" fmla="*/ 683 h 1244"/>
                    <a:gd name="T68" fmla="*/ 837 w 874"/>
                    <a:gd name="T69" fmla="*/ 563 h 1244"/>
                    <a:gd name="T70" fmla="*/ 845 w 874"/>
                    <a:gd name="T71" fmla="*/ 503 h 1244"/>
                    <a:gd name="T72" fmla="*/ 864 w 874"/>
                    <a:gd name="T73" fmla="*/ 437 h 1244"/>
                    <a:gd name="T74" fmla="*/ 873 w 874"/>
                    <a:gd name="T75" fmla="*/ 319 h 1244"/>
                    <a:gd name="T76" fmla="*/ 864 w 874"/>
                    <a:gd name="T77" fmla="*/ 213 h 1244"/>
                    <a:gd name="T78" fmla="*/ 845 w 874"/>
                    <a:gd name="T79" fmla="*/ 141 h 1244"/>
                    <a:gd name="T80" fmla="*/ 805 w 874"/>
                    <a:gd name="T81" fmla="*/ 92 h 1244"/>
                    <a:gd name="T82" fmla="*/ 704 w 874"/>
                    <a:gd name="T83" fmla="*/ 42 h 1244"/>
                    <a:gd name="T84" fmla="*/ 586 w 874"/>
                    <a:gd name="T85" fmla="*/ 11 h 1244"/>
                    <a:gd name="T86" fmla="*/ 393 w 874"/>
                    <a:gd name="T87" fmla="*/ 0 h 1244"/>
                    <a:gd name="T88" fmla="*/ 254 w 874"/>
                    <a:gd name="T89" fmla="*/ 21 h 1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74" h="1244">
                      <a:moveTo>
                        <a:pt x="254" y="21"/>
                      </a:moveTo>
                      <a:lnTo>
                        <a:pt x="192" y="64"/>
                      </a:lnTo>
                      <a:lnTo>
                        <a:pt x="149" y="101"/>
                      </a:lnTo>
                      <a:lnTo>
                        <a:pt x="118" y="150"/>
                      </a:lnTo>
                      <a:lnTo>
                        <a:pt x="80" y="203"/>
                      </a:lnTo>
                      <a:lnTo>
                        <a:pt x="63" y="277"/>
                      </a:lnTo>
                      <a:lnTo>
                        <a:pt x="46" y="335"/>
                      </a:lnTo>
                      <a:lnTo>
                        <a:pt x="46" y="405"/>
                      </a:lnTo>
                      <a:lnTo>
                        <a:pt x="63" y="501"/>
                      </a:lnTo>
                      <a:lnTo>
                        <a:pt x="67" y="590"/>
                      </a:lnTo>
                      <a:lnTo>
                        <a:pt x="43" y="683"/>
                      </a:lnTo>
                      <a:lnTo>
                        <a:pt x="17" y="772"/>
                      </a:lnTo>
                      <a:lnTo>
                        <a:pt x="0" y="853"/>
                      </a:lnTo>
                      <a:lnTo>
                        <a:pt x="0" y="922"/>
                      </a:lnTo>
                      <a:lnTo>
                        <a:pt x="5" y="985"/>
                      </a:lnTo>
                      <a:lnTo>
                        <a:pt x="17" y="1036"/>
                      </a:lnTo>
                      <a:lnTo>
                        <a:pt x="41" y="1089"/>
                      </a:lnTo>
                      <a:lnTo>
                        <a:pt x="74" y="1128"/>
                      </a:lnTo>
                      <a:lnTo>
                        <a:pt x="115" y="1157"/>
                      </a:lnTo>
                      <a:lnTo>
                        <a:pt x="196" y="1207"/>
                      </a:lnTo>
                      <a:lnTo>
                        <a:pt x="286" y="1230"/>
                      </a:lnTo>
                      <a:lnTo>
                        <a:pt x="378" y="1244"/>
                      </a:lnTo>
                      <a:lnTo>
                        <a:pt x="465" y="1232"/>
                      </a:lnTo>
                      <a:lnTo>
                        <a:pt x="540" y="1218"/>
                      </a:lnTo>
                      <a:lnTo>
                        <a:pt x="621" y="1183"/>
                      </a:lnTo>
                      <a:lnTo>
                        <a:pt x="690" y="1149"/>
                      </a:lnTo>
                      <a:lnTo>
                        <a:pt x="747" y="1103"/>
                      </a:lnTo>
                      <a:lnTo>
                        <a:pt x="816" y="1022"/>
                      </a:lnTo>
                      <a:lnTo>
                        <a:pt x="845" y="979"/>
                      </a:lnTo>
                      <a:lnTo>
                        <a:pt x="862" y="922"/>
                      </a:lnTo>
                      <a:lnTo>
                        <a:pt x="873" y="864"/>
                      </a:lnTo>
                      <a:lnTo>
                        <a:pt x="874" y="811"/>
                      </a:lnTo>
                      <a:lnTo>
                        <a:pt x="864" y="745"/>
                      </a:lnTo>
                      <a:lnTo>
                        <a:pt x="853" y="683"/>
                      </a:lnTo>
                      <a:lnTo>
                        <a:pt x="837" y="563"/>
                      </a:lnTo>
                      <a:lnTo>
                        <a:pt x="845" y="503"/>
                      </a:lnTo>
                      <a:lnTo>
                        <a:pt x="864" y="437"/>
                      </a:lnTo>
                      <a:lnTo>
                        <a:pt x="873" y="319"/>
                      </a:lnTo>
                      <a:lnTo>
                        <a:pt x="864" y="213"/>
                      </a:lnTo>
                      <a:lnTo>
                        <a:pt x="845" y="141"/>
                      </a:lnTo>
                      <a:lnTo>
                        <a:pt x="805" y="92"/>
                      </a:lnTo>
                      <a:lnTo>
                        <a:pt x="704" y="42"/>
                      </a:lnTo>
                      <a:lnTo>
                        <a:pt x="586" y="11"/>
                      </a:lnTo>
                      <a:lnTo>
                        <a:pt x="393" y="0"/>
                      </a:lnTo>
                      <a:lnTo>
                        <a:pt x="254" y="21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29769" name="Group 76"/>
                <p:cNvGrpSpPr/>
                <p:nvPr/>
              </p:nvGrpSpPr>
              <p:grpSpPr bwMode="auto">
                <a:xfrm>
                  <a:off x="2802" y="2002"/>
                  <a:ext cx="216" cy="233"/>
                  <a:chOff x="2802" y="2002"/>
                  <a:chExt cx="216" cy="233"/>
                </a:xfrm>
              </p:grpSpPr>
              <p:sp>
                <p:nvSpPr>
                  <p:cNvPr id="29770" name="Freeform 77"/>
                  <p:cNvSpPr>
                    <a:spLocks noChangeArrowheads="1"/>
                  </p:cNvSpPr>
                  <p:nvPr/>
                </p:nvSpPr>
                <p:spPr bwMode="auto">
                  <a:xfrm>
                    <a:off x="2802" y="2206"/>
                    <a:ext cx="216" cy="9"/>
                  </a:xfrm>
                  <a:custGeom>
                    <a:avLst/>
                    <a:gdLst>
                      <a:gd name="T0" fmla="*/ 0 w 431"/>
                      <a:gd name="T1" fmla="*/ 4 h 19"/>
                      <a:gd name="T2" fmla="*/ 39 w 431"/>
                      <a:gd name="T3" fmla="*/ 0 h 19"/>
                      <a:gd name="T4" fmla="*/ 98 w 431"/>
                      <a:gd name="T5" fmla="*/ 0 h 19"/>
                      <a:gd name="T6" fmla="*/ 151 w 431"/>
                      <a:gd name="T7" fmla="*/ 0 h 19"/>
                      <a:gd name="T8" fmla="*/ 217 w 431"/>
                      <a:gd name="T9" fmla="*/ 11 h 19"/>
                      <a:gd name="T10" fmla="*/ 292 w 431"/>
                      <a:gd name="T11" fmla="*/ 11 h 19"/>
                      <a:gd name="T12" fmla="*/ 365 w 431"/>
                      <a:gd name="T13" fmla="*/ 11 h 19"/>
                      <a:gd name="T14" fmla="*/ 431 w 431"/>
                      <a:gd name="T15" fmla="*/ 19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31" h="19">
                        <a:moveTo>
                          <a:pt x="0" y="4"/>
                        </a:moveTo>
                        <a:lnTo>
                          <a:pt x="39" y="0"/>
                        </a:lnTo>
                        <a:lnTo>
                          <a:pt x="98" y="0"/>
                        </a:lnTo>
                        <a:lnTo>
                          <a:pt x="151" y="0"/>
                        </a:lnTo>
                        <a:lnTo>
                          <a:pt x="217" y="11"/>
                        </a:lnTo>
                        <a:lnTo>
                          <a:pt x="292" y="11"/>
                        </a:lnTo>
                        <a:lnTo>
                          <a:pt x="365" y="11"/>
                        </a:lnTo>
                        <a:lnTo>
                          <a:pt x="431" y="19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29771" name="Freeform 78"/>
                  <p:cNvSpPr>
                    <a:spLocks noChangeArrowheads="1"/>
                  </p:cNvSpPr>
                  <p:nvPr/>
                </p:nvSpPr>
                <p:spPr bwMode="auto">
                  <a:xfrm>
                    <a:off x="2877" y="2232"/>
                    <a:ext cx="46" cy="3"/>
                  </a:xfrm>
                  <a:custGeom>
                    <a:avLst/>
                    <a:gdLst>
                      <a:gd name="T0" fmla="*/ 0 w 92"/>
                      <a:gd name="T1" fmla="*/ 5 h 5"/>
                      <a:gd name="T2" fmla="*/ 67 w 92"/>
                      <a:gd name="T3" fmla="*/ 0 h 5"/>
                      <a:gd name="T4" fmla="*/ 92 w 92"/>
                      <a:gd name="T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2" h="5">
                        <a:moveTo>
                          <a:pt x="0" y="5"/>
                        </a:moveTo>
                        <a:lnTo>
                          <a:pt x="67" y="0"/>
                        </a:lnTo>
                        <a:lnTo>
                          <a:pt x="92" y="5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29772" name="Freeform 79"/>
                  <p:cNvSpPr>
                    <a:spLocks noChangeArrowheads="1"/>
                  </p:cNvSpPr>
                  <p:nvPr/>
                </p:nvSpPr>
                <p:spPr bwMode="auto">
                  <a:xfrm>
                    <a:off x="2859" y="2002"/>
                    <a:ext cx="101" cy="155"/>
                  </a:xfrm>
                  <a:custGeom>
                    <a:avLst/>
                    <a:gdLst>
                      <a:gd name="T0" fmla="*/ 138 w 202"/>
                      <a:gd name="T1" fmla="*/ 0 h 309"/>
                      <a:gd name="T2" fmla="*/ 132 w 202"/>
                      <a:gd name="T3" fmla="*/ 53 h 309"/>
                      <a:gd name="T4" fmla="*/ 143 w 202"/>
                      <a:gd name="T5" fmla="*/ 104 h 309"/>
                      <a:gd name="T6" fmla="*/ 155 w 202"/>
                      <a:gd name="T7" fmla="*/ 139 h 309"/>
                      <a:gd name="T8" fmla="*/ 177 w 202"/>
                      <a:gd name="T9" fmla="*/ 190 h 309"/>
                      <a:gd name="T10" fmla="*/ 189 w 202"/>
                      <a:gd name="T11" fmla="*/ 223 h 309"/>
                      <a:gd name="T12" fmla="*/ 202 w 202"/>
                      <a:gd name="T13" fmla="*/ 264 h 309"/>
                      <a:gd name="T14" fmla="*/ 189 w 202"/>
                      <a:gd name="T15" fmla="*/ 293 h 309"/>
                      <a:gd name="T16" fmla="*/ 173 w 202"/>
                      <a:gd name="T17" fmla="*/ 303 h 309"/>
                      <a:gd name="T18" fmla="*/ 143 w 202"/>
                      <a:gd name="T19" fmla="*/ 309 h 309"/>
                      <a:gd name="T20" fmla="*/ 109 w 202"/>
                      <a:gd name="T21" fmla="*/ 293 h 309"/>
                      <a:gd name="T22" fmla="*/ 63 w 202"/>
                      <a:gd name="T23" fmla="*/ 287 h 309"/>
                      <a:gd name="T24" fmla="*/ 0 w 202"/>
                      <a:gd name="T25" fmla="*/ 297 h 3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02" h="309">
                        <a:moveTo>
                          <a:pt x="138" y="0"/>
                        </a:moveTo>
                        <a:lnTo>
                          <a:pt x="132" y="53"/>
                        </a:lnTo>
                        <a:lnTo>
                          <a:pt x="143" y="104"/>
                        </a:lnTo>
                        <a:lnTo>
                          <a:pt x="155" y="139"/>
                        </a:lnTo>
                        <a:lnTo>
                          <a:pt x="177" y="190"/>
                        </a:lnTo>
                        <a:lnTo>
                          <a:pt x="189" y="223"/>
                        </a:lnTo>
                        <a:lnTo>
                          <a:pt x="202" y="264"/>
                        </a:lnTo>
                        <a:lnTo>
                          <a:pt x="189" y="293"/>
                        </a:lnTo>
                        <a:lnTo>
                          <a:pt x="173" y="303"/>
                        </a:lnTo>
                        <a:lnTo>
                          <a:pt x="143" y="309"/>
                        </a:lnTo>
                        <a:lnTo>
                          <a:pt x="109" y="293"/>
                        </a:lnTo>
                        <a:lnTo>
                          <a:pt x="63" y="287"/>
                        </a:lnTo>
                        <a:lnTo>
                          <a:pt x="0" y="297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9773" name="Group 80"/>
                <p:cNvGrpSpPr/>
                <p:nvPr/>
              </p:nvGrpSpPr>
              <p:grpSpPr bwMode="auto">
                <a:xfrm>
                  <a:off x="2780" y="1904"/>
                  <a:ext cx="287" cy="26"/>
                  <a:chOff x="2780" y="1904"/>
                  <a:chExt cx="287" cy="26"/>
                </a:xfrm>
              </p:grpSpPr>
              <p:sp>
                <p:nvSpPr>
                  <p:cNvPr id="29774" name="Freeform 81"/>
                  <p:cNvSpPr>
                    <a:spLocks noChangeArrowheads="1"/>
                  </p:cNvSpPr>
                  <p:nvPr/>
                </p:nvSpPr>
                <p:spPr bwMode="auto">
                  <a:xfrm>
                    <a:off x="2780" y="1904"/>
                    <a:ext cx="116" cy="24"/>
                  </a:xfrm>
                  <a:custGeom>
                    <a:avLst/>
                    <a:gdLst>
                      <a:gd name="T0" fmla="*/ 0 w 232"/>
                      <a:gd name="T1" fmla="*/ 49 h 49"/>
                      <a:gd name="T2" fmla="*/ 33 w 232"/>
                      <a:gd name="T3" fmla="*/ 28 h 49"/>
                      <a:gd name="T4" fmla="*/ 64 w 232"/>
                      <a:gd name="T5" fmla="*/ 14 h 49"/>
                      <a:gd name="T6" fmla="*/ 98 w 232"/>
                      <a:gd name="T7" fmla="*/ 6 h 49"/>
                      <a:gd name="T8" fmla="*/ 126 w 232"/>
                      <a:gd name="T9" fmla="*/ 3 h 49"/>
                      <a:gd name="T10" fmla="*/ 148 w 232"/>
                      <a:gd name="T11" fmla="*/ 0 h 49"/>
                      <a:gd name="T12" fmla="*/ 187 w 232"/>
                      <a:gd name="T13" fmla="*/ 11 h 49"/>
                      <a:gd name="T14" fmla="*/ 232 w 232"/>
                      <a:gd name="T15" fmla="*/ 25 h 49"/>
                      <a:gd name="T16" fmla="*/ 230 w 232"/>
                      <a:gd name="T17" fmla="*/ 38 h 49"/>
                      <a:gd name="T18" fmla="*/ 211 w 232"/>
                      <a:gd name="T19" fmla="*/ 41 h 49"/>
                      <a:gd name="T20" fmla="*/ 187 w 232"/>
                      <a:gd name="T21" fmla="*/ 33 h 49"/>
                      <a:gd name="T22" fmla="*/ 146 w 232"/>
                      <a:gd name="T23" fmla="*/ 29 h 49"/>
                      <a:gd name="T24" fmla="*/ 120 w 232"/>
                      <a:gd name="T25" fmla="*/ 28 h 49"/>
                      <a:gd name="T26" fmla="*/ 96 w 232"/>
                      <a:gd name="T27" fmla="*/ 33 h 49"/>
                      <a:gd name="T28" fmla="*/ 64 w 232"/>
                      <a:gd name="T29" fmla="*/ 41 h 49"/>
                      <a:gd name="T30" fmla="*/ 36 w 232"/>
                      <a:gd name="T31" fmla="*/ 46 h 49"/>
                      <a:gd name="T32" fmla="*/ 0 w 232"/>
                      <a:gd name="T33" fmla="*/ 49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32" h="49">
                        <a:moveTo>
                          <a:pt x="0" y="49"/>
                        </a:moveTo>
                        <a:lnTo>
                          <a:pt x="33" y="28"/>
                        </a:lnTo>
                        <a:lnTo>
                          <a:pt x="64" y="14"/>
                        </a:lnTo>
                        <a:lnTo>
                          <a:pt x="98" y="6"/>
                        </a:lnTo>
                        <a:lnTo>
                          <a:pt x="126" y="3"/>
                        </a:lnTo>
                        <a:lnTo>
                          <a:pt x="148" y="0"/>
                        </a:lnTo>
                        <a:lnTo>
                          <a:pt x="187" y="11"/>
                        </a:lnTo>
                        <a:lnTo>
                          <a:pt x="232" y="25"/>
                        </a:lnTo>
                        <a:lnTo>
                          <a:pt x="230" y="38"/>
                        </a:lnTo>
                        <a:lnTo>
                          <a:pt x="211" y="41"/>
                        </a:lnTo>
                        <a:lnTo>
                          <a:pt x="187" y="33"/>
                        </a:lnTo>
                        <a:lnTo>
                          <a:pt x="146" y="29"/>
                        </a:lnTo>
                        <a:lnTo>
                          <a:pt x="120" y="28"/>
                        </a:lnTo>
                        <a:lnTo>
                          <a:pt x="96" y="33"/>
                        </a:lnTo>
                        <a:lnTo>
                          <a:pt x="64" y="41"/>
                        </a:lnTo>
                        <a:lnTo>
                          <a:pt x="36" y="46"/>
                        </a:lnTo>
                        <a:lnTo>
                          <a:pt x="0" y="49"/>
                        </a:lnTo>
                        <a:close/>
                      </a:path>
                    </a:pathLst>
                  </a:custGeom>
                  <a:solidFill>
                    <a:srgbClr val="804000"/>
                  </a:solidFill>
                  <a:ln w="7938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29775" name="Freeform 82"/>
                  <p:cNvSpPr>
                    <a:spLocks noChangeArrowheads="1"/>
                  </p:cNvSpPr>
                  <p:nvPr/>
                </p:nvSpPr>
                <p:spPr bwMode="auto">
                  <a:xfrm>
                    <a:off x="2954" y="1906"/>
                    <a:ext cx="113" cy="24"/>
                  </a:xfrm>
                  <a:custGeom>
                    <a:avLst/>
                    <a:gdLst>
                      <a:gd name="T0" fmla="*/ 226 w 226"/>
                      <a:gd name="T1" fmla="*/ 48 h 48"/>
                      <a:gd name="T2" fmla="*/ 194 w 226"/>
                      <a:gd name="T3" fmla="*/ 26 h 48"/>
                      <a:gd name="T4" fmla="*/ 162 w 226"/>
                      <a:gd name="T5" fmla="*/ 13 h 48"/>
                      <a:gd name="T6" fmla="*/ 131 w 226"/>
                      <a:gd name="T7" fmla="*/ 6 h 48"/>
                      <a:gd name="T8" fmla="*/ 104 w 226"/>
                      <a:gd name="T9" fmla="*/ 2 h 48"/>
                      <a:gd name="T10" fmla="*/ 83 w 226"/>
                      <a:gd name="T11" fmla="*/ 0 h 48"/>
                      <a:gd name="T12" fmla="*/ 45 w 226"/>
                      <a:gd name="T13" fmla="*/ 10 h 48"/>
                      <a:gd name="T14" fmla="*/ 0 w 226"/>
                      <a:gd name="T15" fmla="*/ 23 h 48"/>
                      <a:gd name="T16" fmla="*/ 3 w 226"/>
                      <a:gd name="T17" fmla="*/ 37 h 48"/>
                      <a:gd name="T18" fmla="*/ 21 w 226"/>
                      <a:gd name="T19" fmla="*/ 40 h 48"/>
                      <a:gd name="T20" fmla="*/ 45 w 226"/>
                      <a:gd name="T21" fmla="*/ 32 h 48"/>
                      <a:gd name="T22" fmla="*/ 85 w 226"/>
                      <a:gd name="T23" fmla="*/ 29 h 48"/>
                      <a:gd name="T24" fmla="*/ 110 w 226"/>
                      <a:gd name="T25" fmla="*/ 26 h 48"/>
                      <a:gd name="T26" fmla="*/ 133 w 226"/>
                      <a:gd name="T27" fmla="*/ 32 h 48"/>
                      <a:gd name="T28" fmla="*/ 162 w 226"/>
                      <a:gd name="T29" fmla="*/ 40 h 48"/>
                      <a:gd name="T30" fmla="*/ 191 w 226"/>
                      <a:gd name="T31" fmla="*/ 46 h 48"/>
                      <a:gd name="T32" fmla="*/ 226 w 226"/>
                      <a:gd name="T33" fmla="*/ 48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26" h="48">
                        <a:moveTo>
                          <a:pt x="226" y="48"/>
                        </a:moveTo>
                        <a:lnTo>
                          <a:pt x="194" y="26"/>
                        </a:lnTo>
                        <a:lnTo>
                          <a:pt x="162" y="13"/>
                        </a:lnTo>
                        <a:lnTo>
                          <a:pt x="131" y="6"/>
                        </a:lnTo>
                        <a:lnTo>
                          <a:pt x="104" y="2"/>
                        </a:lnTo>
                        <a:lnTo>
                          <a:pt x="83" y="0"/>
                        </a:lnTo>
                        <a:lnTo>
                          <a:pt x="45" y="10"/>
                        </a:lnTo>
                        <a:lnTo>
                          <a:pt x="0" y="23"/>
                        </a:lnTo>
                        <a:lnTo>
                          <a:pt x="3" y="37"/>
                        </a:lnTo>
                        <a:lnTo>
                          <a:pt x="21" y="40"/>
                        </a:lnTo>
                        <a:lnTo>
                          <a:pt x="45" y="32"/>
                        </a:lnTo>
                        <a:lnTo>
                          <a:pt x="85" y="29"/>
                        </a:lnTo>
                        <a:lnTo>
                          <a:pt x="110" y="26"/>
                        </a:lnTo>
                        <a:lnTo>
                          <a:pt x="133" y="32"/>
                        </a:lnTo>
                        <a:lnTo>
                          <a:pt x="162" y="40"/>
                        </a:lnTo>
                        <a:lnTo>
                          <a:pt x="191" y="46"/>
                        </a:lnTo>
                        <a:lnTo>
                          <a:pt x="226" y="48"/>
                        </a:lnTo>
                        <a:close/>
                      </a:path>
                    </a:pathLst>
                  </a:custGeom>
                  <a:solidFill>
                    <a:srgbClr val="804000"/>
                  </a:solidFill>
                  <a:ln w="7938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29776" name="Freeform 83"/>
                <p:cNvSpPr>
                  <a:spLocks noChangeArrowheads="1"/>
                </p:cNvSpPr>
                <p:nvPr/>
              </p:nvSpPr>
              <p:spPr bwMode="auto">
                <a:xfrm>
                  <a:off x="2693" y="1686"/>
                  <a:ext cx="451" cy="294"/>
                </a:xfrm>
                <a:custGeom>
                  <a:avLst/>
                  <a:gdLst>
                    <a:gd name="T0" fmla="*/ 23 w 903"/>
                    <a:gd name="T1" fmla="*/ 580 h 586"/>
                    <a:gd name="T2" fmla="*/ 67 w 903"/>
                    <a:gd name="T3" fmla="*/ 586 h 586"/>
                    <a:gd name="T4" fmla="*/ 57 w 903"/>
                    <a:gd name="T5" fmla="*/ 503 h 586"/>
                    <a:gd name="T6" fmla="*/ 110 w 903"/>
                    <a:gd name="T7" fmla="*/ 428 h 586"/>
                    <a:gd name="T8" fmla="*/ 114 w 903"/>
                    <a:gd name="T9" fmla="*/ 337 h 586"/>
                    <a:gd name="T10" fmla="*/ 179 w 903"/>
                    <a:gd name="T11" fmla="*/ 286 h 586"/>
                    <a:gd name="T12" fmla="*/ 179 w 903"/>
                    <a:gd name="T13" fmla="*/ 212 h 586"/>
                    <a:gd name="T14" fmla="*/ 235 w 903"/>
                    <a:gd name="T15" fmla="*/ 207 h 586"/>
                    <a:gd name="T16" fmla="*/ 287 w 903"/>
                    <a:gd name="T17" fmla="*/ 166 h 586"/>
                    <a:gd name="T18" fmla="*/ 372 w 903"/>
                    <a:gd name="T19" fmla="*/ 217 h 586"/>
                    <a:gd name="T20" fmla="*/ 390 w 903"/>
                    <a:gd name="T21" fmla="*/ 189 h 586"/>
                    <a:gd name="T22" fmla="*/ 476 w 903"/>
                    <a:gd name="T23" fmla="*/ 217 h 586"/>
                    <a:gd name="T24" fmla="*/ 453 w 903"/>
                    <a:gd name="T25" fmla="*/ 166 h 586"/>
                    <a:gd name="T26" fmla="*/ 563 w 903"/>
                    <a:gd name="T27" fmla="*/ 229 h 586"/>
                    <a:gd name="T28" fmla="*/ 574 w 903"/>
                    <a:gd name="T29" fmla="*/ 189 h 586"/>
                    <a:gd name="T30" fmla="*/ 673 w 903"/>
                    <a:gd name="T31" fmla="*/ 252 h 586"/>
                    <a:gd name="T32" fmla="*/ 724 w 903"/>
                    <a:gd name="T33" fmla="*/ 240 h 586"/>
                    <a:gd name="T34" fmla="*/ 752 w 903"/>
                    <a:gd name="T35" fmla="*/ 303 h 586"/>
                    <a:gd name="T36" fmla="*/ 787 w 903"/>
                    <a:gd name="T37" fmla="*/ 296 h 586"/>
                    <a:gd name="T38" fmla="*/ 814 w 903"/>
                    <a:gd name="T39" fmla="*/ 341 h 586"/>
                    <a:gd name="T40" fmla="*/ 790 w 903"/>
                    <a:gd name="T41" fmla="*/ 421 h 586"/>
                    <a:gd name="T42" fmla="*/ 799 w 903"/>
                    <a:gd name="T43" fmla="*/ 488 h 586"/>
                    <a:gd name="T44" fmla="*/ 820 w 903"/>
                    <a:gd name="T45" fmla="*/ 574 h 586"/>
                    <a:gd name="T46" fmla="*/ 845 w 903"/>
                    <a:gd name="T47" fmla="*/ 574 h 586"/>
                    <a:gd name="T48" fmla="*/ 872 w 903"/>
                    <a:gd name="T49" fmla="*/ 517 h 586"/>
                    <a:gd name="T50" fmla="*/ 890 w 903"/>
                    <a:gd name="T51" fmla="*/ 463 h 586"/>
                    <a:gd name="T52" fmla="*/ 903 w 903"/>
                    <a:gd name="T53" fmla="*/ 383 h 586"/>
                    <a:gd name="T54" fmla="*/ 890 w 903"/>
                    <a:gd name="T55" fmla="*/ 264 h 586"/>
                    <a:gd name="T56" fmla="*/ 844 w 903"/>
                    <a:gd name="T57" fmla="*/ 182 h 586"/>
                    <a:gd name="T58" fmla="*/ 810 w 903"/>
                    <a:gd name="T59" fmla="*/ 132 h 586"/>
                    <a:gd name="T60" fmla="*/ 752 w 903"/>
                    <a:gd name="T61" fmla="*/ 79 h 586"/>
                    <a:gd name="T62" fmla="*/ 667 w 903"/>
                    <a:gd name="T63" fmla="*/ 40 h 586"/>
                    <a:gd name="T64" fmla="*/ 580 w 903"/>
                    <a:gd name="T65" fmla="*/ 16 h 586"/>
                    <a:gd name="T66" fmla="*/ 453 w 903"/>
                    <a:gd name="T67" fmla="*/ 0 h 586"/>
                    <a:gd name="T68" fmla="*/ 337 w 903"/>
                    <a:gd name="T69" fmla="*/ 16 h 586"/>
                    <a:gd name="T70" fmla="*/ 258 w 903"/>
                    <a:gd name="T71" fmla="*/ 22 h 586"/>
                    <a:gd name="T72" fmla="*/ 196 w 903"/>
                    <a:gd name="T73" fmla="*/ 44 h 586"/>
                    <a:gd name="T74" fmla="*/ 121 w 903"/>
                    <a:gd name="T75" fmla="*/ 90 h 586"/>
                    <a:gd name="T76" fmla="*/ 57 w 903"/>
                    <a:gd name="T77" fmla="*/ 172 h 586"/>
                    <a:gd name="T78" fmla="*/ 29 w 903"/>
                    <a:gd name="T79" fmla="*/ 223 h 586"/>
                    <a:gd name="T80" fmla="*/ 0 w 903"/>
                    <a:gd name="T81" fmla="*/ 326 h 586"/>
                    <a:gd name="T82" fmla="*/ 0 w 903"/>
                    <a:gd name="T83" fmla="*/ 440 h 586"/>
                    <a:gd name="T84" fmla="*/ 0 w 903"/>
                    <a:gd name="T85" fmla="*/ 516 h 586"/>
                    <a:gd name="T86" fmla="*/ 23 w 903"/>
                    <a:gd name="T87" fmla="*/ 580 h 5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903" h="586">
                      <a:moveTo>
                        <a:pt x="23" y="580"/>
                      </a:moveTo>
                      <a:lnTo>
                        <a:pt x="67" y="586"/>
                      </a:lnTo>
                      <a:lnTo>
                        <a:pt x="57" y="503"/>
                      </a:lnTo>
                      <a:lnTo>
                        <a:pt x="110" y="428"/>
                      </a:lnTo>
                      <a:lnTo>
                        <a:pt x="114" y="337"/>
                      </a:lnTo>
                      <a:lnTo>
                        <a:pt x="179" y="286"/>
                      </a:lnTo>
                      <a:lnTo>
                        <a:pt x="179" y="212"/>
                      </a:lnTo>
                      <a:lnTo>
                        <a:pt x="235" y="207"/>
                      </a:lnTo>
                      <a:lnTo>
                        <a:pt x="287" y="166"/>
                      </a:lnTo>
                      <a:lnTo>
                        <a:pt x="372" y="217"/>
                      </a:lnTo>
                      <a:lnTo>
                        <a:pt x="390" y="189"/>
                      </a:lnTo>
                      <a:lnTo>
                        <a:pt x="476" y="217"/>
                      </a:lnTo>
                      <a:lnTo>
                        <a:pt x="453" y="166"/>
                      </a:lnTo>
                      <a:lnTo>
                        <a:pt x="563" y="229"/>
                      </a:lnTo>
                      <a:lnTo>
                        <a:pt x="574" y="189"/>
                      </a:lnTo>
                      <a:lnTo>
                        <a:pt x="673" y="252"/>
                      </a:lnTo>
                      <a:lnTo>
                        <a:pt x="724" y="240"/>
                      </a:lnTo>
                      <a:lnTo>
                        <a:pt x="752" y="303"/>
                      </a:lnTo>
                      <a:lnTo>
                        <a:pt x="787" y="296"/>
                      </a:lnTo>
                      <a:lnTo>
                        <a:pt x="814" y="341"/>
                      </a:lnTo>
                      <a:lnTo>
                        <a:pt x="790" y="421"/>
                      </a:lnTo>
                      <a:lnTo>
                        <a:pt x="799" y="488"/>
                      </a:lnTo>
                      <a:lnTo>
                        <a:pt x="820" y="574"/>
                      </a:lnTo>
                      <a:lnTo>
                        <a:pt x="845" y="574"/>
                      </a:lnTo>
                      <a:lnTo>
                        <a:pt x="872" y="517"/>
                      </a:lnTo>
                      <a:lnTo>
                        <a:pt x="890" y="463"/>
                      </a:lnTo>
                      <a:lnTo>
                        <a:pt x="903" y="383"/>
                      </a:lnTo>
                      <a:lnTo>
                        <a:pt x="890" y="264"/>
                      </a:lnTo>
                      <a:lnTo>
                        <a:pt x="844" y="182"/>
                      </a:lnTo>
                      <a:lnTo>
                        <a:pt x="810" y="132"/>
                      </a:lnTo>
                      <a:lnTo>
                        <a:pt x="752" y="79"/>
                      </a:lnTo>
                      <a:lnTo>
                        <a:pt x="667" y="40"/>
                      </a:lnTo>
                      <a:lnTo>
                        <a:pt x="580" y="16"/>
                      </a:lnTo>
                      <a:lnTo>
                        <a:pt x="453" y="0"/>
                      </a:lnTo>
                      <a:lnTo>
                        <a:pt x="337" y="16"/>
                      </a:lnTo>
                      <a:lnTo>
                        <a:pt x="258" y="22"/>
                      </a:lnTo>
                      <a:lnTo>
                        <a:pt x="196" y="44"/>
                      </a:lnTo>
                      <a:lnTo>
                        <a:pt x="121" y="90"/>
                      </a:lnTo>
                      <a:lnTo>
                        <a:pt x="57" y="172"/>
                      </a:lnTo>
                      <a:lnTo>
                        <a:pt x="29" y="223"/>
                      </a:lnTo>
                      <a:lnTo>
                        <a:pt x="0" y="326"/>
                      </a:lnTo>
                      <a:lnTo>
                        <a:pt x="0" y="440"/>
                      </a:lnTo>
                      <a:lnTo>
                        <a:pt x="0" y="516"/>
                      </a:lnTo>
                      <a:lnTo>
                        <a:pt x="23" y="580"/>
                      </a:lnTo>
                      <a:close/>
                    </a:path>
                  </a:pathLst>
                </a:custGeom>
                <a:solidFill>
                  <a:srgbClr val="804000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9777" name="Freeform 84"/>
              <p:cNvSpPr>
                <a:spLocks noChangeArrowheads="1"/>
              </p:cNvSpPr>
              <p:nvPr/>
            </p:nvSpPr>
            <p:spPr bwMode="auto">
              <a:xfrm>
                <a:off x="3072" y="2309"/>
                <a:ext cx="477" cy="509"/>
              </a:xfrm>
              <a:custGeom>
                <a:avLst/>
                <a:gdLst>
                  <a:gd name="T0" fmla="*/ 65 w 954"/>
                  <a:gd name="T1" fmla="*/ 139 h 1017"/>
                  <a:gd name="T2" fmla="*/ 215 w 954"/>
                  <a:gd name="T3" fmla="*/ 107 h 1017"/>
                  <a:gd name="T4" fmla="*/ 289 w 954"/>
                  <a:gd name="T5" fmla="*/ 53 h 1017"/>
                  <a:gd name="T6" fmla="*/ 343 w 954"/>
                  <a:gd name="T7" fmla="*/ 0 h 1017"/>
                  <a:gd name="T8" fmla="*/ 470 w 954"/>
                  <a:gd name="T9" fmla="*/ 118 h 1017"/>
                  <a:gd name="T10" fmla="*/ 621 w 954"/>
                  <a:gd name="T11" fmla="*/ 257 h 1017"/>
                  <a:gd name="T12" fmla="*/ 749 w 954"/>
                  <a:gd name="T13" fmla="*/ 384 h 1017"/>
                  <a:gd name="T14" fmla="*/ 795 w 954"/>
                  <a:gd name="T15" fmla="*/ 441 h 1017"/>
                  <a:gd name="T16" fmla="*/ 825 w 954"/>
                  <a:gd name="T17" fmla="*/ 483 h 1017"/>
                  <a:gd name="T18" fmla="*/ 865 w 954"/>
                  <a:gd name="T19" fmla="*/ 534 h 1017"/>
                  <a:gd name="T20" fmla="*/ 902 w 954"/>
                  <a:gd name="T21" fmla="*/ 598 h 1017"/>
                  <a:gd name="T22" fmla="*/ 922 w 954"/>
                  <a:gd name="T23" fmla="*/ 648 h 1017"/>
                  <a:gd name="T24" fmla="*/ 941 w 954"/>
                  <a:gd name="T25" fmla="*/ 704 h 1017"/>
                  <a:gd name="T26" fmla="*/ 954 w 954"/>
                  <a:gd name="T27" fmla="*/ 802 h 1017"/>
                  <a:gd name="T28" fmla="*/ 944 w 954"/>
                  <a:gd name="T29" fmla="*/ 858 h 1017"/>
                  <a:gd name="T30" fmla="*/ 922 w 954"/>
                  <a:gd name="T31" fmla="*/ 910 h 1017"/>
                  <a:gd name="T32" fmla="*/ 860 w 954"/>
                  <a:gd name="T33" fmla="*/ 954 h 1017"/>
                  <a:gd name="T34" fmla="*/ 804 w 954"/>
                  <a:gd name="T35" fmla="*/ 984 h 1017"/>
                  <a:gd name="T36" fmla="*/ 726 w 954"/>
                  <a:gd name="T37" fmla="*/ 1004 h 1017"/>
                  <a:gd name="T38" fmla="*/ 664 w 954"/>
                  <a:gd name="T39" fmla="*/ 1017 h 1017"/>
                  <a:gd name="T40" fmla="*/ 603 w 954"/>
                  <a:gd name="T41" fmla="*/ 1011 h 1017"/>
                  <a:gd name="T42" fmla="*/ 557 w 954"/>
                  <a:gd name="T43" fmla="*/ 1007 h 1017"/>
                  <a:gd name="T44" fmla="*/ 508 w 954"/>
                  <a:gd name="T45" fmla="*/ 996 h 1017"/>
                  <a:gd name="T46" fmla="*/ 461 w 954"/>
                  <a:gd name="T47" fmla="*/ 974 h 1017"/>
                  <a:gd name="T48" fmla="*/ 411 w 954"/>
                  <a:gd name="T49" fmla="*/ 944 h 1017"/>
                  <a:gd name="T50" fmla="*/ 375 w 954"/>
                  <a:gd name="T51" fmla="*/ 910 h 1017"/>
                  <a:gd name="T52" fmla="*/ 335 w 954"/>
                  <a:gd name="T53" fmla="*/ 851 h 1017"/>
                  <a:gd name="T54" fmla="*/ 311 w 954"/>
                  <a:gd name="T55" fmla="*/ 813 h 1017"/>
                  <a:gd name="T56" fmla="*/ 252 w 954"/>
                  <a:gd name="T57" fmla="*/ 688 h 1017"/>
                  <a:gd name="T58" fmla="*/ 182 w 954"/>
                  <a:gd name="T59" fmla="*/ 524 h 1017"/>
                  <a:gd name="T60" fmla="*/ 129 w 954"/>
                  <a:gd name="T61" fmla="*/ 396 h 1017"/>
                  <a:gd name="T62" fmla="*/ 43 w 954"/>
                  <a:gd name="T63" fmla="*/ 245 h 1017"/>
                  <a:gd name="T64" fmla="*/ 0 w 954"/>
                  <a:gd name="T65" fmla="*/ 159 h 1017"/>
                  <a:gd name="T66" fmla="*/ 65 w 954"/>
                  <a:gd name="T67" fmla="*/ 139 h 10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54" h="1017">
                    <a:moveTo>
                      <a:pt x="65" y="139"/>
                    </a:moveTo>
                    <a:lnTo>
                      <a:pt x="215" y="107"/>
                    </a:lnTo>
                    <a:lnTo>
                      <a:pt x="289" y="53"/>
                    </a:lnTo>
                    <a:lnTo>
                      <a:pt x="343" y="0"/>
                    </a:lnTo>
                    <a:lnTo>
                      <a:pt x="470" y="118"/>
                    </a:lnTo>
                    <a:lnTo>
                      <a:pt x="621" y="257"/>
                    </a:lnTo>
                    <a:lnTo>
                      <a:pt x="749" y="384"/>
                    </a:lnTo>
                    <a:lnTo>
                      <a:pt x="795" y="441"/>
                    </a:lnTo>
                    <a:lnTo>
                      <a:pt x="825" y="483"/>
                    </a:lnTo>
                    <a:lnTo>
                      <a:pt x="865" y="534"/>
                    </a:lnTo>
                    <a:lnTo>
                      <a:pt x="902" y="598"/>
                    </a:lnTo>
                    <a:lnTo>
                      <a:pt x="922" y="648"/>
                    </a:lnTo>
                    <a:lnTo>
                      <a:pt x="941" y="704"/>
                    </a:lnTo>
                    <a:lnTo>
                      <a:pt x="954" y="802"/>
                    </a:lnTo>
                    <a:lnTo>
                      <a:pt x="944" y="858"/>
                    </a:lnTo>
                    <a:lnTo>
                      <a:pt x="922" y="910"/>
                    </a:lnTo>
                    <a:lnTo>
                      <a:pt x="860" y="954"/>
                    </a:lnTo>
                    <a:lnTo>
                      <a:pt x="804" y="984"/>
                    </a:lnTo>
                    <a:lnTo>
                      <a:pt x="726" y="1004"/>
                    </a:lnTo>
                    <a:lnTo>
                      <a:pt x="664" y="1017"/>
                    </a:lnTo>
                    <a:lnTo>
                      <a:pt x="603" y="1011"/>
                    </a:lnTo>
                    <a:lnTo>
                      <a:pt x="557" y="1007"/>
                    </a:lnTo>
                    <a:lnTo>
                      <a:pt x="508" y="996"/>
                    </a:lnTo>
                    <a:lnTo>
                      <a:pt x="461" y="974"/>
                    </a:lnTo>
                    <a:lnTo>
                      <a:pt x="411" y="944"/>
                    </a:lnTo>
                    <a:lnTo>
                      <a:pt x="375" y="910"/>
                    </a:lnTo>
                    <a:lnTo>
                      <a:pt x="335" y="851"/>
                    </a:lnTo>
                    <a:lnTo>
                      <a:pt x="311" y="813"/>
                    </a:lnTo>
                    <a:lnTo>
                      <a:pt x="252" y="688"/>
                    </a:lnTo>
                    <a:lnTo>
                      <a:pt x="182" y="524"/>
                    </a:lnTo>
                    <a:lnTo>
                      <a:pt x="129" y="396"/>
                    </a:lnTo>
                    <a:lnTo>
                      <a:pt x="43" y="245"/>
                    </a:lnTo>
                    <a:lnTo>
                      <a:pt x="0" y="159"/>
                    </a:lnTo>
                    <a:lnTo>
                      <a:pt x="65" y="139"/>
                    </a:lnTo>
                    <a:close/>
                  </a:path>
                </a:pathLst>
              </a:custGeom>
              <a:solidFill>
                <a:srgbClr val="C0C0FF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78" name="Freeform 85"/>
              <p:cNvSpPr>
                <a:spLocks noChangeArrowheads="1"/>
              </p:cNvSpPr>
              <p:nvPr/>
            </p:nvSpPr>
            <p:spPr bwMode="auto">
              <a:xfrm>
                <a:off x="3065" y="2297"/>
                <a:ext cx="291" cy="243"/>
              </a:xfrm>
              <a:custGeom>
                <a:avLst/>
                <a:gdLst>
                  <a:gd name="T0" fmla="*/ 0 w 581"/>
                  <a:gd name="T1" fmla="*/ 171 h 486"/>
                  <a:gd name="T2" fmla="*/ 42 w 581"/>
                  <a:gd name="T3" fmla="*/ 171 h 486"/>
                  <a:gd name="T4" fmla="*/ 96 w 581"/>
                  <a:gd name="T5" fmla="*/ 160 h 486"/>
                  <a:gd name="T6" fmla="*/ 153 w 581"/>
                  <a:gd name="T7" fmla="*/ 150 h 486"/>
                  <a:gd name="T8" fmla="*/ 191 w 581"/>
                  <a:gd name="T9" fmla="*/ 137 h 486"/>
                  <a:gd name="T10" fmla="*/ 267 w 581"/>
                  <a:gd name="T11" fmla="*/ 104 h 486"/>
                  <a:gd name="T12" fmla="*/ 335 w 581"/>
                  <a:gd name="T13" fmla="*/ 46 h 486"/>
                  <a:gd name="T14" fmla="*/ 369 w 581"/>
                  <a:gd name="T15" fmla="*/ 0 h 486"/>
                  <a:gd name="T16" fmla="*/ 581 w 581"/>
                  <a:gd name="T17" fmla="*/ 213 h 486"/>
                  <a:gd name="T18" fmla="*/ 578 w 581"/>
                  <a:gd name="T19" fmla="*/ 248 h 486"/>
                  <a:gd name="T20" fmla="*/ 563 w 581"/>
                  <a:gd name="T21" fmla="*/ 287 h 486"/>
                  <a:gd name="T22" fmla="*/ 528 w 581"/>
                  <a:gd name="T23" fmla="*/ 324 h 486"/>
                  <a:gd name="T24" fmla="*/ 495 w 581"/>
                  <a:gd name="T25" fmla="*/ 357 h 486"/>
                  <a:gd name="T26" fmla="*/ 455 w 581"/>
                  <a:gd name="T27" fmla="*/ 381 h 486"/>
                  <a:gd name="T28" fmla="*/ 398 w 581"/>
                  <a:gd name="T29" fmla="*/ 409 h 486"/>
                  <a:gd name="T30" fmla="*/ 334 w 581"/>
                  <a:gd name="T31" fmla="*/ 436 h 486"/>
                  <a:gd name="T32" fmla="*/ 254 w 581"/>
                  <a:gd name="T33" fmla="*/ 459 h 486"/>
                  <a:gd name="T34" fmla="*/ 188 w 581"/>
                  <a:gd name="T35" fmla="*/ 473 h 486"/>
                  <a:gd name="T36" fmla="*/ 142 w 581"/>
                  <a:gd name="T37" fmla="*/ 486 h 486"/>
                  <a:gd name="T38" fmla="*/ 0 w 581"/>
                  <a:gd name="T39" fmla="*/ 171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81" h="486">
                    <a:moveTo>
                      <a:pt x="0" y="171"/>
                    </a:moveTo>
                    <a:lnTo>
                      <a:pt x="42" y="171"/>
                    </a:lnTo>
                    <a:lnTo>
                      <a:pt x="96" y="160"/>
                    </a:lnTo>
                    <a:lnTo>
                      <a:pt x="153" y="150"/>
                    </a:lnTo>
                    <a:lnTo>
                      <a:pt x="191" y="137"/>
                    </a:lnTo>
                    <a:lnTo>
                      <a:pt x="267" y="104"/>
                    </a:lnTo>
                    <a:lnTo>
                      <a:pt x="335" y="46"/>
                    </a:lnTo>
                    <a:lnTo>
                      <a:pt x="369" y="0"/>
                    </a:lnTo>
                    <a:lnTo>
                      <a:pt x="581" y="213"/>
                    </a:lnTo>
                    <a:lnTo>
                      <a:pt x="578" y="248"/>
                    </a:lnTo>
                    <a:lnTo>
                      <a:pt x="563" y="287"/>
                    </a:lnTo>
                    <a:lnTo>
                      <a:pt x="528" y="324"/>
                    </a:lnTo>
                    <a:lnTo>
                      <a:pt x="495" y="357"/>
                    </a:lnTo>
                    <a:lnTo>
                      <a:pt x="455" y="381"/>
                    </a:lnTo>
                    <a:lnTo>
                      <a:pt x="398" y="409"/>
                    </a:lnTo>
                    <a:lnTo>
                      <a:pt x="334" y="436"/>
                    </a:lnTo>
                    <a:lnTo>
                      <a:pt x="254" y="459"/>
                    </a:lnTo>
                    <a:lnTo>
                      <a:pt x="188" y="473"/>
                    </a:lnTo>
                    <a:lnTo>
                      <a:pt x="142" y="486"/>
                    </a:lnTo>
                    <a:lnTo>
                      <a:pt x="0" y="171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779" name="Group 86"/>
            <p:cNvGrpSpPr/>
            <p:nvPr/>
          </p:nvGrpSpPr>
          <p:grpSpPr bwMode="auto">
            <a:xfrm>
              <a:off x="2692" y="1940"/>
              <a:ext cx="431" cy="125"/>
              <a:chOff x="2692" y="1940"/>
              <a:chExt cx="431" cy="125"/>
            </a:xfrm>
          </p:grpSpPr>
          <p:grpSp>
            <p:nvGrpSpPr>
              <p:cNvPr id="29780" name="Group 87"/>
              <p:cNvGrpSpPr/>
              <p:nvPr/>
            </p:nvGrpSpPr>
            <p:grpSpPr bwMode="auto">
              <a:xfrm>
                <a:off x="2692" y="1940"/>
                <a:ext cx="431" cy="125"/>
                <a:chOff x="2692" y="1940"/>
                <a:chExt cx="431" cy="125"/>
              </a:xfrm>
            </p:grpSpPr>
            <p:sp>
              <p:nvSpPr>
                <p:cNvPr id="29781" name="Freeform 88"/>
                <p:cNvSpPr>
                  <a:spLocks noChangeArrowheads="1"/>
                </p:cNvSpPr>
                <p:nvPr/>
              </p:nvSpPr>
              <p:spPr bwMode="auto">
                <a:xfrm>
                  <a:off x="2756" y="1940"/>
                  <a:ext cx="155" cy="124"/>
                </a:xfrm>
                <a:custGeom>
                  <a:avLst/>
                  <a:gdLst>
                    <a:gd name="T0" fmla="*/ 30 w 309"/>
                    <a:gd name="T1" fmla="*/ 13 h 246"/>
                    <a:gd name="T2" fmla="*/ 88 w 309"/>
                    <a:gd name="T3" fmla="*/ 0 h 246"/>
                    <a:gd name="T4" fmla="*/ 150 w 309"/>
                    <a:gd name="T5" fmla="*/ 0 h 246"/>
                    <a:gd name="T6" fmla="*/ 243 w 309"/>
                    <a:gd name="T7" fmla="*/ 7 h 246"/>
                    <a:gd name="T8" fmla="*/ 276 w 309"/>
                    <a:gd name="T9" fmla="*/ 13 h 246"/>
                    <a:gd name="T10" fmla="*/ 309 w 309"/>
                    <a:gd name="T11" fmla="*/ 29 h 246"/>
                    <a:gd name="T12" fmla="*/ 309 w 309"/>
                    <a:gd name="T13" fmla="*/ 65 h 246"/>
                    <a:gd name="T14" fmla="*/ 309 w 309"/>
                    <a:gd name="T15" fmla="*/ 105 h 246"/>
                    <a:gd name="T16" fmla="*/ 299 w 309"/>
                    <a:gd name="T17" fmla="*/ 142 h 246"/>
                    <a:gd name="T18" fmla="*/ 288 w 309"/>
                    <a:gd name="T19" fmla="*/ 167 h 246"/>
                    <a:gd name="T20" fmla="*/ 279 w 309"/>
                    <a:gd name="T21" fmla="*/ 190 h 246"/>
                    <a:gd name="T22" fmla="*/ 266 w 309"/>
                    <a:gd name="T23" fmla="*/ 208 h 246"/>
                    <a:gd name="T24" fmla="*/ 248 w 309"/>
                    <a:gd name="T25" fmla="*/ 225 h 246"/>
                    <a:gd name="T26" fmla="*/ 218 w 309"/>
                    <a:gd name="T27" fmla="*/ 235 h 246"/>
                    <a:gd name="T28" fmla="*/ 180 w 309"/>
                    <a:gd name="T29" fmla="*/ 242 h 246"/>
                    <a:gd name="T30" fmla="*/ 137 w 309"/>
                    <a:gd name="T31" fmla="*/ 246 h 246"/>
                    <a:gd name="T32" fmla="*/ 103 w 309"/>
                    <a:gd name="T33" fmla="*/ 242 h 246"/>
                    <a:gd name="T34" fmla="*/ 75 w 309"/>
                    <a:gd name="T35" fmla="*/ 237 h 246"/>
                    <a:gd name="T36" fmla="*/ 47 w 309"/>
                    <a:gd name="T37" fmla="*/ 225 h 246"/>
                    <a:gd name="T38" fmla="*/ 23 w 309"/>
                    <a:gd name="T39" fmla="*/ 204 h 246"/>
                    <a:gd name="T40" fmla="*/ 11 w 309"/>
                    <a:gd name="T41" fmla="*/ 184 h 246"/>
                    <a:gd name="T42" fmla="*/ 0 w 309"/>
                    <a:gd name="T43" fmla="*/ 133 h 246"/>
                    <a:gd name="T44" fmla="*/ 0 w 309"/>
                    <a:gd name="T45" fmla="*/ 87 h 246"/>
                    <a:gd name="T46" fmla="*/ 0 w 309"/>
                    <a:gd name="T47" fmla="*/ 41 h 246"/>
                    <a:gd name="T48" fmla="*/ 30 w 309"/>
                    <a:gd name="T49" fmla="*/ 13 h 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309" h="246">
                      <a:moveTo>
                        <a:pt x="30" y="13"/>
                      </a:moveTo>
                      <a:lnTo>
                        <a:pt x="88" y="0"/>
                      </a:lnTo>
                      <a:lnTo>
                        <a:pt x="150" y="0"/>
                      </a:lnTo>
                      <a:lnTo>
                        <a:pt x="243" y="7"/>
                      </a:lnTo>
                      <a:lnTo>
                        <a:pt x="276" y="13"/>
                      </a:lnTo>
                      <a:lnTo>
                        <a:pt x="309" y="29"/>
                      </a:lnTo>
                      <a:lnTo>
                        <a:pt x="309" y="65"/>
                      </a:lnTo>
                      <a:lnTo>
                        <a:pt x="309" y="105"/>
                      </a:lnTo>
                      <a:lnTo>
                        <a:pt x="299" y="142"/>
                      </a:lnTo>
                      <a:lnTo>
                        <a:pt x="288" y="167"/>
                      </a:lnTo>
                      <a:lnTo>
                        <a:pt x="279" y="190"/>
                      </a:lnTo>
                      <a:lnTo>
                        <a:pt x="266" y="208"/>
                      </a:lnTo>
                      <a:lnTo>
                        <a:pt x="248" y="225"/>
                      </a:lnTo>
                      <a:lnTo>
                        <a:pt x="218" y="235"/>
                      </a:lnTo>
                      <a:lnTo>
                        <a:pt x="180" y="242"/>
                      </a:lnTo>
                      <a:lnTo>
                        <a:pt x="137" y="246"/>
                      </a:lnTo>
                      <a:lnTo>
                        <a:pt x="103" y="242"/>
                      </a:lnTo>
                      <a:lnTo>
                        <a:pt x="75" y="237"/>
                      </a:lnTo>
                      <a:lnTo>
                        <a:pt x="47" y="225"/>
                      </a:lnTo>
                      <a:lnTo>
                        <a:pt x="23" y="204"/>
                      </a:lnTo>
                      <a:lnTo>
                        <a:pt x="11" y="184"/>
                      </a:lnTo>
                      <a:lnTo>
                        <a:pt x="0" y="133"/>
                      </a:lnTo>
                      <a:lnTo>
                        <a:pt x="0" y="87"/>
                      </a:lnTo>
                      <a:lnTo>
                        <a:pt x="0" y="41"/>
                      </a:lnTo>
                      <a:lnTo>
                        <a:pt x="30" y="13"/>
                      </a:lnTo>
                      <a:close/>
                    </a:path>
                  </a:pathLst>
                </a:custGeom>
                <a:solidFill>
                  <a:srgbClr val="C0FFFF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82" name="Freeform 89"/>
                <p:cNvSpPr>
                  <a:spLocks noChangeArrowheads="1"/>
                </p:cNvSpPr>
                <p:nvPr/>
              </p:nvSpPr>
              <p:spPr bwMode="auto">
                <a:xfrm>
                  <a:off x="2932" y="1943"/>
                  <a:ext cx="154" cy="122"/>
                </a:xfrm>
                <a:custGeom>
                  <a:avLst/>
                  <a:gdLst>
                    <a:gd name="T0" fmla="*/ 269 w 308"/>
                    <a:gd name="T1" fmla="*/ 12 h 245"/>
                    <a:gd name="T2" fmla="*/ 212 w 308"/>
                    <a:gd name="T3" fmla="*/ 2 h 245"/>
                    <a:gd name="T4" fmla="*/ 158 w 308"/>
                    <a:gd name="T5" fmla="*/ 2 h 245"/>
                    <a:gd name="T6" fmla="*/ 107 w 308"/>
                    <a:gd name="T7" fmla="*/ 0 h 245"/>
                    <a:gd name="T8" fmla="*/ 61 w 308"/>
                    <a:gd name="T9" fmla="*/ 3 h 245"/>
                    <a:gd name="T10" fmla="*/ 28 w 308"/>
                    <a:gd name="T11" fmla="*/ 12 h 245"/>
                    <a:gd name="T12" fmla="*/ 0 w 308"/>
                    <a:gd name="T13" fmla="*/ 26 h 245"/>
                    <a:gd name="T14" fmla="*/ 0 w 308"/>
                    <a:gd name="T15" fmla="*/ 107 h 245"/>
                    <a:gd name="T16" fmla="*/ 8 w 308"/>
                    <a:gd name="T17" fmla="*/ 153 h 245"/>
                    <a:gd name="T18" fmla="*/ 22 w 308"/>
                    <a:gd name="T19" fmla="*/ 185 h 245"/>
                    <a:gd name="T20" fmla="*/ 39 w 308"/>
                    <a:gd name="T21" fmla="*/ 207 h 245"/>
                    <a:gd name="T22" fmla="*/ 57 w 308"/>
                    <a:gd name="T23" fmla="*/ 220 h 245"/>
                    <a:gd name="T24" fmla="*/ 80 w 308"/>
                    <a:gd name="T25" fmla="*/ 232 h 245"/>
                    <a:gd name="T26" fmla="*/ 102 w 308"/>
                    <a:gd name="T27" fmla="*/ 239 h 245"/>
                    <a:gd name="T28" fmla="*/ 128 w 308"/>
                    <a:gd name="T29" fmla="*/ 242 h 245"/>
                    <a:gd name="T30" fmla="*/ 157 w 308"/>
                    <a:gd name="T31" fmla="*/ 245 h 245"/>
                    <a:gd name="T32" fmla="*/ 205 w 308"/>
                    <a:gd name="T33" fmla="*/ 242 h 245"/>
                    <a:gd name="T34" fmla="*/ 235 w 308"/>
                    <a:gd name="T35" fmla="*/ 235 h 245"/>
                    <a:gd name="T36" fmla="*/ 262 w 308"/>
                    <a:gd name="T37" fmla="*/ 226 h 245"/>
                    <a:gd name="T38" fmla="*/ 283 w 308"/>
                    <a:gd name="T39" fmla="*/ 200 h 245"/>
                    <a:gd name="T40" fmla="*/ 297 w 308"/>
                    <a:gd name="T41" fmla="*/ 168 h 245"/>
                    <a:gd name="T42" fmla="*/ 308 w 308"/>
                    <a:gd name="T43" fmla="*/ 134 h 245"/>
                    <a:gd name="T44" fmla="*/ 308 w 308"/>
                    <a:gd name="T45" fmla="*/ 87 h 245"/>
                    <a:gd name="T46" fmla="*/ 308 w 308"/>
                    <a:gd name="T47" fmla="*/ 42 h 245"/>
                    <a:gd name="T48" fmla="*/ 269 w 308"/>
                    <a:gd name="T49" fmla="*/ 12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308" h="245">
                      <a:moveTo>
                        <a:pt x="269" y="12"/>
                      </a:moveTo>
                      <a:lnTo>
                        <a:pt x="212" y="2"/>
                      </a:lnTo>
                      <a:lnTo>
                        <a:pt x="158" y="2"/>
                      </a:lnTo>
                      <a:lnTo>
                        <a:pt x="107" y="0"/>
                      </a:lnTo>
                      <a:lnTo>
                        <a:pt x="61" y="3"/>
                      </a:lnTo>
                      <a:lnTo>
                        <a:pt x="28" y="12"/>
                      </a:lnTo>
                      <a:lnTo>
                        <a:pt x="0" y="26"/>
                      </a:lnTo>
                      <a:lnTo>
                        <a:pt x="0" y="107"/>
                      </a:lnTo>
                      <a:lnTo>
                        <a:pt x="8" y="153"/>
                      </a:lnTo>
                      <a:lnTo>
                        <a:pt x="22" y="185"/>
                      </a:lnTo>
                      <a:lnTo>
                        <a:pt x="39" y="207"/>
                      </a:lnTo>
                      <a:lnTo>
                        <a:pt x="57" y="220"/>
                      </a:lnTo>
                      <a:lnTo>
                        <a:pt x="80" y="232"/>
                      </a:lnTo>
                      <a:lnTo>
                        <a:pt x="102" y="239"/>
                      </a:lnTo>
                      <a:lnTo>
                        <a:pt x="128" y="242"/>
                      </a:lnTo>
                      <a:lnTo>
                        <a:pt x="157" y="245"/>
                      </a:lnTo>
                      <a:lnTo>
                        <a:pt x="205" y="242"/>
                      </a:lnTo>
                      <a:lnTo>
                        <a:pt x="235" y="235"/>
                      </a:lnTo>
                      <a:lnTo>
                        <a:pt x="262" y="226"/>
                      </a:lnTo>
                      <a:lnTo>
                        <a:pt x="283" y="200"/>
                      </a:lnTo>
                      <a:lnTo>
                        <a:pt x="297" y="168"/>
                      </a:lnTo>
                      <a:lnTo>
                        <a:pt x="308" y="134"/>
                      </a:lnTo>
                      <a:lnTo>
                        <a:pt x="308" y="87"/>
                      </a:lnTo>
                      <a:lnTo>
                        <a:pt x="308" y="42"/>
                      </a:lnTo>
                      <a:lnTo>
                        <a:pt x="269" y="12"/>
                      </a:lnTo>
                      <a:close/>
                    </a:path>
                  </a:pathLst>
                </a:custGeom>
                <a:solidFill>
                  <a:srgbClr val="C0FFFF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83" name="Freeform 90"/>
                <p:cNvSpPr>
                  <a:spLocks noChangeArrowheads="1"/>
                </p:cNvSpPr>
                <p:nvPr/>
              </p:nvSpPr>
              <p:spPr bwMode="auto">
                <a:xfrm>
                  <a:off x="2911" y="1958"/>
                  <a:ext cx="22" cy="16"/>
                </a:xfrm>
                <a:custGeom>
                  <a:avLst/>
                  <a:gdLst>
                    <a:gd name="T0" fmla="*/ 0 w 45"/>
                    <a:gd name="T1" fmla="*/ 10 h 33"/>
                    <a:gd name="T2" fmla="*/ 7 w 45"/>
                    <a:gd name="T3" fmla="*/ 3 h 33"/>
                    <a:gd name="T4" fmla="*/ 17 w 45"/>
                    <a:gd name="T5" fmla="*/ 0 h 33"/>
                    <a:gd name="T6" fmla="*/ 31 w 45"/>
                    <a:gd name="T7" fmla="*/ 0 h 33"/>
                    <a:gd name="T8" fmla="*/ 41 w 45"/>
                    <a:gd name="T9" fmla="*/ 6 h 33"/>
                    <a:gd name="T10" fmla="*/ 45 w 45"/>
                    <a:gd name="T11" fmla="*/ 31 h 33"/>
                    <a:gd name="T12" fmla="*/ 34 w 45"/>
                    <a:gd name="T13" fmla="*/ 29 h 33"/>
                    <a:gd name="T14" fmla="*/ 25 w 45"/>
                    <a:gd name="T15" fmla="*/ 24 h 33"/>
                    <a:gd name="T16" fmla="*/ 13 w 45"/>
                    <a:gd name="T17" fmla="*/ 29 h 33"/>
                    <a:gd name="T18" fmla="*/ 2 w 45"/>
                    <a:gd name="T19" fmla="*/ 33 h 33"/>
                    <a:gd name="T20" fmla="*/ 0 w 45"/>
                    <a:gd name="T21" fmla="*/ 1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5" h="33">
                      <a:moveTo>
                        <a:pt x="0" y="10"/>
                      </a:moveTo>
                      <a:lnTo>
                        <a:pt x="7" y="3"/>
                      </a:lnTo>
                      <a:lnTo>
                        <a:pt x="17" y="0"/>
                      </a:lnTo>
                      <a:lnTo>
                        <a:pt x="31" y="0"/>
                      </a:lnTo>
                      <a:lnTo>
                        <a:pt x="41" y="6"/>
                      </a:lnTo>
                      <a:lnTo>
                        <a:pt x="45" y="31"/>
                      </a:lnTo>
                      <a:lnTo>
                        <a:pt x="34" y="29"/>
                      </a:lnTo>
                      <a:lnTo>
                        <a:pt x="25" y="24"/>
                      </a:lnTo>
                      <a:lnTo>
                        <a:pt x="13" y="29"/>
                      </a:lnTo>
                      <a:lnTo>
                        <a:pt x="2" y="33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84" name="Freeform 91"/>
                <p:cNvSpPr>
                  <a:spLocks noChangeArrowheads="1"/>
                </p:cNvSpPr>
                <p:nvPr/>
              </p:nvSpPr>
              <p:spPr bwMode="auto">
                <a:xfrm>
                  <a:off x="2692" y="1951"/>
                  <a:ext cx="65" cy="26"/>
                </a:xfrm>
                <a:custGeom>
                  <a:avLst/>
                  <a:gdLst>
                    <a:gd name="T0" fmla="*/ 128 w 128"/>
                    <a:gd name="T1" fmla="*/ 17 h 52"/>
                    <a:gd name="T2" fmla="*/ 128 w 128"/>
                    <a:gd name="T3" fmla="*/ 52 h 52"/>
                    <a:gd name="T4" fmla="*/ 14 w 128"/>
                    <a:gd name="T5" fmla="*/ 20 h 52"/>
                    <a:gd name="T6" fmla="*/ 0 w 128"/>
                    <a:gd name="T7" fmla="*/ 0 h 52"/>
                    <a:gd name="T8" fmla="*/ 128 w 128"/>
                    <a:gd name="T9" fmla="*/ 17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8" h="52">
                      <a:moveTo>
                        <a:pt x="128" y="17"/>
                      </a:moveTo>
                      <a:lnTo>
                        <a:pt x="128" y="52"/>
                      </a:lnTo>
                      <a:lnTo>
                        <a:pt x="14" y="20"/>
                      </a:lnTo>
                      <a:lnTo>
                        <a:pt x="0" y="0"/>
                      </a:lnTo>
                      <a:lnTo>
                        <a:pt x="128" y="17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9785" name="Freeform 92"/>
                <p:cNvSpPr>
                  <a:spLocks noChangeArrowheads="1"/>
                </p:cNvSpPr>
                <p:nvPr/>
              </p:nvSpPr>
              <p:spPr bwMode="auto">
                <a:xfrm>
                  <a:off x="3085" y="1950"/>
                  <a:ext cx="38" cy="27"/>
                </a:xfrm>
                <a:custGeom>
                  <a:avLst/>
                  <a:gdLst>
                    <a:gd name="T0" fmla="*/ 0 w 74"/>
                    <a:gd name="T1" fmla="*/ 29 h 54"/>
                    <a:gd name="T2" fmla="*/ 0 w 74"/>
                    <a:gd name="T3" fmla="*/ 54 h 54"/>
                    <a:gd name="T4" fmla="*/ 70 w 74"/>
                    <a:gd name="T5" fmla="*/ 22 h 54"/>
                    <a:gd name="T6" fmla="*/ 74 w 74"/>
                    <a:gd name="T7" fmla="*/ 0 h 54"/>
                    <a:gd name="T8" fmla="*/ 0 w 74"/>
                    <a:gd name="T9" fmla="*/ 29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4" h="54">
                      <a:moveTo>
                        <a:pt x="0" y="29"/>
                      </a:moveTo>
                      <a:lnTo>
                        <a:pt x="0" y="54"/>
                      </a:lnTo>
                      <a:lnTo>
                        <a:pt x="70" y="22"/>
                      </a:lnTo>
                      <a:lnTo>
                        <a:pt x="74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29786" name="Group 93"/>
              <p:cNvGrpSpPr/>
              <p:nvPr/>
            </p:nvGrpSpPr>
            <p:grpSpPr bwMode="auto">
              <a:xfrm>
                <a:off x="2803" y="1970"/>
                <a:ext cx="67" cy="57"/>
                <a:chOff x="2803" y="1970"/>
                <a:chExt cx="67" cy="57"/>
              </a:xfrm>
            </p:grpSpPr>
            <p:sp>
              <p:nvSpPr>
                <p:cNvPr id="29787" name="Oval 94"/>
                <p:cNvSpPr>
                  <a:spLocks noChangeArrowheads="1"/>
                </p:cNvSpPr>
                <p:nvPr/>
              </p:nvSpPr>
              <p:spPr bwMode="auto">
                <a:xfrm>
                  <a:off x="2803" y="1970"/>
                  <a:ext cx="67" cy="57"/>
                </a:xfrm>
                <a:prstGeom prst="ellipse">
                  <a:avLst/>
                </a:prstGeom>
                <a:solidFill>
                  <a:srgbClr val="C0FFFF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  <p:sp>
              <p:nvSpPr>
                <p:cNvPr id="29788" name="Oval 95"/>
                <p:cNvSpPr>
                  <a:spLocks noChangeArrowheads="1"/>
                </p:cNvSpPr>
                <p:nvPr/>
              </p:nvSpPr>
              <p:spPr bwMode="auto">
                <a:xfrm>
                  <a:off x="2826" y="1976"/>
                  <a:ext cx="35" cy="36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29789" name="Group 96"/>
              <p:cNvGrpSpPr/>
              <p:nvPr/>
            </p:nvGrpSpPr>
            <p:grpSpPr bwMode="auto">
              <a:xfrm>
                <a:off x="2975" y="1975"/>
                <a:ext cx="67" cy="57"/>
                <a:chOff x="2975" y="1975"/>
                <a:chExt cx="67" cy="57"/>
              </a:xfrm>
            </p:grpSpPr>
            <p:sp>
              <p:nvSpPr>
                <p:cNvPr id="29790" name="Oval 97"/>
                <p:cNvSpPr>
                  <a:spLocks noChangeArrowheads="1"/>
                </p:cNvSpPr>
                <p:nvPr/>
              </p:nvSpPr>
              <p:spPr bwMode="auto">
                <a:xfrm>
                  <a:off x="2975" y="1975"/>
                  <a:ext cx="67" cy="57"/>
                </a:xfrm>
                <a:prstGeom prst="ellipse">
                  <a:avLst/>
                </a:prstGeom>
                <a:solidFill>
                  <a:srgbClr val="C0FFFF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  <p:sp>
              <p:nvSpPr>
                <p:cNvPr id="29791" name="Oval 98"/>
                <p:cNvSpPr>
                  <a:spLocks noChangeArrowheads="1"/>
                </p:cNvSpPr>
                <p:nvPr/>
              </p:nvSpPr>
              <p:spPr bwMode="auto">
                <a:xfrm>
                  <a:off x="2998" y="1982"/>
                  <a:ext cx="35" cy="35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</p:grpSp>
        <p:sp>
          <p:nvSpPr>
            <p:cNvPr id="29792" name="Freeform 99"/>
            <p:cNvSpPr>
              <a:spLocks noChangeArrowheads="1"/>
            </p:cNvSpPr>
            <p:nvPr/>
          </p:nvSpPr>
          <p:spPr bwMode="auto">
            <a:xfrm>
              <a:off x="2208" y="2064"/>
              <a:ext cx="192" cy="192"/>
            </a:xfrm>
            <a:custGeom>
              <a:avLst/>
              <a:gdLst>
                <a:gd name="T0" fmla="*/ 94 w 487"/>
                <a:gd name="T1" fmla="*/ 0 h 424"/>
                <a:gd name="T2" fmla="*/ 115 w 487"/>
                <a:gd name="T3" fmla="*/ 35 h 424"/>
                <a:gd name="T4" fmla="*/ 125 w 487"/>
                <a:gd name="T5" fmla="*/ 50 h 424"/>
                <a:gd name="T6" fmla="*/ 143 w 487"/>
                <a:gd name="T7" fmla="*/ 84 h 424"/>
                <a:gd name="T8" fmla="*/ 156 w 487"/>
                <a:gd name="T9" fmla="*/ 107 h 424"/>
                <a:gd name="T10" fmla="*/ 174 w 487"/>
                <a:gd name="T11" fmla="*/ 122 h 424"/>
                <a:gd name="T12" fmla="*/ 201 w 487"/>
                <a:gd name="T13" fmla="*/ 143 h 424"/>
                <a:gd name="T14" fmla="*/ 246 w 487"/>
                <a:gd name="T15" fmla="*/ 166 h 424"/>
                <a:gd name="T16" fmla="*/ 288 w 487"/>
                <a:gd name="T17" fmla="*/ 166 h 424"/>
                <a:gd name="T18" fmla="*/ 327 w 487"/>
                <a:gd name="T19" fmla="*/ 161 h 424"/>
                <a:gd name="T20" fmla="*/ 375 w 487"/>
                <a:gd name="T21" fmla="*/ 143 h 424"/>
                <a:gd name="T22" fmla="*/ 440 w 487"/>
                <a:gd name="T23" fmla="*/ 114 h 424"/>
                <a:gd name="T24" fmla="*/ 446 w 487"/>
                <a:gd name="T25" fmla="*/ 138 h 424"/>
                <a:gd name="T26" fmla="*/ 476 w 487"/>
                <a:gd name="T27" fmla="*/ 304 h 424"/>
                <a:gd name="T28" fmla="*/ 487 w 487"/>
                <a:gd name="T29" fmla="*/ 389 h 424"/>
                <a:gd name="T30" fmla="*/ 417 w 487"/>
                <a:gd name="T31" fmla="*/ 412 h 424"/>
                <a:gd name="T32" fmla="*/ 327 w 487"/>
                <a:gd name="T33" fmla="*/ 418 h 424"/>
                <a:gd name="T34" fmla="*/ 275 w 487"/>
                <a:gd name="T35" fmla="*/ 424 h 424"/>
                <a:gd name="T36" fmla="*/ 184 w 487"/>
                <a:gd name="T37" fmla="*/ 400 h 424"/>
                <a:gd name="T38" fmla="*/ 120 w 487"/>
                <a:gd name="T39" fmla="*/ 365 h 424"/>
                <a:gd name="T40" fmla="*/ 71 w 487"/>
                <a:gd name="T41" fmla="*/ 320 h 424"/>
                <a:gd name="T42" fmla="*/ 29 w 487"/>
                <a:gd name="T43" fmla="*/ 275 h 424"/>
                <a:gd name="T44" fmla="*/ 0 w 487"/>
                <a:gd name="T45" fmla="*/ 224 h 424"/>
                <a:gd name="T46" fmla="*/ 11 w 487"/>
                <a:gd name="T47" fmla="*/ 175 h 424"/>
                <a:gd name="T48" fmla="*/ 35 w 487"/>
                <a:gd name="T49" fmla="*/ 108 h 424"/>
                <a:gd name="T50" fmla="*/ 59 w 487"/>
                <a:gd name="T51" fmla="*/ 66 h 424"/>
                <a:gd name="T52" fmla="*/ 94 w 487"/>
                <a:gd name="T53" fmla="*/ 0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87" h="424">
                  <a:moveTo>
                    <a:pt x="94" y="0"/>
                  </a:moveTo>
                  <a:lnTo>
                    <a:pt x="115" y="35"/>
                  </a:lnTo>
                  <a:lnTo>
                    <a:pt x="125" y="50"/>
                  </a:lnTo>
                  <a:lnTo>
                    <a:pt x="143" y="84"/>
                  </a:lnTo>
                  <a:lnTo>
                    <a:pt x="156" y="107"/>
                  </a:lnTo>
                  <a:lnTo>
                    <a:pt x="174" y="122"/>
                  </a:lnTo>
                  <a:lnTo>
                    <a:pt x="201" y="143"/>
                  </a:lnTo>
                  <a:lnTo>
                    <a:pt x="246" y="166"/>
                  </a:lnTo>
                  <a:lnTo>
                    <a:pt x="288" y="166"/>
                  </a:lnTo>
                  <a:lnTo>
                    <a:pt x="327" y="161"/>
                  </a:lnTo>
                  <a:lnTo>
                    <a:pt x="375" y="143"/>
                  </a:lnTo>
                  <a:lnTo>
                    <a:pt x="440" y="114"/>
                  </a:lnTo>
                  <a:lnTo>
                    <a:pt x="446" y="138"/>
                  </a:lnTo>
                  <a:lnTo>
                    <a:pt x="476" y="304"/>
                  </a:lnTo>
                  <a:lnTo>
                    <a:pt x="487" y="389"/>
                  </a:lnTo>
                  <a:lnTo>
                    <a:pt x="417" y="412"/>
                  </a:lnTo>
                  <a:lnTo>
                    <a:pt x="327" y="418"/>
                  </a:lnTo>
                  <a:lnTo>
                    <a:pt x="275" y="424"/>
                  </a:lnTo>
                  <a:lnTo>
                    <a:pt x="184" y="400"/>
                  </a:lnTo>
                  <a:lnTo>
                    <a:pt x="120" y="365"/>
                  </a:lnTo>
                  <a:lnTo>
                    <a:pt x="71" y="320"/>
                  </a:lnTo>
                  <a:lnTo>
                    <a:pt x="29" y="275"/>
                  </a:lnTo>
                  <a:lnTo>
                    <a:pt x="0" y="224"/>
                  </a:lnTo>
                  <a:lnTo>
                    <a:pt x="11" y="175"/>
                  </a:lnTo>
                  <a:lnTo>
                    <a:pt x="35" y="108"/>
                  </a:lnTo>
                  <a:lnTo>
                    <a:pt x="59" y="6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0000"/>
              </a:solidFill>
              <a:round/>
            </a:ln>
          </p:spPr>
          <p:txBody>
            <a:bodyPr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9793" name="Group 100"/>
            <p:cNvGrpSpPr/>
            <p:nvPr/>
          </p:nvGrpSpPr>
          <p:grpSpPr bwMode="auto">
            <a:xfrm rot="16200000" flipV="1">
              <a:off x="2006" y="1788"/>
              <a:ext cx="442" cy="322"/>
              <a:chOff x="4363" y="2585"/>
              <a:chExt cx="1104" cy="808"/>
            </a:xfrm>
          </p:grpSpPr>
          <p:sp>
            <p:nvSpPr>
              <p:cNvPr id="29794" name="Freeform 101"/>
              <p:cNvSpPr>
                <a:spLocks noChangeArrowheads="1"/>
              </p:cNvSpPr>
              <p:nvPr/>
            </p:nvSpPr>
            <p:spPr bwMode="auto">
              <a:xfrm>
                <a:off x="4363" y="2585"/>
                <a:ext cx="1104" cy="808"/>
              </a:xfrm>
              <a:custGeom>
                <a:avLst/>
                <a:gdLst>
                  <a:gd name="T0" fmla="*/ 729 w 3311"/>
                  <a:gd name="T1" fmla="*/ 97 h 2423"/>
                  <a:gd name="T2" fmla="*/ 1249 w 3311"/>
                  <a:gd name="T3" fmla="*/ 0 h 2423"/>
                  <a:gd name="T4" fmla="*/ 1674 w 3311"/>
                  <a:gd name="T5" fmla="*/ 79 h 2423"/>
                  <a:gd name="T6" fmla="*/ 2115 w 3311"/>
                  <a:gd name="T7" fmla="*/ 271 h 2423"/>
                  <a:gd name="T8" fmla="*/ 2512 w 3311"/>
                  <a:gd name="T9" fmla="*/ 443 h 2423"/>
                  <a:gd name="T10" fmla="*/ 2874 w 3311"/>
                  <a:gd name="T11" fmla="*/ 584 h 2423"/>
                  <a:gd name="T12" fmla="*/ 2967 w 3311"/>
                  <a:gd name="T13" fmla="*/ 663 h 2423"/>
                  <a:gd name="T14" fmla="*/ 2971 w 3311"/>
                  <a:gd name="T15" fmla="*/ 829 h 2423"/>
                  <a:gd name="T16" fmla="*/ 2874 w 3311"/>
                  <a:gd name="T17" fmla="*/ 909 h 2423"/>
                  <a:gd name="T18" fmla="*/ 2708 w 3311"/>
                  <a:gd name="T19" fmla="*/ 938 h 2423"/>
                  <a:gd name="T20" fmla="*/ 2574 w 3311"/>
                  <a:gd name="T21" fmla="*/ 931 h 2423"/>
                  <a:gd name="T22" fmla="*/ 2424 w 3311"/>
                  <a:gd name="T23" fmla="*/ 900 h 2423"/>
                  <a:gd name="T24" fmla="*/ 2477 w 3311"/>
                  <a:gd name="T25" fmla="*/ 981 h 2423"/>
                  <a:gd name="T26" fmla="*/ 2526 w 3311"/>
                  <a:gd name="T27" fmla="*/ 1048 h 2423"/>
                  <a:gd name="T28" fmla="*/ 2756 w 3311"/>
                  <a:gd name="T29" fmla="*/ 1194 h 2423"/>
                  <a:gd name="T30" fmla="*/ 2874 w 3311"/>
                  <a:gd name="T31" fmla="*/ 1309 h 2423"/>
                  <a:gd name="T32" fmla="*/ 2983 w 3311"/>
                  <a:gd name="T33" fmla="*/ 1420 h 2423"/>
                  <a:gd name="T34" fmla="*/ 3158 w 3311"/>
                  <a:gd name="T35" fmla="*/ 1570 h 2423"/>
                  <a:gd name="T36" fmla="*/ 3249 w 3311"/>
                  <a:gd name="T37" fmla="*/ 1676 h 2423"/>
                  <a:gd name="T38" fmla="*/ 3299 w 3311"/>
                  <a:gd name="T39" fmla="*/ 1776 h 2423"/>
                  <a:gd name="T40" fmla="*/ 3308 w 3311"/>
                  <a:gd name="T41" fmla="*/ 1879 h 2423"/>
                  <a:gd name="T42" fmla="*/ 3239 w 3311"/>
                  <a:gd name="T43" fmla="*/ 1969 h 2423"/>
                  <a:gd name="T44" fmla="*/ 3228 w 3311"/>
                  <a:gd name="T45" fmla="*/ 2050 h 2423"/>
                  <a:gd name="T46" fmla="*/ 3237 w 3311"/>
                  <a:gd name="T47" fmla="*/ 2131 h 2423"/>
                  <a:gd name="T48" fmla="*/ 3218 w 3311"/>
                  <a:gd name="T49" fmla="*/ 2200 h 2423"/>
                  <a:gd name="T50" fmla="*/ 3184 w 3311"/>
                  <a:gd name="T51" fmla="*/ 2244 h 2423"/>
                  <a:gd name="T52" fmla="*/ 3117 w 3311"/>
                  <a:gd name="T53" fmla="*/ 2272 h 2423"/>
                  <a:gd name="T54" fmla="*/ 3002 w 3311"/>
                  <a:gd name="T55" fmla="*/ 2267 h 2423"/>
                  <a:gd name="T56" fmla="*/ 2939 w 3311"/>
                  <a:gd name="T57" fmla="*/ 2291 h 2423"/>
                  <a:gd name="T58" fmla="*/ 2923 w 3311"/>
                  <a:gd name="T59" fmla="*/ 2369 h 2423"/>
                  <a:gd name="T60" fmla="*/ 2890 w 3311"/>
                  <a:gd name="T61" fmla="*/ 2410 h 2423"/>
                  <a:gd name="T62" fmla="*/ 2842 w 3311"/>
                  <a:gd name="T63" fmla="*/ 2422 h 2423"/>
                  <a:gd name="T64" fmla="*/ 2768 w 3311"/>
                  <a:gd name="T65" fmla="*/ 2420 h 2423"/>
                  <a:gd name="T66" fmla="*/ 2629 w 3311"/>
                  <a:gd name="T67" fmla="*/ 2373 h 2423"/>
                  <a:gd name="T68" fmla="*/ 2337 w 3311"/>
                  <a:gd name="T69" fmla="*/ 2223 h 2423"/>
                  <a:gd name="T70" fmla="*/ 2176 w 3311"/>
                  <a:gd name="T71" fmla="*/ 2173 h 2423"/>
                  <a:gd name="T72" fmla="*/ 2012 w 3311"/>
                  <a:gd name="T73" fmla="*/ 2147 h 2423"/>
                  <a:gd name="T74" fmla="*/ 1642 w 3311"/>
                  <a:gd name="T75" fmla="*/ 2004 h 2423"/>
                  <a:gd name="T76" fmla="*/ 1364 w 3311"/>
                  <a:gd name="T77" fmla="*/ 1853 h 2423"/>
                  <a:gd name="T78" fmla="*/ 1158 w 3311"/>
                  <a:gd name="T79" fmla="*/ 1766 h 2423"/>
                  <a:gd name="T80" fmla="*/ 995 w 3311"/>
                  <a:gd name="T81" fmla="*/ 1687 h 2423"/>
                  <a:gd name="T82" fmla="*/ 821 w 3311"/>
                  <a:gd name="T83" fmla="*/ 1562 h 2423"/>
                  <a:gd name="T84" fmla="*/ 270 w 3311"/>
                  <a:gd name="T85" fmla="*/ 1059 h 2423"/>
                  <a:gd name="T86" fmla="*/ 208 w 3311"/>
                  <a:gd name="T87" fmla="*/ 206 h 2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311" h="2423">
                    <a:moveTo>
                      <a:pt x="538" y="113"/>
                    </a:moveTo>
                    <a:lnTo>
                      <a:pt x="729" y="97"/>
                    </a:lnTo>
                    <a:lnTo>
                      <a:pt x="1027" y="48"/>
                    </a:lnTo>
                    <a:lnTo>
                      <a:pt x="1249" y="0"/>
                    </a:lnTo>
                    <a:lnTo>
                      <a:pt x="1563" y="32"/>
                    </a:lnTo>
                    <a:lnTo>
                      <a:pt x="1674" y="79"/>
                    </a:lnTo>
                    <a:lnTo>
                      <a:pt x="1926" y="175"/>
                    </a:lnTo>
                    <a:lnTo>
                      <a:pt x="2115" y="271"/>
                    </a:lnTo>
                    <a:lnTo>
                      <a:pt x="2376" y="379"/>
                    </a:lnTo>
                    <a:lnTo>
                      <a:pt x="2512" y="443"/>
                    </a:lnTo>
                    <a:lnTo>
                      <a:pt x="2708" y="513"/>
                    </a:lnTo>
                    <a:lnTo>
                      <a:pt x="2874" y="584"/>
                    </a:lnTo>
                    <a:lnTo>
                      <a:pt x="2927" y="616"/>
                    </a:lnTo>
                    <a:lnTo>
                      <a:pt x="2967" y="663"/>
                    </a:lnTo>
                    <a:lnTo>
                      <a:pt x="2993" y="753"/>
                    </a:lnTo>
                    <a:lnTo>
                      <a:pt x="2971" y="829"/>
                    </a:lnTo>
                    <a:lnTo>
                      <a:pt x="2929" y="873"/>
                    </a:lnTo>
                    <a:lnTo>
                      <a:pt x="2874" y="909"/>
                    </a:lnTo>
                    <a:lnTo>
                      <a:pt x="2795" y="935"/>
                    </a:lnTo>
                    <a:lnTo>
                      <a:pt x="2708" y="938"/>
                    </a:lnTo>
                    <a:lnTo>
                      <a:pt x="2643" y="937"/>
                    </a:lnTo>
                    <a:lnTo>
                      <a:pt x="2574" y="931"/>
                    </a:lnTo>
                    <a:lnTo>
                      <a:pt x="2498" y="920"/>
                    </a:lnTo>
                    <a:lnTo>
                      <a:pt x="2424" y="900"/>
                    </a:lnTo>
                    <a:lnTo>
                      <a:pt x="2258" y="837"/>
                    </a:lnTo>
                    <a:lnTo>
                      <a:pt x="2477" y="981"/>
                    </a:lnTo>
                    <a:lnTo>
                      <a:pt x="2512" y="1013"/>
                    </a:lnTo>
                    <a:lnTo>
                      <a:pt x="2526" y="1048"/>
                    </a:lnTo>
                    <a:lnTo>
                      <a:pt x="2645" y="1115"/>
                    </a:lnTo>
                    <a:lnTo>
                      <a:pt x="2756" y="1194"/>
                    </a:lnTo>
                    <a:lnTo>
                      <a:pt x="2824" y="1275"/>
                    </a:lnTo>
                    <a:lnTo>
                      <a:pt x="2874" y="1309"/>
                    </a:lnTo>
                    <a:lnTo>
                      <a:pt x="2929" y="1351"/>
                    </a:lnTo>
                    <a:lnTo>
                      <a:pt x="2983" y="1420"/>
                    </a:lnTo>
                    <a:lnTo>
                      <a:pt x="3024" y="1475"/>
                    </a:lnTo>
                    <a:lnTo>
                      <a:pt x="3158" y="1570"/>
                    </a:lnTo>
                    <a:lnTo>
                      <a:pt x="3202" y="1613"/>
                    </a:lnTo>
                    <a:lnTo>
                      <a:pt x="3249" y="1676"/>
                    </a:lnTo>
                    <a:lnTo>
                      <a:pt x="3273" y="1722"/>
                    </a:lnTo>
                    <a:lnTo>
                      <a:pt x="3299" y="1776"/>
                    </a:lnTo>
                    <a:lnTo>
                      <a:pt x="3311" y="1829"/>
                    </a:lnTo>
                    <a:lnTo>
                      <a:pt x="3308" y="1879"/>
                    </a:lnTo>
                    <a:lnTo>
                      <a:pt x="3287" y="1928"/>
                    </a:lnTo>
                    <a:lnTo>
                      <a:pt x="3239" y="1969"/>
                    </a:lnTo>
                    <a:lnTo>
                      <a:pt x="3196" y="1988"/>
                    </a:lnTo>
                    <a:lnTo>
                      <a:pt x="3228" y="2050"/>
                    </a:lnTo>
                    <a:lnTo>
                      <a:pt x="3239" y="2087"/>
                    </a:lnTo>
                    <a:lnTo>
                      <a:pt x="3237" y="2131"/>
                    </a:lnTo>
                    <a:lnTo>
                      <a:pt x="3227" y="2179"/>
                    </a:lnTo>
                    <a:lnTo>
                      <a:pt x="3218" y="2200"/>
                    </a:lnTo>
                    <a:lnTo>
                      <a:pt x="3201" y="2226"/>
                    </a:lnTo>
                    <a:lnTo>
                      <a:pt x="3184" y="2244"/>
                    </a:lnTo>
                    <a:lnTo>
                      <a:pt x="3159" y="2262"/>
                    </a:lnTo>
                    <a:lnTo>
                      <a:pt x="3117" y="2272"/>
                    </a:lnTo>
                    <a:lnTo>
                      <a:pt x="3068" y="2281"/>
                    </a:lnTo>
                    <a:lnTo>
                      <a:pt x="3002" y="2267"/>
                    </a:lnTo>
                    <a:lnTo>
                      <a:pt x="2934" y="2245"/>
                    </a:lnTo>
                    <a:lnTo>
                      <a:pt x="2939" y="2291"/>
                    </a:lnTo>
                    <a:lnTo>
                      <a:pt x="2934" y="2342"/>
                    </a:lnTo>
                    <a:lnTo>
                      <a:pt x="2923" y="2369"/>
                    </a:lnTo>
                    <a:lnTo>
                      <a:pt x="2908" y="2394"/>
                    </a:lnTo>
                    <a:lnTo>
                      <a:pt x="2890" y="2410"/>
                    </a:lnTo>
                    <a:lnTo>
                      <a:pt x="2867" y="2420"/>
                    </a:lnTo>
                    <a:lnTo>
                      <a:pt x="2842" y="2422"/>
                    </a:lnTo>
                    <a:lnTo>
                      <a:pt x="2808" y="2423"/>
                    </a:lnTo>
                    <a:lnTo>
                      <a:pt x="2768" y="2420"/>
                    </a:lnTo>
                    <a:lnTo>
                      <a:pt x="2734" y="2410"/>
                    </a:lnTo>
                    <a:lnTo>
                      <a:pt x="2629" y="2373"/>
                    </a:lnTo>
                    <a:lnTo>
                      <a:pt x="2537" y="2325"/>
                    </a:lnTo>
                    <a:lnTo>
                      <a:pt x="2337" y="2223"/>
                    </a:lnTo>
                    <a:lnTo>
                      <a:pt x="2229" y="2147"/>
                    </a:lnTo>
                    <a:lnTo>
                      <a:pt x="2176" y="2173"/>
                    </a:lnTo>
                    <a:lnTo>
                      <a:pt x="2115" y="2173"/>
                    </a:lnTo>
                    <a:lnTo>
                      <a:pt x="2012" y="2147"/>
                    </a:lnTo>
                    <a:lnTo>
                      <a:pt x="1832" y="2084"/>
                    </a:lnTo>
                    <a:lnTo>
                      <a:pt x="1642" y="2004"/>
                    </a:lnTo>
                    <a:lnTo>
                      <a:pt x="1454" y="1910"/>
                    </a:lnTo>
                    <a:lnTo>
                      <a:pt x="1364" y="1853"/>
                    </a:lnTo>
                    <a:lnTo>
                      <a:pt x="1263" y="1800"/>
                    </a:lnTo>
                    <a:lnTo>
                      <a:pt x="1158" y="1766"/>
                    </a:lnTo>
                    <a:lnTo>
                      <a:pt x="1073" y="1729"/>
                    </a:lnTo>
                    <a:lnTo>
                      <a:pt x="995" y="1687"/>
                    </a:lnTo>
                    <a:lnTo>
                      <a:pt x="941" y="1654"/>
                    </a:lnTo>
                    <a:lnTo>
                      <a:pt x="821" y="1562"/>
                    </a:lnTo>
                    <a:lnTo>
                      <a:pt x="585" y="1341"/>
                    </a:lnTo>
                    <a:lnTo>
                      <a:pt x="270" y="1059"/>
                    </a:lnTo>
                    <a:lnTo>
                      <a:pt x="0" y="696"/>
                    </a:lnTo>
                    <a:lnTo>
                      <a:pt x="208" y="206"/>
                    </a:lnTo>
                    <a:lnTo>
                      <a:pt x="538" y="113"/>
                    </a:lnTo>
                    <a:close/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95" name="Freeform 102"/>
              <p:cNvSpPr>
                <a:spLocks noChangeArrowheads="1"/>
              </p:cNvSpPr>
              <p:nvPr/>
            </p:nvSpPr>
            <p:spPr bwMode="auto">
              <a:xfrm>
                <a:off x="4784" y="3075"/>
                <a:ext cx="336" cy="224"/>
              </a:xfrm>
              <a:custGeom>
                <a:avLst/>
                <a:gdLst>
                  <a:gd name="T0" fmla="*/ 961 w 1008"/>
                  <a:gd name="T1" fmla="*/ 673 h 673"/>
                  <a:gd name="T2" fmla="*/ 995 w 1008"/>
                  <a:gd name="T3" fmla="*/ 624 h 673"/>
                  <a:gd name="T4" fmla="*/ 1008 w 1008"/>
                  <a:gd name="T5" fmla="*/ 572 h 673"/>
                  <a:gd name="T6" fmla="*/ 1004 w 1008"/>
                  <a:gd name="T7" fmla="*/ 530 h 673"/>
                  <a:gd name="T8" fmla="*/ 970 w 1008"/>
                  <a:gd name="T9" fmla="*/ 469 h 673"/>
                  <a:gd name="T10" fmla="*/ 916 w 1008"/>
                  <a:gd name="T11" fmla="*/ 420 h 673"/>
                  <a:gd name="T12" fmla="*/ 847 w 1008"/>
                  <a:gd name="T13" fmla="*/ 372 h 673"/>
                  <a:gd name="T14" fmla="*/ 763 w 1008"/>
                  <a:gd name="T15" fmla="*/ 332 h 673"/>
                  <a:gd name="T16" fmla="*/ 679 w 1008"/>
                  <a:gd name="T17" fmla="*/ 310 h 673"/>
                  <a:gd name="T18" fmla="*/ 599 w 1008"/>
                  <a:gd name="T19" fmla="*/ 291 h 673"/>
                  <a:gd name="T20" fmla="*/ 557 w 1008"/>
                  <a:gd name="T21" fmla="*/ 248 h 673"/>
                  <a:gd name="T22" fmla="*/ 513 w 1008"/>
                  <a:gd name="T23" fmla="*/ 208 h 673"/>
                  <a:gd name="T24" fmla="*/ 454 w 1008"/>
                  <a:gd name="T25" fmla="*/ 161 h 673"/>
                  <a:gd name="T26" fmla="*/ 405 w 1008"/>
                  <a:gd name="T27" fmla="*/ 129 h 673"/>
                  <a:gd name="T28" fmla="*/ 332 w 1008"/>
                  <a:gd name="T29" fmla="*/ 92 h 673"/>
                  <a:gd name="T30" fmla="*/ 292 w 1008"/>
                  <a:gd name="T31" fmla="*/ 75 h 673"/>
                  <a:gd name="T32" fmla="*/ 220 w 1008"/>
                  <a:gd name="T33" fmla="*/ 33 h 673"/>
                  <a:gd name="T34" fmla="*/ 142 w 1008"/>
                  <a:gd name="T35" fmla="*/ 10 h 673"/>
                  <a:gd name="T36" fmla="*/ 53 w 1008"/>
                  <a:gd name="T37" fmla="*/ 0 h 673"/>
                  <a:gd name="T38" fmla="*/ 0 w 1008"/>
                  <a:gd name="T39" fmla="*/ 1 h 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08" h="673">
                    <a:moveTo>
                      <a:pt x="961" y="673"/>
                    </a:moveTo>
                    <a:lnTo>
                      <a:pt x="995" y="624"/>
                    </a:lnTo>
                    <a:lnTo>
                      <a:pt x="1008" y="572"/>
                    </a:lnTo>
                    <a:lnTo>
                      <a:pt x="1004" y="530"/>
                    </a:lnTo>
                    <a:lnTo>
                      <a:pt x="970" y="469"/>
                    </a:lnTo>
                    <a:lnTo>
                      <a:pt x="916" y="420"/>
                    </a:lnTo>
                    <a:lnTo>
                      <a:pt x="847" y="372"/>
                    </a:lnTo>
                    <a:lnTo>
                      <a:pt x="763" y="332"/>
                    </a:lnTo>
                    <a:lnTo>
                      <a:pt x="679" y="310"/>
                    </a:lnTo>
                    <a:lnTo>
                      <a:pt x="599" y="291"/>
                    </a:lnTo>
                    <a:lnTo>
                      <a:pt x="557" y="248"/>
                    </a:lnTo>
                    <a:lnTo>
                      <a:pt x="513" y="208"/>
                    </a:lnTo>
                    <a:lnTo>
                      <a:pt x="454" y="161"/>
                    </a:lnTo>
                    <a:lnTo>
                      <a:pt x="405" y="129"/>
                    </a:lnTo>
                    <a:lnTo>
                      <a:pt x="332" y="92"/>
                    </a:lnTo>
                    <a:lnTo>
                      <a:pt x="292" y="75"/>
                    </a:lnTo>
                    <a:lnTo>
                      <a:pt x="220" y="33"/>
                    </a:lnTo>
                    <a:lnTo>
                      <a:pt x="142" y="10"/>
                    </a:lnTo>
                    <a:lnTo>
                      <a:pt x="53" y="0"/>
                    </a:lnTo>
                    <a:lnTo>
                      <a:pt x="0" y="1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96" name="Freeform 103"/>
              <p:cNvSpPr>
                <a:spLocks noChangeArrowheads="1"/>
              </p:cNvSpPr>
              <p:nvPr/>
            </p:nvSpPr>
            <p:spPr bwMode="auto">
              <a:xfrm>
                <a:off x="4981" y="3054"/>
                <a:ext cx="359" cy="279"/>
              </a:xfrm>
              <a:custGeom>
                <a:avLst/>
                <a:gdLst>
                  <a:gd name="T0" fmla="*/ 1077 w 1077"/>
                  <a:gd name="T1" fmla="*/ 838 h 838"/>
                  <a:gd name="T2" fmla="*/ 1069 w 1077"/>
                  <a:gd name="T3" fmla="*/ 806 h 838"/>
                  <a:gd name="T4" fmla="*/ 1057 w 1077"/>
                  <a:gd name="T5" fmla="*/ 769 h 838"/>
                  <a:gd name="T6" fmla="*/ 1036 w 1077"/>
                  <a:gd name="T7" fmla="*/ 732 h 838"/>
                  <a:gd name="T8" fmla="*/ 1016 w 1077"/>
                  <a:gd name="T9" fmla="*/ 704 h 838"/>
                  <a:gd name="T10" fmla="*/ 989 w 1077"/>
                  <a:gd name="T11" fmla="*/ 676 h 838"/>
                  <a:gd name="T12" fmla="*/ 908 w 1077"/>
                  <a:gd name="T13" fmla="*/ 609 h 838"/>
                  <a:gd name="T14" fmla="*/ 814 w 1077"/>
                  <a:gd name="T15" fmla="*/ 548 h 838"/>
                  <a:gd name="T16" fmla="*/ 736 w 1077"/>
                  <a:gd name="T17" fmla="*/ 514 h 838"/>
                  <a:gd name="T18" fmla="*/ 635 w 1077"/>
                  <a:gd name="T19" fmla="*/ 485 h 838"/>
                  <a:gd name="T20" fmla="*/ 547 w 1077"/>
                  <a:gd name="T21" fmla="*/ 413 h 838"/>
                  <a:gd name="T22" fmla="*/ 469 w 1077"/>
                  <a:gd name="T23" fmla="*/ 339 h 838"/>
                  <a:gd name="T24" fmla="*/ 386 w 1077"/>
                  <a:gd name="T25" fmla="*/ 275 h 838"/>
                  <a:gd name="T26" fmla="*/ 286 w 1077"/>
                  <a:gd name="T27" fmla="*/ 213 h 838"/>
                  <a:gd name="T28" fmla="*/ 198 w 1077"/>
                  <a:gd name="T29" fmla="*/ 159 h 838"/>
                  <a:gd name="T30" fmla="*/ 120 w 1077"/>
                  <a:gd name="T31" fmla="*/ 72 h 838"/>
                  <a:gd name="T32" fmla="*/ 0 w 1077"/>
                  <a:gd name="T33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77" h="838">
                    <a:moveTo>
                      <a:pt x="1077" y="838"/>
                    </a:moveTo>
                    <a:lnTo>
                      <a:pt x="1069" y="806"/>
                    </a:lnTo>
                    <a:lnTo>
                      <a:pt x="1057" y="769"/>
                    </a:lnTo>
                    <a:lnTo>
                      <a:pt x="1036" y="732"/>
                    </a:lnTo>
                    <a:lnTo>
                      <a:pt x="1016" y="704"/>
                    </a:lnTo>
                    <a:lnTo>
                      <a:pt x="989" y="676"/>
                    </a:lnTo>
                    <a:lnTo>
                      <a:pt x="908" y="609"/>
                    </a:lnTo>
                    <a:lnTo>
                      <a:pt x="814" y="548"/>
                    </a:lnTo>
                    <a:lnTo>
                      <a:pt x="736" y="514"/>
                    </a:lnTo>
                    <a:lnTo>
                      <a:pt x="635" y="485"/>
                    </a:lnTo>
                    <a:lnTo>
                      <a:pt x="547" y="413"/>
                    </a:lnTo>
                    <a:lnTo>
                      <a:pt x="469" y="339"/>
                    </a:lnTo>
                    <a:lnTo>
                      <a:pt x="386" y="275"/>
                    </a:lnTo>
                    <a:lnTo>
                      <a:pt x="286" y="213"/>
                    </a:lnTo>
                    <a:lnTo>
                      <a:pt x="198" y="159"/>
                    </a:lnTo>
                    <a:lnTo>
                      <a:pt x="120" y="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97" name="Freeform 104"/>
              <p:cNvSpPr>
                <a:spLocks noChangeArrowheads="1"/>
              </p:cNvSpPr>
              <p:nvPr/>
            </p:nvSpPr>
            <p:spPr bwMode="auto">
              <a:xfrm>
                <a:off x="5074" y="2973"/>
                <a:ext cx="356" cy="276"/>
              </a:xfrm>
              <a:custGeom>
                <a:avLst/>
                <a:gdLst>
                  <a:gd name="T0" fmla="*/ 1069 w 1069"/>
                  <a:gd name="T1" fmla="*/ 828 h 828"/>
                  <a:gd name="T2" fmla="*/ 1026 w 1069"/>
                  <a:gd name="T3" fmla="*/ 771 h 828"/>
                  <a:gd name="T4" fmla="*/ 989 w 1069"/>
                  <a:gd name="T5" fmla="*/ 728 h 828"/>
                  <a:gd name="T6" fmla="*/ 947 w 1069"/>
                  <a:gd name="T7" fmla="*/ 694 h 828"/>
                  <a:gd name="T8" fmla="*/ 797 w 1069"/>
                  <a:gd name="T9" fmla="*/ 593 h 828"/>
                  <a:gd name="T10" fmla="*/ 698 w 1069"/>
                  <a:gd name="T11" fmla="*/ 540 h 828"/>
                  <a:gd name="T12" fmla="*/ 624 w 1069"/>
                  <a:gd name="T13" fmla="*/ 463 h 828"/>
                  <a:gd name="T14" fmla="*/ 539 w 1069"/>
                  <a:gd name="T15" fmla="*/ 393 h 828"/>
                  <a:gd name="T16" fmla="*/ 458 w 1069"/>
                  <a:gd name="T17" fmla="*/ 332 h 828"/>
                  <a:gd name="T18" fmla="*/ 372 w 1069"/>
                  <a:gd name="T19" fmla="*/ 278 h 828"/>
                  <a:gd name="T20" fmla="*/ 322 w 1069"/>
                  <a:gd name="T21" fmla="*/ 243 h 828"/>
                  <a:gd name="T22" fmla="*/ 222 w 1069"/>
                  <a:gd name="T23" fmla="*/ 188 h 828"/>
                  <a:gd name="T24" fmla="*/ 126 w 1069"/>
                  <a:gd name="T25" fmla="*/ 80 h 828"/>
                  <a:gd name="T26" fmla="*/ 0 w 1069"/>
                  <a:gd name="T27" fmla="*/ 0 h 8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69" h="828">
                    <a:moveTo>
                      <a:pt x="1069" y="828"/>
                    </a:moveTo>
                    <a:lnTo>
                      <a:pt x="1026" y="771"/>
                    </a:lnTo>
                    <a:lnTo>
                      <a:pt x="989" y="728"/>
                    </a:lnTo>
                    <a:lnTo>
                      <a:pt x="947" y="694"/>
                    </a:lnTo>
                    <a:lnTo>
                      <a:pt x="797" y="593"/>
                    </a:lnTo>
                    <a:lnTo>
                      <a:pt x="698" y="540"/>
                    </a:lnTo>
                    <a:lnTo>
                      <a:pt x="624" y="463"/>
                    </a:lnTo>
                    <a:lnTo>
                      <a:pt x="539" y="393"/>
                    </a:lnTo>
                    <a:lnTo>
                      <a:pt x="458" y="332"/>
                    </a:lnTo>
                    <a:lnTo>
                      <a:pt x="372" y="278"/>
                    </a:lnTo>
                    <a:lnTo>
                      <a:pt x="322" y="243"/>
                    </a:lnTo>
                    <a:lnTo>
                      <a:pt x="222" y="188"/>
                    </a:lnTo>
                    <a:lnTo>
                      <a:pt x="126" y="8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98" name="Freeform 105"/>
              <p:cNvSpPr>
                <a:spLocks noChangeArrowheads="1"/>
              </p:cNvSpPr>
              <p:nvPr/>
            </p:nvSpPr>
            <p:spPr bwMode="auto">
              <a:xfrm>
                <a:off x="5130" y="2749"/>
                <a:ext cx="12" cy="104"/>
              </a:xfrm>
              <a:custGeom>
                <a:avLst/>
                <a:gdLst>
                  <a:gd name="T0" fmla="*/ 20 w 36"/>
                  <a:gd name="T1" fmla="*/ 313 h 313"/>
                  <a:gd name="T2" fmla="*/ 4 w 36"/>
                  <a:gd name="T3" fmla="*/ 216 h 313"/>
                  <a:gd name="T4" fmla="*/ 0 w 36"/>
                  <a:gd name="T5" fmla="*/ 152 h 313"/>
                  <a:gd name="T6" fmla="*/ 16 w 36"/>
                  <a:gd name="T7" fmla="*/ 66 h 313"/>
                  <a:gd name="T8" fmla="*/ 36 w 36"/>
                  <a:gd name="T9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13">
                    <a:moveTo>
                      <a:pt x="20" y="313"/>
                    </a:moveTo>
                    <a:lnTo>
                      <a:pt x="4" y="216"/>
                    </a:lnTo>
                    <a:lnTo>
                      <a:pt x="0" y="152"/>
                    </a:lnTo>
                    <a:lnTo>
                      <a:pt x="16" y="66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99" name="Freeform 106"/>
              <p:cNvSpPr>
                <a:spLocks noChangeArrowheads="1"/>
              </p:cNvSpPr>
              <p:nvPr/>
            </p:nvSpPr>
            <p:spPr bwMode="auto">
              <a:xfrm>
                <a:off x="5146" y="2938"/>
                <a:ext cx="59" cy="59"/>
              </a:xfrm>
              <a:custGeom>
                <a:avLst/>
                <a:gdLst>
                  <a:gd name="T0" fmla="*/ 177 w 177"/>
                  <a:gd name="T1" fmla="*/ 0 h 175"/>
                  <a:gd name="T2" fmla="*/ 133 w 177"/>
                  <a:gd name="T3" fmla="*/ 9 h 175"/>
                  <a:gd name="T4" fmla="*/ 84 w 177"/>
                  <a:gd name="T5" fmla="*/ 34 h 175"/>
                  <a:gd name="T6" fmla="*/ 43 w 177"/>
                  <a:gd name="T7" fmla="*/ 72 h 175"/>
                  <a:gd name="T8" fmla="*/ 21 w 177"/>
                  <a:gd name="T9" fmla="*/ 107 h 175"/>
                  <a:gd name="T10" fmla="*/ 0 w 177"/>
                  <a:gd name="T11" fmla="*/ 175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7" h="175">
                    <a:moveTo>
                      <a:pt x="177" y="0"/>
                    </a:moveTo>
                    <a:lnTo>
                      <a:pt x="133" y="9"/>
                    </a:lnTo>
                    <a:lnTo>
                      <a:pt x="84" y="34"/>
                    </a:lnTo>
                    <a:lnTo>
                      <a:pt x="43" y="72"/>
                    </a:lnTo>
                    <a:lnTo>
                      <a:pt x="21" y="107"/>
                    </a:lnTo>
                    <a:lnTo>
                      <a:pt x="0" y="175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00" name="Freeform 107"/>
              <p:cNvSpPr>
                <a:spLocks noChangeArrowheads="1"/>
              </p:cNvSpPr>
              <p:nvPr/>
            </p:nvSpPr>
            <p:spPr bwMode="auto">
              <a:xfrm>
                <a:off x="5048" y="3028"/>
                <a:ext cx="94" cy="41"/>
              </a:xfrm>
              <a:custGeom>
                <a:avLst/>
                <a:gdLst>
                  <a:gd name="T0" fmla="*/ 281 w 281"/>
                  <a:gd name="T1" fmla="*/ 3 h 123"/>
                  <a:gd name="T2" fmla="*/ 229 w 281"/>
                  <a:gd name="T3" fmla="*/ 0 h 123"/>
                  <a:gd name="T4" fmla="*/ 159 w 281"/>
                  <a:gd name="T5" fmla="*/ 12 h 123"/>
                  <a:gd name="T6" fmla="*/ 88 w 281"/>
                  <a:gd name="T7" fmla="*/ 34 h 123"/>
                  <a:gd name="T8" fmla="*/ 50 w 281"/>
                  <a:gd name="T9" fmla="*/ 60 h 123"/>
                  <a:gd name="T10" fmla="*/ 0 w 281"/>
                  <a:gd name="T11" fmla="*/ 123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1" h="123">
                    <a:moveTo>
                      <a:pt x="281" y="3"/>
                    </a:moveTo>
                    <a:lnTo>
                      <a:pt x="229" y="0"/>
                    </a:lnTo>
                    <a:lnTo>
                      <a:pt x="159" y="12"/>
                    </a:lnTo>
                    <a:lnTo>
                      <a:pt x="88" y="34"/>
                    </a:lnTo>
                    <a:lnTo>
                      <a:pt x="50" y="60"/>
                    </a:lnTo>
                    <a:lnTo>
                      <a:pt x="0" y="123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01" name="Freeform 108"/>
              <p:cNvSpPr>
                <a:spLocks noChangeArrowheads="1"/>
              </p:cNvSpPr>
              <p:nvPr/>
            </p:nvSpPr>
            <p:spPr bwMode="auto">
              <a:xfrm>
                <a:off x="4920" y="3088"/>
                <a:ext cx="106" cy="22"/>
              </a:xfrm>
              <a:custGeom>
                <a:avLst/>
                <a:gdLst>
                  <a:gd name="T0" fmla="*/ 319 w 319"/>
                  <a:gd name="T1" fmla="*/ 5 h 68"/>
                  <a:gd name="T2" fmla="*/ 247 w 319"/>
                  <a:gd name="T3" fmla="*/ 0 h 68"/>
                  <a:gd name="T4" fmla="*/ 171 w 319"/>
                  <a:gd name="T5" fmla="*/ 3 h 68"/>
                  <a:gd name="T6" fmla="*/ 108 w 319"/>
                  <a:gd name="T7" fmla="*/ 21 h 68"/>
                  <a:gd name="T8" fmla="*/ 42 w 319"/>
                  <a:gd name="T9" fmla="*/ 41 h 68"/>
                  <a:gd name="T10" fmla="*/ 0 w 319"/>
                  <a:gd name="T11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9" h="68">
                    <a:moveTo>
                      <a:pt x="319" y="5"/>
                    </a:moveTo>
                    <a:lnTo>
                      <a:pt x="247" y="0"/>
                    </a:lnTo>
                    <a:lnTo>
                      <a:pt x="171" y="3"/>
                    </a:lnTo>
                    <a:lnTo>
                      <a:pt x="108" y="21"/>
                    </a:lnTo>
                    <a:lnTo>
                      <a:pt x="42" y="41"/>
                    </a:lnTo>
                    <a:lnTo>
                      <a:pt x="0" y="68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02" name="Freeform 109"/>
              <p:cNvSpPr>
                <a:spLocks noChangeArrowheads="1"/>
              </p:cNvSpPr>
              <p:nvPr/>
            </p:nvSpPr>
            <p:spPr bwMode="auto">
              <a:xfrm>
                <a:off x="5251" y="3010"/>
                <a:ext cx="50" cy="35"/>
              </a:xfrm>
              <a:custGeom>
                <a:avLst/>
                <a:gdLst>
                  <a:gd name="T0" fmla="*/ 150 w 150"/>
                  <a:gd name="T1" fmla="*/ 0 h 103"/>
                  <a:gd name="T2" fmla="*/ 97 w 150"/>
                  <a:gd name="T3" fmla="*/ 12 h 103"/>
                  <a:gd name="T4" fmla="*/ 45 w 150"/>
                  <a:gd name="T5" fmla="*/ 40 h 103"/>
                  <a:gd name="T6" fmla="*/ 0 w 150"/>
                  <a:gd name="T7" fmla="*/ 10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0" h="103">
                    <a:moveTo>
                      <a:pt x="150" y="0"/>
                    </a:moveTo>
                    <a:lnTo>
                      <a:pt x="97" y="12"/>
                    </a:lnTo>
                    <a:lnTo>
                      <a:pt x="45" y="40"/>
                    </a:lnTo>
                    <a:lnTo>
                      <a:pt x="0" y="103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03" name="Freeform 110"/>
              <p:cNvSpPr>
                <a:spLocks noChangeArrowheads="1"/>
              </p:cNvSpPr>
              <p:nvPr/>
            </p:nvSpPr>
            <p:spPr bwMode="auto">
              <a:xfrm>
                <a:off x="5142" y="3082"/>
                <a:ext cx="81" cy="42"/>
              </a:xfrm>
              <a:custGeom>
                <a:avLst/>
                <a:gdLst>
                  <a:gd name="T0" fmla="*/ 242 w 242"/>
                  <a:gd name="T1" fmla="*/ 3 h 124"/>
                  <a:gd name="T2" fmla="*/ 165 w 242"/>
                  <a:gd name="T3" fmla="*/ 0 h 124"/>
                  <a:gd name="T4" fmla="*/ 114 w 242"/>
                  <a:gd name="T5" fmla="*/ 19 h 124"/>
                  <a:gd name="T6" fmla="*/ 59 w 242"/>
                  <a:gd name="T7" fmla="*/ 57 h 124"/>
                  <a:gd name="T8" fmla="*/ 0 w 242"/>
                  <a:gd name="T9" fmla="*/ 12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2" h="124">
                    <a:moveTo>
                      <a:pt x="242" y="3"/>
                    </a:moveTo>
                    <a:lnTo>
                      <a:pt x="165" y="0"/>
                    </a:lnTo>
                    <a:lnTo>
                      <a:pt x="114" y="19"/>
                    </a:lnTo>
                    <a:lnTo>
                      <a:pt x="59" y="57"/>
                    </a:lnTo>
                    <a:lnTo>
                      <a:pt x="0" y="124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04" name="Freeform 111"/>
              <p:cNvSpPr>
                <a:spLocks noChangeArrowheads="1"/>
              </p:cNvSpPr>
              <p:nvPr/>
            </p:nvSpPr>
            <p:spPr bwMode="auto">
              <a:xfrm>
                <a:off x="5262" y="3167"/>
                <a:ext cx="68" cy="32"/>
              </a:xfrm>
              <a:custGeom>
                <a:avLst/>
                <a:gdLst>
                  <a:gd name="T0" fmla="*/ 205 w 205"/>
                  <a:gd name="T1" fmla="*/ 0 h 95"/>
                  <a:gd name="T2" fmla="*/ 155 w 205"/>
                  <a:gd name="T3" fmla="*/ 0 h 95"/>
                  <a:gd name="T4" fmla="*/ 102 w 205"/>
                  <a:gd name="T5" fmla="*/ 15 h 95"/>
                  <a:gd name="T6" fmla="*/ 44 w 205"/>
                  <a:gd name="T7" fmla="*/ 48 h 95"/>
                  <a:gd name="T8" fmla="*/ 0 w 205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5" h="95">
                    <a:moveTo>
                      <a:pt x="205" y="0"/>
                    </a:moveTo>
                    <a:lnTo>
                      <a:pt x="155" y="0"/>
                    </a:lnTo>
                    <a:lnTo>
                      <a:pt x="102" y="15"/>
                    </a:lnTo>
                    <a:lnTo>
                      <a:pt x="44" y="48"/>
                    </a:lnTo>
                    <a:lnTo>
                      <a:pt x="0" y="95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05" name="Freeform 112"/>
              <p:cNvSpPr>
                <a:spLocks noChangeArrowheads="1"/>
              </p:cNvSpPr>
              <p:nvPr/>
            </p:nvSpPr>
            <p:spPr bwMode="auto">
              <a:xfrm>
                <a:off x="5139" y="3221"/>
                <a:ext cx="66" cy="33"/>
              </a:xfrm>
              <a:custGeom>
                <a:avLst/>
                <a:gdLst>
                  <a:gd name="T0" fmla="*/ 199 w 199"/>
                  <a:gd name="T1" fmla="*/ 0 h 101"/>
                  <a:gd name="T2" fmla="*/ 127 w 199"/>
                  <a:gd name="T3" fmla="*/ 14 h 101"/>
                  <a:gd name="T4" fmla="*/ 81 w 199"/>
                  <a:gd name="T5" fmla="*/ 31 h 101"/>
                  <a:gd name="T6" fmla="*/ 37 w 199"/>
                  <a:gd name="T7" fmla="*/ 66 h 101"/>
                  <a:gd name="T8" fmla="*/ 0 w 199"/>
                  <a:gd name="T9" fmla="*/ 10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01">
                    <a:moveTo>
                      <a:pt x="199" y="0"/>
                    </a:moveTo>
                    <a:lnTo>
                      <a:pt x="127" y="14"/>
                    </a:lnTo>
                    <a:lnTo>
                      <a:pt x="81" y="31"/>
                    </a:lnTo>
                    <a:lnTo>
                      <a:pt x="37" y="66"/>
                    </a:lnTo>
                    <a:lnTo>
                      <a:pt x="0" y="101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06" name="Freeform 113"/>
              <p:cNvSpPr>
                <a:spLocks noChangeArrowheads="1"/>
              </p:cNvSpPr>
              <p:nvPr/>
            </p:nvSpPr>
            <p:spPr bwMode="auto">
              <a:xfrm>
                <a:off x="5013" y="2863"/>
                <a:ext cx="98" cy="85"/>
              </a:xfrm>
              <a:custGeom>
                <a:avLst/>
                <a:gdLst>
                  <a:gd name="T0" fmla="*/ 0 w 296"/>
                  <a:gd name="T1" fmla="*/ 253 h 253"/>
                  <a:gd name="T2" fmla="*/ 63 w 296"/>
                  <a:gd name="T3" fmla="*/ 206 h 253"/>
                  <a:gd name="T4" fmla="*/ 146 w 296"/>
                  <a:gd name="T5" fmla="*/ 142 h 253"/>
                  <a:gd name="T6" fmla="*/ 231 w 296"/>
                  <a:gd name="T7" fmla="*/ 72 h 253"/>
                  <a:gd name="T8" fmla="*/ 296 w 296"/>
                  <a:gd name="T9" fmla="*/ 0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" h="253">
                    <a:moveTo>
                      <a:pt x="0" y="253"/>
                    </a:moveTo>
                    <a:lnTo>
                      <a:pt x="63" y="206"/>
                    </a:lnTo>
                    <a:lnTo>
                      <a:pt x="146" y="142"/>
                    </a:lnTo>
                    <a:lnTo>
                      <a:pt x="231" y="72"/>
                    </a:lnTo>
                    <a:lnTo>
                      <a:pt x="296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07" name="Freeform 114"/>
              <p:cNvSpPr>
                <a:spLocks noChangeArrowheads="1"/>
              </p:cNvSpPr>
              <p:nvPr/>
            </p:nvSpPr>
            <p:spPr bwMode="auto">
              <a:xfrm>
                <a:off x="5016" y="3137"/>
                <a:ext cx="79" cy="32"/>
              </a:xfrm>
              <a:custGeom>
                <a:avLst/>
                <a:gdLst>
                  <a:gd name="T0" fmla="*/ 237 w 237"/>
                  <a:gd name="T1" fmla="*/ 0 h 96"/>
                  <a:gd name="T2" fmla="*/ 152 w 237"/>
                  <a:gd name="T3" fmla="*/ 5 h 96"/>
                  <a:gd name="T4" fmla="*/ 88 w 237"/>
                  <a:gd name="T5" fmla="*/ 25 h 96"/>
                  <a:gd name="T6" fmla="*/ 41 w 237"/>
                  <a:gd name="T7" fmla="*/ 53 h 96"/>
                  <a:gd name="T8" fmla="*/ 0 w 237"/>
                  <a:gd name="T9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7" h="96">
                    <a:moveTo>
                      <a:pt x="237" y="0"/>
                    </a:moveTo>
                    <a:lnTo>
                      <a:pt x="152" y="5"/>
                    </a:lnTo>
                    <a:lnTo>
                      <a:pt x="88" y="25"/>
                    </a:lnTo>
                    <a:lnTo>
                      <a:pt x="41" y="53"/>
                    </a:lnTo>
                    <a:lnTo>
                      <a:pt x="0" y="96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08" name="Freeform 115"/>
              <p:cNvSpPr>
                <a:spLocks noChangeArrowheads="1"/>
              </p:cNvSpPr>
              <p:nvPr/>
            </p:nvSpPr>
            <p:spPr bwMode="auto">
              <a:xfrm>
                <a:off x="5320" y="3082"/>
                <a:ext cx="66" cy="27"/>
              </a:xfrm>
              <a:custGeom>
                <a:avLst/>
                <a:gdLst>
                  <a:gd name="T0" fmla="*/ 198 w 198"/>
                  <a:gd name="T1" fmla="*/ 16 h 79"/>
                  <a:gd name="T2" fmla="*/ 145 w 198"/>
                  <a:gd name="T3" fmla="*/ 0 h 79"/>
                  <a:gd name="T4" fmla="*/ 97 w 198"/>
                  <a:gd name="T5" fmla="*/ 3 h 79"/>
                  <a:gd name="T6" fmla="*/ 47 w 198"/>
                  <a:gd name="T7" fmla="*/ 25 h 79"/>
                  <a:gd name="T8" fmla="*/ 16 w 198"/>
                  <a:gd name="T9" fmla="*/ 47 h 79"/>
                  <a:gd name="T10" fmla="*/ 0 w 198"/>
                  <a:gd name="T11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8" h="79">
                    <a:moveTo>
                      <a:pt x="198" y="16"/>
                    </a:moveTo>
                    <a:lnTo>
                      <a:pt x="145" y="0"/>
                    </a:lnTo>
                    <a:lnTo>
                      <a:pt x="97" y="3"/>
                    </a:lnTo>
                    <a:lnTo>
                      <a:pt x="47" y="25"/>
                    </a:lnTo>
                    <a:lnTo>
                      <a:pt x="16" y="47"/>
                    </a:lnTo>
                    <a:lnTo>
                      <a:pt x="0" y="79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09" name="Freeform 116"/>
              <p:cNvSpPr>
                <a:spLocks noChangeArrowheads="1"/>
              </p:cNvSpPr>
              <p:nvPr/>
            </p:nvSpPr>
            <p:spPr bwMode="auto">
              <a:xfrm>
                <a:off x="4928" y="3174"/>
                <a:ext cx="61" cy="24"/>
              </a:xfrm>
              <a:custGeom>
                <a:avLst/>
                <a:gdLst>
                  <a:gd name="T0" fmla="*/ 184 w 184"/>
                  <a:gd name="T1" fmla="*/ 0 h 72"/>
                  <a:gd name="T2" fmla="*/ 153 w 184"/>
                  <a:gd name="T3" fmla="*/ 0 h 72"/>
                  <a:gd name="T4" fmla="*/ 104 w 184"/>
                  <a:gd name="T5" fmla="*/ 5 h 72"/>
                  <a:gd name="T6" fmla="*/ 62 w 184"/>
                  <a:gd name="T7" fmla="*/ 17 h 72"/>
                  <a:gd name="T8" fmla="*/ 40 w 184"/>
                  <a:gd name="T9" fmla="*/ 32 h 72"/>
                  <a:gd name="T10" fmla="*/ 16 w 184"/>
                  <a:gd name="T11" fmla="*/ 54 h 72"/>
                  <a:gd name="T12" fmla="*/ 0 w 184"/>
                  <a:gd name="T13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72">
                    <a:moveTo>
                      <a:pt x="184" y="0"/>
                    </a:moveTo>
                    <a:lnTo>
                      <a:pt x="153" y="0"/>
                    </a:lnTo>
                    <a:lnTo>
                      <a:pt x="104" y="5"/>
                    </a:lnTo>
                    <a:lnTo>
                      <a:pt x="62" y="17"/>
                    </a:lnTo>
                    <a:lnTo>
                      <a:pt x="40" y="32"/>
                    </a:lnTo>
                    <a:lnTo>
                      <a:pt x="16" y="54"/>
                    </a:lnTo>
                    <a:lnTo>
                      <a:pt x="0" y="72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10" name="Freeform 117"/>
              <p:cNvSpPr>
                <a:spLocks noChangeArrowheads="1"/>
              </p:cNvSpPr>
              <p:nvPr/>
            </p:nvSpPr>
            <p:spPr bwMode="auto">
              <a:xfrm>
                <a:off x="4839" y="3054"/>
                <a:ext cx="12" cy="26"/>
              </a:xfrm>
              <a:custGeom>
                <a:avLst/>
                <a:gdLst>
                  <a:gd name="T0" fmla="*/ 0 w 38"/>
                  <a:gd name="T1" fmla="*/ 78 h 78"/>
                  <a:gd name="T2" fmla="*/ 12 w 38"/>
                  <a:gd name="T3" fmla="*/ 32 h 78"/>
                  <a:gd name="T4" fmla="*/ 28 w 38"/>
                  <a:gd name="T5" fmla="*/ 9 h 78"/>
                  <a:gd name="T6" fmla="*/ 38 w 38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" h="78">
                    <a:moveTo>
                      <a:pt x="0" y="78"/>
                    </a:moveTo>
                    <a:lnTo>
                      <a:pt x="12" y="32"/>
                    </a:lnTo>
                    <a:lnTo>
                      <a:pt x="28" y="9"/>
                    </a:lnTo>
                    <a:lnTo>
                      <a:pt x="38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11" name="Freeform 118"/>
              <p:cNvSpPr>
                <a:spLocks noChangeArrowheads="1"/>
              </p:cNvSpPr>
              <p:nvPr/>
            </p:nvSpPr>
            <p:spPr bwMode="auto">
              <a:xfrm>
                <a:off x="4684" y="2741"/>
                <a:ext cx="342" cy="89"/>
              </a:xfrm>
              <a:custGeom>
                <a:avLst/>
                <a:gdLst>
                  <a:gd name="T0" fmla="*/ 0 w 1027"/>
                  <a:gd name="T1" fmla="*/ 0 h 266"/>
                  <a:gd name="T2" fmla="*/ 158 w 1027"/>
                  <a:gd name="T3" fmla="*/ 141 h 266"/>
                  <a:gd name="T4" fmla="*/ 270 w 1027"/>
                  <a:gd name="T5" fmla="*/ 204 h 266"/>
                  <a:gd name="T6" fmla="*/ 379 w 1027"/>
                  <a:gd name="T7" fmla="*/ 250 h 266"/>
                  <a:gd name="T8" fmla="*/ 727 w 1027"/>
                  <a:gd name="T9" fmla="*/ 266 h 266"/>
                  <a:gd name="T10" fmla="*/ 869 w 1027"/>
                  <a:gd name="T11" fmla="*/ 236 h 266"/>
                  <a:gd name="T12" fmla="*/ 948 w 1027"/>
                  <a:gd name="T13" fmla="*/ 204 h 266"/>
                  <a:gd name="T14" fmla="*/ 1027 w 1027"/>
                  <a:gd name="T15" fmla="*/ 204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27" h="266">
                    <a:moveTo>
                      <a:pt x="0" y="0"/>
                    </a:moveTo>
                    <a:lnTo>
                      <a:pt x="158" y="141"/>
                    </a:lnTo>
                    <a:lnTo>
                      <a:pt x="270" y="204"/>
                    </a:lnTo>
                    <a:lnTo>
                      <a:pt x="379" y="250"/>
                    </a:lnTo>
                    <a:lnTo>
                      <a:pt x="727" y="266"/>
                    </a:lnTo>
                    <a:lnTo>
                      <a:pt x="869" y="236"/>
                    </a:lnTo>
                    <a:lnTo>
                      <a:pt x="948" y="204"/>
                    </a:lnTo>
                    <a:lnTo>
                      <a:pt x="1027" y="204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12" name="Freeform 119"/>
              <p:cNvSpPr>
                <a:spLocks noChangeArrowheads="1"/>
              </p:cNvSpPr>
              <p:nvPr/>
            </p:nvSpPr>
            <p:spPr bwMode="auto">
              <a:xfrm>
                <a:off x="4700" y="2762"/>
                <a:ext cx="58" cy="132"/>
              </a:xfrm>
              <a:custGeom>
                <a:avLst/>
                <a:gdLst>
                  <a:gd name="T0" fmla="*/ 0 w 174"/>
                  <a:gd name="T1" fmla="*/ 0 h 396"/>
                  <a:gd name="T2" fmla="*/ 80 w 174"/>
                  <a:gd name="T3" fmla="*/ 111 h 396"/>
                  <a:gd name="T4" fmla="*/ 127 w 174"/>
                  <a:gd name="T5" fmla="*/ 221 h 396"/>
                  <a:gd name="T6" fmla="*/ 143 w 174"/>
                  <a:gd name="T7" fmla="*/ 284 h 396"/>
                  <a:gd name="T8" fmla="*/ 174 w 174"/>
                  <a:gd name="T9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96">
                    <a:moveTo>
                      <a:pt x="0" y="0"/>
                    </a:moveTo>
                    <a:lnTo>
                      <a:pt x="80" y="111"/>
                    </a:lnTo>
                    <a:lnTo>
                      <a:pt x="127" y="221"/>
                    </a:lnTo>
                    <a:lnTo>
                      <a:pt x="143" y="284"/>
                    </a:lnTo>
                    <a:lnTo>
                      <a:pt x="174" y="396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13" name="Freeform 120"/>
              <p:cNvSpPr>
                <a:spLocks noChangeArrowheads="1"/>
              </p:cNvSpPr>
              <p:nvPr/>
            </p:nvSpPr>
            <p:spPr bwMode="auto">
              <a:xfrm>
                <a:off x="4653" y="2924"/>
                <a:ext cx="331" cy="142"/>
              </a:xfrm>
              <a:custGeom>
                <a:avLst/>
                <a:gdLst>
                  <a:gd name="T0" fmla="*/ 992 w 992"/>
                  <a:gd name="T1" fmla="*/ 0 h 425"/>
                  <a:gd name="T2" fmla="*/ 804 w 992"/>
                  <a:gd name="T3" fmla="*/ 110 h 425"/>
                  <a:gd name="T4" fmla="*/ 678 w 992"/>
                  <a:gd name="T5" fmla="*/ 141 h 425"/>
                  <a:gd name="T6" fmla="*/ 504 w 992"/>
                  <a:gd name="T7" fmla="*/ 204 h 425"/>
                  <a:gd name="T8" fmla="*/ 331 w 992"/>
                  <a:gd name="T9" fmla="*/ 253 h 425"/>
                  <a:gd name="T10" fmla="*/ 172 w 992"/>
                  <a:gd name="T11" fmla="*/ 315 h 425"/>
                  <a:gd name="T12" fmla="*/ 15 w 992"/>
                  <a:gd name="T13" fmla="*/ 394 h 425"/>
                  <a:gd name="T14" fmla="*/ 0 w 992"/>
                  <a:gd name="T15" fmla="*/ 425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92" h="425">
                    <a:moveTo>
                      <a:pt x="992" y="0"/>
                    </a:moveTo>
                    <a:lnTo>
                      <a:pt x="804" y="110"/>
                    </a:lnTo>
                    <a:lnTo>
                      <a:pt x="678" y="141"/>
                    </a:lnTo>
                    <a:lnTo>
                      <a:pt x="504" y="204"/>
                    </a:lnTo>
                    <a:lnTo>
                      <a:pt x="331" y="253"/>
                    </a:lnTo>
                    <a:lnTo>
                      <a:pt x="172" y="315"/>
                    </a:lnTo>
                    <a:lnTo>
                      <a:pt x="15" y="394"/>
                    </a:lnTo>
                    <a:lnTo>
                      <a:pt x="0" y="425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14" name="Freeform 121"/>
              <p:cNvSpPr>
                <a:spLocks noChangeArrowheads="1"/>
              </p:cNvSpPr>
              <p:nvPr/>
            </p:nvSpPr>
            <p:spPr bwMode="auto">
              <a:xfrm>
                <a:off x="5082" y="2939"/>
                <a:ext cx="9" cy="39"/>
              </a:xfrm>
              <a:custGeom>
                <a:avLst/>
                <a:gdLst>
                  <a:gd name="T0" fmla="*/ 18 w 27"/>
                  <a:gd name="T1" fmla="*/ 116 h 116"/>
                  <a:gd name="T2" fmla="*/ 27 w 27"/>
                  <a:gd name="T3" fmla="*/ 86 h 116"/>
                  <a:gd name="T4" fmla="*/ 0 w 27"/>
                  <a:gd name="T5" fmla="*/ 31 h 116"/>
                  <a:gd name="T6" fmla="*/ 0 w 27"/>
                  <a:gd name="T7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116">
                    <a:moveTo>
                      <a:pt x="18" y="116"/>
                    </a:moveTo>
                    <a:lnTo>
                      <a:pt x="27" y="86"/>
                    </a:lnTo>
                    <a:lnTo>
                      <a:pt x="0" y="3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15" name="Freeform 122"/>
              <p:cNvSpPr>
                <a:spLocks noChangeArrowheads="1"/>
              </p:cNvSpPr>
              <p:nvPr/>
            </p:nvSpPr>
            <p:spPr bwMode="auto">
              <a:xfrm>
                <a:off x="5042" y="2814"/>
                <a:ext cx="68" cy="49"/>
              </a:xfrm>
              <a:custGeom>
                <a:avLst/>
                <a:gdLst>
                  <a:gd name="T0" fmla="*/ 0 w 204"/>
                  <a:gd name="T1" fmla="*/ 0 h 149"/>
                  <a:gd name="T2" fmla="*/ 53 w 204"/>
                  <a:gd name="T3" fmla="*/ 47 h 149"/>
                  <a:gd name="T4" fmla="*/ 107 w 204"/>
                  <a:gd name="T5" fmla="*/ 86 h 149"/>
                  <a:gd name="T6" fmla="*/ 204 w 204"/>
                  <a:gd name="T7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4" h="149">
                    <a:moveTo>
                      <a:pt x="0" y="0"/>
                    </a:moveTo>
                    <a:lnTo>
                      <a:pt x="53" y="47"/>
                    </a:lnTo>
                    <a:lnTo>
                      <a:pt x="107" y="86"/>
                    </a:lnTo>
                    <a:lnTo>
                      <a:pt x="204" y="149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sp>
        <p:nvSpPr>
          <p:cNvPr id="29816" name="AutoShape 124"/>
          <p:cNvSpPr>
            <a:spLocks noChangeArrowheads="1"/>
          </p:cNvSpPr>
          <p:nvPr/>
        </p:nvSpPr>
        <p:spPr bwMode="auto">
          <a:xfrm>
            <a:off x="1600200" y="1295400"/>
            <a:ext cx="6096000" cy="1371600"/>
          </a:xfrm>
          <a:prstGeom prst="cloudCallout">
            <a:avLst>
              <a:gd name="adj1" fmla="val -33491"/>
              <a:gd name="adj2" fmla="val 188657"/>
            </a:avLst>
          </a:prstGeom>
          <a:gradFill rotWithShape="0">
            <a:gsLst>
              <a:gs pos="0">
                <a:srgbClr val="CCFFCC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rgbClr val="008000"/>
            </a:solidFill>
            <a:round/>
          </a:ln>
        </p:spPr>
        <p:txBody>
          <a:bodyPr wrap="none"/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i="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lang="zh-CN" altLang="en-US" i="0">
                <a:solidFill>
                  <a:schemeClr val="tx1"/>
                </a:solidFill>
                <a:latin typeface="Arial" panose="020B0604020202020204" pitchFamily="34" charset="0"/>
              </a:rPr>
              <a:t>高次插值有</a:t>
            </a:r>
            <a:r>
              <a:rPr lang="en-US" altLang="zh-CN" i="0">
                <a:solidFill>
                  <a:srgbClr val="0000CC"/>
                </a:solidFill>
                <a:latin typeface="Arial" panose="020B0604020202020204" pitchFamily="34" charset="0"/>
              </a:rPr>
              <a:t>Runge </a:t>
            </a:r>
            <a:r>
              <a:rPr lang="zh-CN" altLang="en-US" i="0">
                <a:solidFill>
                  <a:srgbClr val="0000CC"/>
                </a:solidFill>
                <a:latin typeface="Arial" panose="020B0604020202020204" pitchFamily="34" charset="0"/>
              </a:rPr>
              <a:t>现象，怎么办？</a:t>
            </a:r>
          </a:p>
          <a:p>
            <a:pPr algn="ctr" eaLnBrk="1" hangingPunct="1"/>
            <a:r>
              <a:rPr lang="zh-CN" altLang="en-US" i="0">
                <a:solidFill>
                  <a:srgbClr val="0000CC"/>
                </a:solidFill>
              </a:rPr>
              <a:t>     可采用分段低次插值来解决。</a:t>
            </a:r>
          </a:p>
        </p:txBody>
      </p:sp>
      <p:sp>
        <p:nvSpPr>
          <p:cNvPr id="29817" name="AutoShape 126"/>
          <p:cNvSpPr>
            <a:spLocks noChangeArrowheads="1"/>
          </p:cNvSpPr>
          <p:nvPr/>
        </p:nvSpPr>
        <p:spPr bwMode="auto">
          <a:xfrm>
            <a:off x="1219200" y="2438400"/>
            <a:ext cx="7467600" cy="1752600"/>
          </a:xfrm>
          <a:prstGeom prst="cloudCallout">
            <a:avLst>
              <a:gd name="adj1" fmla="val -28764"/>
              <a:gd name="adj2" fmla="val 113315"/>
            </a:avLst>
          </a:prstGeom>
          <a:gradFill rotWithShape="0">
            <a:gsLst>
              <a:gs pos="0">
                <a:srgbClr val="CCFFCC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rgbClr val="008000"/>
            </a:solidFill>
            <a:round/>
          </a:ln>
        </p:spPr>
        <p:txBody>
          <a:bodyPr wrap="none"/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i="0">
                <a:solidFill>
                  <a:schemeClr val="tx1"/>
                </a:solidFill>
                <a:latin typeface="Arial" panose="020B0604020202020204" pitchFamily="34" charset="0"/>
              </a:rPr>
              <a:t>           </a:t>
            </a:r>
            <a:r>
              <a:rPr lang="zh-CN" altLang="en-US" i="0">
                <a:solidFill>
                  <a:schemeClr val="tx1"/>
                </a:solidFill>
                <a:latin typeface="Arial" panose="020B0604020202020204" pitchFamily="34" charset="0"/>
              </a:rPr>
              <a:t>高阶</a:t>
            </a:r>
            <a:r>
              <a:rPr lang="en-US" altLang="zh-CN" i="0">
                <a:solidFill>
                  <a:schemeClr val="tx1"/>
                </a:solidFill>
                <a:latin typeface="Arial" panose="020B0604020202020204" pitchFamily="34" charset="0"/>
              </a:rPr>
              <a:t>Newton-Cotes</a:t>
            </a:r>
            <a:r>
              <a:rPr lang="zh-CN" altLang="en-US" i="0">
                <a:solidFill>
                  <a:schemeClr val="tx1"/>
                </a:solidFill>
                <a:latin typeface="Arial" panose="020B0604020202020204" pitchFamily="34" charset="0"/>
              </a:rPr>
              <a:t>公式会出现数值不稳定</a:t>
            </a:r>
            <a:r>
              <a:rPr lang="zh-CN" altLang="en-US" i="0">
                <a:solidFill>
                  <a:srgbClr val="0000CC"/>
                </a:solidFill>
                <a:latin typeface="Arial" panose="020B0604020202020204" pitchFamily="34" charset="0"/>
              </a:rPr>
              <a:t>。</a:t>
            </a:r>
          </a:p>
          <a:p>
            <a:pPr algn="ctr" eaLnBrk="1" hangingPunct="1"/>
            <a:r>
              <a:rPr lang="zh-CN" altLang="en-US" i="0">
                <a:solidFill>
                  <a:srgbClr val="0000CC"/>
                </a:solidFill>
                <a:latin typeface="Arial" panose="020B0604020202020204" pitchFamily="34" charset="0"/>
              </a:rPr>
              <a:t>而</a:t>
            </a:r>
            <a:r>
              <a:rPr lang="zh-CN" altLang="en-US" i="0">
                <a:solidFill>
                  <a:schemeClr val="tx1"/>
                </a:solidFill>
                <a:latin typeface="Arial" panose="020B0604020202020204" pitchFamily="34" charset="0"/>
              </a:rPr>
              <a:t>低阶</a:t>
            </a:r>
            <a:r>
              <a:rPr lang="en-US" altLang="zh-CN" i="0">
                <a:solidFill>
                  <a:schemeClr val="tx1"/>
                </a:solidFill>
                <a:latin typeface="Arial" panose="020B0604020202020204" pitchFamily="34" charset="0"/>
              </a:rPr>
              <a:t>Newton-Cotes</a:t>
            </a:r>
            <a:r>
              <a:rPr lang="zh-CN" altLang="en-US" i="0">
                <a:solidFill>
                  <a:schemeClr val="tx1"/>
                </a:solidFill>
                <a:latin typeface="Arial" panose="020B0604020202020204" pitchFamily="34" charset="0"/>
              </a:rPr>
              <a:t>公式</a:t>
            </a:r>
          </a:p>
          <a:p>
            <a:pPr algn="ctr" eaLnBrk="1" hangingPunct="1"/>
            <a:r>
              <a:rPr lang="zh-CN" altLang="en-US" i="0">
                <a:solidFill>
                  <a:schemeClr val="tx1"/>
                </a:solidFill>
                <a:latin typeface="Arial" panose="020B0604020202020204" pitchFamily="34" charset="0"/>
              </a:rPr>
              <a:t>有时又不能满足精度要求</a:t>
            </a:r>
            <a:r>
              <a:rPr lang="zh-CN" altLang="en-US" i="0">
                <a:solidFill>
                  <a:srgbClr val="0000CC"/>
                </a:solidFill>
                <a:latin typeface="Arial" panose="020B0604020202020204" pitchFamily="34" charset="0"/>
              </a:rPr>
              <a:t>，怎么办？</a:t>
            </a:r>
          </a:p>
        </p:txBody>
      </p:sp>
      <p:grpSp>
        <p:nvGrpSpPr>
          <p:cNvPr id="29818" name="Group 137"/>
          <p:cNvGrpSpPr/>
          <p:nvPr/>
        </p:nvGrpSpPr>
        <p:grpSpPr bwMode="auto">
          <a:xfrm>
            <a:off x="1371600" y="3886200"/>
            <a:ext cx="6781800" cy="1905000"/>
            <a:chOff x="716" y="2352"/>
            <a:chExt cx="4272" cy="1200"/>
          </a:xfrm>
        </p:grpSpPr>
        <p:sp>
          <p:nvSpPr>
            <p:cNvPr id="29819" name="AutoShape 129"/>
            <p:cNvSpPr>
              <a:spLocks noChangeArrowheads="1"/>
            </p:cNvSpPr>
            <p:nvPr/>
          </p:nvSpPr>
          <p:spPr bwMode="auto">
            <a:xfrm>
              <a:off x="716" y="2352"/>
              <a:ext cx="4272" cy="1200"/>
            </a:xfrm>
            <a:prstGeom prst="cloudCallout">
              <a:avLst>
                <a:gd name="adj1" fmla="val 47431"/>
                <a:gd name="adj2" fmla="val 137009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CCFFFF"/>
                </a:gs>
              </a:gsLst>
              <a:lin ang="270000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/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i="0">
                  <a:solidFill>
                    <a:schemeClr val="tx1"/>
                  </a:solidFill>
                  <a:latin typeface="Arial" panose="020B0604020202020204" pitchFamily="34" charset="0"/>
                </a:rPr>
                <a:t>           </a:t>
              </a:r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可将积分区间        分成若干小区间，</a:t>
              </a:r>
            </a:p>
            <a:p>
              <a:pPr algn="ctr" eaLnBrk="1" hangingPunct="1"/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        在每个小区间上用</a:t>
              </a:r>
            </a:p>
            <a:p>
              <a:pPr algn="ctr" eaLnBrk="1" hangingPunct="1"/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             低阶求积公式计算，然后求和。    </a:t>
              </a:r>
            </a:p>
          </p:txBody>
        </p:sp>
        <p:graphicFrame>
          <p:nvGraphicFramePr>
            <p:cNvPr id="29820" name="Object 130"/>
            <p:cNvGraphicFramePr/>
            <p:nvPr/>
          </p:nvGraphicFramePr>
          <p:xfrm>
            <a:off x="2592" y="2544"/>
            <a:ext cx="432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0" r:id="rId3" imgW="355600" imgH="254000" progId="Equation.DSMT4">
                    <p:embed/>
                  </p:oleObj>
                </mc:Choice>
                <mc:Fallback>
                  <p:oleObj r:id="rId3" imgW="355600" imgH="254000" progId="Equation.DSMT4">
                    <p:embed/>
                    <p:pic>
                      <p:nvPicPr>
                        <p:cNvPr id="0" name="Object 13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2544"/>
                          <a:ext cx="432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2"/>
          <p:cNvSpPr txBox="1">
            <a:spLocks noChangeArrowheads="1"/>
          </p:cNvSpPr>
          <p:nvPr/>
        </p:nvSpPr>
        <p:spPr bwMode="auto">
          <a:xfrm>
            <a:off x="533400" y="6096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0">
                <a:solidFill>
                  <a:srgbClr val="660066"/>
                </a:solidFill>
                <a:sym typeface="Wingdings" panose="05000000000000000000" pitchFamily="2" charset="2"/>
              </a:rPr>
              <a:t>1. </a:t>
            </a:r>
            <a:r>
              <a:rPr lang="zh-CN" altLang="en-US" i="0">
                <a:solidFill>
                  <a:srgbClr val="660066"/>
                </a:solidFill>
              </a:rPr>
              <a:t>复化梯形公式</a:t>
            </a:r>
          </a:p>
        </p:txBody>
      </p:sp>
      <p:graphicFrame>
        <p:nvGraphicFramePr>
          <p:cNvPr id="30722" name="Object 3"/>
          <p:cNvGraphicFramePr/>
          <p:nvPr/>
        </p:nvGraphicFramePr>
        <p:xfrm>
          <a:off x="2209800" y="1066800"/>
          <a:ext cx="48006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9" r:id="rId3" imgW="2348230" imgH="393700" progId="Equation.DSMT4">
                  <p:embed/>
                </p:oleObj>
              </mc:Choice>
              <mc:Fallback>
                <p:oleObj r:id="rId3" imgW="2348230" imgH="3937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066800"/>
                        <a:ext cx="480060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3" name="Group 35"/>
          <p:cNvGrpSpPr/>
          <p:nvPr/>
        </p:nvGrpSpPr>
        <p:grpSpPr bwMode="auto">
          <a:xfrm>
            <a:off x="609600" y="3581400"/>
            <a:ext cx="7924800" cy="836613"/>
            <a:chOff x="384" y="2256"/>
            <a:chExt cx="4992" cy="527"/>
          </a:xfrm>
        </p:grpSpPr>
        <p:graphicFrame>
          <p:nvGraphicFramePr>
            <p:cNvPr id="30724" name="Object 9"/>
            <p:cNvGraphicFramePr/>
            <p:nvPr/>
          </p:nvGraphicFramePr>
          <p:xfrm>
            <a:off x="384" y="2256"/>
            <a:ext cx="4368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0" r:id="rId5" imgW="4038600" imgH="457200" progId="Equation.DSMT4">
                    <p:embed/>
                  </p:oleObj>
                </mc:Choice>
                <mc:Fallback>
                  <p:oleObj r:id="rId5" imgW="4038600" imgH="457200" progId="Equation.DSMT4">
                    <p:embed/>
                    <p:pic>
                      <p:nvPicPr>
                        <p:cNvPr id="0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256"/>
                          <a:ext cx="4368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25" name="Text Box 11"/>
            <p:cNvSpPr txBox="1">
              <a:spLocks noChangeArrowheads="1"/>
            </p:cNvSpPr>
            <p:nvPr/>
          </p:nvSpPr>
          <p:spPr bwMode="auto">
            <a:xfrm>
              <a:off x="4752" y="2400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0">
                  <a:solidFill>
                    <a:srgbClr val="FF0000"/>
                  </a:solidFill>
                </a:rPr>
                <a:t>= </a:t>
              </a:r>
              <a:r>
                <a:rPr lang="en-US" altLang="zh-CN" sz="2800">
                  <a:solidFill>
                    <a:srgbClr val="FF0000"/>
                  </a:solidFill>
                </a:rPr>
                <a:t>T</a:t>
              </a:r>
              <a:r>
                <a:rPr lang="en-US" altLang="zh-CN" sz="2800" baseline="-25000">
                  <a:solidFill>
                    <a:srgbClr val="FF0000"/>
                  </a:solidFill>
                </a:rPr>
                <a:t>n</a:t>
              </a:r>
              <a:endParaRPr lang="en-US" altLang="zh-CN" sz="2800" i="0">
                <a:solidFill>
                  <a:srgbClr val="FF0000"/>
                </a:solidFill>
              </a:endParaRPr>
            </a:p>
          </p:txBody>
        </p:sp>
      </p:grpSp>
      <p:grpSp>
        <p:nvGrpSpPr>
          <p:cNvPr id="30726" name="Group 12"/>
          <p:cNvGrpSpPr/>
          <p:nvPr/>
        </p:nvGrpSpPr>
        <p:grpSpPr bwMode="auto">
          <a:xfrm>
            <a:off x="669925" y="4419600"/>
            <a:ext cx="8474075" cy="1981200"/>
            <a:chOff x="422" y="3024"/>
            <a:chExt cx="4890" cy="1185"/>
          </a:xfrm>
        </p:grpSpPr>
        <p:graphicFrame>
          <p:nvGraphicFramePr>
            <p:cNvPr id="30727" name="Object 13"/>
            <p:cNvGraphicFramePr/>
            <p:nvPr/>
          </p:nvGraphicFramePr>
          <p:xfrm>
            <a:off x="422" y="3024"/>
            <a:ext cx="3429" cy="1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1" r:id="rId7" imgW="2984500" imgH="1066800" progId="Equation.DSMT4">
                    <p:embed/>
                  </p:oleObj>
                </mc:Choice>
                <mc:Fallback>
                  <p:oleObj r:id="rId7" imgW="2984500" imgH="1066800" progId="Equation.DSMT4">
                    <p:embed/>
                    <p:pic>
                      <p:nvPicPr>
                        <p:cNvPr id="0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" y="3024"/>
                          <a:ext cx="3429" cy="1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28" name="Text Box 14"/>
            <p:cNvSpPr txBox="1">
              <a:spLocks noChangeArrowheads="1"/>
            </p:cNvSpPr>
            <p:nvPr/>
          </p:nvSpPr>
          <p:spPr bwMode="auto">
            <a:xfrm>
              <a:off x="3888" y="3312"/>
              <a:ext cx="1424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0">
                  <a:solidFill>
                    <a:srgbClr val="008000"/>
                  </a:solidFill>
                </a:rPr>
                <a:t>/*</a:t>
              </a:r>
              <a:r>
                <a:rPr lang="zh-CN" altLang="en-US" i="0">
                  <a:solidFill>
                    <a:srgbClr val="008000"/>
                  </a:solidFill>
                </a:rPr>
                <a:t>中值定理*</a:t>
              </a:r>
              <a:r>
                <a:rPr lang="en-US" altLang="zh-CN" i="0">
                  <a:solidFill>
                    <a:srgbClr val="008000"/>
                  </a:solidFill>
                </a:rPr>
                <a:t>/</a:t>
              </a:r>
            </a:p>
          </p:txBody>
        </p:sp>
      </p:grpSp>
      <p:grpSp>
        <p:nvGrpSpPr>
          <p:cNvPr id="30729" name="Group 34"/>
          <p:cNvGrpSpPr/>
          <p:nvPr/>
        </p:nvGrpSpPr>
        <p:grpSpPr bwMode="auto">
          <a:xfrm>
            <a:off x="533400" y="1981200"/>
            <a:ext cx="7315200" cy="1465263"/>
            <a:chOff x="336" y="1248"/>
            <a:chExt cx="4608" cy="923"/>
          </a:xfrm>
        </p:grpSpPr>
        <p:grpSp>
          <p:nvGrpSpPr>
            <p:cNvPr id="30730" name="Group 31"/>
            <p:cNvGrpSpPr/>
            <p:nvPr/>
          </p:nvGrpSpPr>
          <p:grpSpPr bwMode="auto">
            <a:xfrm>
              <a:off x="336" y="1248"/>
              <a:ext cx="2976" cy="289"/>
              <a:chOff x="192" y="1296"/>
              <a:chExt cx="3371" cy="289"/>
            </a:xfrm>
          </p:grpSpPr>
          <p:sp>
            <p:nvSpPr>
              <p:cNvPr id="30731" name="Text Box 5"/>
              <p:cNvSpPr txBox="1">
                <a:spLocks noChangeArrowheads="1"/>
              </p:cNvSpPr>
              <p:nvPr/>
            </p:nvSpPr>
            <p:spPr bwMode="auto">
              <a:xfrm>
                <a:off x="192" y="1296"/>
                <a:ext cx="3371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i="0">
                    <a:solidFill>
                      <a:schemeClr val="tx1"/>
                    </a:solidFill>
                  </a:rPr>
                  <a:t>在每个             上用梯形公式：</a:t>
                </a:r>
              </a:p>
            </p:txBody>
          </p:sp>
          <p:graphicFrame>
            <p:nvGraphicFramePr>
              <p:cNvPr id="30732" name="Object 6"/>
              <p:cNvGraphicFramePr/>
              <p:nvPr/>
            </p:nvGraphicFramePr>
            <p:xfrm>
              <a:off x="881" y="1296"/>
              <a:ext cx="730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92" r:id="rId9" imgW="584200" imgH="228600" progId="Equation.DSMT4">
                      <p:embed/>
                    </p:oleObj>
                  </mc:Choice>
                  <mc:Fallback>
                    <p:oleObj r:id="rId9" imgW="584200" imgH="228600" progId="Equation.DSMT4">
                      <p:embed/>
                      <p:pic>
                        <p:nvPicPr>
                          <p:cNvPr id="0" name="Object 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1" y="1296"/>
                            <a:ext cx="730" cy="2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733" name="Object 7"/>
            <p:cNvGraphicFramePr/>
            <p:nvPr/>
          </p:nvGraphicFramePr>
          <p:xfrm>
            <a:off x="768" y="1680"/>
            <a:ext cx="4176" cy="4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3" r:id="rId11" imgW="1835785" imgH="201295" progId="Equation.DSMT4">
                    <p:embed/>
                  </p:oleObj>
                </mc:Choice>
                <mc:Fallback>
                  <p:oleObj r:id="rId11" imgW="1835785" imgH="201295" progId="Equation.DSMT4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680"/>
                          <a:ext cx="4176" cy="4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734" name="Group 33"/>
            <p:cNvGrpSpPr/>
            <p:nvPr/>
          </p:nvGrpSpPr>
          <p:grpSpPr bwMode="auto">
            <a:xfrm>
              <a:off x="3648" y="1296"/>
              <a:ext cx="1296" cy="192"/>
              <a:chOff x="3504" y="1536"/>
              <a:chExt cx="1296" cy="192"/>
            </a:xfrm>
          </p:grpSpPr>
          <p:sp>
            <p:nvSpPr>
              <p:cNvPr id="30735" name="Line 15"/>
              <p:cNvSpPr>
                <a:spLocks noChangeShapeType="1"/>
              </p:cNvSpPr>
              <p:nvPr/>
            </p:nvSpPr>
            <p:spPr bwMode="auto">
              <a:xfrm>
                <a:off x="3552" y="1680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0736" name="Group 25"/>
              <p:cNvGrpSpPr/>
              <p:nvPr/>
            </p:nvGrpSpPr>
            <p:grpSpPr bwMode="auto">
              <a:xfrm>
                <a:off x="4224" y="1536"/>
                <a:ext cx="336" cy="96"/>
                <a:chOff x="3120" y="1776"/>
                <a:chExt cx="336" cy="96"/>
              </a:xfrm>
            </p:grpSpPr>
            <p:sp>
              <p:nvSpPr>
                <p:cNvPr id="30737" name="Oval 26"/>
                <p:cNvSpPr>
                  <a:spLocks noChangeArrowheads="1"/>
                </p:cNvSpPr>
                <p:nvPr/>
              </p:nvSpPr>
              <p:spPr bwMode="auto">
                <a:xfrm>
                  <a:off x="3120" y="177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  <p:sp>
              <p:nvSpPr>
                <p:cNvPr id="30738" name="Oval 27"/>
                <p:cNvSpPr>
                  <a:spLocks noChangeArrowheads="1"/>
                </p:cNvSpPr>
                <p:nvPr/>
              </p:nvSpPr>
              <p:spPr bwMode="auto">
                <a:xfrm>
                  <a:off x="3360" y="177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30739" name="Group 32"/>
              <p:cNvGrpSpPr/>
              <p:nvPr/>
            </p:nvGrpSpPr>
            <p:grpSpPr bwMode="auto">
              <a:xfrm>
                <a:off x="3504" y="1536"/>
                <a:ext cx="1296" cy="192"/>
                <a:chOff x="3504" y="1536"/>
                <a:chExt cx="1296" cy="192"/>
              </a:xfrm>
            </p:grpSpPr>
            <p:grpSp>
              <p:nvGrpSpPr>
                <p:cNvPr id="30740" name="Group 16"/>
                <p:cNvGrpSpPr/>
                <p:nvPr/>
              </p:nvGrpSpPr>
              <p:grpSpPr bwMode="auto">
                <a:xfrm>
                  <a:off x="3504" y="1632"/>
                  <a:ext cx="336" cy="96"/>
                  <a:chOff x="3120" y="1776"/>
                  <a:chExt cx="336" cy="96"/>
                </a:xfrm>
              </p:grpSpPr>
              <p:sp>
                <p:nvSpPr>
                  <p:cNvPr id="30741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177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  <p:sp>
                <p:nvSpPr>
                  <p:cNvPr id="30742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177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</p:grpSp>
            <p:grpSp>
              <p:nvGrpSpPr>
                <p:cNvPr id="30743" name="Group 19"/>
                <p:cNvGrpSpPr/>
                <p:nvPr/>
              </p:nvGrpSpPr>
              <p:grpSpPr bwMode="auto">
                <a:xfrm>
                  <a:off x="3744" y="1536"/>
                  <a:ext cx="336" cy="96"/>
                  <a:chOff x="3120" y="1776"/>
                  <a:chExt cx="336" cy="96"/>
                </a:xfrm>
              </p:grpSpPr>
              <p:sp>
                <p:nvSpPr>
                  <p:cNvPr id="30744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177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  <p:sp>
                <p:nvSpPr>
                  <p:cNvPr id="30745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177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</p:grpSp>
            <p:grpSp>
              <p:nvGrpSpPr>
                <p:cNvPr id="30746" name="Group 22"/>
                <p:cNvGrpSpPr/>
                <p:nvPr/>
              </p:nvGrpSpPr>
              <p:grpSpPr bwMode="auto">
                <a:xfrm>
                  <a:off x="3984" y="1632"/>
                  <a:ext cx="336" cy="96"/>
                  <a:chOff x="3120" y="1776"/>
                  <a:chExt cx="336" cy="96"/>
                </a:xfrm>
              </p:grpSpPr>
              <p:sp>
                <p:nvSpPr>
                  <p:cNvPr id="30747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177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  <p:sp>
                <p:nvSpPr>
                  <p:cNvPr id="30748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177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</p:grpSp>
            <p:grpSp>
              <p:nvGrpSpPr>
                <p:cNvPr id="30749" name="Group 28"/>
                <p:cNvGrpSpPr/>
                <p:nvPr/>
              </p:nvGrpSpPr>
              <p:grpSpPr bwMode="auto">
                <a:xfrm>
                  <a:off x="4464" y="1632"/>
                  <a:ext cx="336" cy="96"/>
                  <a:chOff x="3120" y="1776"/>
                  <a:chExt cx="336" cy="96"/>
                </a:xfrm>
              </p:grpSpPr>
              <p:sp>
                <p:nvSpPr>
                  <p:cNvPr id="30750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177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  <p:sp>
                <p:nvSpPr>
                  <p:cNvPr id="30751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177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2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549275"/>
            <a:ext cx="8135938" cy="525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6" name="Text Box 3"/>
          <p:cNvSpPr txBox="1">
            <a:spLocks noChangeArrowheads="1"/>
          </p:cNvSpPr>
          <p:nvPr/>
        </p:nvSpPr>
        <p:spPr bwMode="auto">
          <a:xfrm>
            <a:off x="1763713" y="5876925"/>
            <a:ext cx="5976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0" i="0">
                <a:solidFill>
                  <a:schemeClr val="tx1"/>
                </a:solidFill>
                <a:ea typeface="宋体" panose="02010600030101010101" pitchFamily="2" charset="-122"/>
              </a:rPr>
              <a:t>              </a:t>
            </a:r>
            <a:r>
              <a:rPr lang="zh-CN" altLang="en-US" i="0">
                <a:solidFill>
                  <a:srgbClr val="0000CC"/>
                </a:solidFill>
                <a:ea typeface="宋体" panose="02010600030101010101" pitchFamily="2" charset="-122"/>
              </a:rPr>
              <a:t>复化梯形公式积分法</a:t>
            </a:r>
          </a:p>
        </p:txBody>
      </p:sp>
      <p:pic>
        <p:nvPicPr>
          <p:cNvPr id="31747" name="Picture 4" descr="j041795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52400"/>
            <a:ext cx="1524000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0">
                <a:solidFill>
                  <a:srgbClr val="660066"/>
                </a:solidFill>
                <a:sym typeface="Wingdings" panose="05000000000000000000" pitchFamily="2" charset="2"/>
              </a:rPr>
              <a:t>2. </a:t>
            </a:r>
            <a:r>
              <a:rPr lang="zh-CN" altLang="en-US" i="0">
                <a:solidFill>
                  <a:srgbClr val="660066"/>
                </a:solidFill>
              </a:rPr>
              <a:t>复化 </a:t>
            </a:r>
            <a:r>
              <a:rPr lang="en-US" altLang="zh-CN" i="0">
                <a:solidFill>
                  <a:srgbClr val="660066"/>
                </a:solidFill>
              </a:rPr>
              <a:t>Simpson </a:t>
            </a:r>
            <a:r>
              <a:rPr lang="zh-CN" altLang="en-US" i="0">
                <a:solidFill>
                  <a:srgbClr val="660066"/>
                </a:solidFill>
              </a:rPr>
              <a:t>公式</a:t>
            </a:r>
          </a:p>
        </p:txBody>
      </p:sp>
      <p:graphicFrame>
        <p:nvGraphicFramePr>
          <p:cNvPr id="32770" name="Object 3"/>
          <p:cNvGraphicFramePr/>
          <p:nvPr/>
        </p:nvGraphicFramePr>
        <p:xfrm>
          <a:off x="1912938" y="1127125"/>
          <a:ext cx="439578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3" r:id="rId3" imgW="1184910" imgH="194310" progId="Equation.DSMT4">
                  <p:embed/>
                </p:oleObj>
              </mc:Choice>
              <mc:Fallback>
                <p:oleObj r:id="rId3" imgW="1184910" imgH="19431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2938" y="1127125"/>
                        <a:ext cx="4395787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4"/>
          <p:cNvGraphicFramePr/>
          <p:nvPr/>
        </p:nvGraphicFramePr>
        <p:xfrm>
          <a:off x="1139825" y="1901825"/>
          <a:ext cx="58229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4" r:id="rId5" imgW="1400810" imgH="194310" progId="Equation.3">
                  <p:embed/>
                </p:oleObj>
              </mc:Choice>
              <mc:Fallback>
                <p:oleObj r:id="rId5" imgW="1400810" imgH="19431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825" y="1901825"/>
                        <a:ext cx="582295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72" name="Group 5"/>
          <p:cNvGrpSpPr/>
          <p:nvPr/>
        </p:nvGrpSpPr>
        <p:grpSpPr bwMode="auto">
          <a:xfrm>
            <a:off x="838200" y="3040063"/>
            <a:ext cx="2422525" cy="530225"/>
            <a:chOff x="768" y="1200"/>
            <a:chExt cx="1541" cy="336"/>
          </a:xfrm>
        </p:grpSpPr>
        <p:graphicFrame>
          <p:nvGraphicFramePr>
            <p:cNvPr id="32773" name="Object 6"/>
            <p:cNvGraphicFramePr/>
            <p:nvPr/>
          </p:nvGraphicFramePr>
          <p:xfrm>
            <a:off x="768" y="1200"/>
            <a:ext cx="25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5" r:id="rId7" imgW="99060" imgH="109220" progId="Equation.3">
                    <p:embed/>
                  </p:oleObj>
                </mc:Choice>
                <mc:Fallback>
                  <p:oleObj r:id="rId7" imgW="99060" imgH="109220" progId="Equation.3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200"/>
                          <a:ext cx="25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774" name="Group 7"/>
            <p:cNvGrpSpPr>
              <a:grpSpLocks noChangeAspect="1"/>
            </p:cNvGrpSpPr>
            <p:nvPr/>
          </p:nvGrpSpPr>
          <p:grpSpPr bwMode="auto">
            <a:xfrm>
              <a:off x="864" y="1200"/>
              <a:ext cx="1143" cy="34"/>
              <a:chOff x="3408" y="1680"/>
              <a:chExt cx="1632" cy="48"/>
            </a:xfrm>
          </p:grpSpPr>
          <p:sp>
            <p:nvSpPr>
              <p:cNvPr id="32775" name="Line 8"/>
              <p:cNvSpPr>
                <a:spLocks noChangeAspect="1" noChangeShapeType="1"/>
              </p:cNvSpPr>
              <p:nvPr/>
            </p:nvSpPr>
            <p:spPr bwMode="auto">
              <a:xfrm>
                <a:off x="3408" y="1728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76" name="Line 9"/>
              <p:cNvSpPr>
                <a:spLocks noChangeAspect="1" noChangeShapeType="1"/>
              </p:cNvSpPr>
              <p:nvPr/>
            </p:nvSpPr>
            <p:spPr bwMode="auto">
              <a:xfrm>
                <a:off x="4224" y="1728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77" name="Line 10"/>
              <p:cNvSpPr>
                <a:spLocks noChangeAspect="1" noChangeShapeType="1"/>
              </p:cNvSpPr>
              <p:nvPr/>
            </p:nvSpPr>
            <p:spPr bwMode="auto">
              <a:xfrm>
                <a:off x="4224" y="1680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78" name="Line 11"/>
              <p:cNvSpPr>
                <a:spLocks noChangeAspect="1" noChangeShapeType="1"/>
              </p:cNvSpPr>
              <p:nvPr/>
            </p:nvSpPr>
            <p:spPr bwMode="auto">
              <a:xfrm>
                <a:off x="3408" y="1680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79" name="Line 12"/>
              <p:cNvSpPr>
                <a:spLocks noChangeAspect="1" noChangeShapeType="1"/>
              </p:cNvSpPr>
              <p:nvPr/>
            </p:nvSpPr>
            <p:spPr bwMode="auto">
              <a:xfrm>
                <a:off x="5040" y="1680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2780" name="Object 13"/>
            <p:cNvGraphicFramePr/>
            <p:nvPr/>
          </p:nvGraphicFramePr>
          <p:xfrm>
            <a:off x="1344" y="1200"/>
            <a:ext cx="40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6" r:id="rId9" imgW="157480" imgH="129540" progId="Equation.3">
                    <p:embed/>
                  </p:oleObj>
                </mc:Choice>
                <mc:Fallback>
                  <p:oleObj r:id="rId9" imgW="157480" imgH="129540" progId="Equation.3">
                    <p:embed/>
                    <p:pic>
                      <p:nvPicPr>
                        <p:cNvPr id="0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200"/>
                          <a:ext cx="405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1" name="Object 14"/>
            <p:cNvGraphicFramePr/>
            <p:nvPr/>
          </p:nvGraphicFramePr>
          <p:xfrm>
            <a:off x="1920" y="1200"/>
            <a:ext cx="38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7" r:id="rId11" imgW="150495" imgH="109220" progId="Equation.3">
                    <p:embed/>
                  </p:oleObj>
                </mc:Choice>
                <mc:Fallback>
                  <p:oleObj r:id="rId11" imgW="150495" imgH="109220" progId="Equation.3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200"/>
                          <a:ext cx="38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782" name="Group 43"/>
          <p:cNvGrpSpPr/>
          <p:nvPr/>
        </p:nvGrpSpPr>
        <p:grpSpPr bwMode="auto">
          <a:xfrm>
            <a:off x="4083050" y="2963863"/>
            <a:ext cx="3897313" cy="344487"/>
            <a:chOff x="2560" y="1968"/>
            <a:chExt cx="2480" cy="218"/>
          </a:xfrm>
        </p:grpSpPr>
        <p:grpSp>
          <p:nvGrpSpPr>
            <p:cNvPr id="32783" name="Group 24"/>
            <p:cNvGrpSpPr/>
            <p:nvPr/>
          </p:nvGrpSpPr>
          <p:grpSpPr bwMode="auto">
            <a:xfrm>
              <a:off x="3512" y="2011"/>
              <a:ext cx="576" cy="144"/>
              <a:chOff x="576" y="1367"/>
              <a:chExt cx="576" cy="144"/>
            </a:xfrm>
          </p:grpSpPr>
          <p:sp>
            <p:nvSpPr>
              <p:cNvPr id="32784" name="Oval 25"/>
              <p:cNvSpPr>
                <a:spLocks noChangeArrowheads="1"/>
              </p:cNvSpPr>
              <p:nvPr/>
            </p:nvSpPr>
            <p:spPr bwMode="auto">
              <a:xfrm>
                <a:off x="576" y="13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/>
              </a:p>
            </p:txBody>
          </p:sp>
          <p:sp>
            <p:nvSpPr>
              <p:cNvPr id="32785" name="Oval 26"/>
              <p:cNvSpPr>
                <a:spLocks noChangeArrowheads="1"/>
              </p:cNvSpPr>
              <p:nvPr/>
            </p:nvSpPr>
            <p:spPr bwMode="auto">
              <a:xfrm>
                <a:off x="791" y="1367"/>
                <a:ext cx="144" cy="144"/>
              </a:xfrm>
              <a:prstGeom prst="ellipse">
                <a:avLst/>
              </a:prstGeom>
              <a:noFill/>
              <a:ln w="9525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400" i="0"/>
                  <a:t>4</a:t>
                </a:r>
              </a:p>
            </p:txBody>
          </p:sp>
          <p:sp>
            <p:nvSpPr>
              <p:cNvPr id="32786" name="Oval 27"/>
              <p:cNvSpPr>
                <a:spLocks noChangeArrowheads="1"/>
              </p:cNvSpPr>
              <p:nvPr/>
            </p:nvSpPr>
            <p:spPr bwMode="auto">
              <a:xfrm>
                <a:off x="1056" y="13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/>
              </a:p>
            </p:txBody>
          </p:sp>
        </p:grpSp>
        <p:grpSp>
          <p:nvGrpSpPr>
            <p:cNvPr id="32787" name="Group 42"/>
            <p:cNvGrpSpPr/>
            <p:nvPr/>
          </p:nvGrpSpPr>
          <p:grpSpPr bwMode="auto">
            <a:xfrm>
              <a:off x="2560" y="1968"/>
              <a:ext cx="2480" cy="218"/>
              <a:chOff x="2560" y="1968"/>
              <a:chExt cx="2480" cy="218"/>
            </a:xfrm>
          </p:grpSpPr>
          <p:grpSp>
            <p:nvGrpSpPr>
              <p:cNvPr id="32788" name="Group 16"/>
              <p:cNvGrpSpPr/>
              <p:nvPr/>
            </p:nvGrpSpPr>
            <p:grpSpPr bwMode="auto">
              <a:xfrm>
                <a:off x="2560" y="2042"/>
                <a:ext cx="576" cy="144"/>
                <a:chOff x="576" y="1367"/>
                <a:chExt cx="576" cy="144"/>
              </a:xfrm>
            </p:grpSpPr>
            <p:sp>
              <p:nvSpPr>
                <p:cNvPr id="32789" name="Oval 17"/>
                <p:cNvSpPr>
                  <a:spLocks noChangeArrowheads="1"/>
                </p:cNvSpPr>
                <p:nvPr/>
              </p:nvSpPr>
              <p:spPr bwMode="auto">
                <a:xfrm>
                  <a:off x="576" y="13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  <p:sp>
              <p:nvSpPr>
                <p:cNvPr id="32790" name="Oval 18"/>
                <p:cNvSpPr>
                  <a:spLocks noChangeArrowheads="1"/>
                </p:cNvSpPr>
                <p:nvPr/>
              </p:nvSpPr>
              <p:spPr bwMode="auto">
                <a:xfrm>
                  <a:off x="791" y="1367"/>
                  <a:ext cx="144" cy="144"/>
                </a:xfrm>
                <a:prstGeom prst="ellips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i="0"/>
                    <a:t>4</a:t>
                  </a:r>
                </a:p>
              </p:txBody>
            </p:sp>
            <p:sp>
              <p:nvSpPr>
                <p:cNvPr id="32791" name="Oval 19"/>
                <p:cNvSpPr>
                  <a:spLocks noChangeArrowheads="1"/>
                </p:cNvSpPr>
                <p:nvPr/>
              </p:nvSpPr>
              <p:spPr bwMode="auto">
                <a:xfrm>
                  <a:off x="1056" y="13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32792" name="Group 41"/>
              <p:cNvGrpSpPr/>
              <p:nvPr/>
            </p:nvGrpSpPr>
            <p:grpSpPr bwMode="auto">
              <a:xfrm>
                <a:off x="2592" y="1968"/>
                <a:ext cx="2400" cy="144"/>
                <a:chOff x="2592" y="1968"/>
                <a:chExt cx="2400" cy="144"/>
              </a:xfrm>
            </p:grpSpPr>
            <p:sp>
              <p:nvSpPr>
                <p:cNvPr id="32793" name="Line 15"/>
                <p:cNvSpPr>
                  <a:spLocks noChangeShapeType="1"/>
                </p:cNvSpPr>
                <p:nvPr/>
              </p:nvSpPr>
              <p:spPr bwMode="auto">
                <a:xfrm>
                  <a:off x="2592" y="2102"/>
                  <a:ext cx="240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794" name="Group 20"/>
                <p:cNvGrpSpPr/>
                <p:nvPr/>
              </p:nvGrpSpPr>
              <p:grpSpPr bwMode="auto">
                <a:xfrm>
                  <a:off x="3024" y="1968"/>
                  <a:ext cx="576" cy="144"/>
                  <a:chOff x="576" y="1367"/>
                  <a:chExt cx="576" cy="144"/>
                </a:xfrm>
              </p:grpSpPr>
              <p:sp>
                <p:nvSpPr>
                  <p:cNvPr id="32795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13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  <p:sp>
                <p:nvSpPr>
                  <p:cNvPr id="32796" name="Oval 22"/>
                  <p:cNvSpPr>
                    <a:spLocks noChangeArrowheads="1"/>
                  </p:cNvSpPr>
                  <p:nvPr/>
                </p:nvSpPr>
                <p:spPr bwMode="auto">
                  <a:xfrm>
                    <a:off x="791" y="1367"/>
                    <a:ext cx="144" cy="144"/>
                  </a:xfrm>
                  <a:prstGeom prst="ellipse">
                    <a:avLst/>
                  </a:prstGeom>
                  <a:noFill/>
                  <a:ln w="9525">
                    <a:solidFill>
                      <a:schemeClr val="accent2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1400" i="0"/>
                      <a:t>4</a:t>
                    </a:r>
                  </a:p>
                </p:txBody>
              </p:sp>
              <p:sp>
                <p:nvSpPr>
                  <p:cNvPr id="32797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1056" y="13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</p:grpSp>
            <p:grpSp>
              <p:nvGrpSpPr>
                <p:cNvPr id="32798" name="Group 28"/>
                <p:cNvGrpSpPr/>
                <p:nvPr/>
              </p:nvGrpSpPr>
              <p:grpSpPr bwMode="auto">
                <a:xfrm>
                  <a:off x="3984" y="1968"/>
                  <a:ext cx="576" cy="144"/>
                  <a:chOff x="576" y="1367"/>
                  <a:chExt cx="576" cy="144"/>
                </a:xfrm>
              </p:grpSpPr>
              <p:sp>
                <p:nvSpPr>
                  <p:cNvPr id="32799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576" y="13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  <p:sp>
                <p:nvSpPr>
                  <p:cNvPr id="32800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791" y="1367"/>
                    <a:ext cx="144" cy="144"/>
                  </a:xfrm>
                  <a:prstGeom prst="ellipse">
                    <a:avLst/>
                  </a:prstGeom>
                  <a:noFill/>
                  <a:ln w="9525">
                    <a:solidFill>
                      <a:schemeClr val="accent2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1400" i="0"/>
                      <a:t>4</a:t>
                    </a:r>
                  </a:p>
                </p:txBody>
              </p:sp>
              <p:sp>
                <p:nvSpPr>
                  <p:cNvPr id="32801" name="Oval 31"/>
                  <p:cNvSpPr>
                    <a:spLocks noChangeArrowheads="1"/>
                  </p:cNvSpPr>
                  <p:nvPr/>
                </p:nvSpPr>
                <p:spPr bwMode="auto">
                  <a:xfrm>
                    <a:off x="1056" y="13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eaLnBrk="0" hangingPunct="0"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400" b="1" i="1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zh-CN" altLang="en-US"/>
                  </a:p>
                </p:txBody>
              </p:sp>
            </p:grpSp>
          </p:grpSp>
          <p:grpSp>
            <p:nvGrpSpPr>
              <p:cNvPr id="32802" name="Group 32"/>
              <p:cNvGrpSpPr/>
              <p:nvPr/>
            </p:nvGrpSpPr>
            <p:grpSpPr bwMode="auto">
              <a:xfrm>
                <a:off x="4464" y="2029"/>
                <a:ext cx="576" cy="144"/>
                <a:chOff x="576" y="1367"/>
                <a:chExt cx="576" cy="144"/>
              </a:xfrm>
            </p:grpSpPr>
            <p:sp>
              <p:nvSpPr>
                <p:cNvPr id="32803" name="Oval 33"/>
                <p:cNvSpPr>
                  <a:spLocks noChangeArrowheads="1"/>
                </p:cNvSpPr>
                <p:nvPr/>
              </p:nvSpPr>
              <p:spPr bwMode="auto">
                <a:xfrm>
                  <a:off x="576" y="13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  <p:sp>
              <p:nvSpPr>
                <p:cNvPr id="32804" name="Oval 34"/>
                <p:cNvSpPr>
                  <a:spLocks noChangeArrowheads="1"/>
                </p:cNvSpPr>
                <p:nvPr/>
              </p:nvSpPr>
              <p:spPr bwMode="auto">
                <a:xfrm>
                  <a:off x="791" y="1367"/>
                  <a:ext cx="144" cy="144"/>
                </a:xfrm>
                <a:prstGeom prst="ellips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i="0"/>
                    <a:t>4</a:t>
                  </a:r>
                </a:p>
              </p:txBody>
            </p:sp>
            <p:sp>
              <p:nvSpPr>
                <p:cNvPr id="32805" name="Oval 35"/>
                <p:cNvSpPr>
                  <a:spLocks noChangeArrowheads="1"/>
                </p:cNvSpPr>
                <p:nvPr/>
              </p:nvSpPr>
              <p:spPr bwMode="auto">
                <a:xfrm>
                  <a:off x="1056" y="13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</p:grpSp>
      </p:grpSp>
      <p:graphicFrame>
        <p:nvGraphicFramePr>
          <p:cNvPr id="32806" name="Object 36"/>
          <p:cNvGraphicFramePr/>
          <p:nvPr/>
        </p:nvGraphicFramePr>
        <p:xfrm>
          <a:off x="1422400" y="3706813"/>
          <a:ext cx="58928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8" r:id="rId13" imgW="1448435" imgH="180975" progId="Equation.DSMT4">
                  <p:embed/>
                </p:oleObj>
              </mc:Choice>
              <mc:Fallback>
                <p:oleObj r:id="rId13" imgW="1448435" imgH="180975" progId="Equation.DSMT4">
                  <p:embed/>
                  <p:pic>
                    <p:nvPicPr>
                      <p:cNvPr id="0" name="Object 36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3706813"/>
                        <a:ext cx="5892800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07" name="Text Box 37"/>
          <p:cNvSpPr txBox="1">
            <a:spLocks noChangeArrowheads="1"/>
          </p:cNvSpPr>
          <p:nvPr/>
        </p:nvSpPr>
        <p:spPr bwMode="auto">
          <a:xfrm>
            <a:off x="7391400" y="3810000"/>
            <a:ext cx="981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0">
                <a:solidFill>
                  <a:schemeClr val="tx1"/>
                </a:solidFill>
              </a:rPr>
              <a:t>=</a:t>
            </a:r>
            <a:r>
              <a:rPr lang="en-US" altLang="zh-CN" sz="2800" i="0"/>
              <a:t> </a:t>
            </a:r>
            <a:r>
              <a:rPr lang="en-US" altLang="zh-CN" sz="2800">
                <a:solidFill>
                  <a:srgbClr val="FF0000"/>
                </a:solidFill>
              </a:rPr>
              <a:t>S</a:t>
            </a:r>
            <a:r>
              <a:rPr lang="en-US" altLang="zh-CN" sz="2800" baseline="-25000">
                <a:solidFill>
                  <a:srgbClr val="FF0000"/>
                </a:solidFill>
              </a:rPr>
              <a:t>n</a:t>
            </a:r>
            <a:endParaRPr lang="en-US" altLang="zh-CN" sz="2800" i="0">
              <a:solidFill>
                <a:srgbClr val="FF0000"/>
              </a:solidFill>
            </a:endParaRPr>
          </a:p>
        </p:txBody>
      </p:sp>
      <p:pic>
        <p:nvPicPr>
          <p:cNvPr id="32808" name="Picture 39" descr="MCj02821780000[1]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304800"/>
            <a:ext cx="1084263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809" name="Group 50"/>
          <p:cNvGrpSpPr/>
          <p:nvPr/>
        </p:nvGrpSpPr>
        <p:grpSpPr bwMode="auto">
          <a:xfrm>
            <a:off x="990600" y="4495800"/>
            <a:ext cx="6991350" cy="1830388"/>
            <a:chOff x="624" y="2832"/>
            <a:chExt cx="4404" cy="1153"/>
          </a:xfrm>
        </p:grpSpPr>
        <p:graphicFrame>
          <p:nvGraphicFramePr>
            <p:cNvPr id="32810" name="Object 47"/>
            <p:cNvGraphicFramePr/>
            <p:nvPr/>
          </p:nvGraphicFramePr>
          <p:xfrm>
            <a:off x="624" y="2832"/>
            <a:ext cx="4320" cy="1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9" r:id="rId16" imgW="3643630" imgH="1040765" progId="Equation.DSMT4">
                    <p:embed/>
                  </p:oleObj>
                </mc:Choice>
                <mc:Fallback>
                  <p:oleObj r:id="rId16" imgW="3643630" imgH="1040765" progId="Equation.DSMT4">
                    <p:embed/>
                    <p:pic>
                      <p:nvPicPr>
                        <p:cNvPr id="0" name="Object 4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832"/>
                          <a:ext cx="4320" cy="1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11" name="Text Box 48"/>
            <p:cNvSpPr txBox="1">
              <a:spLocks noChangeArrowheads="1"/>
            </p:cNvSpPr>
            <p:nvPr/>
          </p:nvSpPr>
          <p:spPr bwMode="auto">
            <a:xfrm>
              <a:off x="3744" y="3648"/>
              <a:ext cx="12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0">
                  <a:solidFill>
                    <a:srgbClr val="008000"/>
                  </a:solidFill>
                </a:rPr>
                <a:t>/*</a:t>
              </a:r>
              <a:r>
                <a:rPr lang="zh-CN" altLang="en-US" i="0">
                  <a:solidFill>
                    <a:srgbClr val="008000"/>
                  </a:solidFill>
                </a:rPr>
                <a:t>中值定理*</a:t>
              </a:r>
              <a:r>
                <a:rPr lang="en-US" altLang="zh-CN" i="0">
                  <a:solidFill>
                    <a:srgbClr val="008000"/>
                  </a:solidFill>
                </a:rPr>
                <a:t>/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2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765175"/>
            <a:ext cx="7993063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4" name="Text Box 3"/>
          <p:cNvSpPr txBox="1">
            <a:spLocks noChangeArrowheads="1"/>
          </p:cNvSpPr>
          <p:nvPr/>
        </p:nvSpPr>
        <p:spPr bwMode="auto">
          <a:xfrm>
            <a:off x="2124075" y="5661025"/>
            <a:ext cx="489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0" i="0">
                <a:solidFill>
                  <a:schemeClr val="tx1"/>
                </a:solidFill>
                <a:ea typeface="宋体" panose="02010600030101010101" pitchFamily="2" charset="-122"/>
              </a:rPr>
              <a:t>               </a:t>
            </a:r>
            <a:r>
              <a:rPr lang="zh-CN" altLang="en-US" i="0">
                <a:solidFill>
                  <a:schemeClr val="tx1"/>
                </a:solidFill>
                <a:ea typeface="宋体" panose="02010600030101010101" pitchFamily="2" charset="-122"/>
              </a:rPr>
              <a:t>复化</a:t>
            </a:r>
            <a:r>
              <a:rPr lang="en-US" altLang="zh-CN" i="0">
                <a:solidFill>
                  <a:schemeClr val="tx1"/>
                </a:solidFill>
                <a:ea typeface="宋体" panose="02010600030101010101" pitchFamily="2" charset="-122"/>
              </a:rPr>
              <a:t>Simpson</a:t>
            </a:r>
            <a:r>
              <a:rPr lang="zh-CN" altLang="en-US" i="0">
                <a:solidFill>
                  <a:schemeClr val="tx1"/>
                </a:solidFill>
                <a:ea typeface="宋体" panose="02010600030101010101" pitchFamily="2" charset="-122"/>
              </a:rPr>
              <a:t>公式积分法</a:t>
            </a:r>
          </a:p>
        </p:txBody>
      </p:sp>
      <p:pic>
        <p:nvPicPr>
          <p:cNvPr id="33795" name="Picture 4" descr="j042956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52400"/>
            <a:ext cx="1295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ext Box 4"/>
          <p:cNvSpPr txBox="1">
            <a:spLocks noChangeArrowheads="1"/>
          </p:cNvSpPr>
          <p:nvPr/>
        </p:nvSpPr>
        <p:spPr bwMode="auto">
          <a:xfrm>
            <a:off x="685800" y="6858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0">
                <a:solidFill>
                  <a:srgbClr val="660066"/>
                </a:solidFill>
                <a:sym typeface="Wingdings" panose="05000000000000000000" pitchFamily="2" charset="2"/>
              </a:rPr>
              <a:t>3. </a:t>
            </a:r>
            <a:r>
              <a:rPr lang="zh-CN" altLang="en-US" i="0">
                <a:solidFill>
                  <a:srgbClr val="660066"/>
                </a:solidFill>
              </a:rPr>
              <a:t>复化 </a:t>
            </a:r>
            <a:r>
              <a:rPr lang="en-US" altLang="zh-CN" i="0">
                <a:solidFill>
                  <a:srgbClr val="660066"/>
                </a:solidFill>
              </a:rPr>
              <a:t>Cotes </a:t>
            </a:r>
            <a:r>
              <a:rPr lang="zh-CN" altLang="en-US" i="0">
                <a:solidFill>
                  <a:srgbClr val="660066"/>
                </a:solidFill>
              </a:rPr>
              <a:t>公式</a:t>
            </a:r>
          </a:p>
        </p:txBody>
      </p:sp>
      <p:graphicFrame>
        <p:nvGraphicFramePr>
          <p:cNvPr id="34818" name="Object 5"/>
          <p:cNvGraphicFramePr/>
          <p:nvPr/>
        </p:nvGraphicFramePr>
        <p:xfrm>
          <a:off x="1828800" y="1295400"/>
          <a:ext cx="48006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4" r:id="rId3" imgW="1184910" imgH="194310" progId="Equation.DSMT4">
                  <p:embed/>
                </p:oleObj>
              </mc:Choice>
              <mc:Fallback>
                <p:oleObj r:id="rId3" imgW="1184910" imgH="194310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95400"/>
                        <a:ext cx="48006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6"/>
          <p:cNvGraphicFramePr/>
          <p:nvPr/>
        </p:nvGraphicFramePr>
        <p:xfrm>
          <a:off x="304800" y="2133600"/>
          <a:ext cx="84582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5" r:id="rId5" imgW="2318385" imgH="194310" progId="Equation.DSMT4">
                  <p:embed/>
                </p:oleObj>
              </mc:Choice>
              <mc:Fallback>
                <p:oleObj r:id="rId5" imgW="2318385" imgH="19431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133600"/>
                        <a:ext cx="84582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7"/>
          <p:cNvGraphicFramePr/>
          <p:nvPr/>
        </p:nvGraphicFramePr>
        <p:xfrm>
          <a:off x="228600" y="3200400"/>
          <a:ext cx="85344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6" r:id="rId7" imgW="2352675" imgH="215265" progId="Equation.DSMT4">
                  <p:embed/>
                </p:oleObj>
              </mc:Choice>
              <mc:Fallback>
                <p:oleObj r:id="rId7" imgW="2352675" imgH="215265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200400"/>
                        <a:ext cx="8534400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Text Box 8"/>
          <p:cNvSpPr txBox="1">
            <a:spLocks noChangeArrowheads="1"/>
          </p:cNvSpPr>
          <p:nvPr/>
        </p:nvSpPr>
        <p:spPr bwMode="auto">
          <a:xfrm>
            <a:off x="1219200" y="42672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0">
                <a:solidFill>
                  <a:schemeClr val="tx1"/>
                </a:solidFill>
              </a:rPr>
              <a:t>=</a:t>
            </a:r>
            <a:r>
              <a:rPr lang="en-US" altLang="zh-CN" sz="2800" i="0"/>
              <a:t> </a:t>
            </a:r>
            <a:r>
              <a:rPr lang="en-US" altLang="zh-CN" sz="2800"/>
              <a:t>C</a:t>
            </a:r>
            <a:r>
              <a:rPr lang="en-US" altLang="zh-CN" sz="2800" baseline="-25000"/>
              <a:t>n</a:t>
            </a:r>
            <a:endParaRPr lang="en-US" altLang="zh-CN" sz="2800" i="0"/>
          </a:p>
        </p:txBody>
      </p:sp>
      <p:graphicFrame>
        <p:nvGraphicFramePr>
          <p:cNvPr id="34822" name="Object 9"/>
          <p:cNvGraphicFramePr/>
          <p:nvPr/>
        </p:nvGraphicFramePr>
        <p:xfrm>
          <a:off x="1600200" y="4800600"/>
          <a:ext cx="59436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7" r:id="rId9" imgW="1363345" imgH="235585" progId="Equation.DSMT4">
                  <p:embed/>
                </p:oleObj>
              </mc:Choice>
              <mc:Fallback>
                <p:oleObj r:id="rId9" imgW="1363345" imgH="235585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800600"/>
                        <a:ext cx="594360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23" name="Picture 6" descr="hehua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52400"/>
            <a:ext cx="12192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1" name="Group 56"/>
          <p:cNvGrpSpPr/>
          <p:nvPr/>
        </p:nvGrpSpPr>
        <p:grpSpPr bwMode="auto">
          <a:xfrm>
            <a:off x="685800" y="1143000"/>
            <a:ext cx="7696200" cy="1066800"/>
            <a:chOff x="432" y="768"/>
            <a:chExt cx="4848" cy="672"/>
          </a:xfrm>
        </p:grpSpPr>
        <p:sp>
          <p:nvSpPr>
            <p:cNvPr id="35842" name="Line 57"/>
            <p:cNvSpPr>
              <a:spLocks noChangeShapeType="1"/>
            </p:cNvSpPr>
            <p:nvPr/>
          </p:nvSpPr>
          <p:spPr bwMode="auto">
            <a:xfrm>
              <a:off x="432" y="768"/>
              <a:ext cx="48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843" name="Group 58"/>
            <p:cNvGrpSpPr/>
            <p:nvPr/>
          </p:nvGrpSpPr>
          <p:grpSpPr bwMode="auto">
            <a:xfrm>
              <a:off x="480" y="768"/>
              <a:ext cx="4800" cy="672"/>
              <a:chOff x="480" y="768"/>
              <a:chExt cx="4800" cy="672"/>
            </a:xfrm>
          </p:grpSpPr>
          <p:sp>
            <p:nvSpPr>
              <p:cNvPr id="35844" name="Line 59"/>
              <p:cNvSpPr>
                <a:spLocks noChangeShapeType="1"/>
              </p:cNvSpPr>
              <p:nvPr/>
            </p:nvSpPr>
            <p:spPr bwMode="auto">
              <a:xfrm>
                <a:off x="1776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45" name="Line 60"/>
              <p:cNvSpPr>
                <a:spLocks noChangeShapeType="1"/>
              </p:cNvSpPr>
              <p:nvPr/>
            </p:nvSpPr>
            <p:spPr bwMode="auto">
              <a:xfrm>
                <a:off x="2304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46" name="Line 61"/>
              <p:cNvSpPr>
                <a:spLocks noChangeShapeType="1"/>
              </p:cNvSpPr>
              <p:nvPr/>
            </p:nvSpPr>
            <p:spPr bwMode="auto">
              <a:xfrm>
                <a:off x="2832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47" name="Line 62"/>
              <p:cNvSpPr>
                <a:spLocks noChangeShapeType="1"/>
              </p:cNvSpPr>
              <p:nvPr/>
            </p:nvSpPr>
            <p:spPr bwMode="auto">
              <a:xfrm>
                <a:off x="3840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48" name="Line 63"/>
              <p:cNvSpPr>
                <a:spLocks noChangeShapeType="1"/>
              </p:cNvSpPr>
              <p:nvPr/>
            </p:nvSpPr>
            <p:spPr bwMode="auto">
              <a:xfrm>
                <a:off x="4368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49" name="Line 64"/>
              <p:cNvSpPr>
                <a:spLocks noChangeShapeType="1"/>
              </p:cNvSpPr>
              <p:nvPr/>
            </p:nvSpPr>
            <p:spPr bwMode="auto">
              <a:xfrm>
                <a:off x="4896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0" name="Line 65"/>
              <p:cNvSpPr>
                <a:spLocks noChangeShapeType="1"/>
              </p:cNvSpPr>
              <p:nvPr/>
            </p:nvSpPr>
            <p:spPr bwMode="auto">
              <a:xfrm>
                <a:off x="5280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5851" name="Group 66"/>
              <p:cNvGrpSpPr/>
              <p:nvPr/>
            </p:nvGrpSpPr>
            <p:grpSpPr bwMode="auto">
              <a:xfrm>
                <a:off x="480" y="768"/>
                <a:ext cx="4735" cy="657"/>
                <a:chOff x="480" y="768"/>
                <a:chExt cx="4735" cy="657"/>
              </a:xfrm>
            </p:grpSpPr>
            <p:graphicFrame>
              <p:nvGraphicFramePr>
                <p:cNvPr id="35852" name="Object 67"/>
                <p:cNvGraphicFramePr/>
                <p:nvPr/>
              </p:nvGraphicFramePr>
              <p:xfrm>
                <a:off x="624" y="768"/>
                <a:ext cx="243" cy="3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934" r:id="rId4" imgW="165100" imgH="228600" progId="Equation.DSMT4">
                        <p:embed/>
                      </p:oleObj>
                    </mc:Choice>
                    <mc:Fallback>
                      <p:oleObj r:id="rId4" imgW="165100" imgH="228600" progId="Equation.DSMT4">
                        <p:embed/>
                        <p:pic>
                          <p:nvPicPr>
                            <p:cNvPr id="0" name="Object 67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24" y="768"/>
                              <a:ext cx="243" cy="3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5853" name="Object 68"/>
                <p:cNvGraphicFramePr/>
                <p:nvPr/>
              </p:nvGraphicFramePr>
              <p:xfrm>
                <a:off x="480" y="1104"/>
                <a:ext cx="528" cy="3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935" r:id="rId6" imgW="431165" imgH="254000" progId="Equation.DSMT4">
                        <p:embed/>
                      </p:oleObj>
                    </mc:Choice>
                    <mc:Fallback>
                      <p:oleObj r:id="rId6" imgW="431165" imgH="254000" progId="Equation.DSMT4">
                        <p:embed/>
                        <p:pic>
                          <p:nvPicPr>
                            <p:cNvPr id="0" name="Object 68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0" y="1104"/>
                              <a:ext cx="528" cy="31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5854" name="Rectangle 69"/>
                <p:cNvSpPr>
                  <a:spLocks noChangeArrowheads="1"/>
                </p:cNvSpPr>
                <p:nvPr/>
              </p:nvSpPr>
              <p:spPr bwMode="auto">
                <a:xfrm>
                  <a:off x="1008" y="816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35855" name="Rectangle 70"/>
                <p:cNvSpPr>
                  <a:spLocks noChangeArrowheads="1"/>
                </p:cNvSpPr>
                <p:nvPr/>
              </p:nvSpPr>
              <p:spPr bwMode="auto">
                <a:xfrm>
                  <a:off x="1296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1/8</a:t>
                  </a:r>
                </a:p>
              </p:txBody>
            </p:sp>
            <p:sp>
              <p:nvSpPr>
                <p:cNvPr id="35856" name="Rectangle 71"/>
                <p:cNvSpPr>
                  <a:spLocks noChangeArrowheads="1"/>
                </p:cNvSpPr>
                <p:nvPr/>
              </p:nvSpPr>
              <p:spPr bwMode="auto">
                <a:xfrm>
                  <a:off x="2352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3/8</a:t>
                  </a:r>
                </a:p>
              </p:txBody>
            </p:sp>
            <p:sp>
              <p:nvSpPr>
                <p:cNvPr id="35857" name="Rectangle 72"/>
                <p:cNvSpPr>
                  <a:spLocks noChangeArrowheads="1"/>
                </p:cNvSpPr>
                <p:nvPr/>
              </p:nvSpPr>
              <p:spPr bwMode="auto">
                <a:xfrm>
                  <a:off x="2880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1/2</a:t>
                  </a:r>
                </a:p>
              </p:txBody>
            </p:sp>
            <p:sp>
              <p:nvSpPr>
                <p:cNvPr id="35858" name="Rectangle 73"/>
                <p:cNvSpPr>
                  <a:spLocks noChangeArrowheads="1"/>
                </p:cNvSpPr>
                <p:nvPr/>
              </p:nvSpPr>
              <p:spPr bwMode="auto">
                <a:xfrm>
                  <a:off x="3312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5/8</a:t>
                  </a:r>
                </a:p>
              </p:txBody>
            </p:sp>
            <p:sp>
              <p:nvSpPr>
                <p:cNvPr id="35859" name="Rectangle 74"/>
                <p:cNvSpPr>
                  <a:spLocks noChangeArrowheads="1"/>
                </p:cNvSpPr>
                <p:nvPr/>
              </p:nvSpPr>
              <p:spPr bwMode="auto">
                <a:xfrm>
                  <a:off x="3936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3/4</a:t>
                  </a:r>
                </a:p>
              </p:txBody>
            </p:sp>
            <p:sp>
              <p:nvSpPr>
                <p:cNvPr id="35860" name="Rectangle 75"/>
                <p:cNvSpPr>
                  <a:spLocks noChangeArrowheads="1"/>
                </p:cNvSpPr>
                <p:nvPr/>
              </p:nvSpPr>
              <p:spPr bwMode="auto">
                <a:xfrm>
                  <a:off x="4464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7/8</a:t>
                  </a:r>
                </a:p>
              </p:txBody>
            </p:sp>
            <p:sp>
              <p:nvSpPr>
                <p:cNvPr id="35861" name="Rectangle 76"/>
                <p:cNvSpPr>
                  <a:spLocks noChangeArrowheads="1"/>
                </p:cNvSpPr>
                <p:nvPr/>
              </p:nvSpPr>
              <p:spPr bwMode="auto">
                <a:xfrm>
                  <a:off x="4992" y="816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35862" name="Rectangle 77"/>
                <p:cNvSpPr>
                  <a:spLocks noChangeArrowheads="1"/>
                </p:cNvSpPr>
                <p:nvPr/>
              </p:nvSpPr>
              <p:spPr bwMode="auto">
                <a:xfrm>
                  <a:off x="1872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1/4</a:t>
                  </a:r>
                </a:p>
              </p:txBody>
            </p:sp>
            <p:sp>
              <p:nvSpPr>
                <p:cNvPr id="35863" name="Rectangle 78"/>
                <p:cNvSpPr>
                  <a:spLocks noChangeArrowheads="1"/>
                </p:cNvSpPr>
                <p:nvPr/>
              </p:nvSpPr>
              <p:spPr bwMode="auto">
                <a:xfrm>
                  <a:off x="5010" y="1213"/>
                  <a:ext cx="18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35864" name="Rectangle 79"/>
                <p:cNvSpPr>
                  <a:spLocks noChangeArrowheads="1"/>
                </p:cNvSpPr>
                <p:nvPr/>
              </p:nvSpPr>
              <p:spPr bwMode="auto">
                <a:xfrm>
                  <a:off x="4272" y="1200"/>
                  <a:ext cx="720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2.2654867</a:t>
                  </a:r>
                </a:p>
              </p:txBody>
            </p:sp>
            <p:sp>
              <p:nvSpPr>
                <p:cNvPr id="35865" name="Rectangle 80"/>
                <p:cNvSpPr>
                  <a:spLocks noChangeArrowheads="1"/>
                </p:cNvSpPr>
                <p:nvPr/>
              </p:nvSpPr>
              <p:spPr bwMode="auto">
                <a:xfrm>
                  <a:off x="3888" y="1200"/>
                  <a:ext cx="461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2.56</a:t>
                  </a:r>
                </a:p>
              </p:txBody>
            </p:sp>
            <p:sp>
              <p:nvSpPr>
                <p:cNvPr id="35866" name="Rectangle 81"/>
                <p:cNvSpPr>
                  <a:spLocks noChangeArrowheads="1"/>
                </p:cNvSpPr>
                <p:nvPr/>
              </p:nvSpPr>
              <p:spPr bwMode="auto">
                <a:xfrm>
                  <a:off x="3264" y="1200"/>
                  <a:ext cx="567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2.8764045</a:t>
                  </a:r>
                </a:p>
              </p:txBody>
            </p:sp>
            <p:sp>
              <p:nvSpPr>
                <p:cNvPr id="35867" name="Rectangle 82"/>
                <p:cNvSpPr>
                  <a:spLocks noChangeArrowheads="1"/>
                </p:cNvSpPr>
                <p:nvPr/>
              </p:nvSpPr>
              <p:spPr bwMode="auto">
                <a:xfrm>
                  <a:off x="2928" y="1200"/>
                  <a:ext cx="249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3.2</a:t>
                  </a:r>
                </a:p>
              </p:txBody>
            </p:sp>
            <p:sp>
              <p:nvSpPr>
                <p:cNvPr id="35868" name="Rectangle 83"/>
                <p:cNvSpPr>
                  <a:spLocks noChangeArrowheads="1"/>
                </p:cNvSpPr>
                <p:nvPr/>
              </p:nvSpPr>
              <p:spPr bwMode="auto">
                <a:xfrm>
                  <a:off x="2304" y="1200"/>
                  <a:ext cx="567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3.5068493</a:t>
                  </a:r>
                </a:p>
              </p:txBody>
            </p:sp>
            <p:sp>
              <p:nvSpPr>
                <p:cNvPr id="35869" name="Rectangle 84"/>
                <p:cNvSpPr>
                  <a:spLocks noChangeArrowheads="1"/>
                </p:cNvSpPr>
                <p:nvPr/>
              </p:nvSpPr>
              <p:spPr bwMode="auto">
                <a:xfrm>
                  <a:off x="1772" y="1200"/>
                  <a:ext cx="567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3.7647059</a:t>
                  </a:r>
                </a:p>
              </p:txBody>
            </p:sp>
            <p:sp>
              <p:nvSpPr>
                <p:cNvPr id="35870" name="Rectangle 85"/>
                <p:cNvSpPr>
                  <a:spLocks noChangeArrowheads="1"/>
                </p:cNvSpPr>
                <p:nvPr/>
              </p:nvSpPr>
              <p:spPr bwMode="auto">
                <a:xfrm>
                  <a:off x="1244" y="1200"/>
                  <a:ext cx="567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3.9384615</a:t>
                  </a:r>
                </a:p>
              </p:txBody>
            </p:sp>
            <p:sp>
              <p:nvSpPr>
                <p:cNvPr id="35871" name="Rectangle 86"/>
                <p:cNvSpPr>
                  <a:spLocks noChangeArrowheads="1"/>
                </p:cNvSpPr>
                <p:nvPr/>
              </p:nvSpPr>
              <p:spPr bwMode="auto">
                <a:xfrm>
                  <a:off x="1008" y="1152"/>
                  <a:ext cx="18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4</a:t>
                  </a:r>
                </a:p>
              </p:txBody>
            </p:sp>
          </p:grpSp>
        </p:grpSp>
      </p:grpSp>
      <p:grpSp>
        <p:nvGrpSpPr>
          <p:cNvPr id="35872" name="Group 55"/>
          <p:cNvGrpSpPr/>
          <p:nvPr/>
        </p:nvGrpSpPr>
        <p:grpSpPr bwMode="auto">
          <a:xfrm>
            <a:off x="685800" y="1143000"/>
            <a:ext cx="7696200" cy="1066800"/>
            <a:chOff x="432" y="768"/>
            <a:chExt cx="4848" cy="672"/>
          </a:xfrm>
        </p:grpSpPr>
        <p:sp>
          <p:nvSpPr>
            <p:cNvPr id="35873" name="Line 9"/>
            <p:cNvSpPr>
              <a:spLocks noChangeShapeType="1"/>
            </p:cNvSpPr>
            <p:nvPr/>
          </p:nvSpPr>
          <p:spPr bwMode="auto">
            <a:xfrm>
              <a:off x="432" y="1104"/>
              <a:ext cx="48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4" name="Line 10"/>
            <p:cNvSpPr>
              <a:spLocks noChangeShapeType="1"/>
            </p:cNvSpPr>
            <p:nvPr/>
          </p:nvSpPr>
          <p:spPr bwMode="auto">
            <a:xfrm>
              <a:off x="432" y="1440"/>
              <a:ext cx="48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5" name="Line 11"/>
            <p:cNvSpPr>
              <a:spLocks noChangeShapeType="1"/>
            </p:cNvSpPr>
            <p:nvPr/>
          </p:nvSpPr>
          <p:spPr bwMode="auto">
            <a:xfrm>
              <a:off x="432" y="768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6" name="Line 12"/>
            <p:cNvSpPr>
              <a:spLocks noChangeShapeType="1"/>
            </p:cNvSpPr>
            <p:nvPr/>
          </p:nvSpPr>
          <p:spPr bwMode="auto">
            <a:xfrm>
              <a:off x="1008" y="768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7" name="Line 13"/>
            <p:cNvSpPr>
              <a:spLocks noChangeShapeType="1"/>
            </p:cNvSpPr>
            <p:nvPr/>
          </p:nvSpPr>
          <p:spPr bwMode="auto">
            <a:xfrm>
              <a:off x="1248" y="768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8" name="Line 17"/>
            <p:cNvSpPr>
              <a:spLocks noChangeShapeType="1"/>
            </p:cNvSpPr>
            <p:nvPr/>
          </p:nvSpPr>
          <p:spPr bwMode="auto">
            <a:xfrm>
              <a:off x="3264" y="768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879" name="Group 51"/>
          <p:cNvGrpSpPr/>
          <p:nvPr/>
        </p:nvGrpSpPr>
        <p:grpSpPr bwMode="auto">
          <a:xfrm>
            <a:off x="685800" y="381000"/>
            <a:ext cx="5730875" cy="754063"/>
            <a:chOff x="332" y="288"/>
            <a:chExt cx="3610" cy="475"/>
          </a:xfrm>
        </p:grpSpPr>
        <p:sp>
          <p:nvSpPr>
            <p:cNvPr id="35880" name="Rectangle 5"/>
            <p:cNvSpPr>
              <a:spLocks noChangeArrowheads="1"/>
            </p:cNvSpPr>
            <p:nvPr/>
          </p:nvSpPr>
          <p:spPr bwMode="auto">
            <a:xfrm>
              <a:off x="332" y="364"/>
              <a:ext cx="4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800" i="0">
                  <a:solidFill>
                    <a:srgbClr val="FF0000"/>
                  </a:solidFill>
                  <a:latin typeface="Arial" panose="020B0604020202020204" pitchFamily="34" charset="0"/>
                </a:rPr>
                <a:t>例</a:t>
              </a:r>
              <a:r>
                <a:rPr lang="en-US" altLang="zh-CN" sz="2800" i="0">
                  <a:solidFill>
                    <a:srgbClr val="FF0000"/>
                  </a:solidFill>
                  <a:latin typeface="Arial" panose="020B0604020202020204" pitchFamily="34" charset="0"/>
                </a:rPr>
                <a:t>:</a:t>
              </a:r>
            </a:p>
          </p:txBody>
        </p:sp>
        <p:sp>
          <p:nvSpPr>
            <p:cNvPr id="35881" name="Rectangle 6"/>
            <p:cNvSpPr>
              <a:spLocks noChangeArrowheads="1"/>
            </p:cNvSpPr>
            <p:nvPr/>
          </p:nvSpPr>
          <p:spPr bwMode="auto">
            <a:xfrm>
              <a:off x="864" y="384"/>
              <a:ext cx="19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rgbClr val="000066"/>
                  </a:solidFill>
                  <a:latin typeface="Arial" panose="020B0604020202020204" pitchFamily="34" charset="0"/>
                </a:rPr>
                <a:t>利用数据表</a:t>
              </a:r>
              <a:r>
                <a:rPr lang="zh-CN" altLang="en-US" i="0">
                  <a:solidFill>
                    <a:srgbClr val="000066"/>
                  </a:solidFill>
                </a:rPr>
                <a:t>计算积分</a:t>
              </a:r>
            </a:p>
          </p:txBody>
        </p:sp>
        <p:graphicFrame>
          <p:nvGraphicFramePr>
            <p:cNvPr id="35882" name="Object 43"/>
            <p:cNvGraphicFramePr/>
            <p:nvPr/>
          </p:nvGraphicFramePr>
          <p:xfrm>
            <a:off x="2784" y="288"/>
            <a:ext cx="1158" cy="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36" r:id="rId8" imgW="486410" imgH="194310" progId="Equation.DSMT4">
                    <p:embed/>
                  </p:oleObj>
                </mc:Choice>
                <mc:Fallback>
                  <p:oleObj r:id="rId8" imgW="486410" imgH="194310" progId="Equation.DSMT4">
                    <p:embed/>
                    <p:pic>
                      <p:nvPicPr>
                        <p:cNvPr id="0" name="Object 4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288"/>
                          <a:ext cx="1158" cy="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9900" name="Rectangle 44"/>
          <p:cNvSpPr>
            <a:spLocks noChangeArrowheads="1"/>
          </p:cNvSpPr>
          <p:nvPr/>
        </p:nvSpPr>
        <p:spPr bwMode="auto">
          <a:xfrm>
            <a:off x="457200" y="24384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i="0">
                <a:solidFill>
                  <a:srgbClr val="FF33CC"/>
                </a:solidFill>
                <a:latin typeface="Arial" panose="020B0604020202020204" pitchFamily="34" charset="0"/>
              </a:rPr>
              <a:t>解：</a:t>
            </a:r>
          </a:p>
        </p:txBody>
      </p:sp>
      <p:sp>
        <p:nvSpPr>
          <p:cNvPr id="249901" name="Rectangle 45"/>
          <p:cNvSpPr>
            <a:spLocks noChangeArrowheads="1"/>
          </p:cNvSpPr>
          <p:nvPr/>
        </p:nvSpPr>
        <p:spPr bwMode="auto">
          <a:xfrm>
            <a:off x="1066800" y="2438400"/>
            <a:ext cx="323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i="0">
                <a:solidFill>
                  <a:schemeClr val="tx1"/>
                </a:solidFill>
                <a:latin typeface="Arial" panose="020B0604020202020204" pitchFamily="34" charset="0"/>
              </a:rPr>
              <a:t>这个问题有明显的答案</a:t>
            </a:r>
          </a:p>
        </p:txBody>
      </p:sp>
      <p:graphicFrame>
        <p:nvGraphicFramePr>
          <p:cNvPr id="249902" name="Object 46"/>
          <p:cNvGraphicFramePr/>
          <p:nvPr/>
        </p:nvGraphicFramePr>
        <p:xfrm>
          <a:off x="4267200" y="2438400"/>
          <a:ext cx="42672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7" r:id="rId10" imgW="1034415" imgH="116205" progId="Equation.DSMT4">
                  <p:embed/>
                </p:oleObj>
              </mc:Choice>
              <mc:Fallback>
                <p:oleObj r:id="rId10" imgW="1034415" imgH="116205" progId="Equation.DSMT4">
                  <p:embed/>
                  <p:pic>
                    <p:nvPicPr>
                      <p:cNvPr id="0" name="Object 4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438400"/>
                        <a:ext cx="42672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903" name="Text Box 47"/>
          <p:cNvSpPr txBox="1">
            <a:spLocks noChangeArrowheads="1"/>
          </p:cNvSpPr>
          <p:nvPr/>
        </p:nvSpPr>
        <p:spPr bwMode="auto">
          <a:xfrm>
            <a:off x="685800" y="30480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i="0">
                <a:solidFill>
                  <a:schemeClr val="tx1"/>
                </a:solidFill>
              </a:rPr>
              <a:t>取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i="0">
                <a:solidFill>
                  <a:srgbClr val="000000"/>
                </a:solidFill>
                <a:ea typeface="宋体" panose="02010600030101010101" pitchFamily="2" charset="-122"/>
              </a:rPr>
              <a:t> = 8</a:t>
            </a:r>
            <a:r>
              <a:rPr lang="zh-CN" altLang="en-US" i="0">
                <a:solidFill>
                  <a:schemeClr val="tx1"/>
                </a:solidFill>
              </a:rPr>
              <a:t>用复化梯形公式</a:t>
            </a:r>
          </a:p>
        </p:txBody>
      </p:sp>
      <p:graphicFrame>
        <p:nvGraphicFramePr>
          <p:cNvPr id="249904" name="Object 48"/>
          <p:cNvGraphicFramePr/>
          <p:nvPr/>
        </p:nvGraphicFramePr>
        <p:xfrm>
          <a:off x="1587500" y="3505200"/>
          <a:ext cx="6040438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8" r:id="rId12" imgW="1400810" imgH="286385" progId="Equation.DSMT4">
                  <p:embed/>
                </p:oleObj>
              </mc:Choice>
              <mc:Fallback>
                <p:oleObj r:id="rId12" imgW="1400810" imgH="286385" progId="Equation.DSMT4">
                  <p:embed/>
                  <p:pic>
                    <p:nvPicPr>
                      <p:cNvPr id="0" name="Object 4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3505200"/>
                        <a:ext cx="6040438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905" name="Text Box 49"/>
          <p:cNvSpPr txBox="1">
            <a:spLocks noChangeArrowheads="1"/>
          </p:cNvSpPr>
          <p:nvPr/>
        </p:nvSpPr>
        <p:spPr bwMode="auto">
          <a:xfrm>
            <a:off x="685800" y="4800600"/>
            <a:ext cx="2889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i="0">
                <a:solidFill>
                  <a:schemeClr val="tx1"/>
                </a:solidFill>
              </a:rPr>
              <a:t>取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n=</a:t>
            </a:r>
            <a:r>
              <a:rPr lang="en-US" altLang="zh-CN" i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i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i="0">
                <a:solidFill>
                  <a:schemeClr val="tx1"/>
                </a:solidFill>
              </a:rPr>
              <a:t>用辛卜生公式</a:t>
            </a:r>
          </a:p>
        </p:txBody>
      </p:sp>
      <p:graphicFrame>
        <p:nvGraphicFramePr>
          <p:cNvPr id="249906" name="Object 50"/>
          <p:cNvGraphicFramePr/>
          <p:nvPr/>
        </p:nvGraphicFramePr>
        <p:xfrm>
          <a:off x="1447800" y="5257800"/>
          <a:ext cx="61722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9" r:id="rId14" imgW="1442085" imgH="273050" progId="Equation.DSMT4">
                  <p:embed/>
                </p:oleObj>
              </mc:Choice>
              <mc:Fallback>
                <p:oleObj r:id="rId14" imgW="1442085" imgH="273050" progId="Equation.DSMT4">
                  <p:embed/>
                  <p:pic>
                    <p:nvPicPr>
                      <p:cNvPr id="0" name="Object 50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257800"/>
                        <a:ext cx="61722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9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9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49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49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24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900" grpId="0"/>
      <p:bldP spid="249901" grpId="0"/>
      <p:bldP spid="249903" grpId="0"/>
      <p:bldP spid="24990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2"/>
          <p:cNvSpPr txBox="1">
            <a:spLocks noChangeArrowheads="1"/>
          </p:cNvSpPr>
          <p:nvPr/>
        </p:nvSpPr>
        <p:spPr bwMode="auto">
          <a:xfrm>
            <a:off x="457200" y="695960"/>
            <a:ext cx="2209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i="0">
                <a:solidFill>
                  <a:srgbClr val="660066"/>
                </a:solidFill>
              </a:rPr>
              <a:t>误差估计</a:t>
            </a:r>
          </a:p>
        </p:txBody>
      </p:sp>
      <p:grpSp>
        <p:nvGrpSpPr>
          <p:cNvPr id="37890" name="Group 36"/>
          <p:cNvGrpSpPr/>
          <p:nvPr/>
        </p:nvGrpSpPr>
        <p:grpSpPr bwMode="auto">
          <a:xfrm>
            <a:off x="381000" y="1381760"/>
            <a:ext cx="4324350" cy="609600"/>
            <a:chOff x="384" y="816"/>
            <a:chExt cx="2724" cy="384"/>
          </a:xfrm>
        </p:grpSpPr>
        <p:pic>
          <p:nvPicPr>
            <p:cNvPr id="37891" name="Picture 3" descr="MMj03363960000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816"/>
              <a:ext cx="38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7892" name="Group 4"/>
            <p:cNvGrpSpPr/>
            <p:nvPr/>
          </p:nvGrpSpPr>
          <p:grpSpPr bwMode="auto">
            <a:xfrm>
              <a:off x="960" y="864"/>
              <a:ext cx="2148" cy="288"/>
              <a:chOff x="1050" y="819"/>
              <a:chExt cx="2148" cy="288"/>
            </a:xfrm>
          </p:grpSpPr>
          <p:sp>
            <p:nvSpPr>
              <p:cNvPr id="37893" name="Rectangle 5"/>
              <p:cNvSpPr>
                <a:spLocks noChangeArrowheads="1"/>
              </p:cNvSpPr>
              <p:nvPr/>
            </p:nvSpPr>
            <p:spPr bwMode="auto">
              <a:xfrm>
                <a:off x="1050" y="819"/>
                <a:ext cx="214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i="0">
                    <a:solidFill>
                      <a:srgbClr val="000099"/>
                    </a:solidFill>
                    <a:latin typeface="Arial" panose="020B0604020202020204" pitchFamily="34" charset="0"/>
                  </a:rPr>
                  <a:t>给定精度   ，如何取 </a:t>
                </a:r>
                <a:r>
                  <a:rPr lang="zh-CN" altLang="en-US">
                    <a:solidFill>
                      <a:srgbClr val="000099"/>
                    </a:solidFill>
                    <a:latin typeface="Arial" panose="020B0604020202020204" pitchFamily="34" charset="0"/>
                  </a:rPr>
                  <a:t>  </a:t>
                </a:r>
                <a:r>
                  <a:rPr lang="zh-CN" altLang="en-US" i="0">
                    <a:solidFill>
                      <a:srgbClr val="000099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US" altLang="zh-CN" i="0">
                    <a:solidFill>
                      <a:srgbClr val="000099"/>
                    </a:solidFill>
                    <a:latin typeface="Arial" panose="020B0604020202020204" pitchFamily="34" charset="0"/>
                  </a:rPr>
                  <a:t>?</a:t>
                </a:r>
              </a:p>
            </p:txBody>
          </p:sp>
          <p:graphicFrame>
            <p:nvGraphicFramePr>
              <p:cNvPr id="37894" name="Object 6"/>
              <p:cNvGraphicFramePr/>
              <p:nvPr/>
            </p:nvGraphicFramePr>
            <p:xfrm>
              <a:off x="1872" y="864"/>
              <a:ext cx="165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88" r:id="rId4" imgW="127000" imgH="139700" progId="Equation.DSMT4">
                      <p:embed/>
                    </p:oleObj>
                  </mc:Choice>
                  <mc:Fallback>
                    <p:oleObj r:id="rId4" imgW="127000" imgH="139700" progId="Equation.DSMT4">
                      <p:embed/>
                      <p:pic>
                        <p:nvPicPr>
                          <p:cNvPr id="0" name="Object 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864"/>
                            <a:ext cx="165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895" name="Object 7"/>
              <p:cNvGraphicFramePr/>
              <p:nvPr/>
            </p:nvGraphicFramePr>
            <p:xfrm>
              <a:off x="2832" y="864"/>
              <a:ext cx="175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89" r:id="rId6" imgW="127000" imgH="139700" progId="Equation.DSMT4">
                      <p:embed/>
                    </p:oleObj>
                  </mc:Choice>
                  <mc:Fallback>
                    <p:oleObj r:id="rId6" imgW="127000" imgH="139700" progId="Equation.DSMT4">
                      <p:embed/>
                      <p:pic>
                        <p:nvPicPr>
                          <p:cNvPr id="0" name="Object 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2" y="864"/>
                            <a:ext cx="175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7896" name="Group 41"/>
          <p:cNvGrpSpPr/>
          <p:nvPr/>
        </p:nvGrpSpPr>
        <p:grpSpPr bwMode="auto">
          <a:xfrm>
            <a:off x="762000" y="2066925"/>
            <a:ext cx="7772400" cy="1193800"/>
            <a:chOff x="624" y="1152"/>
            <a:chExt cx="4896" cy="752"/>
          </a:xfrm>
        </p:grpSpPr>
        <p:grpSp>
          <p:nvGrpSpPr>
            <p:cNvPr id="37897" name="Group 21"/>
            <p:cNvGrpSpPr/>
            <p:nvPr/>
          </p:nvGrpSpPr>
          <p:grpSpPr bwMode="auto">
            <a:xfrm>
              <a:off x="624" y="1248"/>
              <a:ext cx="4896" cy="656"/>
              <a:chOff x="458" y="1168"/>
              <a:chExt cx="5034" cy="656"/>
            </a:xfrm>
          </p:grpSpPr>
          <p:sp>
            <p:nvSpPr>
              <p:cNvPr id="37898" name="Text Box 9"/>
              <p:cNvSpPr txBox="1">
                <a:spLocks noChangeArrowheads="1"/>
              </p:cNvSpPr>
              <p:nvPr/>
            </p:nvSpPr>
            <p:spPr bwMode="auto">
              <a:xfrm>
                <a:off x="458" y="1168"/>
                <a:ext cx="5034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i="0">
                    <a:solidFill>
                      <a:srgbClr val="FF0000"/>
                    </a:solidFill>
                  </a:rPr>
                  <a:t>例  </a:t>
                </a:r>
                <a:r>
                  <a:rPr lang="zh-CN" altLang="en-US" i="0">
                    <a:solidFill>
                      <a:schemeClr val="tx1"/>
                    </a:solidFill>
                  </a:rPr>
                  <a:t>分别用复化梯形公式、复化辛普森公式求        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i="0">
                    <a:solidFill>
                      <a:schemeClr val="tx1"/>
                    </a:solidFill>
                  </a:rPr>
                  <a:t>      需将区间</a:t>
                </a:r>
                <a:r>
                  <a:rPr lang="en-US" altLang="zh-CN" i="0">
                    <a:solidFill>
                      <a:schemeClr val="tx1"/>
                    </a:solidFill>
                  </a:rPr>
                  <a:t>[a, b]</a:t>
                </a:r>
                <a:r>
                  <a:rPr lang="zh-CN" altLang="en-US" i="0">
                    <a:solidFill>
                      <a:schemeClr val="tx1"/>
                    </a:solidFill>
                  </a:rPr>
                  <a:t>多少等份，才能保证误差不超过     ？</a:t>
                </a:r>
              </a:p>
            </p:txBody>
          </p:sp>
          <p:graphicFrame>
            <p:nvGraphicFramePr>
              <p:cNvPr id="37899" name="Object 10"/>
              <p:cNvGraphicFramePr/>
              <p:nvPr/>
            </p:nvGraphicFramePr>
            <p:xfrm>
              <a:off x="2352" y="1251"/>
              <a:ext cx="197" cy="5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90" r:id="rId8" imgW="114300" imgH="177800" progId="Equation.DSMT4">
                      <p:embed/>
                    </p:oleObj>
                  </mc:Choice>
                  <mc:Fallback>
                    <p:oleObj r:id="rId8" imgW="114300" imgH="177800" progId="Equation.DSMT4">
                      <p:embed/>
                      <p:pic>
                        <p:nvPicPr>
                          <p:cNvPr id="0" name="Object 1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52" y="1251"/>
                            <a:ext cx="197" cy="5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7900" name="Object 23"/>
            <p:cNvGraphicFramePr/>
            <p:nvPr/>
          </p:nvGraphicFramePr>
          <p:xfrm>
            <a:off x="4416" y="1152"/>
            <a:ext cx="720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1" r:id="rId10" imgW="294640" imgH="235585" progId="Equation.DSMT4">
                    <p:embed/>
                  </p:oleObj>
                </mc:Choice>
                <mc:Fallback>
                  <p:oleObj r:id="rId10" imgW="294640" imgH="235585" progId="Equation.DSMT4">
                    <p:embed/>
                    <p:pic>
                      <p:nvPicPr>
                        <p:cNvPr id="0" name="Object 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1152"/>
                          <a:ext cx="720" cy="5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1" name="Object 29"/>
            <p:cNvGraphicFramePr/>
            <p:nvPr/>
          </p:nvGraphicFramePr>
          <p:xfrm>
            <a:off x="4896" y="1632"/>
            <a:ext cx="17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2" r:id="rId12" imgW="127000" imgH="139700" progId="Equation.DSMT4">
                    <p:embed/>
                  </p:oleObj>
                </mc:Choice>
                <mc:Fallback>
                  <p:oleObj r:id="rId12" imgW="127000" imgH="139700" progId="Equation.DSMT4">
                    <p:embed/>
                    <p:pic>
                      <p:nvPicPr>
                        <p:cNvPr id="0" name="Object 2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1632"/>
                          <a:ext cx="17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02" name="Text Box 11"/>
          <p:cNvSpPr txBox="1">
            <a:spLocks noChangeArrowheads="1"/>
          </p:cNvSpPr>
          <p:nvPr/>
        </p:nvSpPr>
        <p:spPr bwMode="auto">
          <a:xfrm>
            <a:off x="762000" y="3362960"/>
            <a:ext cx="2479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i="0">
                <a:solidFill>
                  <a:srgbClr val="FF33CC"/>
                </a:solidFill>
                <a:latin typeface="Arial" panose="020B0604020202020204" pitchFamily="34" charset="0"/>
              </a:rPr>
              <a:t>(1) </a:t>
            </a:r>
            <a:r>
              <a:rPr lang="zh-CN" altLang="en-US" i="0">
                <a:solidFill>
                  <a:srgbClr val="FF33CC"/>
                </a:solidFill>
                <a:latin typeface="Arial" panose="020B0604020202020204" pitchFamily="34" charset="0"/>
              </a:rPr>
              <a:t>复化梯形公式</a:t>
            </a:r>
          </a:p>
        </p:txBody>
      </p:sp>
      <p:graphicFrame>
        <p:nvGraphicFramePr>
          <p:cNvPr id="37903" name="Object 12"/>
          <p:cNvGraphicFramePr/>
          <p:nvPr/>
        </p:nvGraphicFramePr>
        <p:xfrm>
          <a:off x="1447800" y="3744595"/>
          <a:ext cx="399891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3" r:id="rId14" imgW="2120900" imgH="419100" progId="Equation.DSMT4">
                  <p:embed/>
                </p:oleObj>
              </mc:Choice>
              <mc:Fallback>
                <p:oleObj r:id="rId14" imgW="2120900" imgH="419100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744595"/>
                        <a:ext cx="3998913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04" name="Group 46"/>
          <p:cNvGrpSpPr/>
          <p:nvPr/>
        </p:nvGrpSpPr>
        <p:grpSpPr bwMode="auto">
          <a:xfrm>
            <a:off x="1371600" y="4658360"/>
            <a:ext cx="4603750" cy="552450"/>
            <a:chOff x="1920" y="2976"/>
            <a:chExt cx="2900" cy="348"/>
          </a:xfrm>
        </p:grpSpPr>
        <p:graphicFrame>
          <p:nvGraphicFramePr>
            <p:cNvPr id="37905" name="Object 13"/>
            <p:cNvGraphicFramePr/>
            <p:nvPr/>
          </p:nvGraphicFramePr>
          <p:xfrm>
            <a:off x="2281" y="2976"/>
            <a:ext cx="1358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4" r:id="rId16" imgW="1142365" imgH="292100" progId="Equation.DSMT4">
                    <p:embed/>
                  </p:oleObj>
                </mc:Choice>
                <mc:Fallback>
                  <p:oleObj r:id="rId16" imgW="1142365" imgH="292100" progId="Equation.DSMT4">
                    <p:embed/>
                    <p:pic>
                      <p:nvPicPr>
                        <p:cNvPr id="0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1" y="2976"/>
                          <a:ext cx="1358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6" name="Text Box 14"/>
            <p:cNvSpPr txBox="1">
              <a:spLocks noChangeArrowheads="1"/>
            </p:cNvSpPr>
            <p:nvPr/>
          </p:nvSpPr>
          <p:spPr bwMode="auto">
            <a:xfrm>
              <a:off x="1920" y="2976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记</a:t>
              </a:r>
            </a:p>
          </p:txBody>
        </p:sp>
        <p:sp>
          <p:nvSpPr>
            <p:cNvPr id="37907" name="Text Box 34"/>
            <p:cNvSpPr txBox="1">
              <a:spLocks noChangeArrowheads="1"/>
            </p:cNvSpPr>
            <p:nvPr/>
          </p:nvSpPr>
          <p:spPr bwMode="auto">
            <a:xfrm>
              <a:off x="3792" y="2976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令</a:t>
              </a:r>
            </a:p>
          </p:txBody>
        </p:sp>
        <p:graphicFrame>
          <p:nvGraphicFramePr>
            <p:cNvPr id="37908" name="Object 35"/>
            <p:cNvGraphicFramePr/>
            <p:nvPr/>
          </p:nvGraphicFramePr>
          <p:xfrm>
            <a:off x="4032" y="2976"/>
            <a:ext cx="78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5" r:id="rId18" imgW="659765" imgH="254000" progId="Equation.DSMT4">
                    <p:embed/>
                  </p:oleObj>
                </mc:Choice>
                <mc:Fallback>
                  <p:oleObj r:id="rId18" imgW="659765" imgH="254000" progId="Equation.DSMT4">
                    <p:embed/>
                    <p:pic>
                      <p:nvPicPr>
                        <p:cNvPr id="0" name="Object 3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976"/>
                          <a:ext cx="788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7909" name="Picture 39" descr="bd06811_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181600"/>
            <a:ext cx="96678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28"/>
          <p:cNvSpPr txBox="1">
            <a:spLocks noChangeArrowheads="1"/>
          </p:cNvSpPr>
          <p:nvPr/>
        </p:nvSpPr>
        <p:spPr bwMode="auto">
          <a:xfrm>
            <a:off x="609600" y="2667000"/>
            <a:ext cx="287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i="0">
                <a:solidFill>
                  <a:srgbClr val="FF33CC"/>
                </a:solidFill>
                <a:latin typeface="Arial" panose="020B0604020202020204" pitchFamily="34" charset="0"/>
              </a:rPr>
              <a:t>(2)  </a:t>
            </a:r>
            <a:r>
              <a:rPr lang="zh-CN" altLang="en-US" i="0">
                <a:solidFill>
                  <a:srgbClr val="FF33CC"/>
                </a:solidFill>
                <a:latin typeface="Arial" panose="020B0604020202020204" pitchFamily="34" charset="0"/>
              </a:rPr>
              <a:t>复化辛普森公式</a:t>
            </a:r>
          </a:p>
        </p:txBody>
      </p:sp>
      <p:graphicFrame>
        <p:nvGraphicFramePr>
          <p:cNvPr id="38914" name="Object 29"/>
          <p:cNvGraphicFramePr/>
          <p:nvPr/>
        </p:nvGraphicFramePr>
        <p:xfrm>
          <a:off x="1219200" y="2971800"/>
          <a:ext cx="48768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3" r:id="rId3" imgW="1181735" imgH="235585" progId="Equation.DSMT4">
                  <p:embed/>
                </p:oleObj>
              </mc:Choice>
              <mc:Fallback>
                <p:oleObj r:id="rId3" imgW="1181735" imgH="235585" progId="Equation.DSMT4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971800"/>
                        <a:ext cx="48768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5" name="Group 57"/>
          <p:cNvGrpSpPr/>
          <p:nvPr/>
        </p:nvGrpSpPr>
        <p:grpSpPr bwMode="auto">
          <a:xfrm>
            <a:off x="1143000" y="4800600"/>
            <a:ext cx="5257800" cy="838200"/>
            <a:chOff x="1872" y="1248"/>
            <a:chExt cx="3360" cy="532"/>
          </a:xfrm>
        </p:grpSpPr>
        <p:sp>
          <p:nvSpPr>
            <p:cNvPr id="38916" name="Text Box 33"/>
            <p:cNvSpPr txBox="1">
              <a:spLocks noChangeArrowheads="1"/>
            </p:cNvSpPr>
            <p:nvPr/>
          </p:nvSpPr>
          <p:spPr bwMode="auto">
            <a:xfrm>
              <a:off x="1872" y="1392"/>
              <a:ext cx="309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i="0">
                  <a:solidFill>
                    <a:schemeClr val="tx1"/>
                  </a:solidFill>
                  <a:latin typeface="Arial" panose="020B0604020202020204" pitchFamily="34" charset="0"/>
                </a:rPr>
                <a:t>则</a:t>
              </a:r>
            </a:p>
          </p:txBody>
        </p:sp>
        <p:graphicFrame>
          <p:nvGraphicFramePr>
            <p:cNvPr id="38917" name="Object 34"/>
            <p:cNvGraphicFramePr/>
            <p:nvPr/>
          </p:nvGraphicFramePr>
          <p:xfrm>
            <a:off x="2304" y="1248"/>
            <a:ext cx="2928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04" r:id="rId5" imgW="2653030" imgH="482600" progId="Equation.DSMT4">
                    <p:embed/>
                  </p:oleObj>
                </mc:Choice>
                <mc:Fallback>
                  <p:oleObj r:id="rId5" imgW="2653030" imgH="482600" progId="Equation.DSMT4">
                    <p:embed/>
                    <p:pic>
                      <p:nvPicPr>
                        <p:cNvPr id="0" name="Object 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248"/>
                          <a:ext cx="2928" cy="5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18" name="Group 60"/>
          <p:cNvGrpSpPr/>
          <p:nvPr/>
        </p:nvGrpSpPr>
        <p:grpSpPr bwMode="auto">
          <a:xfrm>
            <a:off x="1143000" y="4038600"/>
            <a:ext cx="5334000" cy="609600"/>
            <a:chOff x="768" y="1824"/>
            <a:chExt cx="3347" cy="356"/>
          </a:xfrm>
        </p:grpSpPr>
        <p:grpSp>
          <p:nvGrpSpPr>
            <p:cNvPr id="38919" name="Group 59"/>
            <p:cNvGrpSpPr/>
            <p:nvPr/>
          </p:nvGrpSpPr>
          <p:grpSpPr bwMode="auto">
            <a:xfrm>
              <a:off x="768" y="1824"/>
              <a:ext cx="1695" cy="356"/>
              <a:chOff x="3696" y="768"/>
              <a:chExt cx="1695" cy="356"/>
            </a:xfrm>
          </p:grpSpPr>
          <p:sp>
            <p:nvSpPr>
              <p:cNvPr id="38920" name="Text Box 31"/>
              <p:cNvSpPr txBox="1">
                <a:spLocks noChangeArrowheads="1"/>
              </p:cNvSpPr>
              <p:nvPr/>
            </p:nvSpPr>
            <p:spPr bwMode="auto">
              <a:xfrm>
                <a:off x="3696" y="768"/>
                <a:ext cx="308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记</a:t>
                </a:r>
              </a:p>
            </p:txBody>
          </p:sp>
          <p:graphicFrame>
            <p:nvGraphicFramePr>
              <p:cNvPr id="38921" name="Object 32"/>
              <p:cNvGraphicFramePr/>
              <p:nvPr/>
            </p:nvGraphicFramePr>
            <p:xfrm>
              <a:off x="3969" y="768"/>
              <a:ext cx="1422" cy="3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005" r:id="rId7" imgW="1217930" imgH="304800" progId="Equation.DSMT4">
                      <p:embed/>
                    </p:oleObj>
                  </mc:Choice>
                  <mc:Fallback>
                    <p:oleObj r:id="rId7" imgW="1217930" imgH="304800" progId="Equation.DSMT4">
                      <p:embed/>
                      <p:pic>
                        <p:nvPicPr>
                          <p:cNvPr id="0" name="Object 3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9" y="768"/>
                            <a:ext cx="1422" cy="3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8922" name="Group 58"/>
            <p:cNvGrpSpPr/>
            <p:nvPr/>
          </p:nvGrpSpPr>
          <p:grpSpPr bwMode="auto">
            <a:xfrm>
              <a:off x="2784" y="1824"/>
              <a:ext cx="1331" cy="328"/>
              <a:chOff x="336" y="1392"/>
              <a:chExt cx="1331" cy="328"/>
            </a:xfrm>
          </p:grpSpPr>
          <p:sp>
            <p:nvSpPr>
              <p:cNvPr id="38923" name="Text Box 35"/>
              <p:cNvSpPr txBox="1">
                <a:spLocks noChangeArrowheads="1"/>
              </p:cNvSpPr>
              <p:nvPr/>
            </p:nvSpPr>
            <p:spPr bwMode="auto">
              <a:xfrm>
                <a:off x="336" y="1392"/>
                <a:ext cx="308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i="0">
                    <a:solidFill>
                      <a:schemeClr val="tx1"/>
                    </a:solidFill>
                    <a:latin typeface="Arial" panose="020B0604020202020204" pitchFamily="34" charset="0"/>
                  </a:rPr>
                  <a:t>令</a:t>
                </a:r>
              </a:p>
            </p:txBody>
          </p:sp>
          <p:graphicFrame>
            <p:nvGraphicFramePr>
              <p:cNvPr id="38924" name="Object 36"/>
              <p:cNvGraphicFramePr/>
              <p:nvPr/>
            </p:nvGraphicFramePr>
            <p:xfrm>
              <a:off x="720" y="1392"/>
              <a:ext cx="947" cy="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006" r:id="rId9" imgW="735965" imgH="254000" progId="Equation.DSMT4">
                      <p:embed/>
                    </p:oleObj>
                  </mc:Choice>
                  <mc:Fallback>
                    <p:oleObj r:id="rId9" imgW="735965" imgH="254000" progId="Equation.DSMT4">
                      <p:embed/>
                      <p:pic>
                        <p:nvPicPr>
                          <p:cNvPr id="0" name="Object 3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1392"/>
                            <a:ext cx="947" cy="3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8925" name="Group 56"/>
          <p:cNvGrpSpPr/>
          <p:nvPr/>
        </p:nvGrpSpPr>
        <p:grpSpPr bwMode="auto">
          <a:xfrm>
            <a:off x="1143000" y="5638800"/>
            <a:ext cx="5105400" cy="762000"/>
            <a:chOff x="336" y="1776"/>
            <a:chExt cx="3373" cy="541"/>
          </a:xfrm>
        </p:grpSpPr>
        <p:sp>
          <p:nvSpPr>
            <p:cNvPr id="38926" name="Text Box 37"/>
            <p:cNvSpPr txBox="1">
              <a:spLocks noChangeArrowheads="1"/>
            </p:cNvSpPr>
            <p:nvPr/>
          </p:nvSpPr>
          <p:spPr bwMode="auto">
            <a:xfrm>
              <a:off x="336" y="1872"/>
              <a:ext cx="288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chemeClr val="tx1"/>
                  </a:solidFill>
                </a:rPr>
                <a:t>由</a:t>
              </a:r>
            </a:p>
          </p:txBody>
        </p:sp>
        <p:graphicFrame>
          <p:nvGraphicFramePr>
            <p:cNvPr id="38927" name="Object 38"/>
            <p:cNvGraphicFramePr/>
            <p:nvPr/>
          </p:nvGraphicFramePr>
          <p:xfrm>
            <a:off x="720" y="1776"/>
            <a:ext cx="850" cy="5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07" r:id="rId11" imgW="660400" imgH="393700" progId="Equation.DSMT4">
                    <p:embed/>
                  </p:oleObj>
                </mc:Choice>
                <mc:Fallback>
                  <p:oleObj r:id="rId11" imgW="660400" imgH="393700" progId="Equation.DSMT4">
                    <p:embed/>
                    <p:pic>
                      <p:nvPicPr>
                        <p:cNvPr id="0" name="Object 3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776"/>
                          <a:ext cx="850" cy="5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8" name="Text Box 39"/>
            <p:cNvSpPr txBox="1">
              <a:spLocks noChangeArrowheads="1"/>
            </p:cNvSpPr>
            <p:nvPr/>
          </p:nvSpPr>
          <p:spPr bwMode="auto">
            <a:xfrm>
              <a:off x="1873" y="1920"/>
              <a:ext cx="28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chemeClr val="tx1"/>
                  </a:solidFill>
                </a:rPr>
                <a:t>得</a:t>
              </a:r>
            </a:p>
          </p:txBody>
        </p:sp>
        <p:graphicFrame>
          <p:nvGraphicFramePr>
            <p:cNvPr id="38929" name="Object 40"/>
            <p:cNvGraphicFramePr/>
            <p:nvPr/>
          </p:nvGraphicFramePr>
          <p:xfrm>
            <a:off x="2352" y="1776"/>
            <a:ext cx="1357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08" r:id="rId13" imgW="1054100" imgH="419100" progId="Equation.DSMT4">
                    <p:embed/>
                  </p:oleObj>
                </mc:Choice>
                <mc:Fallback>
                  <p:oleObj r:id="rId13" imgW="1054100" imgH="419100" progId="Equation.DSMT4">
                    <p:embed/>
                    <p:pic>
                      <p:nvPicPr>
                        <p:cNvPr id="0" name="Object 4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1776"/>
                          <a:ext cx="1357" cy="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8930" name="Picture 54" descr="j0434329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52400"/>
            <a:ext cx="16764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931" name="Group 61"/>
          <p:cNvGrpSpPr/>
          <p:nvPr/>
        </p:nvGrpSpPr>
        <p:grpSpPr bwMode="auto">
          <a:xfrm>
            <a:off x="1295400" y="1752600"/>
            <a:ext cx="4343400" cy="758825"/>
            <a:chOff x="528" y="3408"/>
            <a:chExt cx="2736" cy="478"/>
          </a:xfrm>
        </p:grpSpPr>
        <p:sp>
          <p:nvSpPr>
            <p:cNvPr id="38932" name="Text Box 62"/>
            <p:cNvSpPr txBox="1">
              <a:spLocks noChangeArrowheads="1"/>
            </p:cNvSpPr>
            <p:nvPr/>
          </p:nvSpPr>
          <p:spPr bwMode="auto">
            <a:xfrm>
              <a:off x="528" y="350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chemeClr val="tx1"/>
                  </a:solidFill>
                </a:rPr>
                <a:t>由</a:t>
              </a:r>
            </a:p>
          </p:txBody>
        </p:sp>
        <p:graphicFrame>
          <p:nvGraphicFramePr>
            <p:cNvPr id="38933" name="Object 63"/>
            <p:cNvGraphicFramePr/>
            <p:nvPr/>
          </p:nvGraphicFramePr>
          <p:xfrm>
            <a:off x="816" y="3456"/>
            <a:ext cx="720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09" r:id="rId16" imgW="660400" imgH="393700" progId="Equation.DSMT4">
                    <p:embed/>
                  </p:oleObj>
                </mc:Choice>
                <mc:Fallback>
                  <p:oleObj r:id="rId16" imgW="660400" imgH="393700" progId="Equation.DSMT4">
                    <p:embed/>
                    <p:pic>
                      <p:nvPicPr>
                        <p:cNvPr id="0" name="Object 6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456"/>
                          <a:ext cx="720" cy="4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4" name="Text Box 64"/>
            <p:cNvSpPr txBox="1">
              <a:spLocks noChangeArrowheads="1"/>
            </p:cNvSpPr>
            <p:nvPr/>
          </p:nvSpPr>
          <p:spPr bwMode="auto">
            <a:xfrm>
              <a:off x="1824" y="350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chemeClr val="tx1"/>
                  </a:solidFill>
                </a:rPr>
                <a:t>得</a:t>
              </a:r>
            </a:p>
          </p:txBody>
        </p:sp>
        <p:graphicFrame>
          <p:nvGraphicFramePr>
            <p:cNvPr id="38935" name="Object 65"/>
            <p:cNvGraphicFramePr/>
            <p:nvPr/>
          </p:nvGraphicFramePr>
          <p:xfrm>
            <a:off x="2112" y="3408"/>
            <a:ext cx="1152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10" r:id="rId17" imgW="1054100" imgH="419100" progId="Equation.DSMT4">
                    <p:embed/>
                  </p:oleObj>
                </mc:Choice>
                <mc:Fallback>
                  <p:oleObj r:id="rId17" imgW="1054100" imgH="419100" progId="Equation.DSMT4">
                    <p:embed/>
                    <p:pic>
                      <p:nvPicPr>
                        <p:cNvPr id="0" name="Object 6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3408"/>
                          <a:ext cx="1152" cy="4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36" name="Text Box 66"/>
          <p:cNvSpPr txBox="1">
            <a:spLocks noChangeArrowheads="1"/>
          </p:cNvSpPr>
          <p:nvPr/>
        </p:nvSpPr>
        <p:spPr bwMode="auto">
          <a:xfrm>
            <a:off x="1295400" y="990600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i="0">
                <a:solidFill>
                  <a:schemeClr val="tx1"/>
                </a:solidFill>
                <a:latin typeface="Arial" panose="020B0604020202020204" pitchFamily="34" charset="0"/>
              </a:rPr>
              <a:t>则</a:t>
            </a:r>
          </a:p>
        </p:txBody>
      </p:sp>
      <p:graphicFrame>
        <p:nvGraphicFramePr>
          <p:cNvPr id="38937" name="Object 67"/>
          <p:cNvGraphicFramePr/>
          <p:nvPr/>
        </p:nvGraphicFramePr>
        <p:xfrm>
          <a:off x="1828800" y="762000"/>
          <a:ext cx="4038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1" r:id="rId19" imgW="2259330" imgH="482600" progId="Equation.DSMT4">
                  <p:embed/>
                </p:oleObj>
              </mc:Choice>
              <mc:Fallback>
                <p:oleObj r:id="rId19" imgW="2259330" imgH="482600" progId="Equation.DSMT4">
                  <p:embed/>
                  <p:pic>
                    <p:nvPicPr>
                      <p:cNvPr id="0" name="Object 67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762000"/>
                        <a:ext cx="40386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7"/>
          <p:cNvSpPr txBox="1">
            <a:spLocks noChangeArrowheads="1"/>
          </p:cNvSpPr>
          <p:nvPr/>
        </p:nvSpPr>
        <p:spPr bwMode="auto">
          <a:xfrm>
            <a:off x="457200" y="1905000"/>
            <a:ext cx="2462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i="0">
                <a:solidFill>
                  <a:srgbClr val="FF33CC"/>
                </a:solidFill>
                <a:latin typeface="Arial" panose="020B0604020202020204" pitchFamily="34" charset="0"/>
              </a:rPr>
              <a:t>a. </a:t>
            </a:r>
            <a:r>
              <a:rPr lang="zh-CN" altLang="en-US" i="0">
                <a:solidFill>
                  <a:srgbClr val="FF33CC"/>
                </a:solidFill>
                <a:latin typeface="Arial" panose="020B0604020202020204" pitchFamily="34" charset="0"/>
              </a:rPr>
              <a:t>复化梯形公式</a:t>
            </a:r>
            <a:r>
              <a:rPr lang="en-US" altLang="zh-CN" i="0">
                <a:solidFill>
                  <a:srgbClr val="FF33CC"/>
                </a:solidFill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39938" name="Object 8"/>
          <p:cNvGraphicFramePr/>
          <p:nvPr/>
        </p:nvGraphicFramePr>
        <p:xfrm>
          <a:off x="1981200" y="2438400"/>
          <a:ext cx="57150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5" r:id="rId3" imgW="2946400" imgH="419100" progId="Equation.DSMT4">
                  <p:embed/>
                </p:oleObj>
              </mc:Choice>
              <mc:Fallback>
                <p:oleObj r:id="rId3" imgW="2946400" imgH="41910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438400"/>
                        <a:ext cx="57150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Text Box 10"/>
          <p:cNvSpPr txBox="1">
            <a:spLocks noChangeArrowheads="1"/>
          </p:cNvSpPr>
          <p:nvPr/>
        </p:nvSpPr>
        <p:spPr bwMode="auto">
          <a:xfrm>
            <a:off x="533400" y="3657600"/>
            <a:ext cx="2784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i="0">
                <a:solidFill>
                  <a:srgbClr val="FF33CC"/>
                </a:solidFill>
                <a:latin typeface="Arial" panose="020B0604020202020204" pitchFamily="34" charset="0"/>
              </a:rPr>
              <a:t>b. </a:t>
            </a:r>
            <a:r>
              <a:rPr lang="zh-CN" altLang="en-US" i="0">
                <a:solidFill>
                  <a:srgbClr val="FF33CC"/>
                </a:solidFill>
                <a:latin typeface="Arial" panose="020B0604020202020204" pitchFamily="34" charset="0"/>
              </a:rPr>
              <a:t>复化辛普森公式</a:t>
            </a:r>
            <a:r>
              <a:rPr lang="en-US" altLang="zh-CN" i="0">
                <a:solidFill>
                  <a:srgbClr val="FF33CC"/>
                </a:solidFill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39940" name="Object 11"/>
          <p:cNvGraphicFramePr/>
          <p:nvPr/>
        </p:nvGraphicFramePr>
        <p:xfrm>
          <a:off x="1981200" y="4572000"/>
          <a:ext cx="56165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6" r:id="rId5" imgW="2895600" imgH="419100" progId="Equation.DSMT4">
                  <p:embed/>
                </p:oleObj>
              </mc:Choice>
              <mc:Fallback>
                <p:oleObj r:id="rId5" imgW="2895600" imgH="4191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572000"/>
                        <a:ext cx="561657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1" name="Group 12"/>
          <p:cNvGrpSpPr/>
          <p:nvPr/>
        </p:nvGrpSpPr>
        <p:grpSpPr bwMode="auto">
          <a:xfrm>
            <a:off x="685800" y="914400"/>
            <a:ext cx="7391400" cy="822325"/>
            <a:chOff x="432" y="2352"/>
            <a:chExt cx="4656" cy="518"/>
          </a:xfrm>
        </p:grpSpPr>
        <p:sp>
          <p:nvSpPr>
            <p:cNvPr id="39942" name="Text Box 13"/>
            <p:cNvSpPr txBox="1">
              <a:spLocks noChangeArrowheads="1"/>
            </p:cNvSpPr>
            <p:nvPr/>
          </p:nvSpPr>
          <p:spPr bwMode="auto">
            <a:xfrm>
              <a:off x="432" y="2448"/>
              <a:ext cx="46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i="0">
                  <a:solidFill>
                    <a:schemeClr val="hlink"/>
                  </a:solidFill>
                  <a:latin typeface="Arial" panose="020B0604020202020204" pitchFamily="34" charset="0"/>
                </a:rPr>
                <a:t>若求               ，取                   ，各取多少个节点？</a:t>
              </a:r>
            </a:p>
          </p:txBody>
        </p:sp>
        <p:graphicFrame>
          <p:nvGraphicFramePr>
            <p:cNvPr id="39943" name="Object 14"/>
            <p:cNvGraphicFramePr/>
            <p:nvPr/>
          </p:nvGraphicFramePr>
          <p:xfrm>
            <a:off x="864" y="2352"/>
            <a:ext cx="798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7" r:id="rId7" imgW="328930" imgH="235585" progId="Equation.DSMT4">
                    <p:embed/>
                  </p:oleObj>
                </mc:Choice>
                <mc:Fallback>
                  <p:oleObj r:id="rId7" imgW="328930" imgH="235585" progId="Equation.DSMT4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352"/>
                          <a:ext cx="798" cy="5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4" name="Object 15"/>
            <p:cNvGraphicFramePr/>
            <p:nvPr/>
          </p:nvGraphicFramePr>
          <p:xfrm>
            <a:off x="2064" y="2400"/>
            <a:ext cx="992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8" r:id="rId9" imgW="723265" imgH="203200" progId="Equation.DSMT4">
                    <p:embed/>
                  </p:oleObj>
                </mc:Choice>
                <mc:Fallback>
                  <p:oleObj r:id="rId9" imgW="723265" imgH="203200" progId="Equation.DSMT4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400"/>
                          <a:ext cx="992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7"/>
          <p:cNvSpPr>
            <a:spLocks noChangeArrowheads="1"/>
          </p:cNvSpPr>
          <p:nvPr/>
        </p:nvSpPr>
        <p:spPr bwMode="auto">
          <a:xfrm>
            <a:off x="533400" y="609600"/>
            <a:ext cx="4572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i="0">
                <a:solidFill>
                  <a:schemeClr val="hlink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§3  </a:t>
            </a:r>
            <a:r>
              <a:rPr lang="zh-CN" altLang="en-US" sz="4000" i="0">
                <a:solidFill>
                  <a:schemeClr val="hlink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龙贝格算法</a:t>
            </a:r>
          </a:p>
        </p:txBody>
      </p:sp>
      <p:sp>
        <p:nvSpPr>
          <p:cNvPr id="40962" name="Rectangle 28"/>
          <p:cNvSpPr>
            <a:spLocks noChangeArrowheads="1"/>
          </p:cNvSpPr>
          <p:nvPr/>
        </p:nvSpPr>
        <p:spPr bwMode="auto">
          <a:xfrm>
            <a:off x="533400" y="1752600"/>
            <a:ext cx="396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i="0">
                <a:solidFill>
                  <a:srgbClr val="000066"/>
                </a:solidFill>
                <a:latin typeface="Arial" panose="020B0604020202020204" pitchFamily="34" charset="0"/>
              </a:rPr>
              <a:t>一、梯形法的递推化</a:t>
            </a:r>
          </a:p>
        </p:txBody>
      </p:sp>
      <p:sp>
        <p:nvSpPr>
          <p:cNvPr id="40963" name="Text Box 29"/>
          <p:cNvSpPr txBox="1">
            <a:spLocks noChangeArrowheads="1"/>
          </p:cNvSpPr>
          <p:nvPr/>
        </p:nvSpPr>
        <p:spPr bwMode="auto">
          <a:xfrm>
            <a:off x="762000" y="2743200"/>
            <a:ext cx="7772400" cy="308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800" i="0">
                <a:solidFill>
                  <a:srgbClr val="FF0000"/>
                </a:solidFill>
              </a:rPr>
              <a:t>变步长法：</a:t>
            </a:r>
            <a:r>
              <a:rPr lang="zh-CN" altLang="en-US" sz="2800" i="0">
                <a:solidFill>
                  <a:schemeClr val="tx1"/>
                </a:solidFill>
              </a:rPr>
              <a:t>在使用复化求积公式时，步长太大精度难以保证，步长太小计算量增加，实际计算时常常采用变步长法，即在步长逐次分半过程中，反复利用复化公式进行计算，直到求出满足精度要求的解。</a:t>
            </a:r>
          </a:p>
        </p:txBody>
      </p:sp>
      <p:pic>
        <p:nvPicPr>
          <p:cNvPr id="40964" name="Picture 36" descr="j043638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5" name="Object 6"/>
          <p:cNvGraphicFramePr/>
          <p:nvPr/>
        </p:nvGraphicFramePr>
        <p:xfrm>
          <a:off x="838200" y="533400"/>
          <a:ext cx="63246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1" r:id="rId3" imgW="2881630" imgH="431800" progId="Equation.DSMT4">
                  <p:embed/>
                </p:oleObj>
              </mc:Choice>
              <mc:Fallback>
                <p:oleObj r:id="rId3" imgW="2881630" imgH="43180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33400"/>
                        <a:ext cx="63246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6" name="Object 7"/>
          <p:cNvGraphicFramePr/>
          <p:nvPr/>
        </p:nvGraphicFramePr>
        <p:xfrm>
          <a:off x="457200" y="1524000"/>
          <a:ext cx="8153400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2" r:id="rId5" imgW="4140200" imgH="1257300" progId="Equation.DSMT4">
                  <p:embed/>
                </p:oleObj>
              </mc:Choice>
              <mc:Fallback>
                <p:oleObj r:id="rId5" imgW="4140200" imgH="12573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524000"/>
                        <a:ext cx="8153400" cy="264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8"/>
          <p:cNvGraphicFramePr/>
          <p:nvPr/>
        </p:nvGraphicFramePr>
        <p:xfrm>
          <a:off x="609600" y="4114800"/>
          <a:ext cx="6172200" cy="239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3" r:id="rId7" imgW="2984500" imgH="1155700" progId="Equation.DSMT4">
                  <p:embed/>
                </p:oleObj>
              </mc:Choice>
              <mc:Fallback>
                <p:oleObj r:id="rId7" imgW="2984500" imgH="115570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114800"/>
                        <a:ext cx="6172200" cy="239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09" name="Group 6"/>
          <p:cNvGrpSpPr/>
          <p:nvPr/>
        </p:nvGrpSpPr>
        <p:grpSpPr bwMode="auto">
          <a:xfrm>
            <a:off x="527050" y="457200"/>
            <a:ext cx="5730875" cy="754063"/>
            <a:chOff x="332" y="288"/>
            <a:chExt cx="3610" cy="475"/>
          </a:xfrm>
        </p:grpSpPr>
        <p:sp>
          <p:nvSpPr>
            <p:cNvPr id="43010" name="Rectangle 7"/>
            <p:cNvSpPr>
              <a:spLocks noChangeArrowheads="1"/>
            </p:cNvSpPr>
            <p:nvPr/>
          </p:nvSpPr>
          <p:spPr bwMode="auto">
            <a:xfrm>
              <a:off x="332" y="364"/>
              <a:ext cx="4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800" i="0">
                  <a:solidFill>
                    <a:srgbClr val="FF0000"/>
                  </a:solidFill>
                  <a:latin typeface="Arial" panose="020B0604020202020204" pitchFamily="34" charset="0"/>
                </a:rPr>
                <a:t>例</a:t>
              </a:r>
              <a:r>
                <a:rPr lang="en-US" altLang="zh-CN" sz="2800" i="0">
                  <a:solidFill>
                    <a:srgbClr val="FF0000"/>
                  </a:solidFill>
                  <a:latin typeface="Arial" panose="020B0604020202020204" pitchFamily="34" charset="0"/>
                </a:rPr>
                <a:t>:</a:t>
              </a:r>
            </a:p>
          </p:txBody>
        </p:sp>
        <p:sp>
          <p:nvSpPr>
            <p:cNvPr id="43011" name="Rectangle 8"/>
            <p:cNvSpPr>
              <a:spLocks noChangeArrowheads="1"/>
            </p:cNvSpPr>
            <p:nvPr/>
          </p:nvSpPr>
          <p:spPr bwMode="auto">
            <a:xfrm>
              <a:off x="864" y="384"/>
              <a:ext cx="19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rgbClr val="000066"/>
                  </a:solidFill>
                  <a:latin typeface="Arial" panose="020B0604020202020204" pitchFamily="34" charset="0"/>
                </a:rPr>
                <a:t>利用数据表</a:t>
              </a:r>
              <a:r>
                <a:rPr lang="zh-CN" altLang="en-US" i="0">
                  <a:solidFill>
                    <a:srgbClr val="000066"/>
                  </a:solidFill>
                </a:rPr>
                <a:t>计算积分</a:t>
              </a:r>
            </a:p>
          </p:txBody>
        </p:sp>
        <p:graphicFrame>
          <p:nvGraphicFramePr>
            <p:cNvPr id="43012" name="Object 9"/>
            <p:cNvGraphicFramePr/>
            <p:nvPr/>
          </p:nvGraphicFramePr>
          <p:xfrm>
            <a:off x="2784" y="288"/>
            <a:ext cx="1158" cy="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07" r:id="rId3" imgW="486410" imgH="194310" progId="Equation.DSMT4">
                    <p:embed/>
                  </p:oleObj>
                </mc:Choice>
                <mc:Fallback>
                  <p:oleObj r:id="rId3" imgW="486410" imgH="194310" progId="Equation.DSMT4">
                    <p:embed/>
                    <p:pic>
                      <p:nvPicPr>
                        <p:cNvPr id="0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288"/>
                          <a:ext cx="1158" cy="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45" name="Rectangle 45"/>
          <p:cNvSpPr>
            <a:spLocks noChangeArrowheads="1"/>
          </p:cNvSpPr>
          <p:nvPr/>
        </p:nvSpPr>
        <p:spPr bwMode="auto">
          <a:xfrm>
            <a:off x="304800" y="25908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i="0">
                <a:solidFill>
                  <a:srgbClr val="FF33CC"/>
                </a:solidFill>
                <a:latin typeface="Arial" panose="020B0604020202020204" pitchFamily="34" charset="0"/>
              </a:rPr>
              <a:t>解：</a:t>
            </a:r>
          </a:p>
        </p:txBody>
      </p:sp>
      <p:graphicFrame>
        <p:nvGraphicFramePr>
          <p:cNvPr id="43014" name="Object 46"/>
          <p:cNvGraphicFramePr/>
          <p:nvPr/>
        </p:nvGraphicFramePr>
        <p:xfrm>
          <a:off x="990600" y="2514600"/>
          <a:ext cx="4125913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8" r:id="rId5" imgW="2310130" imgH="393700" progId="Equation.DSMT4">
                  <p:embed/>
                </p:oleObj>
              </mc:Choice>
              <mc:Fallback>
                <p:oleObj r:id="rId5" imgW="2310130" imgH="393700" progId="Equation.DSMT4">
                  <p:embed/>
                  <p:pic>
                    <p:nvPicPr>
                      <p:cNvPr id="0" name="Object 4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14600"/>
                        <a:ext cx="4125913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47"/>
          <p:cNvGraphicFramePr/>
          <p:nvPr/>
        </p:nvGraphicFramePr>
        <p:xfrm>
          <a:off x="990600" y="3124200"/>
          <a:ext cx="5872163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9" r:id="rId7" imgW="3288030" imgH="393700" progId="Equation.DSMT4">
                  <p:embed/>
                </p:oleObj>
              </mc:Choice>
              <mc:Fallback>
                <p:oleObj r:id="rId7" imgW="3288030" imgH="393700" progId="Equation.DSMT4">
                  <p:embed/>
                  <p:pic>
                    <p:nvPicPr>
                      <p:cNvPr id="0" name="Object 47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124200"/>
                        <a:ext cx="5872163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48"/>
          <p:cNvGraphicFramePr/>
          <p:nvPr/>
        </p:nvGraphicFramePr>
        <p:xfrm>
          <a:off x="998538" y="3810000"/>
          <a:ext cx="616267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0" r:id="rId9" imgW="3427730" imgH="812165" progId="Equation.DSMT4">
                  <p:embed/>
                </p:oleObj>
              </mc:Choice>
              <mc:Fallback>
                <p:oleObj r:id="rId9" imgW="3427730" imgH="812165" progId="Equation.DSMT4">
                  <p:embed/>
                  <p:pic>
                    <p:nvPicPr>
                      <p:cNvPr id="0" name="Object 4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38" y="3810000"/>
                        <a:ext cx="6162675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49"/>
          <p:cNvGraphicFramePr/>
          <p:nvPr/>
        </p:nvGraphicFramePr>
        <p:xfrm>
          <a:off x="1066800" y="5181600"/>
          <a:ext cx="7713663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1" r:id="rId11" imgW="4290695" imgH="812165" progId="Equation.DSMT4">
                  <p:embed/>
                </p:oleObj>
              </mc:Choice>
              <mc:Fallback>
                <p:oleObj r:id="rId11" imgW="4290695" imgH="812165" progId="Equation.DSMT4">
                  <p:embed/>
                  <p:pic>
                    <p:nvPicPr>
                      <p:cNvPr id="0" name="Object 49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181600"/>
                        <a:ext cx="7713663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8" name="Group 85"/>
          <p:cNvGrpSpPr/>
          <p:nvPr/>
        </p:nvGrpSpPr>
        <p:grpSpPr bwMode="auto">
          <a:xfrm>
            <a:off x="685800" y="1219200"/>
            <a:ext cx="7696200" cy="1066800"/>
            <a:chOff x="432" y="768"/>
            <a:chExt cx="4848" cy="672"/>
          </a:xfrm>
        </p:grpSpPr>
        <p:sp>
          <p:nvSpPr>
            <p:cNvPr id="43019" name="Line 86"/>
            <p:cNvSpPr>
              <a:spLocks noChangeShapeType="1"/>
            </p:cNvSpPr>
            <p:nvPr/>
          </p:nvSpPr>
          <p:spPr bwMode="auto">
            <a:xfrm>
              <a:off x="432" y="768"/>
              <a:ext cx="48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3020" name="Group 87"/>
            <p:cNvGrpSpPr/>
            <p:nvPr/>
          </p:nvGrpSpPr>
          <p:grpSpPr bwMode="auto">
            <a:xfrm>
              <a:off x="480" y="768"/>
              <a:ext cx="4800" cy="672"/>
              <a:chOff x="480" y="768"/>
              <a:chExt cx="4800" cy="672"/>
            </a:xfrm>
          </p:grpSpPr>
          <p:sp>
            <p:nvSpPr>
              <p:cNvPr id="43021" name="Line 88"/>
              <p:cNvSpPr>
                <a:spLocks noChangeShapeType="1"/>
              </p:cNvSpPr>
              <p:nvPr/>
            </p:nvSpPr>
            <p:spPr bwMode="auto">
              <a:xfrm>
                <a:off x="1776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22" name="Line 89"/>
              <p:cNvSpPr>
                <a:spLocks noChangeShapeType="1"/>
              </p:cNvSpPr>
              <p:nvPr/>
            </p:nvSpPr>
            <p:spPr bwMode="auto">
              <a:xfrm>
                <a:off x="2304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23" name="Line 90"/>
              <p:cNvSpPr>
                <a:spLocks noChangeShapeType="1"/>
              </p:cNvSpPr>
              <p:nvPr/>
            </p:nvSpPr>
            <p:spPr bwMode="auto">
              <a:xfrm>
                <a:off x="2832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24" name="Line 91"/>
              <p:cNvSpPr>
                <a:spLocks noChangeShapeType="1"/>
              </p:cNvSpPr>
              <p:nvPr/>
            </p:nvSpPr>
            <p:spPr bwMode="auto">
              <a:xfrm>
                <a:off x="3840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25" name="Line 92"/>
              <p:cNvSpPr>
                <a:spLocks noChangeShapeType="1"/>
              </p:cNvSpPr>
              <p:nvPr/>
            </p:nvSpPr>
            <p:spPr bwMode="auto">
              <a:xfrm>
                <a:off x="4368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26" name="Line 93"/>
              <p:cNvSpPr>
                <a:spLocks noChangeShapeType="1"/>
              </p:cNvSpPr>
              <p:nvPr/>
            </p:nvSpPr>
            <p:spPr bwMode="auto">
              <a:xfrm>
                <a:off x="4896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27" name="Line 94"/>
              <p:cNvSpPr>
                <a:spLocks noChangeShapeType="1"/>
              </p:cNvSpPr>
              <p:nvPr/>
            </p:nvSpPr>
            <p:spPr bwMode="auto">
              <a:xfrm>
                <a:off x="5280" y="768"/>
                <a:ext cx="0" cy="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3028" name="Group 95"/>
              <p:cNvGrpSpPr/>
              <p:nvPr/>
            </p:nvGrpSpPr>
            <p:grpSpPr bwMode="auto">
              <a:xfrm>
                <a:off x="480" y="768"/>
                <a:ext cx="4735" cy="657"/>
                <a:chOff x="480" y="768"/>
                <a:chExt cx="4735" cy="657"/>
              </a:xfrm>
            </p:grpSpPr>
            <p:graphicFrame>
              <p:nvGraphicFramePr>
                <p:cNvPr id="43029" name="Object 96"/>
                <p:cNvGraphicFramePr/>
                <p:nvPr/>
              </p:nvGraphicFramePr>
              <p:xfrm>
                <a:off x="624" y="768"/>
                <a:ext cx="243" cy="3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3112" r:id="rId13" imgW="165100" imgH="228600" progId="Equation.DSMT4">
                        <p:embed/>
                      </p:oleObj>
                    </mc:Choice>
                    <mc:Fallback>
                      <p:oleObj r:id="rId13" imgW="165100" imgH="228600" progId="Equation.DSMT4">
                        <p:embed/>
                        <p:pic>
                          <p:nvPicPr>
                            <p:cNvPr id="0" name="Object 96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24" y="768"/>
                              <a:ext cx="243" cy="3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3030" name="Object 97"/>
                <p:cNvGraphicFramePr/>
                <p:nvPr/>
              </p:nvGraphicFramePr>
              <p:xfrm>
                <a:off x="480" y="1104"/>
                <a:ext cx="528" cy="3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3113" r:id="rId15" imgW="431165" imgH="254000" progId="Equation.DSMT4">
                        <p:embed/>
                      </p:oleObj>
                    </mc:Choice>
                    <mc:Fallback>
                      <p:oleObj r:id="rId15" imgW="431165" imgH="254000" progId="Equation.DSMT4">
                        <p:embed/>
                        <p:pic>
                          <p:nvPicPr>
                            <p:cNvPr id="0" name="Object 97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0" y="1104"/>
                              <a:ext cx="528" cy="31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3031" name="Rectangle 98"/>
                <p:cNvSpPr>
                  <a:spLocks noChangeArrowheads="1"/>
                </p:cNvSpPr>
                <p:nvPr/>
              </p:nvSpPr>
              <p:spPr bwMode="auto">
                <a:xfrm>
                  <a:off x="1008" y="816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43032" name="Rectangle 99"/>
                <p:cNvSpPr>
                  <a:spLocks noChangeArrowheads="1"/>
                </p:cNvSpPr>
                <p:nvPr/>
              </p:nvSpPr>
              <p:spPr bwMode="auto">
                <a:xfrm>
                  <a:off x="1296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1/8</a:t>
                  </a:r>
                </a:p>
              </p:txBody>
            </p:sp>
            <p:sp>
              <p:nvSpPr>
                <p:cNvPr id="43033" name="Rectangle 100"/>
                <p:cNvSpPr>
                  <a:spLocks noChangeArrowheads="1"/>
                </p:cNvSpPr>
                <p:nvPr/>
              </p:nvSpPr>
              <p:spPr bwMode="auto">
                <a:xfrm>
                  <a:off x="2352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3/8</a:t>
                  </a:r>
                </a:p>
              </p:txBody>
            </p:sp>
            <p:sp>
              <p:nvSpPr>
                <p:cNvPr id="43034" name="Rectangle 101"/>
                <p:cNvSpPr>
                  <a:spLocks noChangeArrowheads="1"/>
                </p:cNvSpPr>
                <p:nvPr/>
              </p:nvSpPr>
              <p:spPr bwMode="auto">
                <a:xfrm>
                  <a:off x="2880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1/2</a:t>
                  </a:r>
                </a:p>
              </p:txBody>
            </p:sp>
            <p:sp>
              <p:nvSpPr>
                <p:cNvPr id="43035" name="Rectangle 102"/>
                <p:cNvSpPr>
                  <a:spLocks noChangeArrowheads="1"/>
                </p:cNvSpPr>
                <p:nvPr/>
              </p:nvSpPr>
              <p:spPr bwMode="auto">
                <a:xfrm>
                  <a:off x="3312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5/8</a:t>
                  </a:r>
                </a:p>
              </p:txBody>
            </p:sp>
            <p:sp>
              <p:nvSpPr>
                <p:cNvPr id="43036" name="Rectangle 103"/>
                <p:cNvSpPr>
                  <a:spLocks noChangeArrowheads="1"/>
                </p:cNvSpPr>
                <p:nvPr/>
              </p:nvSpPr>
              <p:spPr bwMode="auto">
                <a:xfrm>
                  <a:off x="3936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3/4</a:t>
                  </a:r>
                </a:p>
              </p:txBody>
            </p:sp>
            <p:sp>
              <p:nvSpPr>
                <p:cNvPr id="43037" name="Rectangle 104"/>
                <p:cNvSpPr>
                  <a:spLocks noChangeArrowheads="1"/>
                </p:cNvSpPr>
                <p:nvPr/>
              </p:nvSpPr>
              <p:spPr bwMode="auto">
                <a:xfrm>
                  <a:off x="4464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7/8</a:t>
                  </a:r>
                </a:p>
              </p:txBody>
            </p:sp>
            <p:sp>
              <p:nvSpPr>
                <p:cNvPr id="43038" name="Rectangle 105"/>
                <p:cNvSpPr>
                  <a:spLocks noChangeArrowheads="1"/>
                </p:cNvSpPr>
                <p:nvPr/>
              </p:nvSpPr>
              <p:spPr bwMode="auto">
                <a:xfrm>
                  <a:off x="4992" y="816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43039" name="Rectangle 106"/>
                <p:cNvSpPr>
                  <a:spLocks noChangeArrowheads="1"/>
                </p:cNvSpPr>
                <p:nvPr/>
              </p:nvSpPr>
              <p:spPr bwMode="auto">
                <a:xfrm>
                  <a:off x="1872" y="816"/>
                  <a:ext cx="3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1/4</a:t>
                  </a:r>
                </a:p>
              </p:txBody>
            </p:sp>
            <p:sp>
              <p:nvSpPr>
                <p:cNvPr id="43040" name="Rectangle 107"/>
                <p:cNvSpPr>
                  <a:spLocks noChangeArrowheads="1"/>
                </p:cNvSpPr>
                <p:nvPr/>
              </p:nvSpPr>
              <p:spPr bwMode="auto">
                <a:xfrm>
                  <a:off x="5010" y="1213"/>
                  <a:ext cx="18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43041" name="Rectangle 108"/>
                <p:cNvSpPr>
                  <a:spLocks noChangeArrowheads="1"/>
                </p:cNvSpPr>
                <p:nvPr/>
              </p:nvSpPr>
              <p:spPr bwMode="auto">
                <a:xfrm>
                  <a:off x="4272" y="1200"/>
                  <a:ext cx="720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2.2654867</a:t>
                  </a:r>
                </a:p>
              </p:txBody>
            </p:sp>
            <p:sp>
              <p:nvSpPr>
                <p:cNvPr id="43042" name="Rectangle 109"/>
                <p:cNvSpPr>
                  <a:spLocks noChangeArrowheads="1"/>
                </p:cNvSpPr>
                <p:nvPr/>
              </p:nvSpPr>
              <p:spPr bwMode="auto">
                <a:xfrm>
                  <a:off x="3888" y="1200"/>
                  <a:ext cx="461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2.56</a:t>
                  </a:r>
                </a:p>
              </p:txBody>
            </p:sp>
            <p:sp>
              <p:nvSpPr>
                <p:cNvPr id="43043" name="Rectangle 110"/>
                <p:cNvSpPr>
                  <a:spLocks noChangeArrowheads="1"/>
                </p:cNvSpPr>
                <p:nvPr/>
              </p:nvSpPr>
              <p:spPr bwMode="auto">
                <a:xfrm>
                  <a:off x="3264" y="1200"/>
                  <a:ext cx="567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2.8764045</a:t>
                  </a:r>
                </a:p>
              </p:txBody>
            </p:sp>
            <p:sp>
              <p:nvSpPr>
                <p:cNvPr id="43044" name="Rectangle 111"/>
                <p:cNvSpPr>
                  <a:spLocks noChangeArrowheads="1"/>
                </p:cNvSpPr>
                <p:nvPr/>
              </p:nvSpPr>
              <p:spPr bwMode="auto">
                <a:xfrm>
                  <a:off x="2928" y="1200"/>
                  <a:ext cx="249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3.2</a:t>
                  </a:r>
                </a:p>
              </p:txBody>
            </p:sp>
            <p:sp>
              <p:nvSpPr>
                <p:cNvPr id="43045" name="Rectangle 112"/>
                <p:cNvSpPr>
                  <a:spLocks noChangeArrowheads="1"/>
                </p:cNvSpPr>
                <p:nvPr/>
              </p:nvSpPr>
              <p:spPr bwMode="auto">
                <a:xfrm>
                  <a:off x="2304" y="1200"/>
                  <a:ext cx="567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3.5068493</a:t>
                  </a:r>
                </a:p>
              </p:txBody>
            </p:sp>
            <p:sp>
              <p:nvSpPr>
                <p:cNvPr id="43046" name="Rectangle 113"/>
                <p:cNvSpPr>
                  <a:spLocks noChangeArrowheads="1"/>
                </p:cNvSpPr>
                <p:nvPr/>
              </p:nvSpPr>
              <p:spPr bwMode="auto">
                <a:xfrm>
                  <a:off x="1772" y="1200"/>
                  <a:ext cx="567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3.7647059</a:t>
                  </a:r>
                </a:p>
              </p:txBody>
            </p:sp>
            <p:sp>
              <p:nvSpPr>
                <p:cNvPr id="43047" name="Rectangle 114"/>
                <p:cNvSpPr>
                  <a:spLocks noChangeArrowheads="1"/>
                </p:cNvSpPr>
                <p:nvPr/>
              </p:nvSpPr>
              <p:spPr bwMode="auto">
                <a:xfrm>
                  <a:off x="1244" y="1200"/>
                  <a:ext cx="567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3.9384615</a:t>
                  </a:r>
                </a:p>
              </p:txBody>
            </p:sp>
            <p:sp>
              <p:nvSpPr>
                <p:cNvPr id="43048" name="Rectangle 115"/>
                <p:cNvSpPr>
                  <a:spLocks noChangeArrowheads="1"/>
                </p:cNvSpPr>
                <p:nvPr/>
              </p:nvSpPr>
              <p:spPr bwMode="auto">
                <a:xfrm>
                  <a:off x="1008" y="1152"/>
                  <a:ext cx="18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i="0">
                      <a:solidFill>
                        <a:srgbClr val="000066"/>
                      </a:solidFill>
                      <a:latin typeface="Arial" panose="020B0604020202020204" pitchFamily="34" charset="0"/>
                    </a:rPr>
                    <a:t>4</a:t>
                  </a:r>
                </a:p>
              </p:txBody>
            </p:sp>
          </p:grpSp>
        </p:grpSp>
      </p:grpSp>
      <p:grpSp>
        <p:nvGrpSpPr>
          <p:cNvPr id="43049" name="Group 116"/>
          <p:cNvGrpSpPr/>
          <p:nvPr/>
        </p:nvGrpSpPr>
        <p:grpSpPr bwMode="auto">
          <a:xfrm>
            <a:off x="685800" y="1219200"/>
            <a:ext cx="7696200" cy="1066800"/>
            <a:chOff x="432" y="768"/>
            <a:chExt cx="4848" cy="672"/>
          </a:xfrm>
        </p:grpSpPr>
        <p:sp>
          <p:nvSpPr>
            <p:cNvPr id="43050" name="Line 117"/>
            <p:cNvSpPr>
              <a:spLocks noChangeShapeType="1"/>
            </p:cNvSpPr>
            <p:nvPr/>
          </p:nvSpPr>
          <p:spPr bwMode="auto">
            <a:xfrm>
              <a:off x="432" y="1104"/>
              <a:ext cx="48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1" name="Line 118"/>
            <p:cNvSpPr>
              <a:spLocks noChangeShapeType="1"/>
            </p:cNvSpPr>
            <p:nvPr/>
          </p:nvSpPr>
          <p:spPr bwMode="auto">
            <a:xfrm>
              <a:off x="432" y="1440"/>
              <a:ext cx="48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2" name="Line 119"/>
            <p:cNvSpPr>
              <a:spLocks noChangeShapeType="1"/>
            </p:cNvSpPr>
            <p:nvPr/>
          </p:nvSpPr>
          <p:spPr bwMode="auto">
            <a:xfrm>
              <a:off x="432" y="768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3" name="Line 120"/>
            <p:cNvSpPr>
              <a:spLocks noChangeShapeType="1"/>
            </p:cNvSpPr>
            <p:nvPr/>
          </p:nvSpPr>
          <p:spPr bwMode="auto">
            <a:xfrm>
              <a:off x="1008" y="768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4" name="Line 121"/>
            <p:cNvSpPr>
              <a:spLocks noChangeShapeType="1"/>
            </p:cNvSpPr>
            <p:nvPr/>
          </p:nvSpPr>
          <p:spPr bwMode="auto">
            <a:xfrm>
              <a:off x="1248" y="768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5" name="Line 122"/>
            <p:cNvSpPr>
              <a:spLocks noChangeShapeType="1"/>
            </p:cNvSpPr>
            <p:nvPr/>
          </p:nvSpPr>
          <p:spPr bwMode="auto">
            <a:xfrm>
              <a:off x="3264" y="768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4"/>
          <p:cNvSpPr>
            <a:spLocks noChangeArrowheads="1"/>
          </p:cNvSpPr>
          <p:nvPr/>
        </p:nvSpPr>
        <p:spPr bwMode="auto">
          <a:xfrm>
            <a:off x="609600" y="533400"/>
            <a:ext cx="396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i="0">
                <a:solidFill>
                  <a:srgbClr val="000066"/>
                </a:solidFill>
                <a:latin typeface="Arial" panose="020B0604020202020204" pitchFamily="34" charset="0"/>
              </a:rPr>
              <a:t>二、龙贝格公式</a:t>
            </a:r>
          </a:p>
        </p:txBody>
      </p:sp>
      <p:graphicFrame>
        <p:nvGraphicFramePr>
          <p:cNvPr id="44034" name="Object 5"/>
          <p:cNvGraphicFramePr>
            <a:graphicFrameLocks noGrp="1"/>
          </p:cNvGraphicFramePr>
          <p:nvPr>
            <p:ph sz="quarter" idx="1"/>
          </p:nvPr>
        </p:nvGraphicFramePr>
        <p:xfrm>
          <a:off x="1219200" y="1524000"/>
          <a:ext cx="67437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8" r:id="rId3" imgW="3668395" imgH="431800" progId="Equation.DSMT4">
                  <p:embed/>
                </p:oleObj>
              </mc:Choice>
              <mc:Fallback>
                <p:oleObj r:id="rId3" imgW="3668395" imgH="431800" progId="Equation.DSMT4">
                  <p:embed/>
                  <p:pic>
                    <p:nvPicPr>
                      <p:cNvPr id="0" name="Object 5"/>
                      <p:cNvPicPr>
                        <a:picLocks noRo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524000"/>
                        <a:ext cx="6743700" cy="7889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Text Box 7"/>
          <p:cNvSpPr txBox="1">
            <a:spLocks noChangeArrowheads="1"/>
          </p:cNvSpPr>
          <p:nvPr/>
        </p:nvSpPr>
        <p:spPr bwMode="auto">
          <a:xfrm>
            <a:off x="682625" y="1143000"/>
            <a:ext cx="3462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i="0">
                <a:solidFill>
                  <a:schemeClr val="tx1"/>
                </a:solidFill>
              </a:rPr>
              <a:t>由复化梯形公式误差得：</a:t>
            </a:r>
          </a:p>
        </p:txBody>
      </p:sp>
      <p:sp>
        <p:nvSpPr>
          <p:cNvPr id="44036" name="Text Box 8"/>
          <p:cNvSpPr txBox="1">
            <a:spLocks noChangeArrowheads="1"/>
          </p:cNvSpPr>
          <p:nvPr/>
        </p:nvSpPr>
        <p:spPr bwMode="auto">
          <a:xfrm>
            <a:off x="457200" y="2336800"/>
            <a:ext cx="6996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i="0">
                <a:solidFill>
                  <a:schemeClr val="tx1"/>
                </a:solidFill>
              </a:rPr>
              <a:t>假设         变化不大，可设                       ，则有：</a:t>
            </a:r>
          </a:p>
        </p:txBody>
      </p:sp>
      <p:grpSp>
        <p:nvGrpSpPr>
          <p:cNvPr id="44037" name="Group 37"/>
          <p:cNvGrpSpPr/>
          <p:nvPr/>
        </p:nvGrpSpPr>
        <p:grpSpPr bwMode="auto">
          <a:xfrm>
            <a:off x="1371600" y="2309813"/>
            <a:ext cx="4587875" cy="433387"/>
            <a:chOff x="864" y="1488"/>
            <a:chExt cx="2928" cy="279"/>
          </a:xfrm>
        </p:grpSpPr>
        <p:graphicFrame>
          <p:nvGraphicFramePr>
            <p:cNvPr id="44038" name="Object 21"/>
            <p:cNvGraphicFramePr/>
            <p:nvPr/>
          </p:nvGraphicFramePr>
          <p:xfrm>
            <a:off x="2688" y="1488"/>
            <a:ext cx="11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89" r:id="rId5" imgW="927100" imgH="228600" progId="Equation.DSMT4">
                    <p:embed/>
                  </p:oleObj>
                </mc:Choice>
                <mc:Fallback>
                  <p:oleObj r:id="rId5" imgW="927100" imgH="228600" progId="Equation.DSMT4">
                    <p:embed/>
                    <p:pic>
                      <p:nvPicPr>
                        <p:cNvPr id="0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1488"/>
                          <a:ext cx="110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39" name="Object 27"/>
            <p:cNvGraphicFramePr/>
            <p:nvPr/>
          </p:nvGraphicFramePr>
          <p:xfrm>
            <a:off x="864" y="1488"/>
            <a:ext cx="48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0" r:id="rId7" imgW="393700" imgH="228600" progId="Equation.DSMT4">
                    <p:embed/>
                  </p:oleObj>
                </mc:Choice>
                <mc:Fallback>
                  <p:oleObj r:id="rId7" imgW="393700" imgH="228600" progId="Equation.DSMT4">
                    <p:embed/>
                    <p:pic>
                      <p:nvPicPr>
                        <p:cNvPr id="0" name="Object 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488"/>
                          <a:ext cx="480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040" name="Object 30"/>
          <p:cNvGraphicFramePr>
            <a:graphicFrameLocks noGrp="1"/>
          </p:cNvGraphicFramePr>
          <p:nvPr>
            <p:ph sz="quarter" idx="4"/>
          </p:nvPr>
        </p:nvGraphicFramePr>
        <p:xfrm>
          <a:off x="1066800" y="2819400"/>
          <a:ext cx="5105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1" r:id="rId9" imgW="2437130" imgH="444500" progId="Equation.DSMT4">
                  <p:embed/>
                </p:oleObj>
              </mc:Choice>
              <mc:Fallback>
                <p:oleObj r:id="rId9" imgW="2437130" imgH="444500" progId="Equation.DSMT4">
                  <p:embed/>
                  <p:pic>
                    <p:nvPicPr>
                      <p:cNvPr id="0" name="Object 30"/>
                      <p:cNvPicPr>
                        <a:picLocks noRo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19400"/>
                        <a:ext cx="5105400" cy="7620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33"/>
          <p:cNvGraphicFramePr/>
          <p:nvPr/>
        </p:nvGraphicFramePr>
        <p:xfrm>
          <a:off x="609600" y="3505200"/>
          <a:ext cx="49530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2" r:id="rId11" imgW="2538730" imgH="393700" progId="Equation.DSMT4">
                  <p:embed/>
                </p:oleObj>
              </mc:Choice>
              <mc:Fallback>
                <p:oleObj r:id="rId11" imgW="2538730" imgH="393700" progId="Equation.DSMT4">
                  <p:embed/>
                  <p:pic>
                    <p:nvPicPr>
                      <p:cNvPr id="0" name="Object 33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505200"/>
                        <a:ext cx="49530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34"/>
          <p:cNvGraphicFramePr/>
          <p:nvPr/>
        </p:nvGraphicFramePr>
        <p:xfrm>
          <a:off x="1905000" y="4191000"/>
          <a:ext cx="5562600" cy="237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3" r:id="rId13" imgW="2832100" imgH="1371600" progId="Equation.DSMT4">
                  <p:embed/>
                </p:oleObj>
              </mc:Choice>
              <mc:Fallback>
                <p:oleObj r:id="rId13" imgW="2832100" imgH="1371600" progId="Equation.DSMT4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191000"/>
                        <a:ext cx="5562600" cy="237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7" name="Group 16"/>
          <p:cNvGrpSpPr/>
          <p:nvPr/>
        </p:nvGrpSpPr>
        <p:grpSpPr bwMode="auto">
          <a:xfrm>
            <a:off x="762000" y="2819400"/>
            <a:ext cx="6726238" cy="3225800"/>
            <a:chOff x="432" y="480"/>
            <a:chExt cx="4237" cy="2032"/>
          </a:xfrm>
        </p:grpSpPr>
        <p:sp>
          <p:nvSpPr>
            <p:cNvPr id="45058" name="Text Box 8"/>
            <p:cNvSpPr txBox="1">
              <a:spLocks noChangeArrowheads="1"/>
            </p:cNvSpPr>
            <p:nvPr/>
          </p:nvSpPr>
          <p:spPr bwMode="auto">
            <a:xfrm>
              <a:off x="432" y="528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chemeClr val="tx1"/>
                  </a:solidFill>
                </a:rPr>
                <a:t>同理有：</a:t>
              </a:r>
            </a:p>
          </p:txBody>
        </p:sp>
        <p:graphicFrame>
          <p:nvGraphicFramePr>
            <p:cNvPr id="45059" name="Object 9"/>
            <p:cNvGraphicFramePr/>
            <p:nvPr/>
          </p:nvGraphicFramePr>
          <p:xfrm>
            <a:off x="1248" y="480"/>
            <a:ext cx="2963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02" r:id="rId3" imgW="2602230" imgH="444500" progId="Equation.DSMT4">
                    <p:embed/>
                  </p:oleObj>
                </mc:Choice>
                <mc:Fallback>
                  <p:oleObj r:id="rId3" imgW="2602230" imgH="444500" progId="Equation.DSMT4">
                    <p:embed/>
                    <p:pic>
                      <p:nvPicPr>
                        <p:cNvPr id="0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480"/>
                          <a:ext cx="2963" cy="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0" name="Object 10"/>
            <p:cNvGraphicFramePr/>
            <p:nvPr/>
          </p:nvGraphicFramePr>
          <p:xfrm>
            <a:off x="1200" y="1008"/>
            <a:ext cx="3469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03" r:id="rId5" imgW="3046730" imgH="393700" progId="Equation.DSMT4">
                    <p:embed/>
                  </p:oleObj>
                </mc:Choice>
                <mc:Fallback>
                  <p:oleObj r:id="rId5" imgW="3046730" imgH="393700" progId="Equation.DSMT4">
                    <p:embed/>
                    <p:pic>
                      <p:nvPicPr>
                        <p:cNvPr id="0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008"/>
                          <a:ext cx="3469" cy="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1" name="Object 11"/>
            <p:cNvGraphicFramePr/>
            <p:nvPr/>
          </p:nvGraphicFramePr>
          <p:xfrm>
            <a:off x="816" y="1536"/>
            <a:ext cx="3049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04" r:id="rId7" imgW="2678430" imgH="444500" progId="Equation.DSMT4">
                    <p:embed/>
                  </p:oleObj>
                </mc:Choice>
                <mc:Fallback>
                  <p:oleObj r:id="rId7" imgW="2678430" imgH="444500" progId="Equation.DSMT4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536"/>
                          <a:ext cx="3049" cy="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2" name="Object 12"/>
            <p:cNvGraphicFramePr/>
            <p:nvPr/>
          </p:nvGraphicFramePr>
          <p:xfrm>
            <a:off x="768" y="2064"/>
            <a:ext cx="3599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05" r:id="rId9" imgW="3161030" imgH="393700" progId="Equation.DSMT4">
                    <p:embed/>
                  </p:oleObj>
                </mc:Choice>
                <mc:Fallback>
                  <p:oleObj r:id="rId9" imgW="3161030" imgH="393700" progId="Equation.DSMT4">
                    <p:embed/>
                    <p:pic>
                      <p:nvPicPr>
                        <p:cNvPr id="0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064"/>
                          <a:ext cx="3599" cy="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064" name="Object 20"/>
          <p:cNvGraphicFramePr/>
          <p:nvPr/>
        </p:nvGraphicFramePr>
        <p:xfrm>
          <a:off x="685800" y="685800"/>
          <a:ext cx="80772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6" r:id="rId11" imgW="1736090" imgH="317500" progId="Equation.DSMT4">
                  <p:embed/>
                </p:oleObj>
              </mc:Choice>
              <mc:Fallback>
                <p:oleObj r:id="rId11" imgW="1736090" imgH="317500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685800"/>
                        <a:ext cx="80772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4"/>
          <p:cNvSpPr txBox="1">
            <a:spLocks noChangeArrowheads="1"/>
          </p:cNvSpPr>
          <p:nvPr/>
        </p:nvSpPr>
        <p:spPr bwMode="auto">
          <a:xfrm>
            <a:off x="381000" y="31242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0">
                <a:solidFill>
                  <a:srgbClr val="FF0000"/>
                </a:solidFill>
                <a:sym typeface="Wingdings" panose="05000000000000000000" pitchFamily="2" charset="2"/>
              </a:rPr>
              <a:t> </a:t>
            </a:r>
            <a:r>
              <a:rPr lang="en-US" altLang="zh-CN" i="0">
                <a:solidFill>
                  <a:srgbClr val="FF0000"/>
                </a:solidFill>
              </a:rPr>
              <a:t>Romberg </a:t>
            </a:r>
            <a:r>
              <a:rPr lang="zh-CN" altLang="en-US" i="0">
                <a:solidFill>
                  <a:srgbClr val="FF0000"/>
                </a:solidFill>
              </a:rPr>
              <a:t>公式计算过程：</a:t>
            </a:r>
          </a:p>
        </p:txBody>
      </p:sp>
      <p:grpSp>
        <p:nvGrpSpPr>
          <p:cNvPr id="46082" name="Group 108"/>
          <p:cNvGrpSpPr/>
          <p:nvPr/>
        </p:nvGrpSpPr>
        <p:grpSpPr bwMode="auto">
          <a:xfrm>
            <a:off x="1752600" y="3733800"/>
            <a:ext cx="5791200" cy="2530475"/>
            <a:chOff x="1440" y="1008"/>
            <a:chExt cx="3648" cy="1594"/>
          </a:xfrm>
        </p:grpSpPr>
        <p:grpSp>
          <p:nvGrpSpPr>
            <p:cNvPr id="46083" name="Group 5"/>
            <p:cNvGrpSpPr/>
            <p:nvPr/>
          </p:nvGrpSpPr>
          <p:grpSpPr bwMode="auto">
            <a:xfrm>
              <a:off x="2064" y="1152"/>
              <a:ext cx="336" cy="336"/>
              <a:chOff x="864" y="3216"/>
              <a:chExt cx="432" cy="240"/>
            </a:xfrm>
          </p:grpSpPr>
          <p:sp>
            <p:nvSpPr>
              <p:cNvPr id="46084" name="Line 6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432" cy="24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85" name="Line 7"/>
              <p:cNvSpPr>
                <a:spLocks noChangeShapeType="1"/>
              </p:cNvSpPr>
              <p:nvPr/>
            </p:nvSpPr>
            <p:spPr bwMode="auto">
              <a:xfrm flipH="1">
                <a:off x="864" y="3456"/>
                <a:ext cx="432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6086" name="Group 8"/>
            <p:cNvGrpSpPr/>
            <p:nvPr/>
          </p:nvGrpSpPr>
          <p:grpSpPr bwMode="auto">
            <a:xfrm>
              <a:off x="2064" y="1584"/>
              <a:ext cx="384" cy="384"/>
              <a:chOff x="864" y="3216"/>
              <a:chExt cx="432" cy="240"/>
            </a:xfrm>
          </p:grpSpPr>
          <p:sp>
            <p:nvSpPr>
              <p:cNvPr id="46087" name="Line 9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432" cy="24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88" name="Line 10"/>
              <p:cNvSpPr>
                <a:spLocks noChangeShapeType="1"/>
              </p:cNvSpPr>
              <p:nvPr/>
            </p:nvSpPr>
            <p:spPr bwMode="auto">
              <a:xfrm flipH="1">
                <a:off x="864" y="3456"/>
                <a:ext cx="432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6089" name="Group 11"/>
            <p:cNvGrpSpPr/>
            <p:nvPr/>
          </p:nvGrpSpPr>
          <p:grpSpPr bwMode="auto">
            <a:xfrm>
              <a:off x="3216" y="1632"/>
              <a:ext cx="288" cy="336"/>
              <a:chOff x="864" y="3216"/>
              <a:chExt cx="432" cy="240"/>
            </a:xfrm>
          </p:grpSpPr>
          <p:sp>
            <p:nvSpPr>
              <p:cNvPr id="46090" name="Line 12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432" cy="24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1" name="Line 13"/>
              <p:cNvSpPr>
                <a:spLocks noChangeShapeType="1"/>
              </p:cNvSpPr>
              <p:nvPr/>
            </p:nvSpPr>
            <p:spPr bwMode="auto">
              <a:xfrm flipH="1">
                <a:off x="864" y="3456"/>
                <a:ext cx="432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6092" name="Group 14"/>
            <p:cNvGrpSpPr/>
            <p:nvPr/>
          </p:nvGrpSpPr>
          <p:grpSpPr bwMode="auto">
            <a:xfrm>
              <a:off x="2064" y="2112"/>
              <a:ext cx="384" cy="384"/>
              <a:chOff x="864" y="3216"/>
              <a:chExt cx="432" cy="240"/>
            </a:xfrm>
          </p:grpSpPr>
          <p:sp>
            <p:nvSpPr>
              <p:cNvPr id="46093" name="Line 15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432" cy="24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4" name="Line 16"/>
              <p:cNvSpPr>
                <a:spLocks noChangeShapeType="1"/>
              </p:cNvSpPr>
              <p:nvPr/>
            </p:nvSpPr>
            <p:spPr bwMode="auto">
              <a:xfrm flipH="1">
                <a:off x="864" y="3456"/>
                <a:ext cx="432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6095" name="Group 17"/>
            <p:cNvGrpSpPr/>
            <p:nvPr/>
          </p:nvGrpSpPr>
          <p:grpSpPr bwMode="auto">
            <a:xfrm>
              <a:off x="3216" y="2064"/>
              <a:ext cx="336" cy="432"/>
              <a:chOff x="864" y="3216"/>
              <a:chExt cx="432" cy="240"/>
            </a:xfrm>
          </p:grpSpPr>
          <p:sp>
            <p:nvSpPr>
              <p:cNvPr id="46096" name="Line 18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432" cy="24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7" name="Line 19"/>
              <p:cNvSpPr>
                <a:spLocks noChangeShapeType="1"/>
              </p:cNvSpPr>
              <p:nvPr/>
            </p:nvSpPr>
            <p:spPr bwMode="auto">
              <a:xfrm flipH="1">
                <a:off x="864" y="3456"/>
                <a:ext cx="432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6098" name="Group 20"/>
            <p:cNvGrpSpPr/>
            <p:nvPr/>
          </p:nvGrpSpPr>
          <p:grpSpPr bwMode="auto">
            <a:xfrm>
              <a:off x="4176" y="2064"/>
              <a:ext cx="240" cy="384"/>
              <a:chOff x="864" y="3216"/>
              <a:chExt cx="432" cy="240"/>
            </a:xfrm>
          </p:grpSpPr>
          <p:sp>
            <p:nvSpPr>
              <p:cNvPr id="46099" name="Line 21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432" cy="24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0" name="Line 22"/>
              <p:cNvSpPr>
                <a:spLocks noChangeShapeType="1"/>
              </p:cNvSpPr>
              <p:nvPr/>
            </p:nvSpPr>
            <p:spPr bwMode="auto">
              <a:xfrm flipH="1">
                <a:off x="864" y="3456"/>
                <a:ext cx="432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101" name="Text Box 28"/>
            <p:cNvSpPr txBox="1">
              <a:spLocks noChangeArrowheads="1"/>
            </p:cNvSpPr>
            <p:nvPr/>
          </p:nvSpPr>
          <p:spPr bwMode="auto">
            <a:xfrm>
              <a:off x="1440" y="1008"/>
              <a:ext cx="528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0">
                  <a:solidFill>
                    <a:schemeClr val="tx1"/>
                  </a:solidFill>
                  <a:sym typeface="Wingdings" panose="05000000000000000000" pitchFamily="2" charset="2"/>
                </a:rPr>
                <a:t></a:t>
              </a:r>
              <a:r>
                <a:rPr lang="en-US" altLang="zh-CN" sz="2000" i="0">
                  <a:solidFill>
                    <a:schemeClr val="tx1"/>
                  </a:solidFill>
                </a:rPr>
                <a:t>  </a:t>
              </a:r>
              <a:r>
                <a:rPr lang="en-US" altLang="zh-CN" sz="2000">
                  <a:solidFill>
                    <a:schemeClr val="tx1"/>
                  </a:solidFill>
                </a:rPr>
                <a:t>T</a:t>
              </a:r>
              <a:r>
                <a:rPr lang="en-US" altLang="zh-CN" sz="2000" i="0" baseline="-25000">
                  <a:solidFill>
                    <a:schemeClr val="tx1"/>
                  </a:solidFill>
                </a:rPr>
                <a:t>1 </a:t>
              </a:r>
              <a:endParaRPr lang="en-US" altLang="zh-CN" sz="2800" i="0">
                <a:solidFill>
                  <a:schemeClr val="tx1"/>
                </a:solidFill>
              </a:endParaRPr>
            </a:p>
          </p:txBody>
        </p:sp>
        <p:sp>
          <p:nvSpPr>
            <p:cNvPr id="46102" name="Text Box 36"/>
            <p:cNvSpPr txBox="1">
              <a:spLocks noChangeArrowheads="1"/>
            </p:cNvSpPr>
            <p:nvPr/>
          </p:nvSpPr>
          <p:spPr bwMode="auto">
            <a:xfrm>
              <a:off x="1440" y="2352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0">
                  <a:solidFill>
                    <a:schemeClr val="tx1"/>
                  </a:solidFill>
                  <a:sym typeface="Wingdings" panose="05000000000000000000" pitchFamily="2" charset="2"/>
                </a:rPr>
                <a:t></a:t>
              </a:r>
              <a:r>
                <a:rPr lang="en-US" altLang="zh-CN" sz="2000" i="0">
                  <a:solidFill>
                    <a:schemeClr val="tx1"/>
                  </a:solidFill>
                </a:rPr>
                <a:t>  </a:t>
              </a:r>
              <a:r>
                <a:rPr lang="en-US" altLang="zh-CN" sz="2000">
                  <a:solidFill>
                    <a:schemeClr val="tx1"/>
                  </a:solidFill>
                </a:rPr>
                <a:t>T</a:t>
              </a:r>
              <a:r>
                <a:rPr lang="en-US" altLang="zh-CN" sz="2000" i="0" baseline="-25000">
                  <a:solidFill>
                    <a:schemeClr val="tx1"/>
                  </a:solidFill>
                </a:rPr>
                <a:t>8 </a:t>
              </a:r>
            </a:p>
          </p:txBody>
        </p:sp>
        <p:sp>
          <p:nvSpPr>
            <p:cNvPr id="46103" name="Text Box 44"/>
            <p:cNvSpPr txBox="1">
              <a:spLocks noChangeArrowheads="1"/>
            </p:cNvSpPr>
            <p:nvPr/>
          </p:nvSpPr>
          <p:spPr bwMode="auto">
            <a:xfrm>
              <a:off x="1440" y="1824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0">
                  <a:solidFill>
                    <a:schemeClr val="tx1"/>
                  </a:solidFill>
                  <a:sym typeface="Wingdings" panose="05000000000000000000" pitchFamily="2" charset="2"/>
                </a:rPr>
                <a:t>  </a:t>
              </a:r>
              <a:r>
                <a:rPr lang="en-US" altLang="zh-CN" sz="2000">
                  <a:solidFill>
                    <a:schemeClr val="tx1"/>
                  </a:solidFill>
                </a:rPr>
                <a:t>T</a:t>
              </a:r>
              <a:r>
                <a:rPr lang="en-US" altLang="zh-CN" sz="2000" i="0" baseline="-25000">
                  <a:solidFill>
                    <a:schemeClr val="tx1"/>
                  </a:solidFill>
                </a:rPr>
                <a:t>4 </a:t>
              </a:r>
              <a:endParaRPr lang="en-US" altLang="zh-CN" sz="2800" i="0">
                <a:solidFill>
                  <a:schemeClr val="tx1"/>
                </a:solidFill>
              </a:endParaRPr>
            </a:p>
          </p:txBody>
        </p:sp>
        <p:sp>
          <p:nvSpPr>
            <p:cNvPr id="46104" name="Text Box 52"/>
            <p:cNvSpPr txBox="1">
              <a:spLocks noChangeArrowheads="1"/>
            </p:cNvSpPr>
            <p:nvPr/>
          </p:nvSpPr>
          <p:spPr bwMode="auto">
            <a:xfrm>
              <a:off x="1440" y="1392"/>
              <a:ext cx="528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0">
                  <a:solidFill>
                    <a:schemeClr val="tx1"/>
                  </a:solidFill>
                  <a:sym typeface="Wingdings" panose="05000000000000000000" pitchFamily="2" charset="2"/>
                </a:rPr>
                <a:t></a:t>
              </a:r>
              <a:r>
                <a:rPr lang="en-US" altLang="zh-CN" sz="2000" i="0">
                  <a:solidFill>
                    <a:schemeClr val="tx1"/>
                  </a:solidFill>
                </a:rPr>
                <a:t>  </a:t>
              </a:r>
              <a:r>
                <a:rPr lang="en-US" altLang="zh-CN" sz="2000">
                  <a:solidFill>
                    <a:schemeClr val="tx1"/>
                  </a:solidFill>
                </a:rPr>
                <a:t>T</a:t>
              </a:r>
              <a:r>
                <a:rPr lang="en-US" altLang="zh-CN" sz="2000" i="0" baseline="-25000">
                  <a:solidFill>
                    <a:schemeClr val="tx1"/>
                  </a:solidFill>
                </a:rPr>
                <a:t>2 </a:t>
              </a:r>
              <a:endParaRPr lang="en-US" altLang="zh-CN" sz="2800" i="0">
                <a:solidFill>
                  <a:schemeClr val="tx1"/>
                </a:solidFill>
              </a:endParaRPr>
            </a:p>
          </p:txBody>
        </p:sp>
        <p:sp>
          <p:nvSpPr>
            <p:cNvPr id="46105" name="Text Box 60"/>
            <p:cNvSpPr txBox="1">
              <a:spLocks noChangeArrowheads="1"/>
            </p:cNvSpPr>
            <p:nvPr/>
          </p:nvSpPr>
          <p:spPr bwMode="auto">
            <a:xfrm>
              <a:off x="2496" y="1392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0">
                  <a:solidFill>
                    <a:schemeClr val="tx1"/>
                  </a:solidFill>
                  <a:sym typeface="Wingdings" panose="05000000000000000000" pitchFamily="2" charset="2"/>
                </a:rPr>
                <a:t></a:t>
              </a:r>
              <a:r>
                <a:rPr lang="en-US" altLang="zh-CN" sz="2000" i="0">
                  <a:solidFill>
                    <a:schemeClr val="tx1"/>
                  </a:solidFill>
                </a:rPr>
                <a:t>  </a:t>
              </a:r>
              <a:r>
                <a:rPr lang="en-US" altLang="zh-CN" sz="2000">
                  <a:solidFill>
                    <a:schemeClr val="tx1"/>
                  </a:solidFill>
                </a:rPr>
                <a:t>S</a:t>
              </a:r>
              <a:r>
                <a:rPr lang="en-US" altLang="zh-CN" sz="2000" i="0" baseline="-25000">
                  <a:solidFill>
                    <a:schemeClr val="tx1"/>
                  </a:solidFill>
                </a:rPr>
                <a:t>1</a:t>
              </a:r>
              <a:endParaRPr lang="en-US" altLang="zh-CN" sz="2800" i="0">
                <a:solidFill>
                  <a:schemeClr val="tx1"/>
                </a:solidFill>
              </a:endParaRPr>
            </a:p>
          </p:txBody>
        </p:sp>
        <p:sp>
          <p:nvSpPr>
            <p:cNvPr id="46106" name="Text Box 68"/>
            <p:cNvSpPr txBox="1">
              <a:spLocks noChangeArrowheads="1"/>
            </p:cNvSpPr>
            <p:nvPr/>
          </p:nvSpPr>
          <p:spPr bwMode="auto">
            <a:xfrm>
              <a:off x="4512" y="2352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0">
                  <a:solidFill>
                    <a:schemeClr val="tx1"/>
                  </a:solidFill>
                  <a:sym typeface="Wingdings" panose="05000000000000000000" pitchFamily="2" charset="2"/>
                </a:rPr>
                <a:t></a:t>
              </a:r>
              <a:r>
                <a:rPr lang="en-US" altLang="zh-CN" sz="2000" i="0">
                  <a:solidFill>
                    <a:schemeClr val="tx1"/>
                  </a:solidFill>
                </a:rPr>
                <a:t>  </a:t>
              </a:r>
              <a:r>
                <a:rPr lang="en-US" altLang="zh-CN" sz="2000">
                  <a:solidFill>
                    <a:schemeClr val="tx1"/>
                  </a:solidFill>
                </a:rPr>
                <a:t>R</a:t>
              </a:r>
              <a:r>
                <a:rPr lang="en-US" altLang="zh-CN" sz="2000" i="0" baseline="-25000">
                  <a:solidFill>
                    <a:schemeClr val="tx1"/>
                  </a:solidFill>
                </a:rPr>
                <a:t>1 </a:t>
              </a:r>
              <a:endParaRPr lang="en-US" altLang="zh-CN" sz="2800" i="0">
                <a:solidFill>
                  <a:schemeClr val="tx1"/>
                </a:solidFill>
              </a:endParaRPr>
            </a:p>
          </p:txBody>
        </p:sp>
        <p:sp>
          <p:nvSpPr>
            <p:cNvPr id="46107" name="Text Box 76"/>
            <p:cNvSpPr txBox="1">
              <a:spLocks noChangeArrowheads="1"/>
            </p:cNvSpPr>
            <p:nvPr/>
          </p:nvSpPr>
          <p:spPr bwMode="auto">
            <a:xfrm>
              <a:off x="2496" y="1824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0">
                  <a:solidFill>
                    <a:schemeClr val="tx1"/>
                  </a:solidFill>
                  <a:sym typeface="Wingdings" panose="05000000000000000000" pitchFamily="2" charset="2"/>
                </a:rPr>
                <a:t></a:t>
              </a:r>
              <a:r>
                <a:rPr lang="en-US" altLang="zh-CN" sz="2000" i="0">
                  <a:solidFill>
                    <a:schemeClr val="tx1"/>
                  </a:solidFill>
                </a:rPr>
                <a:t>  </a:t>
              </a:r>
              <a:r>
                <a:rPr lang="en-US" altLang="zh-CN" sz="2000">
                  <a:solidFill>
                    <a:schemeClr val="tx1"/>
                  </a:solidFill>
                </a:rPr>
                <a:t>S</a:t>
              </a:r>
              <a:r>
                <a:rPr lang="en-US" altLang="zh-CN" sz="2000" i="0" baseline="-25000">
                  <a:solidFill>
                    <a:schemeClr val="tx1"/>
                  </a:solidFill>
                </a:rPr>
                <a:t>2 </a:t>
              </a:r>
              <a:endParaRPr lang="en-US" altLang="zh-CN" sz="2800" i="0">
                <a:solidFill>
                  <a:schemeClr val="tx1"/>
                </a:solidFill>
              </a:endParaRPr>
            </a:p>
          </p:txBody>
        </p:sp>
        <p:sp>
          <p:nvSpPr>
            <p:cNvPr id="46108" name="Text Box 84"/>
            <p:cNvSpPr txBox="1">
              <a:spLocks noChangeArrowheads="1"/>
            </p:cNvSpPr>
            <p:nvPr/>
          </p:nvSpPr>
          <p:spPr bwMode="auto">
            <a:xfrm>
              <a:off x="3648" y="1824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0">
                  <a:solidFill>
                    <a:schemeClr val="tx1"/>
                  </a:solidFill>
                  <a:sym typeface="Wingdings" panose="05000000000000000000" pitchFamily="2" charset="2"/>
                </a:rPr>
                <a:t></a:t>
              </a:r>
              <a:r>
                <a:rPr lang="en-US" altLang="zh-CN" sz="2000" i="0">
                  <a:solidFill>
                    <a:schemeClr val="tx1"/>
                  </a:solidFill>
                </a:rPr>
                <a:t>  </a:t>
              </a:r>
              <a:r>
                <a:rPr lang="en-US" altLang="zh-CN" sz="2000">
                  <a:solidFill>
                    <a:schemeClr val="tx1"/>
                  </a:solidFill>
                </a:rPr>
                <a:t>C</a:t>
              </a:r>
              <a:r>
                <a:rPr lang="en-US" altLang="zh-CN" sz="2000" i="0" baseline="-25000">
                  <a:solidFill>
                    <a:schemeClr val="tx1"/>
                  </a:solidFill>
                </a:rPr>
                <a:t>1 </a:t>
              </a:r>
              <a:endParaRPr lang="en-US" altLang="zh-CN" sz="2800" i="0">
                <a:solidFill>
                  <a:schemeClr val="tx1"/>
                </a:solidFill>
              </a:endParaRPr>
            </a:p>
          </p:txBody>
        </p:sp>
        <p:sp>
          <p:nvSpPr>
            <p:cNvPr id="46109" name="Text Box 92"/>
            <p:cNvSpPr txBox="1">
              <a:spLocks noChangeArrowheads="1"/>
            </p:cNvSpPr>
            <p:nvPr/>
          </p:nvSpPr>
          <p:spPr bwMode="auto">
            <a:xfrm>
              <a:off x="3648" y="2352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0">
                  <a:solidFill>
                    <a:schemeClr val="tx1"/>
                  </a:solidFill>
                  <a:sym typeface="Wingdings" panose="05000000000000000000" pitchFamily="2" charset="2"/>
                </a:rPr>
                <a:t></a:t>
              </a:r>
              <a:r>
                <a:rPr lang="en-US" altLang="zh-CN" sz="2000" i="0">
                  <a:solidFill>
                    <a:schemeClr val="tx1"/>
                  </a:solidFill>
                </a:rPr>
                <a:t>  </a:t>
              </a:r>
              <a:r>
                <a:rPr lang="en-US" altLang="zh-CN" sz="2000">
                  <a:solidFill>
                    <a:schemeClr val="tx1"/>
                  </a:solidFill>
                </a:rPr>
                <a:t>C</a:t>
              </a:r>
              <a:r>
                <a:rPr lang="en-US" altLang="zh-CN" sz="2000" i="0" baseline="-25000">
                  <a:solidFill>
                    <a:schemeClr val="tx1"/>
                  </a:solidFill>
                </a:rPr>
                <a:t>2 </a:t>
              </a:r>
            </a:p>
          </p:txBody>
        </p:sp>
        <p:sp>
          <p:nvSpPr>
            <p:cNvPr id="46110" name="Text Box 100"/>
            <p:cNvSpPr txBox="1">
              <a:spLocks noChangeArrowheads="1"/>
            </p:cNvSpPr>
            <p:nvPr/>
          </p:nvSpPr>
          <p:spPr bwMode="auto">
            <a:xfrm>
              <a:off x="2496" y="2352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0">
                  <a:solidFill>
                    <a:schemeClr val="tx1"/>
                  </a:solidFill>
                  <a:sym typeface="Wingdings" panose="05000000000000000000" pitchFamily="2" charset="2"/>
                </a:rPr>
                <a:t></a:t>
              </a:r>
              <a:r>
                <a:rPr lang="en-US" altLang="zh-CN" sz="2000" i="0">
                  <a:solidFill>
                    <a:schemeClr val="tx1"/>
                  </a:solidFill>
                </a:rPr>
                <a:t>  </a:t>
              </a:r>
              <a:r>
                <a:rPr lang="en-US" altLang="zh-CN" sz="2000">
                  <a:solidFill>
                    <a:schemeClr val="tx1"/>
                  </a:solidFill>
                </a:rPr>
                <a:t>S</a:t>
              </a:r>
              <a:r>
                <a:rPr lang="en-US" altLang="zh-CN" sz="2000" i="0" baseline="-25000">
                  <a:solidFill>
                    <a:schemeClr val="tx1"/>
                  </a:solidFill>
                </a:rPr>
                <a:t>4 </a:t>
              </a:r>
              <a:endParaRPr lang="en-US" altLang="zh-CN" sz="2800" i="0">
                <a:solidFill>
                  <a:schemeClr val="tx1"/>
                </a:solidFill>
              </a:endParaRPr>
            </a:p>
          </p:txBody>
        </p:sp>
      </p:grpSp>
      <p:pic>
        <p:nvPicPr>
          <p:cNvPr id="46111" name="Picture 109" descr="j04357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52400"/>
            <a:ext cx="9334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12" name="Picture 110" descr="j041977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5181600"/>
            <a:ext cx="76358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6113" name="Group 111"/>
          <p:cNvGrpSpPr/>
          <p:nvPr/>
        </p:nvGrpSpPr>
        <p:grpSpPr bwMode="auto">
          <a:xfrm>
            <a:off x="609600" y="685800"/>
            <a:ext cx="8305800" cy="2339975"/>
            <a:chOff x="240" y="2592"/>
            <a:chExt cx="5232" cy="1474"/>
          </a:xfrm>
        </p:grpSpPr>
        <p:sp>
          <p:nvSpPr>
            <p:cNvPr id="46114" name="Text Box 112"/>
            <p:cNvSpPr txBox="1">
              <a:spLocks noChangeArrowheads="1"/>
            </p:cNvSpPr>
            <p:nvPr/>
          </p:nvSpPr>
          <p:spPr bwMode="auto">
            <a:xfrm>
              <a:off x="240" y="2592"/>
              <a:ext cx="19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i="0">
                  <a:solidFill>
                    <a:schemeClr val="tx1"/>
                  </a:solidFill>
                </a:rPr>
                <a:t>从而得三个加速公式：</a:t>
              </a:r>
            </a:p>
          </p:txBody>
        </p:sp>
        <p:graphicFrame>
          <p:nvGraphicFramePr>
            <p:cNvPr id="46115" name="Object 113"/>
            <p:cNvGraphicFramePr/>
            <p:nvPr/>
          </p:nvGraphicFramePr>
          <p:xfrm>
            <a:off x="2256" y="2592"/>
            <a:ext cx="1517" cy="1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26" r:id="rId5" imgW="1257300" imgH="1219200" progId="Equation.DSMT4">
                    <p:embed/>
                  </p:oleObj>
                </mc:Choice>
                <mc:Fallback>
                  <p:oleObj r:id="rId5" imgW="1257300" imgH="1219200" progId="Equation.DSMT4">
                    <p:embed/>
                    <p:pic>
                      <p:nvPicPr>
                        <p:cNvPr id="0" name="Object 1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592"/>
                          <a:ext cx="1517" cy="1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16" name="Text Box 114"/>
            <p:cNvSpPr txBox="1">
              <a:spLocks noChangeArrowheads="1"/>
            </p:cNvSpPr>
            <p:nvPr/>
          </p:nvSpPr>
          <p:spPr bwMode="auto">
            <a:xfrm>
              <a:off x="3792" y="3744"/>
              <a:ext cx="1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i="0">
                  <a:solidFill>
                    <a:srgbClr val="FF0000"/>
                  </a:solidFill>
                </a:rPr>
                <a:t>——Romberg</a:t>
              </a:r>
              <a:r>
                <a:rPr lang="zh-CN" altLang="en-US" i="0">
                  <a:solidFill>
                    <a:srgbClr val="FF0000"/>
                  </a:solidFill>
                </a:rPr>
                <a:t>公式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6"/>
          <p:cNvSpPr>
            <a:spLocks noChangeArrowheads="1"/>
          </p:cNvSpPr>
          <p:nvPr/>
        </p:nvSpPr>
        <p:spPr bwMode="auto">
          <a:xfrm>
            <a:off x="527050" y="577850"/>
            <a:ext cx="658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800" i="0">
                <a:solidFill>
                  <a:srgbClr val="FF0000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800" i="0">
                <a:solidFill>
                  <a:srgbClr val="FF00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7106" name="Rectangle 7"/>
          <p:cNvSpPr>
            <a:spLocks noChangeArrowheads="1"/>
          </p:cNvSpPr>
          <p:nvPr/>
        </p:nvSpPr>
        <p:spPr bwMode="auto">
          <a:xfrm>
            <a:off x="1371600" y="6096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i="0">
                <a:solidFill>
                  <a:srgbClr val="000066"/>
                </a:solidFill>
                <a:latin typeface="Arial" panose="020B0604020202020204" pitchFamily="34" charset="0"/>
              </a:rPr>
              <a:t>利用数据表</a:t>
            </a:r>
            <a:r>
              <a:rPr lang="zh-CN" altLang="en-US" i="0">
                <a:solidFill>
                  <a:srgbClr val="000066"/>
                </a:solidFill>
              </a:rPr>
              <a:t>计算积分</a:t>
            </a:r>
          </a:p>
        </p:txBody>
      </p:sp>
      <p:graphicFrame>
        <p:nvGraphicFramePr>
          <p:cNvPr id="47107" name="Object 8"/>
          <p:cNvGraphicFramePr/>
          <p:nvPr/>
        </p:nvGraphicFramePr>
        <p:xfrm>
          <a:off x="4419600" y="457200"/>
          <a:ext cx="43180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29" r:id="rId3" imgW="1147445" imgH="194310" progId="Equation.DSMT4">
                  <p:embed/>
                </p:oleObj>
              </mc:Choice>
              <mc:Fallback>
                <p:oleObj r:id="rId3" imgW="1147445" imgH="19431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57200"/>
                        <a:ext cx="43180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92" name="Rectangle 44"/>
          <p:cNvSpPr>
            <a:spLocks noChangeArrowheads="1"/>
          </p:cNvSpPr>
          <p:nvPr/>
        </p:nvSpPr>
        <p:spPr bwMode="auto">
          <a:xfrm>
            <a:off x="304800" y="25908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i="0">
                <a:solidFill>
                  <a:srgbClr val="FF33CC"/>
                </a:solidFill>
                <a:latin typeface="Arial" panose="020B0604020202020204" pitchFamily="34" charset="0"/>
              </a:rPr>
              <a:t>解：</a:t>
            </a:r>
          </a:p>
        </p:txBody>
      </p:sp>
      <p:sp>
        <p:nvSpPr>
          <p:cNvPr id="47109" name="Line 46"/>
          <p:cNvSpPr>
            <a:spLocks noChangeShapeType="1"/>
          </p:cNvSpPr>
          <p:nvPr/>
        </p:nvSpPr>
        <p:spPr bwMode="auto">
          <a:xfrm flipV="1">
            <a:off x="990600" y="2743200"/>
            <a:ext cx="7467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0" name="Line 47"/>
          <p:cNvSpPr>
            <a:spLocks noChangeShapeType="1"/>
          </p:cNvSpPr>
          <p:nvPr/>
        </p:nvSpPr>
        <p:spPr bwMode="auto">
          <a:xfrm flipV="1">
            <a:off x="990600" y="3276600"/>
            <a:ext cx="7467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1" name="Line 48"/>
          <p:cNvSpPr>
            <a:spLocks noChangeShapeType="1"/>
          </p:cNvSpPr>
          <p:nvPr/>
        </p:nvSpPr>
        <p:spPr bwMode="auto">
          <a:xfrm flipV="1">
            <a:off x="1066800" y="6248400"/>
            <a:ext cx="7391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2" name="Line 49"/>
          <p:cNvSpPr>
            <a:spLocks noChangeShapeType="1"/>
          </p:cNvSpPr>
          <p:nvPr/>
        </p:nvSpPr>
        <p:spPr bwMode="auto">
          <a:xfrm flipH="1">
            <a:off x="1524000" y="2743200"/>
            <a:ext cx="0" cy="3505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7113" name="Object 50"/>
          <p:cNvGraphicFramePr/>
          <p:nvPr/>
        </p:nvGraphicFramePr>
        <p:xfrm>
          <a:off x="1143000" y="2819400"/>
          <a:ext cx="27781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0" r:id="rId5" imgW="127000" imgH="177165" progId="Equation.DSMT4">
                  <p:embed/>
                </p:oleObj>
              </mc:Choice>
              <mc:Fallback>
                <p:oleObj r:id="rId5" imgW="127000" imgH="177165" progId="Equation.DSMT4">
                  <p:embed/>
                  <p:pic>
                    <p:nvPicPr>
                      <p:cNvPr id="0" name="Object 5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819400"/>
                        <a:ext cx="277813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4" name="Object 51"/>
          <p:cNvGraphicFramePr/>
          <p:nvPr/>
        </p:nvGraphicFramePr>
        <p:xfrm>
          <a:off x="1143000" y="3505200"/>
          <a:ext cx="23495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1" r:id="rId7" imgW="127000" imgH="177165" progId="Equation.DSMT4">
                  <p:embed/>
                </p:oleObj>
              </mc:Choice>
              <mc:Fallback>
                <p:oleObj r:id="rId7" imgW="127000" imgH="177165" progId="Equation.DSMT4">
                  <p:embed/>
                  <p:pic>
                    <p:nvPicPr>
                      <p:cNvPr id="0" name="Object 5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505200"/>
                        <a:ext cx="23495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5" name="Object 54"/>
          <p:cNvGraphicFramePr/>
          <p:nvPr/>
        </p:nvGraphicFramePr>
        <p:xfrm>
          <a:off x="3810000" y="2819400"/>
          <a:ext cx="5334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2" r:id="rId9" imgW="279400" imgH="241300" progId="Equation.DSMT4">
                  <p:embed/>
                </p:oleObj>
              </mc:Choice>
              <mc:Fallback>
                <p:oleObj r:id="rId9" imgW="279400" imgH="241300" progId="Equation.DSMT4">
                  <p:embed/>
                  <p:pic>
                    <p:nvPicPr>
                      <p:cNvPr id="0" name="Object 54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819400"/>
                        <a:ext cx="5334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6" name="Object 55"/>
          <p:cNvGraphicFramePr/>
          <p:nvPr/>
        </p:nvGraphicFramePr>
        <p:xfrm>
          <a:off x="1143000" y="4191000"/>
          <a:ext cx="165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3" r:id="rId11" imgW="88265" imgH="164465" progId="Equation.DSMT4">
                  <p:embed/>
                </p:oleObj>
              </mc:Choice>
              <mc:Fallback>
                <p:oleObj r:id="rId11" imgW="88265" imgH="164465" progId="Equation.DSMT4">
                  <p:embed/>
                  <p:pic>
                    <p:nvPicPr>
                      <p:cNvPr id="0" name="Object 55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191000"/>
                        <a:ext cx="165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7" name="Object 56"/>
          <p:cNvGraphicFramePr/>
          <p:nvPr/>
        </p:nvGraphicFramePr>
        <p:xfrm>
          <a:off x="1143000" y="4876800"/>
          <a:ext cx="2365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4" r:id="rId13" imgW="127000" imgH="164465" progId="Equation.DSMT4">
                  <p:embed/>
                </p:oleObj>
              </mc:Choice>
              <mc:Fallback>
                <p:oleObj r:id="rId13" imgW="127000" imgH="164465" progId="Equation.DSMT4">
                  <p:embed/>
                  <p:pic>
                    <p:nvPicPr>
                      <p:cNvPr id="0" name="Object 56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876800"/>
                        <a:ext cx="23653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8" name="Object 57"/>
          <p:cNvGraphicFramePr/>
          <p:nvPr/>
        </p:nvGraphicFramePr>
        <p:xfrm>
          <a:off x="1143000" y="5638800"/>
          <a:ext cx="21272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5" r:id="rId15" imgW="114300" imgH="177800" progId="Equation.DSMT4">
                  <p:embed/>
                </p:oleObj>
              </mc:Choice>
              <mc:Fallback>
                <p:oleObj r:id="rId15" imgW="114300" imgH="177800" progId="Equation.DSMT4">
                  <p:embed/>
                  <p:pic>
                    <p:nvPicPr>
                      <p:cNvPr id="0" name="Object 57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638800"/>
                        <a:ext cx="212725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9" name="Line 85"/>
          <p:cNvSpPr>
            <a:spLocks noChangeShapeType="1"/>
          </p:cNvSpPr>
          <p:nvPr/>
        </p:nvSpPr>
        <p:spPr bwMode="auto">
          <a:xfrm flipH="1">
            <a:off x="3200400" y="2743200"/>
            <a:ext cx="0" cy="3505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7120" name="Object 87"/>
          <p:cNvGraphicFramePr/>
          <p:nvPr/>
        </p:nvGraphicFramePr>
        <p:xfrm>
          <a:off x="2209800" y="2819400"/>
          <a:ext cx="3873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6" r:id="rId17" imgW="203200" imgH="241300" progId="Equation.DSMT4">
                  <p:embed/>
                </p:oleObj>
              </mc:Choice>
              <mc:Fallback>
                <p:oleObj r:id="rId17" imgW="203200" imgH="241300" progId="Equation.DSMT4">
                  <p:embed/>
                  <p:pic>
                    <p:nvPicPr>
                      <p:cNvPr id="0" name="Object 87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819400"/>
                        <a:ext cx="38735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1" name="Object 88"/>
          <p:cNvGraphicFramePr/>
          <p:nvPr/>
        </p:nvGraphicFramePr>
        <p:xfrm>
          <a:off x="5486400" y="2819400"/>
          <a:ext cx="58261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7" r:id="rId19" imgW="304800" imgH="241300" progId="Equation.DSMT4">
                  <p:embed/>
                </p:oleObj>
              </mc:Choice>
              <mc:Fallback>
                <p:oleObj r:id="rId19" imgW="304800" imgH="241300" progId="Equation.DSMT4">
                  <p:embed/>
                  <p:pic>
                    <p:nvPicPr>
                      <p:cNvPr id="0" name="Object 88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58261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2" name="Object 89"/>
          <p:cNvGraphicFramePr/>
          <p:nvPr/>
        </p:nvGraphicFramePr>
        <p:xfrm>
          <a:off x="7391400" y="2819400"/>
          <a:ext cx="5810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8" r:id="rId21" imgW="304800" imgH="241300" progId="Equation.DSMT4">
                  <p:embed/>
                </p:oleObj>
              </mc:Choice>
              <mc:Fallback>
                <p:oleObj r:id="rId21" imgW="304800" imgH="241300" progId="Equation.DSMT4">
                  <p:embed/>
                  <p:pic>
                    <p:nvPicPr>
                      <p:cNvPr id="0" name="Object 89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819400"/>
                        <a:ext cx="5810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3" name="Line 94"/>
          <p:cNvSpPr>
            <a:spLocks noChangeShapeType="1"/>
          </p:cNvSpPr>
          <p:nvPr/>
        </p:nvSpPr>
        <p:spPr bwMode="auto">
          <a:xfrm flipH="1">
            <a:off x="4953000" y="2743200"/>
            <a:ext cx="0" cy="3505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4" name="Line 95"/>
          <p:cNvSpPr>
            <a:spLocks noChangeShapeType="1"/>
          </p:cNvSpPr>
          <p:nvPr/>
        </p:nvSpPr>
        <p:spPr bwMode="auto">
          <a:xfrm flipH="1">
            <a:off x="6781800" y="2743200"/>
            <a:ext cx="0" cy="3505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7125" name="Object 96"/>
          <p:cNvGraphicFramePr/>
          <p:nvPr/>
        </p:nvGraphicFramePr>
        <p:xfrm>
          <a:off x="1752600" y="3505200"/>
          <a:ext cx="1281113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9" r:id="rId23" imgW="671830" imgH="177800" progId="Equation.DSMT4">
                  <p:embed/>
                </p:oleObj>
              </mc:Choice>
              <mc:Fallback>
                <p:oleObj r:id="rId23" imgW="671830" imgH="177800" progId="Equation.DSMT4">
                  <p:embed/>
                  <p:pic>
                    <p:nvPicPr>
                      <p:cNvPr id="0" name="Object 96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505200"/>
                        <a:ext cx="1281113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6" name="Object 97"/>
          <p:cNvGraphicFramePr/>
          <p:nvPr/>
        </p:nvGraphicFramePr>
        <p:xfrm>
          <a:off x="1752600" y="4191000"/>
          <a:ext cx="1306513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40" r:id="rId25" imgW="684530" imgH="177800" progId="Equation.DSMT4">
                  <p:embed/>
                </p:oleObj>
              </mc:Choice>
              <mc:Fallback>
                <p:oleObj r:id="rId25" imgW="684530" imgH="177800" progId="Equation.DSMT4">
                  <p:embed/>
                  <p:pic>
                    <p:nvPicPr>
                      <p:cNvPr id="0" name="Object 97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191000"/>
                        <a:ext cx="1306513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7" name="Object 98"/>
          <p:cNvGraphicFramePr/>
          <p:nvPr/>
        </p:nvGraphicFramePr>
        <p:xfrm>
          <a:off x="1752600" y="4876800"/>
          <a:ext cx="130492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41" r:id="rId27" imgW="684530" imgH="177800" progId="Equation.DSMT4">
                  <p:embed/>
                </p:oleObj>
              </mc:Choice>
              <mc:Fallback>
                <p:oleObj r:id="rId27" imgW="684530" imgH="177800" progId="Equation.DSMT4">
                  <p:embed/>
                  <p:pic>
                    <p:nvPicPr>
                      <p:cNvPr id="0" name="Object 98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876800"/>
                        <a:ext cx="130492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8" name="Object 99"/>
          <p:cNvGraphicFramePr/>
          <p:nvPr/>
        </p:nvGraphicFramePr>
        <p:xfrm>
          <a:off x="1752600" y="5638800"/>
          <a:ext cx="130492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42" r:id="rId29" imgW="684530" imgH="177800" progId="Equation.DSMT4">
                  <p:embed/>
                </p:oleObj>
              </mc:Choice>
              <mc:Fallback>
                <p:oleObj r:id="rId29" imgW="684530" imgH="177800" progId="Equation.DSMT4">
                  <p:embed/>
                  <p:pic>
                    <p:nvPicPr>
                      <p:cNvPr id="0" name="Object 99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638800"/>
                        <a:ext cx="130492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9" name="Object 100"/>
          <p:cNvGraphicFramePr/>
          <p:nvPr/>
        </p:nvGraphicFramePr>
        <p:xfrm>
          <a:off x="3452813" y="4191000"/>
          <a:ext cx="1257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43" r:id="rId31" imgW="659130" imgH="177800" progId="Equation.DSMT4">
                  <p:embed/>
                </p:oleObj>
              </mc:Choice>
              <mc:Fallback>
                <p:oleObj r:id="rId31" imgW="659130" imgH="177800" progId="Equation.DSMT4">
                  <p:embed/>
                  <p:pic>
                    <p:nvPicPr>
                      <p:cNvPr id="0" name="Object 100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3" y="4191000"/>
                        <a:ext cx="1257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0" name="Object 101"/>
          <p:cNvGraphicFramePr/>
          <p:nvPr/>
        </p:nvGraphicFramePr>
        <p:xfrm>
          <a:off x="3440113" y="4876800"/>
          <a:ext cx="12811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44" r:id="rId33" imgW="671830" imgH="177800" progId="Equation.DSMT4">
                  <p:embed/>
                </p:oleObj>
              </mc:Choice>
              <mc:Fallback>
                <p:oleObj r:id="rId33" imgW="671830" imgH="177800" progId="Equation.DSMT4">
                  <p:embed/>
                  <p:pic>
                    <p:nvPicPr>
                      <p:cNvPr id="0" name="Object 101"/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4876800"/>
                        <a:ext cx="1281112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1" name="Object 102"/>
          <p:cNvGraphicFramePr/>
          <p:nvPr/>
        </p:nvGraphicFramePr>
        <p:xfrm>
          <a:off x="3441700" y="5638800"/>
          <a:ext cx="127952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45" r:id="rId35" imgW="671830" imgH="177800" progId="Equation.DSMT4">
                  <p:embed/>
                </p:oleObj>
              </mc:Choice>
              <mc:Fallback>
                <p:oleObj r:id="rId35" imgW="671830" imgH="177800" progId="Equation.DSMT4">
                  <p:embed/>
                  <p:pic>
                    <p:nvPicPr>
                      <p:cNvPr id="0" name="Object 102"/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5638800"/>
                        <a:ext cx="127952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2" name="Object 103"/>
          <p:cNvGraphicFramePr/>
          <p:nvPr/>
        </p:nvGraphicFramePr>
        <p:xfrm>
          <a:off x="5195888" y="4876800"/>
          <a:ext cx="1277937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46" r:id="rId37" imgW="671830" imgH="177800" progId="Equation.DSMT4">
                  <p:embed/>
                </p:oleObj>
              </mc:Choice>
              <mc:Fallback>
                <p:oleObj r:id="rId37" imgW="671830" imgH="177800" progId="Equation.DSMT4">
                  <p:embed/>
                  <p:pic>
                    <p:nvPicPr>
                      <p:cNvPr id="0" name="Object 103"/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888" y="4876800"/>
                        <a:ext cx="1277937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3" name="Object 104"/>
          <p:cNvGraphicFramePr/>
          <p:nvPr/>
        </p:nvGraphicFramePr>
        <p:xfrm>
          <a:off x="5194300" y="5638800"/>
          <a:ext cx="127952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47" r:id="rId39" imgW="671830" imgH="177800" progId="Equation.DSMT4">
                  <p:embed/>
                </p:oleObj>
              </mc:Choice>
              <mc:Fallback>
                <p:oleObj r:id="rId39" imgW="671830" imgH="177800" progId="Equation.DSMT4">
                  <p:embed/>
                  <p:pic>
                    <p:nvPicPr>
                      <p:cNvPr id="0" name="Object 104"/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5638800"/>
                        <a:ext cx="127952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4" name="Object 105"/>
          <p:cNvGraphicFramePr/>
          <p:nvPr/>
        </p:nvGraphicFramePr>
        <p:xfrm>
          <a:off x="6934200" y="5638800"/>
          <a:ext cx="127952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48" r:id="rId41" imgW="671830" imgH="177800" progId="Equation.DSMT4">
                  <p:embed/>
                </p:oleObj>
              </mc:Choice>
              <mc:Fallback>
                <p:oleObj r:id="rId41" imgW="671830" imgH="177800" progId="Equation.DSMT4">
                  <p:embed/>
                  <p:pic>
                    <p:nvPicPr>
                      <p:cNvPr id="0" name="Object 105"/>
                      <p:cNvPicPr>
                        <a:picLocks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5638800"/>
                        <a:ext cx="127952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35" name="Group 149"/>
          <p:cNvGrpSpPr/>
          <p:nvPr/>
        </p:nvGrpSpPr>
        <p:grpSpPr bwMode="auto">
          <a:xfrm>
            <a:off x="762000" y="1219200"/>
            <a:ext cx="7696200" cy="1066800"/>
            <a:chOff x="384" y="720"/>
            <a:chExt cx="4848" cy="672"/>
          </a:xfrm>
        </p:grpSpPr>
        <p:grpSp>
          <p:nvGrpSpPr>
            <p:cNvPr id="47136" name="Group 146"/>
            <p:cNvGrpSpPr/>
            <p:nvPr/>
          </p:nvGrpSpPr>
          <p:grpSpPr bwMode="auto">
            <a:xfrm>
              <a:off x="432" y="768"/>
              <a:ext cx="4752" cy="618"/>
              <a:chOff x="432" y="768"/>
              <a:chExt cx="4752" cy="618"/>
            </a:xfrm>
          </p:grpSpPr>
          <p:graphicFrame>
            <p:nvGraphicFramePr>
              <p:cNvPr id="47137" name="Object 117"/>
              <p:cNvGraphicFramePr/>
              <p:nvPr/>
            </p:nvGraphicFramePr>
            <p:xfrm>
              <a:off x="528" y="768"/>
              <a:ext cx="20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349" r:id="rId43" imgW="165100" imgH="228600" progId="Equation.DSMT4">
                      <p:embed/>
                    </p:oleObj>
                  </mc:Choice>
                  <mc:Fallback>
                    <p:oleObj r:id="rId43" imgW="165100" imgH="228600" progId="Equation.DSMT4">
                      <p:embed/>
                      <p:pic>
                        <p:nvPicPr>
                          <p:cNvPr id="0" name="Object 11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" y="768"/>
                            <a:ext cx="20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38" name="Object 118"/>
              <p:cNvGraphicFramePr/>
              <p:nvPr/>
            </p:nvGraphicFramePr>
            <p:xfrm>
              <a:off x="432" y="1104"/>
              <a:ext cx="384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350" r:id="rId45" imgW="431165" imgH="254000" progId="Equation.DSMT4">
                      <p:embed/>
                    </p:oleObj>
                  </mc:Choice>
                  <mc:Fallback>
                    <p:oleObj r:id="rId45" imgW="431165" imgH="254000" progId="Equation.DSMT4">
                      <p:embed/>
                      <p:pic>
                        <p:nvPicPr>
                          <p:cNvPr id="0" name="Object 11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" y="1104"/>
                            <a:ext cx="384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39" name="Rectangle 119"/>
              <p:cNvSpPr>
                <a:spLocks noChangeArrowheads="1"/>
              </p:cNvSpPr>
              <p:nvPr/>
            </p:nvSpPr>
            <p:spPr bwMode="auto">
              <a:xfrm>
                <a:off x="960" y="76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8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47140" name="Rectangle 120"/>
              <p:cNvSpPr>
                <a:spLocks noChangeArrowheads="1"/>
              </p:cNvSpPr>
              <p:nvPr/>
            </p:nvSpPr>
            <p:spPr bwMode="auto">
              <a:xfrm>
                <a:off x="1248" y="768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8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1.25</a:t>
                </a:r>
              </a:p>
            </p:txBody>
          </p:sp>
          <p:sp>
            <p:nvSpPr>
              <p:cNvPr id="47141" name="Rectangle 121"/>
              <p:cNvSpPr>
                <a:spLocks noChangeArrowheads="1"/>
              </p:cNvSpPr>
              <p:nvPr/>
            </p:nvSpPr>
            <p:spPr bwMode="auto">
              <a:xfrm>
                <a:off x="2304" y="768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8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1.75</a:t>
                </a:r>
              </a:p>
            </p:txBody>
          </p:sp>
          <p:sp>
            <p:nvSpPr>
              <p:cNvPr id="47142" name="Rectangle 122"/>
              <p:cNvSpPr>
                <a:spLocks noChangeArrowheads="1"/>
              </p:cNvSpPr>
              <p:nvPr/>
            </p:nvSpPr>
            <p:spPr bwMode="auto">
              <a:xfrm>
                <a:off x="2880" y="76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8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47143" name="Rectangle 123"/>
              <p:cNvSpPr>
                <a:spLocks noChangeArrowheads="1"/>
              </p:cNvSpPr>
              <p:nvPr/>
            </p:nvSpPr>
            <p:spPr bwMode="auto">
              <a:xfrm>
                <a:off x="3168" y="768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8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2.25</a:t>
                </a:r>
              </a:p>
            </p:txBody>
          </p:sp>
          <p:sp>
            <p:nvSpPr>
              <p:cNvPr id="47144" name="Rectangle 124"/>
              <p:cNvSpPr>
                <a:spLocks noChangeArrowheads="1"/>
              </p:cNvSpPr>
              <p:nvPr/>
            </p:nvSpPr>
            <p:spPr bwMode="auto">
              <a:xfrm>
                <a:off x="3696" y="768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8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2.5</a:t>
                </a:r>
              </a:p>
            </p:txBody>
          </p:sp>
          <p:sp>
            <p:nvSpPr>
              <p:cNvPr id="47145" name="Rectangle 125"/>
              <p:cNvSpPr>
                <a:spLocks noChangeArrowheads="1"/>
              </p:cNvSpPr>
              <p:nvPr/>
            </p:nvSpPr>
            <p:spPr bwMode="auto">
              <a:xfrm>
                <a:off x="4032" y="768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8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2.75</a:t>
                </a:r>
              </a:p>
            </p:txBody>
          </p:sp>
          <p:sp>
            <p:nvSpPr>
              <p:cNvPr id="47146" name="Rectangle 126"/>
              <p:cNvSpPr>
                <a:spLocks noChangeArrowheads="1"/>
              </p:cNvSpPr>
              <p:nvPr/>
            </p:nvSpPr>
            <p:spPr bwMode="auto">
              <a:xfrm>
                <a:off x="4800" y="768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8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47147" name="Rectangle 127"/>
              <p:cNvSpPr>
                <a:spLocks noChangeArrowheads="1"/>
              </p:cNvSpPr>
              <p:nvPr/>
            </p:nvSpPr>
            <p:spPr bwMode="auto">
              <a:xfrm>
                <a:off x="1824" y="768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8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1.5</a:t>
                </a:r>
              </a:p>
            </p:txBody>
          </p:sp>
          <p:sp>
            <p:nvSpPr>
              <p:cNvPr id="47148" name="Rectangle 128"/>
              <p:cNvSpPr>
                <a:spLocks noChangeArrowheads="1"/>
              </p:cNvSpPr>
              <p:nvPr/>
            </p:nvSpPr>
            <p:spPr bwMode="auto">
              <a:xfrm>
                <a:off x="4608" y="1152"/>
                <a:ext cx="57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2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0.3333333</a:t>
                </a:r>
              </a:p>
            </p:txBody>
          </p:sp>
          <p:sp>
            <p:nvSpPr>
              <p:cNvPr id="47149" name="Rectangle 129"/>
              <p:cNvSpPr>
                <a:spLocks noChangeArrowheads="1"/>
              </p:cNvSpPr>
              <p:nvPr/>
            </p:nvSpPr>
            <p:spPr bwMode="auto">
              <a:xfrm>
                <a:off x="4032" y="1152"/>
                <a:ext cx="57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2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0.3636364</a:t>
                </a:r>
              </a:p>
            </p:txBody>
          </p:sp>
          <p:sp>
            <p:nvSpPr>
              <p:cNvPr id="47150" name="Rectangle 130"/>
              <p:cNvSpPr>
                <a:spLocks noChangeArrowheads="1"/>
              </p:cNvSpPr>
              <p:nvPr/>
            </p:nvSpPr>
            <p:spPr bwMode="auto">
              <a:xfrm>
                <a:off x="3744" y="1152"/>
                <a:ext cx="28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2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0.4</a:t>
                </a:r>
              </a:p>
            </p:txBody>
          </p:sp>
          <p:sp>
            <p:nvSpPr>
              <p:cNvPr id="47151" name="Rectangle 131"/>
              <p:cNvSpPr>
                <a:spLocks noChangeArrowheads="1"/>
              </p:cNvSpPr>
              <p:nvPr/>
            </p:nvSpPr>
            <p:spPr bwMode="auto">
              <a:xfrm>
                <a:off x="3120" y="1152"/>
                <a:ext cx="57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2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0.4444444</a:t>
                </a:r>
              </a:p>
            </p:txBody>
          </p:sp>
          <p:sp>
            <p:nvSpPr>
              <p:cNvPr id="47152" name="Rectangle 132"/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2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0.5</a:t>
                </a:r>
              </a:p>
            </p:txBody>
          </p:sp>
          <p:sp>
            <p:nvSpPr>
              <p:cNvPr id="47153" name="Rectangle 133"/>
              <p:cNvSpPr>
                <a:spLocks noChangeArrowheads="1"/>
              </p:cNvSpPr>
              <p:nvPr/>
            </p:nvSpPr>
            <p:spPr bwMode="auto">
              <a:xfrm>
                <a:off x="2256" y="1152"/>
                <a:ext cx="57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2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0.5714286</a:t>
                </a:r>
              </a:p>
            </p:txBody>
          </p:sp>
          <p:sp>
            <p:nvSpPr>
              <p:cNvPr id="47154" name="Rectangle 134"/>
              <p:cNvSpPr>
                <a:spLocks noChangeArrowheads="1"/>
              </p:cNvSpPr>
              <p:nvPr/>
            </p:nvSpPr>
            <p:spPr bwMode="auto">
              <a:xfrm>
                <a:off x="1680" y="1152"/>
                <a:ext cx="57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2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0.6666667</a:t>
                </a:r>
              </a:p>
            </p:txBody>
          </p:sp>
          <p:sp>
            <p:nvSpPr>
              <p:cNvPr id="47155" name="Rectangle 135"/>
              <p:cNvSpPr>
                <a:spLocks noChangeArrowheads="1"/>
              </p:cNvSpPr>
              <p:nvPr/>
            </p:nvSpPr>
            <p:spPr bwMode="auto">
              <a:xfrm>
                <a:off x="1344" y="1152"/>
                <a:ext cx="24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2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0.8</a:t>
                </a:r>
              </a:p>
            </p:txBody>
          </p:sp>
          <p:sp>
            <p:nvSpPr>
              <p:cNvPr id="47156" name="Rectangle 136"/>
              <p:cNvSpPr>
                <a:spLocks noChangeArrowheads="1"/>
              </p:cNvSpPr>
              <p:nvPr/>
            </p:nvSpPr>
            <p:spPr bwMode="auto">
              <a:xfrm>
                <a:off x="960" y="1104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600" i="0">
                    <a:solidFill>
                      <a:srgbClr val="000066"/>
                    </a:solidFill>
                    <a:latin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47157" name="Group 148"/>
            <p:cNvGrpSpPr/>
            <p:nvPr/>
          </p:nvGrpSpPr>
          <p:grpSpPr bwMode="auto">
            <a:xfrm>
              <a:off x="384" y="720"/>
              <a:ext cx="4848" cy="672"/>
              <a:chOff x="384" y="720"/>
              <a:chExt cx="4848" cy="672"/>
            </a:xfrm>
          </p:grpSpPr>
          <p:sp>
            <p:nvSpPr>
              <p:cNvPr id="47158" name="Line 107"/>
              <p:cNvSpPr>
                <a:spLocks noChangeShapeType="1"/>
              </p:cNvSpPr>
              <p:nvPr/>
            </p:nvSpPr>
            <p:spPr bwMode="auto">
              <a:xfrm>
                <a:off x="384" y="720"/>
                <a:ext cx="484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7159" name="Group 147"/>
              <p:cNvGrpSpPr/>
              <p:nvPr/>
            </p:nvGrpSpPr>
            <p:grpSpPr bwMode="auto">
              <a:xfrm>
                <a:off x="384" y="720"/>
                <a:ext cx="4848" cy="672"/>
                <a:chOff x="384" y="720"/>
                <a:chExt cx="4848" cy="672"/>
              </a:xfrm>
            </p:grpSpPr>
            <p:sp>
              <p:nvSpPr>
                <p:cNvPr id="47160" name="Line 109"/>
                <p:cNvSpPr>
                  <a:spLocks noChangeShapeType="1"/>
                </p:cNvSpPr>
                <p:nvPr/>
              </p:nvSpPr>
              <p:spPr bwMode="auto">
                <a:xfrm>
                  <a:off x="1680" y="72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61" name="Line 110"/>
                <p:cNvSpPr>
                  <a:spLocks noChangeShapeType="1"/>
                </p:cNvSpPr>
                <p:nvPr/>
              </p:nvSpPr>
              <p:spPr bwMode="auto">
                <a:xfrm>
                  <a:off x="2256" y="72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62" name="Line 111"/>
                <p:cNvSpPr>
                  <a:spLocks noChangeShapeType="1"/>
                </p:cNvSpPr>
                <p:nvPr/>
              </p:nvSpPr>
              <p:spPr bwMode="auto">
                <a:xfrm>
                  <a:off x="2784" y="72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63" name="Line 112"/>
                <p:cNvSpPr>
                  <a:spLocks noChangeShapeType="1"/>
                </p:cNvSpPr>
                <p:nvPr/>
              </p:nvSpPr>
              <p:spPr bwMode="auto">
                <a:xfrm>
                  <a:off x="3696" y="72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64" name="Line 113"/>
                <p:cNvSpPr>
                  <a:spLocks noChangeShapeType="1"/>
                </p:cNvSpPr>
                <p:nvPr/>
              </p:nvSpPr>
              <p:spPr bwMode="auto">
                <a:xfrm>
                  <a:off x="4032" y="72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65" name="Line 114"/>
                <p:cNvSpPr>
                  <a:spLocks noChangeShapeType="1"/>
                </p:cNvSpPr>
                <p:nvPr/>
              </p:nvSpPr>
              <p:spPr bwMode="auto">
                <a:xfrm>
                  <a:off x="4608" y="72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66" name="Line 115"/>
                <p:cNvSpPr>
                  <a:spLocks noChangeShapeType="1"/>
                </p:cNvSpPr>
                <p:nvPr/>
              </p:nvSpPr>
              <p:spPr bwMode="auto">
                <a:xfrm>
                  <a:off x="5232" y="72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67" name="Line 138"/>
                <p:cNvSpPr>
                  <a:spLocks noChangeShapeType="1"/>
                </p:cNvSpPr>
                <p:nvPr/>
              </p:nvSpPr>
              <p:spPr bwMode="auto">
                <a:xfrm>
                  <a:off x="384" y="1056"/>
                  <a:ext cx="484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68" name="Line 139"/>
                <p:cNvSpPr>
                  <a:spLocks noChangeShapeType="1"/>
                </p:cNvSpPr>
                <p:nvPr/>
              </p:nvSpPr>
              <p:spPr bwMode="auto">
                <a:xfrm>
                  <a:off x="384" y="1392"/>
                  <a:ext cx="484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69" name="Line 140"/>
                <p:cNvSpPr>
                  <a:spLocks noChangeShapeType="1"/>
                </p:cNvSpPr>
                <p:nvPr/>
              </p:nvSpPr>
              <p:spPr bwMode="auto">
                <a:xfrm>
                  <a:off x="384" y="72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70" name="Line 141"/>
                <p:cNvSpPr>
                  <a:spLocks noChangeShapeType="1"/>
                </p:cNvSpPr>
                <p:nvPr/>
              </p:nvSpPr>
              <p:spPr bwMode="auto">
                <a:xfrm>
                  <a:off x="864" y="72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71" name="Line 142"/>
                <p:cNvSpPr>
                  <a:spLocks noChangeShapeType="1"/>
                </p:cNvSpPr>
                <p:nvPr/>
              </p:nvSpPr>
              <p:spPr bwMode="auto">
                <a:xfrm>
                  <a:off x="1200" y="72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72" name="Line 143"/>
                <p:cNvSpPr>
                  <a:spLocks noChangeShapeType="1"/>
                </p:cNvSpPr>
                <p:nvPr/>
              </p:nvSpPr>
              <p:spPr bwMode="auto">
                <a:xfrm>
                  <a:off x="3120" y="72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8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8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9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139" descr="MCj0417952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257800"/>
            <a:ext cx="7696200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0" name="Text Box 140"/>
          <p:cNvSpPr txBox="1">
            <a:spLocks noChangeArrowheads="1"/>
          </p:cNvSpPr>
          <p:nvPr/>
        </p:nvSpPr>
        <p:spPr bwMode="auto">
          <a:xfrm>
            <a:off x="609600" y="6096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0">
                <a:solidFill>
                  <a:srgbClr val="FF0000"/>
                </a:solidFill>
                <a:sym typeface="Wingdings" panose="05000000000000000000" pitchFamily="2" charset="2"/>
              </a:rPr>
              <a:t> </a:t>
            </a:r>
            <a:r>
              <a:rPr lang="en-US" altLang="zh-CN" i="0">
                <a:solidFill>
                  <a:srgbClr val="FF0000"/>
                </a:solidFill>
              </a:rPr>
              <a:t>Romberg </a:t>
            </a:r>
            <a:r>
              <a:rPr lang="zh-CN" altLang="en-US" i="0">
                <a:solidFill>
                  <a:srgbClr val="FF0000"/>
                </a:solidFill>
              </a:rPr>
              <a:t>算法计算步骤：</a:t>
            </a:r>
          </a:p>
        </p:txBody>
      </p:sp>
      <p:grpSp>
        <p:nvGrpSpPr>
          <p:cNvPr id="48131" name="Group 174"/>
          <p:cNvGrpSpPr/>
          <p:nvPr/>
        </p:nvGrpSpPr>
        <p:grpSpPr bwMode="auto">
          <a:xfrm>
            <a:off x="762000" y="1238250"/>
            <a:ext cx="9540875" cy="3394075"/>
            <a:chOff x="480" y="780"/>
            <a:chExt cx="6010" cy="2138"/>
          </a:xfrm>
        </p:grpSpPr>
        <p:grpSp>
          <p:nvGrpSpPr>
            <p:cNvPr id="48132" name="Group 145"/>
            <p:cNvGrpSpPr/>
            <p:nvPr/>
          </p:nvGrpSpPr>
          <p:grpSpPr bwMode="auto">
            <a:xfrm>
              <a:off x="480" y="1296"/>
              <a:ext cx="4704" cy="292"/>
              <a:chOff x="480" y="1152"/>
              <a:chExt cx="4598" cy="292"/>
            </a:xfrm>
          </p:grpSpPr>
          <p:sp>
            <p:nvSpPr>
              <p:cNvPr id="48133" name="Text Box 136"/>
              <p:cNvSpPr txBox="1">
                <a:spLocks noChangeArrowheads="1"/>
              </p:cNvSpPr>
              <p:nvPr/>
            </p:nvSpPr>
            <p:spPr bwMode="auto">
              <a:xfrm>
                <a:off x="480" y="1152"/>
                <a:ext cx="459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i="0">
                    <a:solidFill>
                      <a:schemeClr val="tx1"/>
                    </a:solidFill>
                    <a:ea typeface="宋体" panose="02010600030101010101" pitchFamily="2" charset="-122"/>
                  </a:rPr>
                  <a:t>2</a:t>
                </a:r>
                <a:r>
                  <a:rPr lang="zh-CN" altLang="en-US" i="0">
                    <a:solidFill>
                      <a:schemeClr val="tx1"/>
                    </a:solidFill>
                    <a:ea typeface="宋体" panose="02010600030101010101" pitchFamily="2" charset="-122"/>
                  </a:rPr>
                  <a:t>．</a:t>
                </a:r>
                <a:r>
                  <a:rPr lang="zh-CN" altLang="en-US" i="0">
                    <a:solidFill>
                      <a:schemeClr val="tx1"/>
                    </a:solidFill>
                  </a:rPr>
                  <a:t>按变步长复化梯形公式，由         计算        ，转</a:t>
                </a:r>
                <a:r>
                  <a:rPr lang="en-US" altLang="zh-CN" i="0">
                    <a:solidFill>
                      <a:schemeClr val="tx1"/>
                    </a:solidFill>
                  </a:rPr>
                  <a:t>3</a:t>
                </a:r>
                <a:r>
                  <a:rPr lang="zh-CN" altLang="en-US" i="0">
                    <a:solidFill>
                      <a:schemeClr val="tx1"/>
                    </a:solidFill>
                  </a:rPr>
                  <a:t>；</a:t>
                </a:r>
              </a:p>
            </p:txBody>
          </p:sp>
          <p:graphicFrame>
            <p:nvGraphicFramePr>
              <p:cNvPr id="48134" name="Object 143"/>
              <p:cNvGraphicFramePr/>
              <p:nvPr/>
            </p:nvGraphicFramePr>
            <p:xfrm>
              <a:off x="3061" y="1152"/>
              <a:ext cx="413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36" r:id="rId4" imgW="177800" imgH="116205" progId="Equation.DSMT4">
                      <p:embed/>
                    </p:oleObj>
                  </mc:Choice>
                  <mc:Fallback>
                    <p:oleObj r:id="rId4" imgW="177800" imgH="116205" progId="Equation.DSMT4">
                      <p:embed/>
                      <p:pic>
                        <p:nvPicPr>
                          <p:cNvPr id="0" name="Object 14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61" y="1152"/>
                            <a:ext cx="413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35" name="Object 144"/>
              <p:cNvGraphicFramePr/>
              <p:nvPr/>
            </p:nvGraphicFramePr>
            <p:xfrm>
              <a:off x="3984" y="1152"/>
              <a:ext cx="323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37" r:id="rId6" imgW="130175" imgH="116205" progId="Equation.DSMT4">
                      <p:embed/>
                    </p:oleObj>
                  </mc:Choice>
                  <mc:Fallback>
                    <p:oleObj r:id="rId6" imgW="130175" imgH="116205" progId="Equation.DSMT4">
                      <p:embed/>
                      <p:pic>
                        <p:nvPicPr>
                          <p:cNvPr id="0" name="Object 14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4" y="1152"/>
                            <a:ext cx="323" cy="2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8136" name="Group 151"/>
            <p:cNvGrpSpPr/>
            <p:nvPr/>
          </p:nvGrpSpPr>
          <p:grpSpPr bwMode="auto">
            <a:xfrm>
              <a:off x="480" y="1776"/>
              <a:ext cx="4944" cy="518"/>
              <a:chOff x="432" y="1536"/>
              <a:chExt cx="4944" cy="518"/>
            </a:xfrm>
          </p:grpSpPr>
          <p:sp>
            <p:nvSpPr>
              <p:cNvPr id="48137" name="Text Box 147"/>
              <p:cNvSpPr txBox="1">
                <a:spLocks noChangeArrowheads="1"/>
              </p:cNvSpPr>
              <p:nvPr/>
            </p:nvSpPr>
            <p:spPr bwMode="auto">
              <a:xfrm>
                <a:off x="432" y="1536"/>
                <a:ext cx="4944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i="0">
                    <a:solidFill>
                      <a:schemeClr val="tx1"/>
                    </a:solidFill>
                    <a:ea typeface="宋体" panose="02010600030101010101" pitchFamily="2" charset="-122"/>
                  </a:rPr>
                  <a:t>3</a:t>
                </a:r>
                <a:r>
                  <a:rPr lang="zh-CN" altLang="en-US" i="0">
                    <a:solidFill>
                      <a:schemeClr val="tx1"/>
                    </a:solidFill>
                    <a:ea typeface="宋体" panose="02010600030101010101" pitchFamily="2" charset="-122"/>
                  </a:rPr>
                  <a:t>．</a:t>
                </a:r>
                <a:r>
                  <a:rPr lang="zh-CN" altLang="en-US" i="0">
                    <a:solidFill>
                      <a:schemeClr val="tx1"/>
                    </a:solidFill>
                  </a:rPr>
                  <a:t>按加速公式，计算</a:t>
                </a:r>
                <a:r>
                  <a:rPr lang="en-US" altLang="zh-CN" i="0">
                    <a:solidFill>
                      <a:schemeClr val="tx1"/>
                    </a:solidFill>
                  </a:rPr>
                  <a:t>T</a:t>
                </a:r>
                <a:r>
                  <a:rPr lang="zh-CN" altLang="en-US" i="0">
                    <a:solidFill>
                      <a:schemeClr val="tx1"/>
                    </a:solidFill>
                  </a:rPr>
                  <a:t>数表中第        行的其余元素</a:t>
                </a:r>
              </a:p>
              <a:p>
                <a:pPr eaLnBrk="1" hangingPunct="1"/>
                <a:r>
                  <a:rPr lang="zh-CN" altLang="en-US" i="0">
                    <a:solidFill>
                      <a:schemeClr val="tx1"/>
                    </a:solidFill>
                  </a:rPr>
                  <a:t>                                     ，转</a:t>
                </a:r>
                <a:r>
                  <a:rPr lang="en-US" altLang="zh-CN" i="0">
                    <a:solidFill>
                      <a:schemeClr val="tx1"/>
                    </a:solidFill>
                  </a:rPr>
                  <a:t>4</a:t>
                </a:r>
                <a:r>
                  <a:rPr lang="zh-CN" altLang="en-US" i="0">
                    <a:solidFill>
                      <a:schemeClr val="tx1"/>
                    </a:solidFill>
                  </a:rPr>
                  <a:t>；</a:t>
                </a:r>
              </a:p>
            </p:txBody>
          </p:sp>
          <p:graphicFrame>
            <p:nvGraphicFramePr>
              <p:cNvPr id="48138" name="Object 148"/>
              <p:cNvGraphicFramePr/>
              <p:nvPr/>
            </p:nvGraphicFramePr>
            <p:xfrm>
              <a:off x="3216" y="1584"/>
              <a:ext cx="369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38" r:id="rId8" imgW="157480" imgH="81915" progId="Equation.DSMT4">
                      <p:embed/>
                    </p:oleObj>
                  </mc:Choice>
                  <mc:Fallback>
                    <p:oleObj r:id="rId8" imgW="157480" imgH="81915" progId="Equation.DSMT4">
                      <p:embed/>
                      <p:pic>
                        <p:nvPicPr>
                          <p:cNvPr id="0" name="Object 14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1584"/>
                            <a:ext cx="369" cy="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39" name="Object 149"/>
              <p:cNvGraphicFramePr/>
              <p:nvPr/>
            </p:nvGraphicFramePr>
            <p:xfrm>
              <a:off x="816" y="1776"/>
              <a:ext cx="1360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39" r:id="rId10" imgW="633730" imgH="122555" progId="Equation.DSMT4">
                      <p:embed/>
                    </p:oleObj>
                  </mc:Choice>
                  <mc:Fallback>
                    <p:oleObj r:id="rId10" imgW="633730" imgH="122555" progId="Equation.DSMT4">
                      <p:embed/>
                      <p:pic>
                        <p:nvPicPr>
                          <p:cNvPr id="0" name="Object 14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6" y="1776"/>
                            <a:ext cx="1360" cy="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8140" name="Group 173"/>
            <p:cNvGrpSpPr/>
            <p:nvPr/>
          </p:nvGrpSpPr>
          <p:grpSpPr bwMode="auto">
            <a:xfrm>
              <a:off x="480" y="2400"/>
              <a:ext cx="4628" cy="518"/>
              <a:chOff x="480" y="2400"/>
              <a:chExt cx="4628" cy="518"/>
            </a:xfrm>
          </p:grpSpPr>
          <p:sp>
            <p:nvSpPr>
              <p:cNvPr id="48141" name="Text Box 153"/>
              <p:cNvSpPr txBox="1">
                <a:spLocks noChangeArrowheads="1"/>
              </p:cNvSpPr>
              <p:nvPr/>
            </p:nvSpPr>
            <p:spPr bwMode="auto">
              <a:xfrm>
                <a:off x="480" y="2400"/>
                <a:ext cx="4628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eaLnBrk="0" hangingPunct="0"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i="0">
                    <a:solidFill>
                      <a:schemeClr val="tx1"/>
                    </a:solidFill>
                    <a:ea typeface="宋体" panose="02010600030101010101" pitchFamily="2" charset="-122"/>
                  </a:rPr>
                  <a:t>4</a:t>
                </a:r>
                <a:r>
                  <a:rPr lang="zh-CN" altLang="en-US" i="0">
                    <a:solidFill>
                      <a:schemeClr val="tx1"/>
                    </a:solidFill>
                    <a:ea typeface="宋体" panose="02010600030101010101" pitchFamily="2" charset="-122"/>
                  </a:rPr>
                  <a:t>．</a:t>
                </a:r>
                <a:r>
                  <a:rPr lang="zh-CN" altLang="en-US" i="0">
                    <a:solidFill>
                      <a:schemeClr val="tx1"/>
                    </a:solidFill>
                  </a:rPr>
                  <a:t>对给定的误差    ，若                        ，停止，取        </a:t>
                </a:r>
              </a:p>
              <a:p>
                <a:pPr eaLnBrk="1" hangingPunct="1"/>
                <a:r>
                  <a:rPr lang="zh-CN" altLang="en-US" i="0">
                    <a:solidFill>
                      <a:schemeClr val="tx1"/>
                    </a:solidFill>
                  </a:rPr>
                  <a:t>      为    的近似值；否则，令              ，转</a:t>
                </a:r>
                <a:r>
                  <a:rPr lang="en-US" altLang="zh-CN" i="0">
                    <a:solidFill>
                      <a:schemeClr val="tx1"/>
                    </a:solidFill>
                  </a:rPr>
                  <a:t>2</a:t>
                </a:r>
                <a:r>
                  <a:rPr lang="zh-CN" altLang="en-US" i="0">
                    <a:solidFill>
                      <a:schemeClr val="tx1"/>
                    </a:solidFill>
                  </a:rPr>
                  <a:t>。</a:t>
                </a:r>
              </a:p>
            </p:txBody>
          </p:sp>
          <p:graphicFrame>
            <p:nvGraphicFramePr>
              <p:cNvPr id="48142" name="Object 137"/>
              <p:cNvGraphicFramePr/>
              <p:nvPr/>
            </p:nvGraphicFramePr>
            <p:xfrm>
              <a:off x="2544" y="2400"/>
              <a:ext cx="1069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40" r:id="rId12" imgW="486410" imgH="136525" progId="Equation.DSMT4">
                      <p:embed/>
                    </p:oleObj>
                  </mc:Choice>
                  <mc:Fallback>
                    <p:oleObj r:id="rId12" imgW="486410" imgH="136525" progId="Equation.DSMT4">
                      <p:embed/>
                      <p:pic>
                        <p:nvPicPr>
                          <p:cNvPr id="0" name="Object 13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4" y="2400"/>
                            <a:ext cx="1069" cy="3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43" name="Object 154"/>
              <p:cNvGraphicFramePr/>
              <p:nvPr/>
            </p:nvGraphicFramePr>
            <p:xfrm>
              <a:off x="1968" y="2448"/>
              <a:ext cx="148" cy="1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41" r:id="rId14" imgW="58420" imgH="64770" progId="Equation.DSMT4">
                      <p:embed/>
                    </p:oleObj>
                  </mc:Choice>
                  <mc:Fallback>
                    <p:oleObj r:id="rId14" imgW="58420" imgH="64770" progId="Equation.DSMT4">
                      <p:embed/>
                      <p:pic>
                        <p:nvPicPr>
                          <p:cNvPr id="0" name="Object 15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68" y="2448"/>
                            <a:ext cx="148" cy="1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44" name="Object 155"/>
              <p:cNvGraphicFramePr/>
              <p:nvPr/>
            </p:nvGraphicFramePr>
            <p:xfrm>
              <a:off x="4704" y="2400"/>
              <a:ext cx="336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42" r:id="rId16" imgW="130175" imgH="116205" progId="Equation.DSMT4">
                      <p:embed/>
                    </p:oleObj>
                  </mc:Choice>
                  <mc:Fallback>
                    <p:oleObj r:id="rId16" imgW="130175" imgH="116205" progId="Equation.DSMT4">
                      <p:embed/>
                      <p:pic>
                        <p:nvPicPr>
                          <p:cNvPr id="0" name="Object 15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4" y="2400"/>
                            <a:ext cx="336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45" name="Object 156"/>
              <p:cNvGraphicFramePr/>
              <p:nvPr/>
            </p:nvGraphicFramePr>
            <p:xfrm>
              <a:off x="2976" y="2688"/>
              <a:ext cx="651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43" r:id="rId18" imgW="280670" imgH="81915" progId="Equation.DSMT4">
                      <p:embed/>
                    </p:oleObj>
                  </mc:Choice>
                  <mc:Fallback>
                    <p:oleObj r:id="rId18" imgW="280670" imgH="81915" progId="Equation.DSMT4">
                      <p:embed/>
                      <p:pic>
                        <p:nvPicPr>
                          <p:cNvPr id="0" name="Object 15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6" y="2688"/>
                            <a:ext cx="651" cy="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46" name="Object 157"/>
              <p:cNvGraphicFramePr/>
              <p:nvPr/>
            </p:nvGraphicFramePr>
            <p:xfrm>
              <a:off x="1056" y="2688"/>
              <a:ext cx="148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44" r:id="rId20" imgW="58420" imgH="78740" progId="Equation.DSMT4">
                      <p:embed/>
                    </p:oleObj>
                  </mc:Choice>
                  <mc:Fallback>
                    <p:oleObj r:id="rId20" imgW="58420" imgH="78740" progId="Equation.DSMT4">
                      <p:embed/>
                      <p:pic>
                        <p:nvPicPr>
                          <p:cNvPr id="0" name="Object 15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2688"/>
                            <a:ext cx="148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8147" name="Group 169"/>
            <p:cNvGrpSpPr/>
            <p:nvPr/>
          </p:nvGrpSpPr>
          <p:grpSpPr bwMode="auto">
            <a:xfrm>
              <a:off x="480" y="780"/>
              <a:ext cx="6010" cy="405"/>
              <a:chOff x="480" y="828"/>
              <a:chExt cx="6010" cy="405"/>
            </a:xfrm>
          </p:grpSpPr>
          <p:grpSp>
            <p:nvGrpSpPr>
              <p:cNvPr id="48148" name="Group 142"/>
              <p:cNvGrpSpPr/>
              <p:nvPr/>
            </p:nvGrpSpPr>
            <p:grpSpPr bwMode="auto">
              <a:xfrm>
                <a:off x="480" y="828"/>
                <a:ext cx="6010" cy="405"/>
                <a:chOff x="480" y="732"/>
                <a:chExt cx="6010" cy="405"/>
              </a:xfrm>
            </p:grpSpPr>
            <p:sp>
              <p:nvSpPr>
                <p:cNvPr id="48149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480" y="751"/>
                  <a:ext cx="6010" cy="2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b="0" i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1</a:t>
                  </a:r>
                  <a:r>
                    <a:rPr lang="zh-CN" altLang="en-US" b="0" i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．</a:t>
                  </a:r>
                  <a:r>
                    <a:rPr lang="zh-CN" altLang="en-US" i="0">
                      <a:solidFill>
                        <a:schemeClr val="tx1"/>
                      </a:solidFill>
                      <a:latin typeface="楷体_GB2312" pitchFamily="49" charset="-122"/>
                    </a:rPr>
                    <a:t>取       ，计算                ，          ，令    ，转</a:t>
                  </a:r>
                  <a:r>
                    <a:rPr lang="en-US" altLang="zh-CN" i="0">
                      <a:solidFill>
                        <a:schemeClr val="tx1"/>
                      </a:solidFill>
                      <a:latin typeface="楷体_GB2312" pitchFamily="49" charset="-122"/>
                    </a:rPr>
                    <a:t>2</a:t>
                  </a:r>
                  <a:r>
                    <a:rPr lang="zh-CN" altLang="en-US" i="0">
                      <a:solidFill>
                        <a:schemeClr val="tx1"/>
                      </a:solidFill>
                      <a:latin typeface="楷体_GB2312" pitchFamily="49" charset="-122"/>
                    </a:rPr>
                    <a:t>；</a:t>
                  </a:r>
                </a:p>
              </p:txBody>
            </p:sp>
            <p:graphicFrame>
              <p:nvGraphicFramePr>
                <p:cNvPr id="48150" name="Object 134"/>
                <p:cNvGraphicFramePr/>
                <p:nvPr/>
              </p:nvGraphicFramePr>
              <p:xfrm>
                <a:off x="1008" y="768"/>
                <a:ext cx="700" cy="26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8245" r:id="rId22" imgW="314960" imgH="109220" progId="Equation.DSMT4">
                        <p:embed/>
                      </p:oleObj>
                    </mc:Choice>
                    <mc:Fallback>
                      <p:oleObj r:id="rId22" imgW="314960" imgH="109220" progId="Equation.DSMT4">
                        <p:embed/>
                        <p:pic>
                          <p:nvPicPr>
                            <p:cNvPr id="0" name="Object 134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08" y="768"/>
                              <a:ext cx="700" cy="26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51" name="Object 135"/>
                <p:cNvGraphicFramePr/>
                <p:nvPr/>
              </p:nvGraphicFramePr>
              <p:xfrm>
                <a:off x="2207" y="732"/>
                <a:ext cx="1742" cy="4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8246" r:id="rId24" imgW="1422400" imgH="393700" progId="Equation.DSMT4">
                        <p:embed/>
                      </p:oleObj>
                    </mc:Choice>
                    <mc:Fallback>
                      <p:oleObj r:id="rId24" imgW="1422400" imgH="393700" progId="Equation.DSMT4">
                        <p:embed/>
                        <p:pic>
                          <p:nvPicPr>
                            <p:cNvPr id="0" name="Object 135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07" y="732"/>
                              <a:ext cx="1742" cy="40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48152" name="Group 165"/>
              <p:cNvGrpSpPr>
                <a:grpSpLocks noChangeAspect="1"/>
              </p:cNvGrpSpPr>
              <p:nvPr/>
            </p:nvGrpSpPr>
            <p:grpSpPr bwMode="auto">
              <a:xfrm>
                <a:off x="4176" y="864"/>
                <a:ext cx="404" cy="231"/>
                <a:chOff x="4176" y="753"/>
                <a:chExt cx="404" cy="231"/>
              </a:xfrm>
            </p:grpSpPr>
            <p:sp>
              <p:nvSpPr>
                <p:cNvPr id="48153" name="AutoShape 164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4176" y="768"/>
                  <a:ext cx="385" cy="2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154" name="Rectangle 166"/>
                <p:cNvSpPr>
                  <a:spLocks noChangeArrowheads="1"/>
                </p:cNvSpPr>
                <p:nvPr/>
              </p:nvSpPr>
              <p:spPr bwMode="auto">
                <a:xfrm>
                  <a:off x="4492" y="773"/>
                  <a:ext cx="88" cy="2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0" i="0">
                      <a:solidFill>
                        <a:srgbClr val="000000"/>
                      </a:solidFill>
                    </a:rPr>
                    <a:t>1</a:t>
                  </a:r>
                  <a:endParaRPr lang="en-US" altLang="zh-CN"/>
                </a:p>
              </p:txBody>
            </p:sp>
            <p:sp>
              <p:nvSpPr>
                <p:cNvPr id="48155" name="Rectangle 167"/>
                <p:cNvSpPr>
                  <a:spLocks noChangeArrowheads="1"/>
                </p:cNvSpPr>
                <p:nvPr/>
              </p:nvSpPr>
              <p:spPr bwMode="auto">
                <a:xfrm>
                  <a:off x="4238" y="773"/>
                  <a:ext cx="78" cy="2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0">
                      <a:solidFill>
                        <a:srgbClr val="000000"/>
                      </a:solidFill>
                    </a:rPr>
                    <a:t>k</a:t>
                  </a:r>
                  <a:endParaRPr lang="en-US" altLang="zh-CN"/>
                </a:p>
              </p:txBody>
            </p:sp>
            <p:sp>
              <p:nvSpPr>
                <p:cNvPr id="48156" name="Rectangle 168"/>
                <p:cNvSpPr>
                  <a:spLocks noChangeArrowheads="1"/>
                </p:cNvSpPr>
                <p:nvPr/>
              </p:nvSpPr>
              <p:spPr bwMode="auto">
                <a:xfrm>
                  <a:off x="4389" y="753"/>
                  <a:ext cx="97" cy="2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eaLnBrk="0" hangingPunct="0"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 b="1" i="1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0" i="0"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=</a:t>
                  </a:r>
                  <a:endParaRPr lang="en-US" altLang="zh-CN"/>
                </a:p>
              </p:txBody>
            </p:sp>
          </p:grpSp>
        </p:grp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/>
          <p:cNvSpPr>
            <a:spLocks noGrp="1" noChangeArrowheads="1"/>
          </p:cNvSpPr>
          <p:nvPr>
            <p:ph idx="1"/>
          </p:nvPr>
        </p:nvSpPr>
        <p:spPr>
          <a:xfrm>
            <a:off x="2819400" y="1981200"/>
            <a:ext cx="3733800" cy="1828800"/>
          </a:xfrm>
        </p:spPr>
        <p:txBody>
          <a:bodyPr/>
          <a:lstStyle/>
          <a:p>
            <a:pPr eaLnBrk="1" hangingPunct="1"/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540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1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1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cho">
  <a:themeElements>
    <a:clrScheme name="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ho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CDESIGNL</Template>
  <TotalTime>0</TotalTime>
  <Words>1917</Words>
  <Application>Microsoft Office PowerPoint</Application>
  <PresentationFormat>全屏显示(4:3)</PresentationFormat>
  <Paragraphs>331</Paragraphs>
  <Slides>55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55</vt:i4>
      </vt:variant>
    </vt:vector>
  </HeadingPairs>
  <TitlesOfParts>
    <vt:vector size="70" baseType="lpstr">
      <vt:lpstr>黑体</vt:lpstr>
      <vt:lpstr>华文仿宋</vt:lpstr>
      <vt:lpstr>楷体_GB2312</vt:lpstr>
      <vt:lpstr>隶书</vt:lpstr>
      <vt:lpstr>宋体</vt:lpstr>
      <vt:lpstr>Arial</vt:lpstr>
      <vt:lpstr>Symbol</vt:lpstr>
      <vt:lpstr>Times New Roman</vt:lpstr>
      <vt:lpstr>Wingdings</vt:lpstr>
      <vt:lpstr>古瓶荷花</vt:lpstr>
      <vt:lpstr>Echo</vt:lpstr>
      <vt:lpstr>默认设计模板</vt:lpstr>
      <vt:lpstr>MathType 6.0 Equation</vt:lpstr>
      <vt:lpstr>Microsoft Equation 3.0</vt:lpstr>
      <vt:lpstr>Equation.KSEE3</vt:lpstr>
      <vt:lpstr>第二章 数值积分</vt:lpstr>
      <vt:lpstr>PowerPoint 演示文稿</vt:lpstr>
      <vt:lpstr>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Windows 用户</cp:lastModifiedBy>
  <cp:revision>399</cp:revision>
  <dcterms:created xsi:type="dcterms:W3CDTF">2017-09-09T08:59:00Z</dcterms:created>
  <dcterms:modified xsi:type="dcterms:W3CDTF">2021-11-29T05:21:17Z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2052-10.1.0.7346</vt:lpwstr>
  </property>
</Properties>
</file>